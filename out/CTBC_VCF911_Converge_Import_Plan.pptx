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4.svg" ContentType="image/svg+xml"/>
  <Override PartName="/ppt/media/image68.svg" ContentType="image/svg+xml"/>
  <Override PartName="/ppt/media/image7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195" r:id="rId4"/>
    <p:sldMasterId id="2147484380" r:id="rId5"/>
  </p:sldMasterIdLst>
  <p:notesMasterIdLst>
    <p:notesMasterId r:id="rId36"/>
  </p:notesMasterIdLst>
  <p:handoutMasterIdLst>
    <p:handoutMasterId r:id="rId37"/>
  </p:handoutMasterIdLst>
  <p:sldIdLst>
    <p:sldId id="2147471276" r:id="rId6"/>
    <p:sldId id="2147483550" r:id="rId48"/>
    <p:sldId id="2147483551" r:id="rId49"/>
    <p:sldId id="2147483552" r:id="rId50"/>
    <p:sldId id="2147483553" r:id="rId51"/>
    <p:sldId id="2147483554" r:id="rId52"/>
    <p:sldId id="2147483555" r:id="rId53"/>
    <p:sldId id="2147483556" r:id="rId54"/>
    <p:sldId id="2147483557" r:id="rId55"/>
    <p:sldId id="2147483558" r:id="rId56"/>
    <p:sldId id="2147483559" r:id="rId57"/>
    <p:sldId id="2147483560" r:id="rId58"/>
    <p:sldId id="2147483561" r:id="rId59"/>
    <p:sldId id="2147483562" r:id="rId60"/>
    <p:sldId id="2147483563" r:id="rId61"/>
    <p:sldId id="2147483564" r:id="rId62"/>
    <p:sldId id="2147483565" r:id="rId63"/>
    <p:sldId id="2147483566" r:id="rId64"/>
    <p:sldId id="2147483567" r:id="rId65"/>
    <p:sldId id="2147483568" r:id="rId66"/>
    <p:sldId id="2147483569" r:id="rId67"/>
    <p:sldId id="2147483570" r:id="rId68"/>
    <p:sldId id="2147483571" r:id="rId69"/>
    <p:sldId id="2147483572" r:id="rId70"/>
    <p:sldId id="2147483573" r:id="rId71"/>
    <p:sldId id="2147483574" r:id="rId72"/>
    <p:sldId id="2147483575" r:id="rId73"/>
    <p:sldId id="2147483576" r:id="rId74"/>
    <p:sldId id="2147483577" r:id="rId75"/>
    <p:sldId id="2147483578" r:id="rId76"/>
    <p:sldId id="2026819516" r:id="rId33"/>
  </p:sldIdLst>
  <p:sldSz cx="12188825" cy="6858000"/>
  <p:notesSz cx="7315200" cy="9601200"/>
  <p:embeddedFontLst>
    <p:embeddedFont>
      <p:font typeface="Arial Rounded MT Bold" panose="020F0704030504030204" pitchFamily="34" charset="0"/>
      <p:regular r:id="rId38"/>
    </p:embeddedFont>
    <p:embeddedFont>
      <p:font typeface="Metropolis" pitchFamily="2" charset="0"/>
      <p:regular r:id="rId39"/>
    </p:embeddedFont>
    <p:embeddedFont>
      <p:font typeface="Metropolis Light" pitchFamily="2" charset="0"/>
      <p:regular r:id="rId40"/>
      <p:italic r:id="rId41"/>
    </p:embeddedFont>
  </p:embeddedFontLst>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6AA5CC1-B38F-4522-A60D-5ADC5417DF26}">
          <p14:sldIdLst>
            <p14:sldId id="2147471276"/>
            <p14:sldId id="2147471272"/>
            <p14:sldId id="2147483506"/>
            <p14:sldId id="2147483549"/>
          </p14:sldIdLst>
        </p14:section>
        <p14:section name="Flexible &amp; Efficient Storage Platform" id="{3BA5105E-AC82-4B74-AF63-EB214F17C92E}">
          <p14:sldIdLst>
            <p14:sldId id="2147471287"/>
            <p14:sldId id="2147483545"/>
            <p14:sldId id="2147483544"/>
            <p14:sldId id="2147483548"/>
            <p14:sldId id="2147483521"/>
            <p14:sldId id="2147483522"/>
          </p14:sldIdLst>
        </p14:section>
        <p14:section name="Accelerated Modern Application Development" id="{5CC8CB09-0021-4E74-9C7E-8EE286513ECA}">
          <p14:sldIdLst>
            <p14:sldId id="2147471288"/>
            <p14:sldId id="2147483546"/>
            <p14:sldId id="2147483527"/>
            <p14:sldId id="2147483538"/>
          </p14:sldIdLst>
        </p14:section>
        <p14:section name="Secure and Cyber Resilient Storage" id="{8C364F95-7F62-4123-9815-E29EDD2E03AB}">
          <p14:sldIdLst>
            <p14:sldId id="2147471289"/>
            <p14:sldId id="2147483507"/>
            <p14:sldId id="2147483547"/>
            <p14:sldId id="2147483519"/>
            <p14:sldId id="2147483541"/>
            <p14:sldId id="2147483516"/>
            <p14:sldId id="2147483528"/>
          </p14:sldIdLst>
        </p14:section>
        <p14:section name="Simplified Operations" id="{2B34C2C6-6AE9-4BAD-A6D8-0F0BB36F4B29}">
          <p14:sldIdLst>
            <p14:sldId id="2147471290"/>
            <p14:sldId id="2147471279"/>
            <p14:sldId id="2147483531"/>
            <p14:sldId id="2147483537"/>
            <p14:sldId id="2147483542"/>
          </p14:sldIdLst>
        </p14:section>
        <p14:section name="Conclusion" id="{C0401BC0-943E-4066-A345-3F05E8F38C84}">
          <p14:sldIdLst>
            <p14:sldId id="2147482898"/>
            <p14:sldId id="2026819516"/>
          </p14:sldIdLst>
        </p14:section>
        <p14:section name="Supplemental" id="{B4206030-F37D-4C9E-B9C8-00E035905CAD}">
          <p14:sldIdLst>
            <p14:sldId id="2147483438"/>
            <p14:sldId id="214748354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FF9B"/>
    <a:srgbClr val="F98787"/>
    <a:srgbClr val="930722"/>
    <a:srgbClr val="79051B"/>
    <a:srgbClr val="E68C28"/>
    <a:srgbClr val="97999B"/>
    <a:srgbClr val="99999B"/>
    <a:srgbClr val="CC092F"/>
    <a:srgbClr val="E2E3E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85" autoAdjust="0"/>
    <p:restoredTop sz="79988" autoAdjust="0"/>
  </p:normalViewPr>
  <p:slideViewPr>
    <p:cSldViewPr snapToGrid="0">
      <p:cViewPr varScale="1">
        <p:scale>
          <a:sx n="111" d="100"/>
          <a:sy n="111" d="100"/>
        </p:scale>
        <p:origin x="1208" y="192"/>
      </p:cViewPr>
      <p:guideLst/>
    </p:cSldViewPr>
  </p:slideViewPr>
  <p:notesTextViewPr>
    <p:cViewPr>
      <p:scale>
        <a:sx n="100" d="100"/>
        <a:sy n="100" d="100"/>
      </p:scale>
      <p:origin x="0" y="0"/>
    </p:cViewPr>
  </p:notesTextViewPr>
  <p:sorterViewPr>
    <p:cViewPr>
      <p:scale>
        <a:sx n="75" d="100"/>
        <a:sy n="75" d="100"/>
      </p:scale>
      <p:origin x="0" y="-144"/>
    </p:cViewPr>
  </p:sorterViewPr>
  <p:notesViewPr>
    <p:cSldViewPr snapToGrid="0">
      <p:cViewPr varScale="1">
        <p:scale>
          <a:sx n="119" d="100"/>
          <a:sy n="119" d="100"/>
        </p:scale>
        <p:origin x="4136" y="8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33" Type="http://schemas.openxmlformats.org/officeDocument/2006/relationships/slide" Target="slides/slide28.xml"/><Relationship Id="rId36" Type="http://schemas.openxmlformats.org/officeDocument/2006/relationships/notesMaster" Target="notesMasters/notesMaster1.xml"/><Relationship Id="rId37" Type="http://schemas.openxmlformats.org/officeDocument/2006/relationships/handoutMaster" Target="handoutMasters/handoutMaster1.xml"/><Relationship Id="rId38" Type="http://schemas.openxmlformats.org/officeDocument/2006/relationships/font" Target="fonts/font1.fntdata"/><Relationship Id="rId39" Type="http://schemas.openxmlformats.org/officeDocument/2006/relationships/font" Target="fonts/font2.fntdata"/><Relationship Id="rId40" Type="http://schemas.openxmlformats.org/officeDocument/2006/relationships/font" Target="fonts/font3.fntdata"/><Relationship Id="rId41" Type="http://schemas.openxmlformats.org/officeDocument/2006/relationships/font" Target="fonts/font4.fntdata"/><Relationship Id="rId42" Type="http://schemas.openxmlformats.org/officeDocument/2006/relationships/tags" Target="tags/tag1.xml"/><Relationship Id="rId43" Type="http://schemas.openxmlformats.org/officeDocument/2006/relationships/commentAuthors" Target="commentAuthors.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slide" Target="slides/slide42.xml"/><Relationship Id="rId60" Type="http://schemas.openxmlformats.org/officeDocument/2006/relationships/slide" Target="slides/slide43.xml"/><Relationship Id="rId61" Type="http://schemas.openxmlformats.org/officeDocument/2006/relationships/slide" Target="slides/slide44.xml"/><Relationship Id="rId62" Type="http://schemas.openxmlformats.org/officeDocument/2006/relationships/slide" Target="slides/slide45.xml"/><Relationship Id="rId63" Type="http://schemas.openxmlformats.org/officeDocument/2006/relationships/slide" Target="slides/slide46.xml"/><Relationship Id="rId64" Type="http://schemas.openxmlformats.org/officeDocument/2006/relationships/slide" Target="slides/slide47.xml"/><Relationship Id="rId65" Type="http://schemas.openxmlformats.org/officeDocument/2006/relationships/slide" Target="slides/slide48.xml"/><Relationship Id="rId66" Type="http://schemas.openxmlformats.org/officeDocument/2006/relationships/slide" Target="slides/slide49.xml"/><Relationship Id="rId67" Type="http://schemas.openxmlformats.org/officeDocument/2006/relationships/slide" Target="slides/slide50.xml"/><Relationship Id="rId68" Type="http://schemas.openxmlformats.org/officeDocument/2006/relationships/slide" Target="slides/slide51.xml"/><Relationship Id="rId69" Type="http://schemas.openxmlformats.org/officeDocument/2006/relationships/slide" Target="slides/slide52.xml"/><Relationship Id="rId70" Type="http://schemas.openxmlformats.org/officeDocument/2006/relationships/slide" Target="slides/slide53.xml"/><Relationship Id="rId71" Type="http://schemas.openxmlformats.org/officeDocument/2006/relationships/slide" Target="slides/slide54.xml"/><Relationship Id="rId72" Type="http://schemas.openxmlformats.org/officeDocument/2006/relationships/slide" Target="slides/slide55.xml"/><Relationship Id="rId73" Type="http://schemas.openxmlformats.org/officeDocument/2006/relationships/slide" Target="slides/slide56.xml"/><Relationship Id="rId74" Type="http://schemas.openxmlformats.org/officeDocument/2006/relationships/slide" Target="slides/slide57.xml"/><Relationship Id="rId75" Type="http://schemas.openxmlformats.org/officeDocument/2006/relationships/slide" Target="slides/slide58.xml"/><Relationship Id="rId76" Type="http://schemas.openxmlformats.org/officeDocument/2006/relationships/slide" Target="slides/slide5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FB004553-04C5-4BB3-AD4E-8B2EF3CDDAF9}" type="datetimeFigureOut">
              <a:rPr lang="en-US" smtClean="0"/>
              <a:t>8/16/26</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mn-lt"/>
              </a:defRPr>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mn-lt"/>
              </a:defRPr>
            </a:lvl1pPr>
          </a:lstStyle>
          <a:p>
            <a:fld id="{3CB6F0DB-E055-41D0-9102-627A646E4242}" type="datetimeFigureOut">
              <a:rPr lang="en-US" smtClean="0"/>
              <a:pPr/>
              <a:t>8/16/26</a:t>
            </a:fld>
            <a:endParaRPr lang="en-US" dirty="0"/>
          </a:p>
        </p:txBody>
      </p:sp>
      <p:sp>
        <p:nvSpPr>
          <p:cNvPr id="4" name="Slide Image Placeholder 3"/>
          <p:cNvSpPr>
            <a:spLocks noGrp="1" noRot="1" noChangeAspect="1"/>
          </p:cNvSpPr>
          <p:nvPr>
            <p:ph type="sldImg" idx="2"/>
          </p:nvPr>
        </p:nvSpPr>
        <p:spPr>
          <a:xfrm>
            <a:off x="884238" y="639763"/>
            <a:ext cx="5546725" cy="3121025"/>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487680" y="4000500"/>
            <a:ext cx="6339840" cy="512064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mn-lt"/>
              </a:defRPr>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0A76A-F769-9832-9920-2B2FECBE2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AA61C-1DFB-299C-DACA-9146F0908BE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41D17F-6E77-2F91-54B0-BC98C93212A8}"/>
              </a:ext>
            </a:extLst>
          </p:cNvPr>
          <p:cNvSpPr>
            <a:spLocks noGrp="1"/>
          </p:cNvSpPr>
          <p:nvPr>
            <p:ph type="body" idx="1"/>
          </p:nvPr>
        </p:nvSpPr>
        <p:spPr/>
        <p:txBody>
          <a:bodyPr>
            <a:normAutofit fontScale="77500" lnSpcReduction="20000"/>
          </a:bodyPr>
          <a:lstStyle/>
          <a:p/>
        </p:txBody>
      </p:sp>
      <p:sp>
        <p:nvSpPr>
          <p:cNvPr id="4" name="Slide Number Placeholder 3">
            <a:extLst>
              <a:ext uri="{FF2B5EF4-FFF2-40B4-BE49-F238E27FC236}">
                <a16:creationId xmlns:a16="http://schemas.microsoft.com/office/drawing/2014/main" id="{F0A389E5-ED2B-6099-174A-6D6E5FEAF66D}"/>
              </a:ext>
            </a:extLst>
          </p:cNvPr>
          <p:cNvSpPr>
            <a:spLocks noGrp="1"/>
          </p:cNvSpPr>
          <p:nvPr>
            <p:ph type="sldNum" sz="quarter" idx="10"/>
          </p:nvPr>
        </p:nvSpPr>
        <p:spPr/>
        <p:txBody>
          <a:bodyPr/>
          <a:lstStyle/>
          <a:p>
            <a:fld id="{9F4FBC3A-A12C-40F9-BB8D-BC30C7901396}" type="slidenum">
              <a:rPr lang="en-US" smtClean="0"/>
              <a:t>1</a:t>
            </a:fld>
            <a:endParaRPr lang="en-US"/>
          </a:p>
        </p:txBody>
      </p:sp>
    </p:spTree>
    <p:extLst>
      <p:ext uri="{BB962C8B-B14F-4D97-AF65-F5344CB8AC3E}">
        <p14:creationId xmlns:p14="http://schemas.microsoft.com/office/powerpoint/2010/main" val="32496574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9F4FBC3A-A12C-40F9-BB8D-BC30C7901396}" type="slidenum">
              <a:rPr lang="en-US" smtClean="0"/>
              <a:pPr/>
              <a:t>28</a:t>
            </a:fld>
            <a:endParaRPr lang="en-US" dirty="0"/>
          </a:p>
        </p:txBody>
      </p:sp>
    </p:spTree>
    <p:extLst>
      <p:ext uri="{BB962C8B-B14F-4D97-AF65-F5344CB8AC3E}">
        <p14:creationId xmlns:p14="http://schemas.microsoft.com/office/powerpoint/2010/main" val="4030086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image" Target="../media/image22.png"/><Relationship Id="rId7" Type="http://schemas.openxmlformats.org/officeDocument/2006/relationships/image" Target="../media/image23.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4.png"/><Relationship Id="rId5" Type="http://schemas.openxmlformats.org/officeDocument/2006/relationships/image" Target="../media/image25.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image" Target="../media/image32.png"/><Relationship Id="rId9" Type="http://schemas.openxmlformats.org/officeDocument/2006/relationships/image" Target="../media/image33.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34.png"/><Relationship Id="rId5" Type="http://schemas.openxmlformats.org/officeDocument/2006/relationships/image" Target="../media/image35.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 Id="rId9" Type="http://schemas.openxmlformats.org/officeDocument/2006/relationships/image" Target="../media/image41.svg"/><Relationship Id="rId10" Type="http://schemas.openxmlformats.org/officeDocument/2006/relationships/image" Target="../media/image42.png"/><Relationship Id="rId11" Type="http://schemas.openxmlformats.org/officeDocument/2006/relationships/image" Target="../media/image43.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44.png"/><Relationship Id="rId5" Type="http://schemas.openxmlformats.org/officeDocument/2006/relationships/image" Target="../media/image45.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46.png"/><Relationship Id="rId5" Type="http://schemas.openxmlformats.org/officeDocument/2006/relationships/image" Target="../media/image47.svg"/><Relationship Id="rId6" Type="http://schemas.openxmlformats.org/officeDocument/2006/relationships/image" Target="../media/image48.png"/><Relationship Id="rId7" Type="http://schemas.openxmlformats.org/officeDocument/2006/relationships/image" Target="../media/image49.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50.png"/><Relationship Id="rId5" Type="http://schemas.openxmlformats.org/officeDocument/2006/relationships/image" Target="../media/image5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4.png"/><Relationship Id="rId7" Type="http://schemas.openxmlformats.org/officeDocument/2006/relationships/image" Target="../media/image55.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56.png"/><Relationship Id="rId7" Type="http://schemas.openxmlformats.org/officeDocument/2006/relationships/image" Target="../media/image57.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58.png"/><Relationship Id="rId5" Type="http://schemas.openxmlformats.org/officeDocument/2006/relationships/image" Target="../media/image59.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image" Target="../media/image60.png"/><Relationship Id="rId9" Type="http://schemas.openxmlformats.org/officeDocument/2006/relationships/image" Target="../media/image61.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3.png"/><Relationship Id="rId4" Type="http://schemas.openxmlformats.org/officeDocument/2006/relationships/image" Target="../media/image64.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65.emf"/></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6.jpeg"/><Relationship Id="rId3" Type="http://schemas.openxmlformats.org/officeDocument/2006/relationships/image" Target="../media/image67.png"/><Relationship Id="rId4" Type="http://schemas.openxmlformats.org/officeDocument/2006/relationships/image" Target="../media/image68.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image" Target="../media/image7.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eaf with Circ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9C5D994-E647-E15F-5855-615355B1458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8" name="Oval 7">
            <a:extLst>
              <a:ext uri="{FF2B5EF4-FFF2-40B4-BE49-F238E27FC236}">
                <a16:creationId xmlns:a16="http://schemas.microsoft.com/office/drawing/2014/main" id="{9E091982-7055-D398-D730-EADC38C8FE42}"/>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 name="Oval 8">
            <a:extLst>
              <a:ext uri="{FF2B5EF4-FFF2-40B4-BE49-F238E27FC236}">
                <a16:creationId xmlns:a16="http://schemas.microsoft.com/office/drawing/2014/main" id="{C3FF71C5-1781-D09E-0CDD-BC5E72D6D23F}"/>
              </a:ext>
            </a:extLst>
          </p:cNvPr>
          <p:cNvSpPr/>
          <p:nvPr userDrawn="1"/>
        </p:nvSpPr>
        <p:spPr>
          <a:xfrm rot="13500000">
            <a:off x="1954577" y="1627406"/>
            <a:ext cx="3603186" cy="3603182"/>
          </a:xfrm>
          <a:prstGeom prst="ellipse">
            <a:avLst/>
          </a:prstGeom>
          <a:solidFill>
            <a:schemeClr val="bg1"/>
          </a:solidFill>
          <a:ln w="69850">
            <a:gradFill>
              <a:gsLst>
                <a:gs pos="0">
                  <a:schemeClr val="accent3"/>
                </a:gs>
                <a:gs pos="68000">
                  <a:schemeClr val="accent4"/>
                </a:gs>
                <a:gs pos="100000">
                  <a:schemeClr val="accent4"/>
                </a:gs>
                <a:gs pos="33000">
                  <a:schemeClr val="accent3"/>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TextBox 5">
            <a:extLst>
              <a:ext uri="{FF2B5EF4-FFF2-40B4-BE49-F238E27FC236}">
                <a16:creationId xmlns:a16="http://schemas.microsoft.com/office/drawing/2014/main" id="{D2AD4204-99EB-FF02-17EB-BF91B2BA2D7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6507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Aqua with Circ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6" name="TextBox 5">
            <a:extLst>
              <a:ext uri="{FF2B5EF4-FFF2-40B4-BE49-F238E27FC236}">
                <a16:creationId xmlns:a16="http://schemas.microsoft.com/office/drawing/2014/main" id="{637374D7-31CF-09EC-1E50-C790A2982A0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4" name="Oval 33">
            <a:extLst>
              <a:ext uri="{FF2B5EF4-FFF2-40B4-BE49-F238E27FC236}">
                <a16:creationId xmlns:a16="http://schemas.microsoft.com/office/drawing/2014/main" id="{6235731F-D467-27EF-D54B-724CE1A8D409}"/>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35" name="Oval 34">
            <a:extLst>
              <a:ext uri="{FF2B5EF4-FFF2-40B4-BE49-F238E27FC236}">
                <a16:creationId xmlns:a16="http://schemas.microsoft.com/office/drawing/2014/main" id="{D95B89AD-05DE-37E6-B009-0E5DE1C3CFEF}"/>
              </a:ext>
            </a:extLst>
          </p:cNvPr>
          <p:cNvSpPr/>
          <p:nvPr userDrawn="1"/>
        </p:nvSpPr>
        <p:spPr>
          <a:xfrm rot="13500000">
            <a:off x="1954577" y="1627406"/>
            <a:ext cx="3603186" cy="3603182"/>
          </a:xfrm>
          <a:prstGeom prst="ellipse">
            <a:avLst/>
          </a:prstGeom>
          <a:solidFill>
            <a:schemeClr val="bg1"/>
          </a:solidFill>
          <a:ln w="69850">
            <a:gradFill>
              <a:gsLst>
                <a:gs pos="0">
                  <a:schemeClr val="accent2"/>
                </a:gs>
                <a:gs pos="68000">
                  <a:schemeClr val="accent3"/>
                </a:gs>
                <a:gs pos="100000">
                  <a:schemeClr val="accent2"/>
                </a:gs>
                <a:gs pos="33000">
                  <a:schemeClr val="accent3"/>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F352DECA-F587-38EB-8678-F76026EC7BE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06065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Plum with Circle">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sp>
        <p:nvSpPr>
          <p:cNvPr id="6" name="TextBox 5">
            <a:extLst>
              <a:ext uri="{FF2B5EF4-FFF2-40B4-BE49-F238E27FC236}">
                <a16:creationId xmlns:a16="http://schemas.microsoft.com/office/drawing/2014/main" id="{C55FCA4A-3F9C-7DAB-9369-0176B268F0A9}"/>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8"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dirty="0"/>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a:p>
        </p:txBody>
      </p:sp>
      <p:sp>
        <p:nvSpPr>
          <p:cNvPr id="2" name="Oval 1">
            <a:extLst>
              <a:ext uri="{FF2B5EF4-FFF2-40B4-BE49-F238E27FC236}">
                <a16:creationId xmlns:a16="http://schemas.microsoft.com/office/drawing/2014/main" id="{7EEF8CCC-ED0F-770B-FFBE-2EC7788ABA9E}"/>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119BEB69-CD61-51C2-524B-9F4A73E93B9D}"/>
              </a:ext>
            </a:extLst>
          </p:cNvPr>
          <p:cNvSpPr/>
          <p:nvPr userDrawn="1"/>
        </p:nvSpPr>
        <p:spPr>
          <a:xfrm rot="13500000">
            <a:off x="1954577" y="1627406"/>
            <a:ext cx="3603186" cy="3603182"/>
          </a:xfrm>
          <a:prstGeom prst="ellipse">
            <a:avLst/>
          </a:prstGeom>
          <a:solidFill>
            <a:schemeClr val="bg1"/>
          </a:solidFill>
          <a:ln w="69850">
            <a:gradFill>
              <a:gsLst>
                <a:gs pos="3670">
                  <a:schemeClr val="accent5"/>
                </a:gs>
                <a:gs pos="40000">
                  <a:schemeClr val="accent2"/>
                </a:gs>
                <a:gs pos="90000">
                  <a:schemeClr val="accent5"/>
                </a:gs>
                <a:gs pos="67000">
                  <a:schemeClr val="accent5"/>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TextBox 6">
            <a:extLst>
              <a:ext uri="{FF2B5EF4-FFF2-40B4-BE49-F238E27FC236}">
                <a16:creationId xmlns:a16="http://schemas.microsoft.com/office/drawing/2014/main" id="{40999261-6785-9C1D-8C6B-CABB7CFCD13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1516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VCF-light-title-a">
    <p:spTree>
      <p:nvGrpSpPr>
        <p:cNvPr id="1" name=""/>
        <p:cNvGrpSpPr/>
        <p:nvPr/>
      </p:nvGrpSpPr>
      <p:grpSpPr>
        <a:xfrm>
          <a:off x="0" y="0"/>
          <a:ext cx="0" cy="0"/>
          <a:chOff x="0" y="0"/>
          <a:chExt cx="0" cy="0"/>
        </a:xfrm>
      </p:grpSpPr>
      <p:pic>
        <p:nvPicPr>
          <p:cNvPr id="9" name="Picture 8" descr="A blue and purple logo&#10;&#10;AI-generated content may be incorrect.">
            <a:extLst>
              <a:ext uri="{FF2B5EF4-FFF2-40B4-BE49-F238E27FC236}">
                <a16:creationId xmlns:a16="http://schemas.microsoft.com/office/drawing/2014/main" id="{088E83B3-06E8-3422-25B9-678291A06476}"/>
              </a:ext>
            </a:extLst>
          </p:cNvPr>
          <p:cNvPicPr>
            <a:picLocks noChangeAspect="1"/>
          </p:cNvPicPr>
          <p:nvPr userDrawn="1"/>
        </p:nvPicPr>
        <p:blipFill>
          <a:blip r:embed="rId2"/>
          <a:stretch>
            <a:fillRect/>
          </a:stretch>
        </p:blipFill>
        <p:spPr>
          <a:xfrm>
            <a:off x="-1" y="893"/>
            <a:ext cx="12188825" cy="6856212"/>
          </a:xfrm>
          <a:prstGeom prst="rect">
            <a:avLst/>
          </a:prstGeom>
        </p:spPr>
      </p:pic>
      <p:sp>
        <p:nvSpPr>
          <p:cNvPr id="8" name="TextBox 7">
            <a:extLst>
              <a:ext uri="{FF2B5EF4-FFF2-40B4-BE49-F238E27FC236}">
                <a16:creationId xmlns:a16="http://schemas.microsoft.com/office/drawing/2014/main" id="{3C7B8C08-E55B-5997-3ADB-17EE656EFF8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2" name="Title click to edit"/>
          <p:cNvSpPr>
            <a:spLocks noGrp="1"/>
          </p:cNvSpPr>
          <p:nvPr>
            <p:ph type="title" hasCustomPrompt="1"/>
          </p:nvPr>
        </p:nvSpPr>
        <p:spPr>
          <a:xfrm>
            <a:off x="633266" y="1701846"/>
            <a:ext cx="4735225" cy="1234440"/>
          </a:xfrm>
        </p:spPr>
        <p:txBody>
          <a:bodyPr wrap="square" anchor="b"/>
          <a:lstStyle>
            <a:lvl1pPr algn="l">
              <a:defRPr sz="4000" b="0" cap="none" baseline="0">
                <a:solidFill>
                  <a:schemeClr val="accent2"/>
                </a:solidFill>
              </a:defRPr>
            </a:lvl1pPr>
          </a:lstStyle>
          <a:p>
            <a:r>
              <a:rPr lang="en-US" dirty="0"/>
              <a:t>Title Slide – Light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34245" y="2986547"/>
            <a:ext cx="474783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4831" y="4737425"/>
            <a:ext cx="5012995"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4831" y="5117480"/>
            <a:ext cx="5012995" cy="355601"/>
          </a:xfrm>
        </p:spPr>
        <p:txBody>
          <a:bodyPr anchor="t"/>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4831" y="5485986"/>
            <a:ext cx="5012995" cy="355601"/>
          </a:xfrm>
        </p:spPr>
        <p:txBody>
          <a:bodyPr anchor="ctr"/>
          <a:lstStyle>
            <a:lvl1pPr algn="l">
              <a:buNone/>
              <a:defRPr sz="16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pic>
        <p:nvPicPr>
          <p:cNvPr id="3" name="Graphic 2">
            <a:extLst>
              <a:ext uri="{FF2B5EF4-FFF2-40B4-BE49-F238E27FC236}">
                <a16:creationId xmlns:a16="http://schemas.microsoft.com/office/drawing/2014/main" id="{7A74F6F2-D5AA-DDD5-DBE7-9788B252F9B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3266" y="570134"/>
            <a:ext cx="2857719" cy="562472"/>
          </a:xfrm>
          <a:prstGeom prst="rect">
            <a:avLst/>
          </a:prstGeom>
        </p:spPr>
      </p:pic>
    </p:spTree>
    <p:extLst>
      <p:ext uri="{BB962C8B-B14F-4D97-AF65-F5344CB8AC3E}">
        <p14:creationId xmlns:p14="http://schemas.microsoft.com/office/powerpoint/2010/main" val="269604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VCF-light-title-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C7B8C08-E55B-5997-3ADB-17EE656EFF8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2" name="Title click to edit"/>
          <p:cNvSpPr>
            <a:spLocks noGrp="1"/>
          </p:cNvSpPr>
          <p:nvPr>
            <p:ph type="title" hasCustomPrompt="1"/>
          </p:nvPr>
        </p:nvSpPr>
        <p:spPr>
          <a:xfrm>
            <a:off x="633266" y="1701846"/>
            <a:ext cx="4735225" cy="1234440"/>
          </a:xfrm>
        </p:spPr>
        <p:txBody>
          <a:bodyPr wrap="square" anchor="b"/>
          <a:lstStyle>
            <a:lvl1pPr algn="l">
              <a:defRPr sz="4000" b="0" cap="none" baseline="0">
                <a:solidFill>
                  <a:schemeClr val="accent2"/>
                </a:solidFill>
              </a:defRPr>
            </a:lvl1pPr>
          </a:lstStyle>
          <a:p>
            <a:r>
              <a:rPr lang="en-US" dirty="0"/>
              <a:t>Title Slide – Light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34245" y="2986547"/>
            <a:ext cx="474783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4831" y="4737425"/>
            <a:ext cx="5012995"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4831" y="5117480"/>
            <a:ext cx="5012995" cy="355601"/>
          </a:xfrm>
        </p:spPr>
        <p:txBody>
          <a:bodyPr anchor="ct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4831" y="5485986"/>
            <a:ext cx="5012995" cy="355601"/>
          </a:xfrm>
        </p:spPr>
        <p:txBody>
          <a:bodyPr anchor="ctr"/>
          <a:lstStyle>
            <a:lvl1pPr algn="l">
              <a:buNone/>
              <a:defRPr sz="16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pic>
        <p:nvPicPr>
          <p:cNvPr id="3" name="Graphic 2">
            <a:extLst>
              <a:ext uri="{FF2B5EF4-FFF2-40B4-BE49-F238E27FC236}">
                <a16:creationId xmlns:a16="http://schemas.microsoft.com/office/drawing/2014/main" id="{7A74F6F2-D5AA-DDD5-DBE7-9788B252F9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3266" y="570134"/>
            <a:ext cx="2857719" cy="562472"/>
          </a:xfrm>
          <a:prstGeom prst="rect">
            <a:avLst/>
          </a:prstGeom>
        </p:spPr>
      </p:pic>
      <p:pic>
        <p:nvPicPr>
          <p:cNvPr id="4" name="Picture 3" descr="A logo of a cloud computing system&#10;&#10;AI-generated content may be incorrect.">
            <a:extLst>
              <a:ext uri="{FF2B5EF4-FFF2-40B4-BE49-F238E27FC236}">
                <a16:creationId xmlns:a16="http://schemas.microsoft.com/office/drawing/2014/main" id="{C0A5C69D-C50F-B894-9915-BBC4902F0810}"/>
              </a:ext>
            </a:extLst>
          </p:cNvPr>
          <p:cNvPicPr>
            <a:picLocks noChangeAspect="1"/>
          </p:cNvPicPr>
          <p:nvPr userDrawn="1"/>
        </p:nvPicPr>
        <p:blipFill>
          <a:blip r:embed="rId4"/>
          <a:stretch>
            <a:fillRect/>
          </a:stretch>
        </p:blipFill>
        <p:spPr>
          <a:xfrm>
            <a:off x="5330825" y="0"/>
            <a:ext cx="6858000" cy="6858000"/>
          </a:xfrm>
          <a:prstGeom prst="rect">
            <a:avLst/>
          </a:prstGeom>
        </p:spPr>
      </p:pic>
    </p:spTree>
    <p:extLst>
      <p:ext uri="{BB962C8B-B14F-4D97-AF65-F5344CB8AC3E}">
        <p14:creationId xmlns:p14="http://schemas.microsoft.com/office/powerpoint/2010/main" val="3158205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 RevRec">
    <p:spTree>
      <p:nvGrpSpPr>
        <p:cNvPr id="1" name=""/>
        <p:cNvGrpSpPr/>
        <p:nvPr/>
      </p:nvGrpSpPr>
      <p:grpSpPr>
        <a:xfrm>
          <a:off x="0" y="0"/>
          <a:ext cx="0" cy="0"/>
          <a:chOff x="0" y="0"/>
          <a:chExt cx="0" cy="0"/>
        </a:xfrm>
      </p:grpSpPr>
      <p:sp>
        <p:nvSpPr>
          <p:cNvPr id="2" name="page number">
            <a:extLst>
              <a:ext uri="{FF2B5EF4-FFF2-40B4-BE49-F238E27FC236}">
                <a16:creationId xmlns:a16="http://schemas.microsoft.com/office/drawing/2014/main" id="{B85AE0A0-04F0-DD06-B7B7-2F519FD602F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TextBox 5">
            <a:extLst>
              <a:ext uri="{FF2B5EF4-FFF2-40B4-BE49-F238E27FC236}">
                <a16:creationId xmlns:a16="http://schemas.microsoft.com/office/drawing/2014/main" id="{34C98CD6-73CF-0CA2-1B0C-AEEF52456990}"/>
              </a:ext>
            </a:extLst>
          </p:cNvPr>
          <p:cNvSpPr txBox="1"/>
          <p:nvPr userDrawn="1"/>
        </p:nvSpPr>
        <p:spPr>
          <a:xfrm>
            <a:off x="579809" y="285278"/>
            <a:ext cx="1861387" cy="508473"/>
          </a:xfrm>
          <a:prstGeom prst="rect">
            <a:avLst/>
          </a:prstGeom>
          <a:noFill/>
        </p:spPr>
        <p:txBody>
          <a:bodyPr wrap="square" lIns="0" tIns="0" rIns="0" bIns="0" rtlCol="0">
            <a:spAutoFit/>
          </a:bodyPr>
          <a:lstStyle/>
          <a:p>
            <a:pPr algn="l">
              <a:lnSpc>
                <a:spcPct val="130000"/>
              </a:lnSpc>
            </a:pPr>
            <a:r>
              <a:rPr lang="en-US" sz="2800" dirty="0">
                <a:solidFill>
                  <a:schemeClr val="accent2"/>
                </a:solidFill>
                <a:latin typeface="+mj-lt"/>
              </a:rPr>
              <a:t>Disclaimer</a:t>
            </a:r>
            <a:endParaRPr lang="en-US" sz="1800" dirty="0">
              <a:solidFill>
                <a:schemeClr val="accent2"/>
              </a:solidFill>
              <a:latin typeface="+mj-lt"/>
            </a:endParaRPr>
          </a:p>
        </p:txBody>
      </p:sp>
      <p:sp>
        <p:nvSpPr>
          <p:cNvPr id="7" name="TextBox 6">
            <a:extLst>
              <a:ext uri="{FF2B5EF4-FFF2-40B4-BE49-F238E27FC236}">
                <a16:creationId xmlns:a16="http://schemas.microsoft.com/office/drawing/2014/main" id="{811EB471-E9F1-2457-B0CC-19A2442ED13B}"/>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Certain information in this presentation may outline Broadcom's general product direction.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presentation shall not serve to (</a:t>
            </a:r>
            <a:r>
              <a:rPr lang="en-US" sz="1600" b="0" i="0" u="none" strike="noStrike" cap="none" dirty="0" err="1">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a:t>
            </a: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affect the rights and/or obligations of Broadcom or its licensees under any existing or future license agreement or services agreement relating to any Broadcom software product; or (ii) amend any product documentation or specifications for any Broadcom software product.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presentation is based on current information and resource allocations and is subject to change or withdrawal by Broadcom at any time without notice.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development, release and timing of any features or functionality described in this presentation remain at Broadcom's sole discretion.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Notwithstanding anything in this presentation to the contrary, upon the general availability of any future Broadcom product release referenced in this presentation, Broadcom may make such release available to new licensees in the form of a regularly scheduled major product release.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Such release may be made available to licensees of the product who are active subscribers to  Broadcom maintenance and support, on a when and if-available basis.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information in this presentation is not deemed to be incorporated into any contract.</a:t>
            </a:r>
            <a:endParaRPr lang="en-US" sz="1600" dirty="0"/>
          </a:p>
        </p:txBody>
      </p:sp>
    </p:spTree>
    <p:extLst>
      <p:ext uri="{BB962C8B-B14F-4D97-AF65-F5344CB8AC3E}">
        <p14:creationId xmlns:p14="http://schemas.microsoft.com/office/powerpoint/2010/main" val="291342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claimer - Regulator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DBA86B-6376-6BE6-E240-280A6DAB3FEF}"/>
              </a:ext>
            </a:extLst>
          </p:cNvPr>
          <p:cNvSpPr txBox="1"/>
          <p:nvPr userDrawn="1"/>
        </p:nvSpPr>
        <p:spPr>
          <a:xfrm>
            <a:off x="579809" y="285278"/>
            <a:ext cx="1861387" cy="508473"/>
          </a:xfrm>
          <a:prstGeom prst="rect">
            <a:avLst/>
          </a:prstGeom>
          <a:noFill/>
        </p:spPr>
        <p:txBody>
          <a:bodyPr wrap="square" lIns="0" tIns="0" rIns="0" bIns="0" rtlCol="0">
            <a:spAutoFit/>
          </a:bodyPr>
          <a:lstStyle/>
          <a:p>
            <a:pPr algn="l">
              <a:lnSpc>
                <a:spcPct val="130000"/>
              </a:lnSpc>
            </a:pPr>
            <a:r>
              <a:rPr lang="en-US" sz="2800" dirty="0">
                <a:solidFill>
                  <a:schemeClr val="accent2"/>
                </a:solidFill>
                <a:latin typeface="+mj-lt"/>
              </a:rPr>
              <a:t>Disclaimer</a:t>
            </a:r>
            <a:endParaRPr lang="en-US" sz="1800" dirty="0">
              <a:solidFill>
                <a:schemeClr val="accent2"/>
              </a:solidFill>
              <a:latin typeface="+mj-lt"/>
            </a:endParaRPr>
          </a:p>
        </p:txBody>
      </p:sp>
      <p:pic>
        <p:nvPicPr>
          <p:cNvPr id="34" name="Picture 33" descr="A magnifying glass over a cloud&#10;&#10;Description automatically generated">
            <a:extLst>
              <a:ext uri="{FF2B5EF4-FFF2-40B4-BE49-F238E27FC236}">
                <a16:creationId xmlns:a16="http://schemas.microsoft.com/office/drawing/2014/main" id="{99AA4D96-2102-53BA-4F59-8B81999AA439}"/>
              </a:ext>
            </a:extLst>
          </p:cNvPr>
          <p:cNvPicPr>
            <a:picLocks noChangeAspect="1"/>
          </p:cNvPicPr>
          <p:nvPr userDrawn="1"/>
        </p:nvPicPr>
        <p:blipFill>
          <a:blip r:embed="rId2"/>
          <a:stretch>
            <a:fillRect/>
          </a:stretch>
        </p:blipFill>
        <p:spPr>
          <a:xfrm>
            <a:off x="6925011" y="4046283"/>
            <a:ext cx="5929314" cy="2964657"/>
          </a:xfrm>
          <a:prstGeom prst="rect">
            <a:avLst/>
          </a:prstGeom>
        </p:spPr>
      </p:pic>
      <p:sp>
        <p:nvSpPr>
          <p:cNvPr id="2" name="TextBox 1">
            <a:extLst>
              <a:ext uri="{FF2B5EF4-FFF2-40B4-BE49-F238E27FC236}">
                <a16:creationId xmlns:a16="http://schemas.microsoft.com/office/drawing/2014/main" id="{F3C246B1-DC1F-7690-A28D-3D06B3A1014A}"/>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lvl="0" indent="0" defTabSz="914126">
              <a:spcBef>
                <a:spcPts val="0"/>
              </a:spcBef>
              <a:buClrTx/>
              <a:buSzTx/>
              <a:buFont typeface="Arial" panose="020B0604020202020204" pitchFamily="34" charset="0"/>
              <a:buNone/>
              <a:defRPr/>
            </a:pPr>
            <a:r>
              <a:rPr lang="en-US" sz="1800" dirty="0">
                <a:solidFill>
                  <a:srgbClr val="3F3F3F"/>
                </a:solidFill>
              </a:rPr>
              <a:t>This document is intended to provide general guidance for organizations that are considering Broadcom solutions. The information contained in this document is for educational and informational purposes only.</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This document is not intended to provide advice and is provided “AS IS.”  </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Broadcom makes no claims, promises, or guarantees about the accuracy, completeness, or adequacy of the information contained herein.</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Organizations should engage appropriate legal, business, technical, and audit expertise within their specific organization for review of requirements and effectiveness of implementations.</a:t>
            </a:r>
          </a:p>
        </p:txBody>
      </p:sp>
    </p:spTree>
    <p:extLst>
      <p:ext uri="{BB962C8B-B14F-4D97-AF65-F5344CB8AC3E}">
        <p14:creationId xmlns:p14="http://schemas.microsoft.com/office/powerpoint/2010/main" val="6752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 Aqua - RBL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22501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Header – Aqua - RBLF - Photo">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203838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192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 Big Photo">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4D51256C-8571-417A-8656-22A594F4B289}"/>
              </a:ext>
              <a:ext uri="{C183D7F6-B498-43B3-948B-1728B52AA6E4}">
                <adec:decorative xmlns:adec="http://schemas.microsoft.com/office/drawing/2017/decorative" val="1"/>
              </a:ext>
            </a:extLst>
          </p:cNvPr>
          <p:cNvSpPr/>
          <p:nvPr userDrawn="1"/>
        </p:nvSpPr>
        <p:spPr>
          <a:xfrm rot="2700000">
            <a:off x="298211" y="-4053279"/>
            <a:ext cx="6293364" cy="12454818"/>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0">
                <a:schemeClr val="bg1">
                  <a:alpha val="31000"/>
                </a:schemeClr>
              </a:gs>
              <a:gs pos="58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grpSp>
        <p:nvGrpSpPr>
          <p:cNvPr id="3" name="Graphic 8">
            <a:extLst>
              <a:ext uri="{FF2B5EF4-FFF2-40B4-BE49-F238E27FC236}">
                <a16:creationId xmlns:a16="http://schemas.microsoft.com/office/drawing/2014/main" id="{B6C5F822-7E15-1E81-F25D-DF7ED279C3A7}"/>
              </a:ext>
            </a:extLst>
          </p:cNvPr>
          <p:cNvGrpSpPr/>
          <p:nvPr userDrawn="1"/>
        </p:nvGrpSpPr>
        <p:grpSpPr>
          <a:xfrm>
            <a:off x="265625" y="6323271"/>
            <a:ext cx="1249223" cy="369648"/>
            <a:chOff x="265625" y="6323271"/>
            <a:chExt cx="1249223" cy="369648"/>
          </a:xfrm>
          <a:solidFill>
            <a:schemeClr val="bg2">
              <a:lumMod val="25000"/>
            </a:schemeClr>
          </a:solidFill>
        </p:grpSpPr>
        <p:grpSp>
          <p:nvGrpSpPr>
            <p:cNvPr id="4" name="Graphic 8">
              <a:extLst>
                <a:ext uri="{FF2B5EF4-FFF2-40B4-BE49-F238E27FC236}">
                  <a16:creationId xmlns:a16="http://schemas.microsoft.com/office/drawing/2014/main" id="{050231E7-043E-DBC1-31D0-4D9FCE59EDF6}"/>
                </a:ext>
              </a:extLst>
            </p:cNvPr>
            <p:cNvGrpSpPr/>
            <p:nvPr/>
          </p:nvGrpSpPr>
          <p:grpSpPr>
            <a:xfrm>
              <a:off x="745455" y="6594444"/>
              <a:ext cx="722662" cy="98475"/>
              <a:chOff x="745455" y="6594444"/>
              <a:chExt cx="722662" cy="98475"/>
            </a:xfrm>
            <a:grpFill/>
          </p:grpSpPr>
          <p:sp>
            <p:nvSpPr>
              <p:cNvPr id="14" name="Freeform 25">
                <a:extLst>
                  <a:ext uri="{FF2B5EF4-FFF2-40B4-BE49-F238E27FC236}">
                    <a16:creationId xmlns:a16="http://schemas.microsoft.com/office/drawing/2014/main" id="{CC5F3555-CD13-4FBD-41DF-A3EDA7AEB39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16" name="Freeform 26">
                <a:extLst>
                  <a:ext uri="{FF2B5EF4-FFF2-40B4-BE49-F238E27FC236}">
                    <a16:creationId xmlns:a16="http://schemas.microsoft.com/office/drawing/2014/main" id="{47767025-D836-AC70-A077-D8E864C3709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18" name="Freeform 27">
                <a:extLst>
                  <a:ext uri="{FF2B5EF4-FFF2-40B4-BE49-F238E27FC236}">
                    <a16:creationId xmlns:a16="http://schemas.microsoft.com/office/drawing/2014/main" id="{B0EF6345-6417-63BA-9E28-D1DABC8BB68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19" name="Freeform 28">
                <a:extLst>
                  <a:ext uri="{FF2B5EF4-FFF2-40B4-BE49-F238E27FC236}">
                    <a16:creationId xmlns:a16="http://schemas.microsoft.com/office/drawing/2014/main" id="{EB63E0E9-BA94-FDD1-2316-DC455A1DD65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20" name="Freeform 30">
                <a:extLst>
                  <a:ext uri="{FF2B5EF4-FFF2-40B4-BE49-F238E27FC236}">
                    <a16:creationId xmlns:a16="http://schemas.microsoft.com/office/drawing/2014/main" id="{A4A79810-0D6F-5237-86DC-F893B3FEA31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21" name="Freeform 31">
                <a:extLst>
                  <a:ext uri="{FF2B5EF4-FFF2-40B4-BE49-F238E27FC236}">
                    <a16:creationId xmlns:a16="http://schemas.microsoft.com/office/drawing/2014/main" id="{8B26C191-B8A5-EB3A-F0A9-7CF5F95C6E20}"/>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22" name="Freeform 32">
                <a:extLst>
                  <a:ext uri="{FF2B5EF4-FFF2-40B4-BE49-F238E27FC236}">
                    <a16:creationId xmlns:a16="http://schemas.microsoft.com/office/drawing/2014/main" id="{5856E783-6D53-1E87-B1D5-32DB719E09B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23" name="Freeform 33">
                <a:extLst>
                  <a:ext uri="{FF2B5EF4-FFF2-40B4-BE49-F238E27FC236}">
                    <a16:creationId xmlns:a16="http://schemas.microsoft.com/office/drawing/2014/main" id="{558AA556-8B14-0A87-0A02-9A04B645035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24" name="Freeform 34">
                <a:extLst>
                  <a:ext uri="{FF2B5EF4-FFF2-40B4-BE49-F238E27FC236}">
                    <a16:creationId xmlns:a16="http://schemas.microsoft.com/office/drawing/2014/main" id="{C43C98BB-4784-80EC-2DE9-86515BD84CF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25" name="Freeform 35">
                <a:extLst>
                  <a:ext uri="{FF2B5EF4-FFF2-40B4-BE49-F238E27FC236}">
                    <a16:creationId xmlns:a16="http://schemas.microsoft.com/office/drawing/2014/main" id="{0D5C17FF-3FFC-AF4F-FFA9-C244E3DBDE5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5" name="Graphic 8">
              <a:extLst>
                <a:ext uri="{FF2B5EF4-FFF2-40B4-BE49-F238E27FC236}">
                  <a16:creationId xmlns:a16="http://schemas.microsoft.com/office/drawing/2014/main" id="{CD75E61F-8EF9-D81D-3A64-1CE4DD75533C}"/>
                </a:ext>
              </a:extLst>
            </p:cNvPr>
            <p:cNvGrpSpPr/>
            <p:nvPr/>
          </p:nvGrpSpPr>
          <p:grpSpPr>
            <a:xfrm>
              <a:off x="265625" y="6323271"/>
              <a:ext cx="1249223" cy="190348"/>
              <a:chOff x="265625" y="6323271"/>
              <a:chExt cx="1249223" cy="190348"/>
            </a:xfrm>
            <a:grpFill/>
          </p:grpSpPr>
          <p:sp>
            <p:nvSpPr>
              <p:cNvPr id="6" name="Freeform 8">
                <a:extLst>
                  <a:ext uri="{FF2B5EF4-FFF2-40B4-BE49-F238E27FC236}">
                    <a16:creationId xmlns:a16="http://schemas.microsoft.com/office/drawing/2014/main" id="{8481F6A3-8FCB-9C64-7177-C878C6B5908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7" name="Freeform 9">
                <a:extLst>
                  <a:ext uri="{FF2B5EF4-FFF2-40B4-BE49-F238E27FC236}">
                    <a16:creationId xmlns:a16="http://schemas.microsoft.com/office/drawing/2014/main" id="{1DDC6738-739D-E2F9-B369-1B6A494480E3}"/>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9" name="Freeform 10">
                <a:extLst>
                  <a:ext uri="{FF2B5EF4-FFF2-40B4-BE49-F238E27FC236}">
                    <a16:creationId xmlns:a16="http://schemas.microsoft.com/office/drawing/2014/main" id="{BF228DE0-CA31-E23D-34DB-B8255B0B065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10" name="Freeform 11">
                <a:extLst>
                  <a:ext uri="{FF2B5EF4-FFF2-40B4-BE49-F238E27FC236}">
                    <a16:creationId xmlns:a16="http://schemas.microsoft.com/office/drawing/2014/main" id="{4EC95BBC-AAEC-7BF9-41CE-6BE4F18B87C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11" name="Freeform 12">
                <a:extLst>
                  <a:ext uri="{FF2B5EF4-FFF2-40B4-BE49-F238E27FC236}">
                    <a16:creationId xmlns:a16="http://schemas.microsoft.com/office/drawing/2014/main" id="{B70B1692-1818-F82A-303C-0E73DEAEF2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12" name="Freeform 13">
                <a:extLst>
                  <a:ext uri="{FF2B5EF4-FFF2-40B4-BE49-F238E27FC236}">
                    <a16:creationId xmlns:a16="http://schemas.microsoft.com/office/drawing/2014/main" id="{25C284E4-4A7E-0464-F9D7-BA119CF55B1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13" name="Freeform 24">
                <a:extLst>
                  <a:ext uri="{FF2B5EF4-FFF2-40B4-BE49-F238E27FC236}">
                    <a16:creationId xmlns:a16="http://schemas.microsoft.com/office/drawing/2014/main" id="{0B831A31-DEED-1DA0-2F6A-CFE84CFABDA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26" name="page number">
            <a:extLst>
              <a:ext uri="{FF2B5EF4-FFF2-40B4-BE49-F238E27FC236}">
                <a16:creationId xmlns:a16="http://schemas.microsoft.com/office/drawing/2014/main" id="{98D4E5F4-4B93-9D10-4748-C1BAFD550BF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chemeClr val="bg1"/>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1"/>
              </a:solidFill>
              <a:effectLst/>
              <a:uLnTx/>
              <a:uFillTx/>
              <a:latin typeface="Arial" panose="020B0604020202020204" pitchFamily="34" charset="0"/>
              <a:ea typeface="Arial" panose="020B0604020202020204" pitchFamily="34" charset="0"/>
            </a:endParaRPr>
          </a:p>
        </p:txBody>
      </p:sp>
      <p:sp>
        <p:nvSpPr>
          <p:cNvPr id="2" name="Title 1">
            <a:extLst>
              <a:ext uri="{FF2B5EF4-FFF2-40B4-BE49-F238E27FC236}">
                <a16:creationId xmlns:a16="http://schemas.microsoft.com/office/drawing/2014/main" id="{B7CC1487-C9D3-FFF9-B797-3986FA4E3C97}"/>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5" name="Subtitle">
            <a:extLst>
              <a:ext uri="{FF2B5EF4-FFF2-40B4-BE49-F238E27FC236}">
                <a16:creationId xmlns:a16="http://schemas.microsoft.com/office/drawing/2014/main" id="{6366CB2A-8FF3-60D9-C71B-488AC884C780}"/>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200070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 Aqua - VCF 9">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itle 1"/>
          <p:cNvSpPr>
            <a:spLocks noGrp="1"/>
          </p:cNvSpPr>
          <p:nvPr>
            <p:ph type="title" hasCustomPrompt="1"/>
          </p:nvPr>
        </p:nvSpPr>
        <p:spPr>
          <a:xfrm>
            <a:off x="589107" y="938794"/>
            <a:ext cx="6587869" cy="1229360"/>
          </a:xfrm>
        </p:spPr>
        <p:txBody>
          <a:bodyPr wrap="square" anchor="b"/>
          <a:lstStyle>
            <a:lvl1pPr algn="l">
              <a:defRPr sz="40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Picture 3" descr="A logo of a cloud computing system&#10;&#10;AI-generated content may be incorrect.">
            <a:extLst>
              <a:ext uri="{FF2B5EF4-FFF2-40B4-BE49-F238E27FC236}">
                <a16:creationId xmlns:a16="http://schemas.microsoft.com/office/drawing/2014/main" id="{426B88A1-F096-8B45-B00A-19D682059EAE}"/>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7" name="TextBox 6">
            <a:extLst>
              <a:ext uri="{FF2B5EF4-FFF2-40B4-BE49-F238E27FC236}">
                <a16:creationId xmlns:a16="http://schemas.microsoft.com/office/drawing/2014/main" id="{3B693DBA-1AF8-3509-8427-F09C1C08540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grpSp>
        <p:nvGrpSpPr>
          <p:cNvPr id="8" name="Graphic 8">
            <a:extLst>
              <a:ext uri="{FF2B5EF4-FFF2-40B4-BE49-F238E27FC236}">
                <a16:creationId xmlns:a16="http://schemas.microsoft.com/office/drawing/2014/main" id="{BA41B683-B0AB-9D2B-E65C-4AB61AF90985}"/>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ECF7C266-E1A2-13EE-A18D-9BDF378216CD}"/>
                </a:ext>
              </a:extLst>
            </p:cNvPr>
            <p:cNvGrpSpPr/>
            <p:nvPr/>
          </p:nvGrpSpPr>
          <p:grpSpPr>
            <a:xfrm>
              <a:off x="745455" y="6594444"/>
              <a:ext cx="722662" cy="98475"/>
              <a:chOff x="745455" y="6594444"/>
              <a:chExt cx="722662" cy="98475"/>
            </a:xfrm>
            <a:solidFill>
              <a:srgbClr val="000000"/>
            </a:solidFill>
          </p:grpSpPr>
          <p:sp>
            <p:nvSpPr>
              <p:cNvPr id="19" name="Freeform 130">
                <a:extLst>
                  <a:ext uri="{FF2B5EF4-FFF2-40B4-BE49-F238E27FC236}">
                    <a16:creationId xmlns:a16="http://schemas.microsoft.com/office/drawing/2014/main" id="{7539B4E9-A595-F1CA-C721-BF25DB7A51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0" name="Freeform 131">
                <a:extLst>
                  <a:ext uri="{FF2B5EF4-FFF2-40B4-BE49-F238E27FC236}">
                    <a16:creationId xmlns:a16="http://schemas.microsoft.com/office/drawing/2014/main" id="{F3810F62-BFA7-1D90-525D-5B1BC7AFAD1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1" name="Freeform 132">
                <a:extLst>
                  <a:ext uri="{FF2B5EF4-FFF2-40B4-BE49-F238E27FC236}">
                    <a16:creationId xmlns:a16="http://schemas.microsoft.com/office/drawing/2014/main" id="{AD9C223A-C061-2C73-4FFD-1010DF5B0AB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2" name="Freeform 133">
                <a:extLst>
                  <a:ext uri="{FF2B5EF4-FFF2-40B4-BE49-F238E27FC236}">
                    <a16:creationId xmlns:a16="http://schemas.microsoft.com/office/drawing/2014/main" id="{7040F64B-C60D-060A-4B8C-C4CD036F6EB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3" name="Freeform 134">
                <a:extLst>
                  <a:ext uri="{FF2B5EF4-FFF2-40B4-BE49-F238E27FC236}">
                    <a16:creationId xmlns:a16="http://schemas.microsoft.com/office/drawing/2014/main" id="{09A88873-A4F9-02A7-5E7A-9F2FA111770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4" name="Freeform 135">
                <a:extLst>
                  <a:ext uri="{FF2B5EF4-FFF2-40B4-BE49-F238E27FC236}">
                    <a16:creationId xmlns:a16="http://schemas.microsoft.com/office/drawing/2014/main" id="{F78BCDA8-2691-FD35-4B37-9FB39CAA7C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5" name="Freeform 136">
                <a:extLst>
                  <a:ext uri="{FF2B5EF4-FFF2-40B4-BE49-F238E27FC236}">
                    <a16:creationId xmlns:a16="http://schemas.microsoft.com/office/drawing/2014/main" id="{F3712F08-6CF8-260E-1F86-60A5072C74A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6" name="Freeform 137">
                <a:extLst>
                  <a:ext uri="{FF2B5EF4-FFF2-40B4-BE49-F238E27FC236}">
                    <a16:creationId xmlns:a16="http://schemas.microsoft.com/office/drawing/2014/main" id="{F5DF81EB-99C8-39DA-8D3B-8F733F4F3DF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7" name="Freeform 138">
                <a:extLst>
                  <a:ext uri="{FF2B5EF4-FFF2-40B4-BE49-F238E27FC236}">
                    <a16:creationId xmlns:a16="http://schemas.microsoft.com/office/drawing/2014/main" id="{4AE06F7E-B10E-FD05-4338-735CA86D8AF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139">
                <a:extLst>
                  <a:ext uri="{FF2B5EF4-FFF2-40B4-BE49-F238E27FC236}">
                    <a16:creationId xmlns:a16="http://schemas.microsoft.com/office/drawing/2014/main" id="{09B67B90-B9B8-3945-182B-435BD29BC93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430F2F4C-84E4-604F-E564-5FD93C0E350D}"/>
                </a:ext>
              </a:extLst>
            </p:cNvPr>
            <p:cNvGrpSpPr/>
            <p:nvPr/>
          </p:nvGrpSpPr>
          <p:grpSpPr>
            <a:xfrm>
              <a:off x="265625" y="6323271"/>
              <a:ext cx="1249223" cy="190348"/>
              <a:chOff x="265625" y="6323271"/>
              <a:chExt cx="1249223" cy="190348"/>
            </a:xfrm>
            <a:solidFill>
              <a:srgbClr val="000000"/>
            </a:solidFill>
          </p:grpSpPr>
          <p:sp>
            <p:nvSpPr>
              <p:cNvPr id="11" name="Freeform 57">
                <a:extLst>
                  <a:ext uri="{FF2B5EF4-FFF2-40B4-BE49-F238E27FC236}">
                    <a16:creationId xmlns:a16="http://schemas.microsoft.com/office/drawing/2014/main" id="{D4C6103E-A87F-20FE-B9BE-85C022A4FCC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58">
                <a:extLst>
                  <a:ext uri="{FF2B5EF4-FFF2-40B4-BE49-F238E27FC236}">
                    <a16:creationId xmlns:a16="http://schemas.microsoft.com/office/drawing/2014/main" id="{45F2586A-C91C-2B4E-BD24-C10D626E487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59">
                <a:extLst>
                  <a:ext uri="{FF2B5EF4-FFF2-40B4-BE49-F238E27FC236}">
                    <a16:creationId xmlns:a16="http://schemas.microsoft.com/office/drawing/2014/main" id="{066F603A-0CF7-D042-569F-2187C641F05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60">
                <a:extLst>
                  <a:ext uri="{FF2B5EF4-FFF2-40B4-BE49-F238E27FC236}">
                    <a16:creationId xmlns:a16="http://schemas.microsoft.com/office/drawing/2014/main" id="{4CCEAF0D-6756-2DCD-BE90-744F1AEC094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6" name="Freeform 61">
                <a:extLst>
                  <a:ext uri="{FF2B5EF4-FFF2-40B4-BE49-F238E27FC236}">
                    <a16:creationId xmlns:a16="http://schemas.microsoft.com/office/drawing/2014/main" id="{A2C66ACE-1E68-2C18-1774-49761E17EF1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509938C4-2C1C-BF8C-2590-57193AB38A4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29">
                <a:extLst>
                  <a:ext uri="{FF2B5EF4-FFF2-40B4-BE49-F238E27FC236}">
                    <a16:creationId xmlns:a16="http://schemas.microsoft.com/office/drawing/2014/main" id="{A6845E6C-2E3F-3279-C86B-E2FD8864CB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29" name="Graphic 8">
            <a:extLst>
              <a:ext uri="{FF2B5EF4-FFF2-40B4-BE49-F238E27FC236}">
                <a16:creationId xmlns:a16="http://schemas.microsoft.com/office/drawing/2014/main" id="{36A9DE32-D381-0B93-00A4-300CBF26D168}"/>
              </a:ext>
            </a:extLst>
          </p:cNvPr>
          <p:cNvGrpSpPr/>
          <p:nvPr userDrawn="1"/>
        </p:nvGrpSpPr>
        <p:grpSpPr>
          <a:xfrm>
            <a:off x="265625" y="6323271"/>
            <a:ext cx="1249223" cy="369648"/>
            <a:chOff x="265625" y="6323271"/>
            <a:chExt cx="1249223" cy="369648"/>
          </a:xfrm>
          <a:solidFill>
            <a:srgbClr val="000000"/>
          </a:solidFill>
        </p:grpSpPr>
        <p:grpSp>
          <p:nvGrpSpPr>
            <p:cNvPr id="30" name="Graphic 8">
              <a:extLst>
                <a:ext uri="{FF2B5EF4-FFF2-40B4-BE49-F238E27FC236}">
                  <a16:creationId xmlns:a16="http://schemas.microsoft.com/office/drawing/2014/main" id="{6A9C07A6-12B3-BB81-8DB4-27D12B980CAA}"/>
                </a:ext>
              </a:extLst>
            </p:cNvPr>
            <p:cNvGrpSpPr/>
            <p:nvPr/>
          </p:nvGrpSpPr>
          <p:grpSpPr>
            <a:xfrm>
              <a:off x="745455" y="6594444"/>
              <a:ext cx="722662" cy="98475"/>
              <a:chOff x="745455" y="6594444"/>
              <a:chExt cx="722662" cy="98475"/>
            </a:xfrm>
            <a:solidFill>
              <a:srgbClr val="000000"/>
            </a:solidFill>
          </p:grpSpPr>
          <p:sp>
            <p:nvSpPr>
              <p:cNvPr id="39" name="Freeform 46">
                <a:extLst>
                  <a:ext uri="{FF2B5EF4-FFF2-40B4-BE49-F238E27FC236}">
                    <a16:creationId xmlns:a16="http://schemas.microsoft.com/office/drawing/2014/main" id="{37509C6F-021A-7933-7DD0-E89B0216BF7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0" name="Freeform 47">
                <a:extLst>
                  <a:ext uri="{FF2B5EF4-FFF2-40B4-BE49-F238E27FC236}">
                    <a16:creationId xmlns:a16="http://schemas.microsoft.com/office/drawing/2014/main" id="{E18F6B23-213C-0C6F-D135-D4D2D62937D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1" name="Freeform 48">
                <a:extLst>
                  <a:ext uri="{FF2B5EF4-FFF2-40B4-BE49-F238E27FC236}">
                    <a16:creationId xmlns:a16="http://schemas.microsoft.com/office/drawing/2014/main" id="{17CF02F5-9006-69D3-DA44-C5E6D1D8422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2" name="Freeform 49">
                <a:extLst>
                  <a:ext uri="{FF2B5EF4-FFF2-40B4-BE49-F238E27FC236}">
                    <a16:creationId xmlns:a16="http://schemas.microsoft.com/office/drawing/2014/main" id="{DDF9F94C-FA5C-A519-6ED9-B249F1B1A22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3" name="Freeform 50">
                <a:extLst>
                  <a:ext uri="{FF2B5EF4-FFF2-40B4-BE49-F238E27FC236}">
                    <a16:creationId xmlns:a16="http://schemas.microsoft.com/office/drawing/2014/main" id="{345B7B9D-7B42-B4E7-730D-5919A2E4E76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4" name="Freeform 51">
                <a:extLst>
                  <a:ext uri="{FF2B5EF4-FFF2-40B4-BE49-F238E27FC236}">
                    <a16:creationId xmlns:a16="http://schemas.microsoft.com/office/drawing/2014/main" id="{EDECCBE7-AC54-5606-E78D-115D67BC5F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BD1CE2B9-7CD8-00BE-53F4-A2E51E3366DA}"/>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0F5CFCD4-5693-874A-4A41-6D1CF7930D5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B52712D3-017E-D525-E74A-234810DE92A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0351A4F-15B0-7E77-3E08-6BA1437B7A5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1" name="Graphic 8">
              <a:extLst>
                <a:ext uri="{FF2B5EF4-FFF2-40B4-BE49-F238E27FC236}">
                  <a16:creationId xmlns:a16="http://schemas.microsoft.com/office/drawing/2014/main" id="{97A54B62-9E00-6AD8-E660-D86088586CFB}"/>
                </a:ext>
              </a:extLst>
            </p:cNvPr>
            <p:cNvGrpSpPr/>
            <p:nvPr/>
          </p:nvGrpSpPr>
          <p:grpSpPr>
            <a:xfrm>
              <a:off x="265625" y="6323271"/>
              <a:ext cx="1249223" cy="190348"/>
              <a:chOff x="265625" y="6323271"/>
              <a:chExt cx="1249223" cy="190348"/>
            </a:xfrm>
            <a:solidFill>
              <a:srgbClr val="000000"/>
            </a:solidFill>
          </p:grpSpPr>
          <p:sp>
            <p:nvSpPr>
              <p:cNvPr id="32" name="Freeform 39">
                <a:extLst>
                  <a:ext uri="{FF2B5EF4-FFF2-40B4-BE49-F238E27FC236}">
                    <a16:creationId xmlns:a16="http://schemas.microsoft.com/office/drawing/2014/main" id="{23EFD307-0C04-F22A-22E0-7BB4A43DD17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3" name="Freeform 40">
                <a:extLst>
                  <a:ext uri="{FF2B5EF4-FFF2-40B4-BE49-F238E27FC236}">
                    <a16:creationId xmlns:a16="http://schemas.microsoft.com/office/drawing/2014/main" id="{1D2C1228-3EC5-E812-39CF-A109F695D40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34" name="Freeform 41">
                <a:extLst>
                  <a:ext uri="{FF2B5EF4-FFF2-40B4-BE49-F238E27FC236}">
                    <a16:creationId xmlns:a16="http://schemas.microsoft.com/office/drawing/2014/main" id="{290DD39C-7983-9110-395A-58608A3F764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35" name="Freeform 42">
                <a:extLst>
                  <a:ext uri="{FF2B5EF4-FFF2-40B4-BE49-F238E27FC236}">
                    <a16:creationId xmlns:a16="http://schemas.microsoft.com/office/drawing/2014/main" id="{C78AA538-F08A-3687-ACDD-1B16B5BDF6D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36" name="Freeform 43">
                <a:extLst>
                  <a:ext uri="{FF2B5EF4-FFF2-40B4-BE49-F238E27FC236}">
                    <a16:creationId xmlns:a16="http://schemas.microsoft.com/office/drawing/2014/main" id="{5CF89995-A3D5-E107-184C-484B5D07953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37" name="Freeform 44">
                <a:extLst>
                  <a:ext uri="{FF2B5EF4-FFF2-40B4-BE49-F238E27FC236}">
                    <a16:creationId xmlns:a16="http://schemas.microsoft.com/office/drawing/2014/main" id="{889C72A9-67B2-3E28-33EA-172D28A2490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38" name="Freeform 45">
                <a:extLst>
                  <a:ext uri="{FF2B5EF4-FFF2-40B4-BE49-F238E27FC236}">
                    <a16:creationId xmlns:a16="http://schemas.microsoft.com/office/drawing/2014/main" id="{D96A0CD1-CBF6-DE6C-99F4-7D7354A880D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7576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787000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579809" y="1607465"/>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Arial" panose="020B0604020202020204" pitchFamily="34" charset="0"/>
              <a:buChar char="​"/>
              <a:defRPr sz="1200">
                <a:solidFill>
                  <a:schemeClr val="tx1"/>
                </a:solidFill>
              </a:defRPr>
            </a:lvl2pPr>
            <a:lvl3pPr marL="0" indent="0" algn="ctr">
              <a:buFont typeface="Arial" panose="020B0604020202020204" pitchFamily="34" charset="0"/>
              <a:buNone/>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7710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1979464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995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4120559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ive Icon - Fancy">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bg1"/>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bg1"/>
          </a:solid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8475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ive Icon - Fancy - RBLF">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accent3"/>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tx2"/>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94865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Square 1">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7B2E889-83BD-B9A4-9C03-75723757127C}"/>
              </a:ext>
            </a:extLst>
          </p:cNvPr>
          <p:cNvGrpSpPr/>
          <p:nvPr/>
        </p:nvGrpSpPr>
        <p:grpSpPr>
          <a:xfrm>
            <a:off x="3815292" y="1126212"/>
            <a:ext cx="2141686" cy="2141686"/>
            <a:chOff x="6739684" y="1484266"/>
            <a:chExt cx="3889468" cy="3889468"/>
          </a:xfrm>
        </p:grpSpPr>
        <p:sp>
          <p:nvSpPr>
            <p:cNvPr id="19" name="Oval 18">
              <a:extLst>
                <a:ext uri="{FF2B5EF4-FFF2-40B4-BE49-F238E27FC236}">
                  <a16:creationId xmlns:a16="http://schemas.microsoft.com/office/drawing/2014/main" id="{832CB124-2963-808E-2CA1-D49EC254E642}"/>
                </a:ext>
              </a:extLst>
            </p:cNvPr>
            <p:cNvSpPr>
              <a:spLocks/>
            </p:cNvSpPr>
            <p:nvPr/>
          </p:nvSpPr>
          <p:spPr>
            <a:xfrm>
              <a:off x="6739684" y="1484266"/>
              <a:ext cx="3889468" cy="3889468"/>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0" name="Oval 19">
              <a:extLst>
                <a:ext uri="{FF2B5EF4-FFF2-40B4-BE49-F238E27FC236}">
                  <a16:creationId xmlns:a16="http://schemas.microsoft.com/office/drawing/2014/main" id="{3D6A054A-2791-FFE0-A116-15F8B8309CFA}"/>
                </a:ext>
              </a:extLst>
            </p:cNvPr>
            <p:cNvSpPr/>
            <p:nvPr/>
          </p:nvSpPr>
          <p:spPr>
            <a:xfrm flipV="1">
              <a:off x="7108410" y="1852992"/>
              <a:ext cx="3152006" cy="3152006"/>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22" name="Group 21">
            <a:extLst>
              <a:ext uri="{FF2B5EF4-FFF2-40B4-BE49-F238E27FC236}">
                <a16:creationId xmlns:a16="http://schemas.microsoft.com/office/drawing/2014/main" id="{3AB9BEE9-522A-9893-8F17-7A00C60FFE9A}"/>
              </a:ext>
            </a:extLst>
          </p:cNvPr>
          <p:cNvGrpSpPr/>
          <p:nvPr/>
        </p:nvGrpSpPr>
        <p:grpSpPr>
          <a:xfrm>
            <a:off x="3815292" y="3522366"/>
            <a:ext cx="2141686" cy="2141686"/>
            <a:chOff x="6739684" y="1484266"/>
            <a:chExt cx="3889468" cy="3889468"/>
          </a:xfrm>
        </p:grpSpPr>
        <p:sp>
          <p:nvSpPr>
            <p:cNvPr id="42" name="Oval 41">
              <a:extLst>
                <a:ext uri="{FF2B5EF4-FFF2-40B4-BE49-F238E27FC236}">
                  <a16:creationId xmlns:a16="http://schemas.microsoft.com/office/drawing/2014/main" id="{E1475D01-F0AD-EC50-B844-D36567E8C461}"/>
                </a:ext>
              </a:extLst>
            </p:cNvPr>
            <p:cNvSpPr>
              <a:spLocks/>
            </p:cNvSpPr>
            <p:nvPr/>
          </p:nvSpPr>
          <p:spPr>
            <a:xfrm>
              <a:off x="6739684" y="1484266"/>
              <a:ext cx="3889468" cy="3889468"/>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3" name="Oval 42">
              <a:extLst>
                <a:ext uri="{FF2B5EF4-FFF2-40B4-BE49-F238E27FC236}">
                  <a16:creationId xmlns:a16="http://schemas.microsoft.com/office/drawing/2014/main" id="{8609B93B-68E8-6F87-C28D-9D04961728F5}"/>
                </a:ext>
              </a:extLst>
            </p:cNvPr>
            <p:cNvSpPr/>
            <p:nvPr/>
          </p:nvSpPr>
          <p:spPr>
            <a:xfrm flipV="1">
              <a:off x="7108410" y="1852992"/>
              <a:ext cx="3152006" cy="3152006"/>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45" name="Group 44">
            <a:extLst>
              <a:ext uri="{FF2B5EF4-FFF2-40B4-BE49-F238E27FC236}">
                <a16:creationId xmlns:a16="http://schemas.microsoft.com/office/drawing/2014/main" id="{C3F2C21C-9E87-1B63-D3BF-0006EB660260}"/>
              </a:ext>
            </a:extLst>
          </p:cNvPr>
          <p:cNvGrpSpPr/>
          <p:nvPr userDrawn="1"/>
        </p:nvGrpSpPr>
        <p:grpSpPr>
          <a:xfrm>
            <a:off x="6231847" y="1126212"/>
            <a:ext cx="2141686" cy="2141686"/>
            <a:chOff x="6739684" y="1484266"/>
            <a:chExt cx="3889468" cy="3889468"/>
          </a:xfrm>
        </p:grpSpPr>
        <p:sp>
          <p:nvSpPr>
            <p:cNvPr id="49" name="Oval 48">
              <a:extLst>
                <a:ext uri="{FF2B5EF4-FFF2-40B4-BE49-F238E27FC236}">
                  <a16:creationId xmlns:a16="http://schemas.microsoft.com/office/drawing/2014/main" id="{E7803037-5F81-499A-D3F1-6264D7836524}"/>
                </a:ext>
              </a:extLst>
            </p:cNvPr>
            <p:cNvSpPr>
              <a:spLocks/>
            </p:cNvSpPr>
            <p:nvPr/>
          </p:nvSpPr>
          <p:spPr>
            <a:xfrm>
              <a:off x="6739684" y="1484266"/>
              <a:ext cx="3889468" cy="3889468"/>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0" name="Oval 49">
              <a:extLst>
                <a:ext uri="{FF2B5EF4-FFF2-40B4-BE49-F238E27FC236}">
                  <a16:creationId xmlns:a16="http://schemas.microsoft.com/office/drawing/2014/main" id="{E2EA1895-20D5-1303-1C00-85FD90DC8915}"/>
                </a:ext>
              </a:extLst>
            </p:cNvPr>
            <p:cNvSpPr/>
            <p:nvPr/>
          </p:nvSpPr>
          <p:spPr>
            <a:xfrm flipV="1">
              <a:off x="7108410" y="1852992"/>
              <a:ext cx="3152006" cy="3152006"/>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52" name="Group 51">
            <a:extLst>
              <a:ext uri="{FF2B5EF4-FFF2-40B4-BE49-F238E27FC236}">
                <a16:creationId xmlns:a16="http://schemas.microsoft.com/office/drawing/2014/main" id="{93AD8C21-63B3-EEB8-75E0-EFD9E9E3281C}"/>
              </a:ext>
            </a:extLst>
          </p:cNvPr>
          <p:cNvGrpSpPr/>
          <p:nvPr userDrawn="1"/>
        </p:nvGrpSpPr>
        <p:grpSpPr>
          <a:xfrm>
            <a:off x="6231847" y="3522366"/>
            <a:ext cx="2141686" cy="2141686"/>
            <a:chOff x="6739684" y="1484266"/>
            <a:chExt cx="3889468" cy="3889468"/>
          </a:xfrm>
        </p:grpSpPr>
        <p:sp>
          <p:nvSpPr>
            <p:cNvPr id="79" name="Oval 78">
              <a:extLst>
                <a:ext uri="{FF2B5EF4-FFF2-40B4-BE49-F238E27FC236}">
                  <a16:creationId xmlns:a16="http://schemas.microsoft.com/office/drawing/2014/main" id="{18450753-5DFC-BADD-F912-C2AE22FE43DA}"/>
                </a:ext>
              </a:extLst>
            </p:cNvPr>
            <p:cNvSpPr>
              <a:spLocks/>
            </p:cNvSpPr>
            <p:nvPr/>
          </p:nvSpPr>
          <p:spPr>
            <a:xfrm>
              <a:off x="6739684" y="1484266"/>
              <a:ext cx="3889468" cy="3889468"/>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0" name="Oval 79">
              <a:extLst>
                <a:ext uri="{FF2B5EF4-FFF2-40B4-BE49-F238E27FC236}">
                  <a16:creationId xmlns:a16="http://schemas.microsoft.com/office/drawing/2014/main" id="{474F314F-1C6D-0DF8-B35D-FD918115C7FC}"/>
                </a:ext>
              </a:extLst>
            </p:cNvPr>
            <p:cNvSpPr/>
            <p:nvPr/>
          </p:nvSpPr>
          <p:spPr>
            <a:xfrm flipV="1">
              <a:off x="7108410" y="1852992"/>
              <a:ext cx="3152006" cy="3152006"/>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sp>
        <p:nvSpPr>
          <p:cNvPr id="84" name="page number">
            <a:extLst>
              <a:ext uri="{FF2B5EF4-FFF2-40B4-BE49-F238E27FC236}">
                <a16:creationId xmlns:a16="http://schemas.microsoft.com/office/drawing/2014/main" id="{EC157D86-03E9-43E1-3857-8F60F298D26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87" name="Content Placeholder 85">
            <a:extLst>
              <a:ext uri="{FF2B5EF4-FFF2-40B4-BE49-F238E27FC236}">
                <a16:creationId xmlns:a16="http://schemas.microsoft.com/office/drawing/2014/main" id="{CA3964CB-7FC7-3A4B-6A0C-B3F23E15A213}"/>
              </a:ext>
            </a:extLst>
          </p:cNvPr>
          <p:cNvSpPr>
            <a:spLocks noGrp="1"/>
          </p:cNvSpPr>
          <p:nvPr userDrawn="1">
            <p:ph sz="quarter" idx="12"/>
          </p:nvPr>
        </p:nvSpPr>
        <p:spPr>
          <a:xfrm>
            <a:off x="722611" y="1282655"/>
            <a:ext cx="2817812" cy="1782203"/>
          </a:xfrm>
        </p:spPr>
        <p:txBody>
          <a:bodyPr anchor="ctr"/>
          <a:lstStyle>
            <a:lvl1pPr algn="r">
              <a:defRPr/>
            </a:lvl1pPr>
            <a:lvl2pPr marL="273050" indent="0">
              <a:buNone/>
              <a:defRPr/>
            </a:lvl2pPr>
          </a:lstStyle>
          <a:p>
            <a:pPr lvl="0"/>
            <a:r>
              <a:rPr lang="en-GB"/>
              <a:t>Click to edit Master text styles</a:t>
            </a:r>
          </a:p>
        </p:txBody>
      </p:sp>
      <p:sp>
        <p:nvSpPr>
          <p:cNvPr id="90" name="Content Placeholder 85">
            <a:extLst>
              <a:ext uri="{FF2B5EF4-FFF2-40B4-BE49-F238E27FC236}">
                <a16:creationId xmlns:a16="http://schemas.microsoft.com/office/drawing/2014/main" id="{85D7AC42-E32C-5776-89C3-92892E6BE9C3}"/>
              </a:ext>
            </a:extLst>
          </p:cNvPr>
          <p:cNvSpPr>
            <a:spLocks noGrp="1"/>
          </p:cNvSpPr>
          <p:nvPr userDrawn="1">
            <p:ph sz="quarter" idx="13"/>
          </p:nvPr>
        </p:nvSpPr>
        <p:spPr>
          <a:xfrm>
            <a:off x="8648402" y="1282655"/>
            <a:ext cx="2817812" cy="1782203"/>
          </a:xfrm>
        </p:spPr>
        <p:txBody>
          <a:bodyPr anchor="ctr"/>
          <a:lstStyle>
            <a:lvl1pPr algn="l">
              <a:defRPr/>
            </a:lvl1pPr>
            <a:lvl2pPr marL="273050" indent="0">
              <a:buNone/>
              <a:defRPr/>
            </a:lvl2pPr>
          </a:lstStyle>
          <a:p>
            <a:pPr lvl="0"/>
            <a:r>
              <a:rPr lang="en-GB"/>
              <a:t>Click to edit Master text styles</a:t>
            </a:r>
          </a:p>
        </p:txBody>
      </p:sp>
      <p:sp>
        <p:nvSpPr>
          <p:cNvPr id="92" name="Content Placeholder 85">
            <a:extLst>
              <a:ext uri="{FF2B5EF4-FFF2-40B4-BE49-F238E27FC236}">
                <a16:creationId xmlns:a16="http://schemas.microsoft.com/office/drawing/2014/main" id="{40488B02-541B-4537-2C4B-1D28947B215E}"/>
              </a:ext>
            </a:extLst>
          </p:cNvPr>
          <p:cNvSpPr>
            <a:spLocks noGrp="1"/>
          </p:cNvSpPr>
          <p:nvPr userDrawn="1">
            <p:ph sz="quarter" idx="14"/>
          </p:nvPr>
        </p:nvSpPr>
        <p:spPr>
          <a:xfrm>
            <a:off x="722611" y="3702104"/>
            <a:ext cx="2817812" cy="1782203"/>
          </a:xfrm>
        </p:spPr>
        <p:txBody>
          <a:bodyPr anchor="ctr"/>
          <a:lstStyle>
            <a:lvl1pPr algn="r">
              <a:defRPr/>
            </a:lvl1pPr>
            <a:lvl2pPr marL="273050" indent="0">
              <a:buNone/>
              <a:defRPr/>
            </a:lvl2pPr>
          </a:lstStyle>
          <a:p>
            <a:pPr lvl="0"/>
            <a:r>
              <a:rPr lang="en-GB"/>
              <a:t>Click to edit Master text styles</a:t>
            </a:r>
          </a:p>
        </p:txBody>
      </p:sp>
      <p:sp>
        <p:nvSpPr>
          <p:cNvPr id="94" name="Content Placeholder 85">
            <a:extLst>
              <a:ext uri="{FF2B5EF4-FFF2-40B4-BE49-F238E27FC236}">
                <a16:creationId xmlns:a16="http://schemas.microsoft.com/office/drawing/2014/main" id="{CD0DF2F0-EE44-A3A5-ECA8-62C510C2EADC}"/>
              </a:ext>
            </a:extLst>
          </p:cNvPr>
          <p:cNvSpPr>
            <a:spLocks noGrp="1"/>
          </p:cNvSpPr>
          <p:nvPr userDrawn="1">
            <p:ph sz="quarter" idx="15"/>
          </p:nvPr>
        </p:nvSpPr>
        <p:spPr>
          <a:xfrm>
            <a:off x="8648402" y="3702104"/>
            <a:ext cx="2817812" cy="1782203"/>
          </a:xfrm>
        </p:spPr>
        <p:txBody>
          <a:bodyPr anchor="ctr"/>
          <a:lstStyle>
            <a:lvl1pPr algn="l">
              <a:defRPr/>
            </a:lvl1pPr>
            <a:lvl2pPr marL="273050" indent="0">
              <a:buNone/>
              <a:defRPr/>
            </a:lvl2pPr>
          </a:lstStyle>
          <a:p>
            <a:pPr lvl="0"/>
            <a:r>
              <a:rPr lang="en-GB"/>
              <a:t>Click to edit Master text styles</a:t>
            </a:r>
          </a:p>
        </p:txBody>
      </p:sp>
      <p:sp>
        <p:nvSpPr>
          <p:cNvPr id="2" name="Rectangle 1">
            <a:extLst>
              <a:ext uri="{FF2B5EF4-FFF2-40B4-BE49-F238E27FC236}">
                <a16:creationId xmlns:a16="http://schemas.microsoft.com/office/drawing/2014/main" id="{C0BA8351-BD18-88BA-D983-7A58F5A42D1F}"/>
              </a:ext>
            </a:extLst>
          </p:cNvPr>
          <p:cNvSpPr/>
          <p:nvPr userDrawn="1"/>
        </p:nvSpPr>
        <p:spPr>
          <a:xfrm>
            <a:off x="0" y="0"/>
            <a:ext cx="12188825" cy="2510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Picture 4" descr="A green and blue arrow&#10;&#10;Description automatically generated">
            <a:extLst>
              <a:ext uri="{FF2B5EF4-FFF2-40B4-BE49-F238E27FC236}">
                <a16:creationId xmlns:a16="http://schemas.microsoft.com/office/drawing/2014/main" id="{1037025F-BC06-846C-0197-1D91D7FA2FD4}"/>
              </a:ext>
            </a:extLst>
          </p:cNvPr>
          <p:cNvPicPr>
            <a:picLocks noChangeAspect="1"/>
          </p:cNvPicPr>
          <p:nvPr userDrawn="1"/>
        </p:nvPicPr>
        <p:blipFill rotWithShape="1">
          <a:blip r:embed="rId2"/>
          <a:srcRect b="97344"/>
          <a:stretch/>
        </p:blipFill>
        <p:spPr>
          <a:xfrm>
            <a:off x="0" y="-494"/>
            <a:ext cx="12187946" cy="182146"/>
          </a:xfrm>
          <a:prstGeom prst="rect">
            <a:avLst/>
          </a:prstGeom>
        </p:spPr>
      </p:pic>
    </p:spTree>
    <p:extLst>
      <p:ext uri="{BB962C8B-B14F-4D97-AF65-F5344CB8AC3E}">
        <p14:creationId xmlns:p14="http://schemas.microsoft.com/office/powerpoint/2010/main" val="67020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Arial" panose="020B0604020202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Arial" panose="020B0604020202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Arial" panose="020B0604020202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Content Balanced with 4 Item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dirty="0"/>
              <a:t>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Text Placeholder 4">
            <a:extLst>
              <a:ext uri="{FF2B5EF4-FFF2-40B4-BE49-F238E27FC236}">
                <a16:creationId xmlns:a16="http://schemas.microsoft.com/office/drawing/2014/main" id="{BEC064C4-3E9E-B246-ACD5-2D012920B654}"/>
              </a:ext>
            </a:extLst>
          </p:cNvPr>
          <p:cNvSpPr>
            <a:spLocks noGrp="1"/>
          </p:cNvSpPr>
          <p:nvPr>
            <p:ph type="body" sz="quarter" idx="27" hasCustomPrompt="1"/>
          </p:nvPr>
        </p:nvSpPr>
        <p:spPr>
          <a:xfrm>
            <a:off x="556590" y="1665027"/>
            <a:ext cx="3551385" cy="4343400"/>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lang="en-US" dirty="0"/>
            </a:lvl8pPr>
            <a:lvl9pPr>
              <a:defRPr lang="en-US" dirty="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 Seventh level</a:t>
            </a:r>
          </a:p>
          <a:p>
            <a:pPr lvl="7"/>
            <a:r>
              <a:rPr lang="en-US" dirty="0"/>
              <a:t> Eighth level</a:t>
            </a:r>
          </a:p>
          <a:p>
            <a:pPr lvl="8"/>
            <a:r>
              <a:rPr lang="en-US" dirty="0"/>
              <a:t>Ninth level</a:t>
            </a:r>
          </a:p>
        </p:txBody>
      </p:sp>
      <p:cxnSp>
        <p:nvCxnSpPr>
          <p:cNvPr id="19" name="Straight Connector 18">
            <a:extLst>
              <a:ext uri="{FF2B5EF4-FFF2-40B4-BE49-F238E27FC236}">
                <a16:creationId xmlns:a16="http://schemas.microsoft.com/office/drawing/2014/main" id="{B9D231B6-B665-5B4B-98D5-858F74779A9A}"/>
              </a:ext>
              <a:ext uri="{C183D7F6-B498-43B3-948B-1728B52AA6E4}">
                <adec:decorative xmlns:adec="http://schemas.microsoft.com/office/drawing/2017/decorative" val="1"/>
              </a:ext>
            </a:extLst>
          </p:cNvPr>
          <p:cNvCxnSpPr/>
          <p:nvPr userDrawn="1"/>
        </p:nvCxnSpPr>
        <p:spPr bwMode="gray">
          <a:xfrm>
            <a:off x="4566265" y="1718036"/>
            <a:ext cx="0" cy="3710608"/>
          </a:xfrm>
          <a:prstGeom prst="line">
            <a:avLst/>
          </a:prstGeom>
          <a:ln w="25400">
            <a:solidFill>
              <a:schemeClr val="tx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p:nvPr>
        </p:nvSpPr>
        <p:spPr>
          <a:xfrm>
            <a:off x="4886408" y="1750485"/>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1" name="Content Placeholder 3">
            <a:extLst>
              <a:ext uri="{FF2B5EF4-FFF2-40B4-BE49-F238E27FC236}">
                <a16:creationId xmlns:a16="http://schemas.microsoft.com/office/drawing/2014/main" id="{3636B989-5405-7743-8C4B-6894A84D494C}"/>
              </a:ext>
            </a:extLst>
          </p:cNvPr>
          <p:cNvSpPr>
            <a:spLocks noGrp="1"/>
          </p:cNvSpPr>
          <p:nvPr>
            <p:ph sz="quarter" idx="20" hasCustomPrompt="1"/>
          </p:nvPr>
        </p:nvSpPr>
        <p:spPr>
          <a:xfrm>
            <a:off x="6165266" y="1750485"/>
            <a:ext cx="5455228" cy="709301"/>
          </a:xfrm>
        </p:spPr>
        <p:txBody>
          <a:bodyPr lIns="0" rIns="594360"/>
          <a:lstStyle>
            <a:lvl1pPr>
              <a:defRPr sz="1400" b="0">
                <a:solidFill>
                  <a:schemeClr val="accent5"/>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3" name="Content Placeholder 3">
            <a:extLst>
              <a:ext uri="{FF2B5EF4-FFF2-40B4-BE49-F238E27FC236}">
                <a16:creationId xmlns:a16="http://schemas.microsoft.com/office/drawing/2014/main" id="{8E5AB2B4-4B40-9E4B-88EE-A534B0D16E87}"/>
              </a:ext>
            </a:extLst>
          </p:cNvPr>
          <p:cNvSpPr>
            <a:spLocks noGrp="1"/>
          </p:cNvSpPr>
          <p:nvPr>
            <p:ph sz="quarter" idx="21"/>
          </p:nvPr>
        </p:nvSpPr>
        <p:spPr>
          <a:xfrm>
            <a:off x="4886408" y="274393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4" name="Content Placeholder 3">
            <a:extLst>
              <a:ext uri="{FF2B5EF4-FFF2-40B4-BE49-F238E27FC236}">
                <a16:creationId xmlns:a16="http://schemas.microsoft.com/office/drawing/2014/main" id="{EE3DDFE7-075F-F842-B0E7-0D71FBAC2C36}"/>
              </a:ext>
            </a:extLst>
          </p:cNvPr>
          <p:cNvSpPr>
            <a:spLocks noGrp="1"/>
          </p:cNvSpPr>
          <p:nvPr>
            <p:ph sz="quarter" idx="22" hasCustomPrompt="1"/>
          </p:nvPr>
        </p:nvSpPr>
        <p:spPr>
          <a:xfrm>
            <a:off x="6165266" y="2743933"/>
            <a:ext cx="5455228" cy="709301"/>
          </a:xfrm>
        </p:spPr>
        <p:txBody>
          <a:bodyPr lIns="0" rIns="594360"/>
          <a:lstStyle>
            <a:lvl1pPr>
              <a:defRPr sz="1400" b="0">
                <a:solidFill>
                  <a:schemeClr val="accent1"/>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5" name="Content Placeholder 3">
            <a:extLst>
              <a:ext uri="{FF2B5EF4-FFF2-40B4-BE49-F238E27FC236}">
                <a16:creationId xmlns:a16="http://schemas.microsoft.com/office/drawing/2014/main" id="{3CD5D980-E9FD-A743-B21C-35D97EFF78B6}"/>
              </a:ext>
            </a:extLst>
          </p:cNvPr>
          <p:cNvSpPr>
            <a:spLocks noGrp="1"/>
          </p:cNvSpPr>
          <p:nvPr>
            <p:ph sz="quarter" idx="23"/>
          </p:nvPr>
        </p:nvSpPr>
        <p:spPr>
          <a:xfrm>
            <a:off x="4886408" y="372741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6" name="Content Placeholder 3">
            <a:extLst>
              <a:ext uri="{FF2B5EF4-FFF2-40B4-BE49-F238E27FC236}">
                <a16:creationId xmlns:a16="http://schemas.microsoft.com/office/drawing/2014/main" id="{23ED76AC-9B3D-A24D-BAEE-275D30215215}"/>
              </a:ext>
            </a:extLst>
          </p:cNvPr>
          <p:cNvSpPr>
            <a:spLocks noGrp="1"/>
          </p:cNvSpPr>
          <p:nvPr>
            <p:ph sz="quarter" idx="24" hasCustomPrompt="1"/>
          </p:nvPr>
        </p:nvSpPr>
        <p:spPr>
          <a:xfrm>
            <a:off x="6165266" y="3727413"/>
            <a:ext cx="5455228" cy="709301"/>
          </a:xfrm>
        </p:spPr>
        <p:txBody>
          <a:bodyPr lIns="0" rIns="594360"/>
          <a:lstStyle>
            <a:lvl1pPr>
              <a:defRPr sz="1400" b="0" i="0">
                <a:solidFill>
                  <a:schemeClr val="accent2"/>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7" name="Content Placeholder 3">
            <a:extLst>
              <a:ext uri="{FF2B5EF4-FFF2-40B4-BE49-F238E27FC236}">
                <a16:creationId xmlns:a16="http://schemas.microsoft.com/office/drawing/2014/main" id="{6E328FCB-AD7A-0B48-84A3-BC75E4A968AC}"/>
              </a:ext>
            </a:extLst>
          </p:cNvPr>
          <p:cNvSpPr>
            <a:spLocks noGrp="1"/>
          </p:cNvSpPr>
          <p:nvPr>
            <p:ph sz="quarter" idx="25"/>
          </p:nvPr>
        </p:nvSpPr>
        <p:spPr>
          <a:xfrm>
            <a:off x="4886408" y="4693800"/>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8" name="Content Placeholder 3">
            <a:extLst>
              <a:ext uri="{FF2B5EF4-FFF2-40B4-BE49-F238E27FC236}">
                <a16:creationId xmlns:a16="http://schemas.microsoft.com/office/drawing/2014/main" id="{C7E39CCE-D379-974E-B6F3-5D4820EF2F9B}"/>
              </a:ext>
            </a:extLst>
          </p:cNvPr>
          <p:cNvSpPr>
            <a:spLocks noGrp="1"/>
          </p:cNvSpPr>
          <p:nvPr>
            <p:ph sz="quarter" idx="26" hasCustomPrompt="1"/>
          </p:nvPr>
        </p:nvSpPr>
        <p:spPr>
          <a:xfrm>
            <a:off x="6165266" y="4693800"/>
            <a:ext cx="5455228" cy="709301"/>
          </a:xfrm>
        </p:spPr>
        <p:txBody>
          <a:bodyPr lIns="0" rIns="594360"/>
          <a:lstStyle>
            <a:lvl1pPr>
              <a:defRPr sz="1400" b="0" i="0">
                <a:solidFill>
                  <a:schemeClr val="accent4"/>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22" name="page number">
            <a:extLst>
              <a:ext uri="{FF2B5EF4-FFF2-40B4-BE49-F238E27FC236}">
                <a16:creationId xmlns:a16="http://schemas.microsoft.com/office/drawing/2014/main" id="{9061FB38-B1F1-AA4D-B978-CB2F5E5AA60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0425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hree Icon - Horizontal">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B17085B4-21A4-E37D-90E5-68BC409C5E34}"/>
              </a:ext>
              <a:ext uri="{C183D7F6-B498-43B3-948B-1728B52AA6E4}">
                <adec:decorative xmlns:adec="http://schemas.microsoft.com/office/drawing/2017/decorative" val="1"/>
              </a:ext>
            </a:extLst>
          </p:cNvPr>
          <p:cNvSpPr/>
          <p:nvPr userDrawn="1"/>
        </p:nvSpPr>
        <p:spPr>
          <a:xfrm>
            <a:off x="6094412" y="0"/>
            <a:ext cx="6094413" cy="6858000"/>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4" name="!!TextBox 26">
            <a:extLst>
              <a:ext uri="{FF2B5EF4-FFF2-40B4-BE49-F238E27FC236}">
                <a16:creationId xmlns:a16="http://schemas.microsoft.com/office/drawing/2014/main" id="{1D95B6AF-2AF7-8F0A-0819-EE9A5EFB3E0E}"/>
              </a:ext>
            </a:extLst>
          </p:cNvPr>
          <p:cNvSpPr txBox="1"/>
          <p:nvPr userDrawn="1"/>
        </p:nvSpPr>
        <p:spPr>
          <a:xfrm>
            <a:off x="681419" y="3919264"/>
            <a:ext cx="4332506" cy="27687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3F3F3F"/>
                </a:solidFill>
                <a:effectLst/>
                <a:uLnTx/>
                <a:uFillTx/>
                <a:latin typeface="+mj-lt"/>
                <a:ea typeface="+mn-ea"/>
                <a:cs typeface="+mn-cs"/>
              </a:rPr>
              <a:t>Sub-title</a:t>
            </a:r>
          </a:p>
        </p:txBody>
      </p:sp>
      <p:cxnSp>
        <p:nvCxnSpPr>
          <p:cNvPr id="15" name="!!Straight Connector 6">
            <a:extLst>
              <a:ext uri="{FF2B5EF4-FFF2-40B4-BE49-F238E27FC236}">
                <a16:creationId xmlns:a16="http://schemas.microsoft.com/office/drawing/2014/main" id="{6074C606-0366-716A-252D-466372C9B17C}"/>
              </a:ext>
              <a:ext uri="{C183D7F6-B498-43B3-948B-1728B52AA6E4}">
                <adec:decorative xmlns:adec="http://schemas.microsoft.com/office/drawing/2017/decorative" val="1"/>
              </a:ext>
            </a:extLst>
          </p:cNvPr>
          <p:cNvCxnSpPr>
            <a:cxnSpLocks/>
          </p:cNvCxnSpPr>
          <p:nvPr userDrawn="1"/>
        </p:nvCxnSpPr>
        <p:spPr bwMode="gray">
          <a:xfrm>
            <a:off x="681418" y="3720041"/>
            <a:ext cx="4332507" cy="0"/>
          </a:xfrm>
          <a:prstGeom prst="line">
            <a:avLst/>
          </a:prstGeom>
          <a:solidFill>
            <a:schemeClr val="bg1"/>
          </a:solidFill>
          <a:ln w="25400">
            <a:solidFill>
              <a:schemeClr val="accent2">
                <a:alpha val="20000"/>
              </a:schemeClr>
            </a:solidFill>
            <a:miter lim="800000"/>
          </a:ln>
          <a:effectLst/>
        </p:spPr>
        <p:style>
          <a:lnRef idx="1">
            <a:schemeClr val="accent1"/>
          </a:lnRef>
          <a:fillRef idx="3">
            <a:schemeClr val="accent1"/>
          </a:fillRef>
          <a:effectRef idx="2">
            <a:schemeClr val="accent1"/>
          </a:effectRef>
          <a:fontRef idx="minor">
            <a:schemeClr val="lt1"/>
          </a:fontRef>
        </p:style>
      </p:cxnSp>
      <p:sp>
        <p:nvSpPr>
          <p:cNvPr id="16" name="!!TextBox 4">
            <a:extLst>
              <a:ext uri="{FF2B5EF4-FFF2-40B4-BE49-F238E27FC236}">
                <a16:creationId xmlns:a16="http://schemas.microsoft.com/office/drawing/2014/main" id="{565B18A3-329F-25A3-304C-20A0F76C0A78}"/>
              </a:ext>
            </a:extLst>
          </p:cNvPr>
          <p:cNvSpPr txBox="1">
            <a:spLocks/>
          </p:cNvSpPr>
          <p:nvPr userDrawn="1"/>
        </p:nvSpPr>
        <p:spPr>
          <a:xfrm>
            <a:off x="628113" y="2108124"/>
            <a:ext cx="4385812" cy="4708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3400" b="0" i="0" u="none" strike="noStrike" kern="1200" cap="none" spc="0" normalizeH="0" baseline="0" noProof="0" dirty="0">
                <a:ln>
                  <a:noFill/>
                </a:ln>
                <a:solidFill>
                  <a:schemeClr val="accent2"/>
                </a:solidFill>
                <a:effectLst/>
                <a:uLnTx/>
                <a:uFillTx/>
                <a:latin typeface="+mj-lt"/>
                <a:ea typeface="+mj-ea"/>
                <a:cs typeface="+mj-cs"/>
              </a:rPr>
              <a:t>Title</a:t>
            </a:r>
          </a:p>
        </p:txBody>
      </p:sp>
      <p:sp>
        <p:nvSpPr>
          <p:cNvPr id="17" name="!! Oval Top">
            <a:extLst>
              <a:ext uri="{FF2B5EF4-FFF2-40B4-BE49-F238E27FC236}">
                <a16:creationId xmlns:a16="http://schemas.microsoft.com/office/drawing/2014/main" id="{D1525B54-BDD5-3465-7194-47B679639BA1}"/>
              </a:ext>
              <a:ext uri="{C183D7F6-B498-43B3-948B-1728B52AA6E4}">
                <adec:decorative xmlns:adec="http://schemas.microsoft.com/office/drawing/2017/decorative" val="1"/>
              </a:ext>
            </a:extLst>
          </p:cNvPr>
          <p:cNvSpPr/>
          <p:nvPr userDrawn="1"/>
        </p:nvSpPr>
        <p:spPr>
          <a:xfrm>
            <a:off x="5450991"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 Oval Top">
            <a:extLst>
              <a:ext uri="{FF2B5EF4-FFF2-40B4-BE49-F238E27FC236}">
                <a16:creationId xmlns:a16="http://schemas.microsoft.com/office/drawing/2014/main" id="{F9D64DDB-3FEC-6B78-E957-8C3D195F9BBD}"/>
              </a:ext>
              <a:ext uri="{C183D7F6-B498-43B3-948B-1728B52AA6E4}">
                <adec:decorative xmlns:adec="http://schemas.microsoft.com/office/drawing/2017/decorative" val="1"/>
              </a:ext>
            </a:extLst>
          </p:cNvPr>
          <p:cNvSpPr/>
          <p:nvPr userDrawn="1"/>
        </p:nvSpPr>
        <p:spPr>
          <a:xfrm>
            <a:off x="5450990" y="4481694"/>
            <a:ext cx="1324173" cy="1324169"/>
          </a:xfrm>
          <a:prstGeom prst="ellipse">
            <a:avLst/>
          </a:prstGeom>
          <a:solidFill>
            <a:schemeClr val="bg1"/>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9" name="!! Oval Top">
            <a:extLst>
              <a:ext uri="{FF2B5EF4-FFF2-40B4-BE49-F238E27FC236}">
                <a16:creationId xmlns:a16="http://schemas.microsoft.com/office/drawing/2014/main" id="{8C2A440A-D958-872C-8B21-59C4B1ED2F21}"/>
              </a:ext>
              <a:ext uri="{C183D7F6-B498-43B3-948B-1728B52AA6E4}">
                <adec:decorative xmlns:adec="http://schemas.microsoft.com/office/drawing/2017/decorative" val="1"/>
              </a:ext>
            </a:extLst>
          </p:cNvPr>
          <p:cNvSpPr/>
          <p:nvPr userDrawn="1"/>
        </p:nvSpPr>
        <p:spPr>
          <a:xfrm>
            <a:off x="5450989"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20" name="Text Placeholder 17">
            <a:extLst>
              <a:ext uri="{FF2B5EF4-FFF2-40B4-BE49-F238E27FC236}">
                <a16:creationId xmlns:a16="http://schemas.microsoft.com/office/drawing/2014/main" id="{892EFECD-72D9-9D22-6801-BB2D920D8DCF}"/>
              </a:ext>
            </a:extLst>
          </p:cNvPr>
          <p:cNvSpPr>
            <a:spLocks noGrp="1"/>
          </p:cNvSpPr>
          <p:nvPr>
            <p:ph type="body" sz="quarter" idx="12" hasCustomPrompt="1"/>
          </p:nvPr>
        </p:nvSpPr>
        <p:spPr>
          <a:xfrm>
            <a:off x="7186099"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1" name="Text Placeholder 19">
            <a:extLst>
              <a:ext uri="{FF2B5EF4-FFF2-40B4-BE49-F238E27FC236}">
                <a16:creationId xmlns:a16="http://schemas.microsoft.com/office/drawing/2014/main" id="{15809458-7263-AB1F-C12C-47354139D8B4}"/>
              </a:ext>
            </a:extLst>
          </p:cNvPr>
          <p:cNvSpPr>
            <a:spLocks noGrp="1"/>
          </p:cNvSpPr>
          <p:nvPr>
            <p:ph type="body" sz="quarter" idx="13"/>
          </p:nvPr>
        </p:nvSpPr>
        <p:spPr>
          <a:xfrm>
            <a:off x="7186099" y="3291127"/>
            <a:ext cx="4532442" cy="752475"/>
          </a:xfrm>
        </p:spPr>
        <p:txBody>
          <a:bodyPr/>
          <a:lstStyle>
            <a:lvl1pPr>
              <a:defRPr sz="1600"/>
            </a:lvl1pPr>
            <a:lvl2pPr marL="273050" indent="0">
              <a:buNone/>
              <a:defRPr/>
            </a:lvl2pPr>
          </a:lstStyle>
          <a:p>
            <a:pPr lvl="0"/>
            <a:r>
              <a:rPr lang="en-GB"/>
              <a:t>Click to edit Master text styles</a:t>
            </a:r>
          </a:p>
        </p:txBody>
      </p:sp>
      <p:sp>
        <p:nvSpPr>
          <p:cNvPr id="22" name="Text Placeholder 17">
            <a:extLst>
              <a:ext uri="{FF2B5EF4-FFF2-40B4-BE49-F238E27FC236}">
                <a16:creationId xmlns:a16="http://schemas.microsoft.com/office/drawing/2014/main" id="{9F21E455-F1E5-3058-4926-AD04FD3080F1}"/>
              </a:ext>
            </a:extLst>
          </p:cNvPr>
          <p:cNvSpPr>
            <a:spLocks noGrp="1"/>
          </p:cNvSpPr>
          <p:nvPr>
            <p:ph type="body" sz="quarter" idx="14" hasCustomPrompt="1"/>
          </p:nvPr>
        </p:nvSpPr>
        <p:spPr>
          <a:xfrm>
            <a:off x="7186099"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3" name="Text Placeholder 19">
            <a:extLst>
              <a:ext uri="{FF2B5EF4-FFF2-40B4-BE49-F238E27FC236}">
                <a16:creationId xmlns:a16="http://schemas.microsoft.com/office/drawing/2014/main" id="{E93DF45B-B013-B373-406D-D57DEBD6CA48}"/>
              </a:ext>
            </a:extLst>
          </p:cNvPr>
          <p:cNvSpPr>
            <a:spLocks noGrp="1"/>
          </p:cNvSpPr>
          <p:nvPr>
            <p:ph type="body" sz="quarter" idx="15"/>
          </p:nvPr>
        </p:nvSpPr>
        <p:spPr>
          <a:xfrm>
            <a:off x="7186099" y="1533929"/>
            <a:ext cx="4532442" cy="752475"/>
          </a:xfrm>
        </p:spPr>
        <p:txBody>
          <a:bodyPr/>
          <a:lstStyle>
            <a:lvl1pPr>
              <a:defRPr sz="1600"/>
            </a:lvl1pPr>
            <a:lvl2pPr marL="273050" indent="0">
              <a:buNone/>
              <a:defRPr/>
            </a:lvl2pPr>
          </a:lstStyle>
          <a:p>
            <a:pPr lvl="0"/>
            <a:r>
              <a:rPr lang="en-GB"/>
              <a:t>Click to edit Master text styles</a:t>
            </a:r>
          </a:p>
        </p:txBody>
      </p:sp>
      <p:sp>
        <p:nvSpPr>
          <p:cNvPr id="24" name="Text Placeholder 17">
            <a:extLst>
              <a:ext uri="{FF2B5EF4-FFF2-40B4-BE49-F238E27FC236}">
                <a16:creationId xmlns:a16="http://schemas.microsoft.com/office/drawing/2014/main" id="{B7AE2A4F-B38C-37A4-8FD8-92DCF6B79A76}"/>
              </a:ext>
            </a:extLst>
          </p:cNvPr>
          <p:cNvSpPr>
            <a:spLocks noGrp="1"/>
          </p:cNvSpPr>
          <p:nvPr>
            <p:ph type="body" sz="quarter" idx="16" hasCustomPrompt="1"/>
          </p:nvPr>
        </p:nvSpPr>
        <p:spPr>
          <a:xfrm>
            <a:off x="7186099"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5" name="Text Placeholder 19">
            <a:extLst>
              <a:ext uri="{FF2B5EF4-FFF2-40B4-BE49-F238E27FC236}">
                <a16:creationId xmlns:a16="http://schemas.microsoft.com/office/drawing/2014/main" id="{7FEE55BF-A065-35DB-818E-08E9B05CFA70}"/>
              </a:ext>
            </a:extLst>
          </p:cNvPr>
          <p:cNvSpPr>
            <a:spLocks noGrp="1"/>
          </p:cNvSpPr>
          <p:nvPr>
            <p:ph type="body" sz="quarter" idx="17"/>
          </p:nvPr>
        </p:nvSpPr>
        <p:spPr>
          <a:xfrm>
            <a:off x="7186099" y="5058771"/>
            <a:ext cx="4532442" cy="752475"/>
          </a:xfrm>
        </p:spPr>
        <p:txBody>
          <a:bodyPr/>
          <a:lstStyle>
            <a:lvl1pPr>
              <a:defRPr sz="1600"/>
            </a:lvl1pPr>
            <a:lvl2pPr marL="273050" indent="0">
              <a:buNone/>
              <a:defRPr/>
            </a:lvl2pPr>
          </a:lstStyle>
          <a:p>
            <a:pPr lvl="0"/>
            <a:r>
              <a:rPr lang="en-GB"/>
              <a:t>Click to edit Master text styles</a:t>
            </a:r>
          </a:p>
        </p:txBody>
      </p:sp>
    </p:spTree>
    <p:extLst>
      <p:ext uri="{BB962C8B-B14F-4D97-AF65-F5344CB8AC3E}">
        <p14:creationId xmlns:p14="http://schemas.microsoft.com/office/powerpoint/2010/main" val="22318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childTnLst>
                                </p:cTn>
                              </p:par>
                              <p:par>
                                <p:cTn id="8" presetID="6" presetClass="emph" presetSubtype="0" fill="hold" grpId="1" nodeType="withEffect">
                                  <p:stCondLst>
                                    <p:cond delay="0"/>
                                  </p:stCondLst>
                                  <p:childTnLst>
                                    <p:animScale>
                                      <p:cBhvr>
                                        <p:cTn id="9" dur="10" fill="hold"/>
                                        <p:tgtEl>
                                          <p:spTgt spid="19"/>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9"/>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750"/>
                                        <p:tgtEl>
                                          <p:spTgt spid="17"/>
                                        </p:tgtEl>
                                      </p:cBhvr>
                                    </p:animEffect>
                                  </p:childTnLst>
                                </p:cTn>
                              </p:par>
                              <p:par>
                                <p:cTn id="15" presetID="6" presetClass="emph" presetSubtype="0" fill="hold" grpId="1" nodeType="withEffect">
                                  <p:stCondLst>
                                    <p:cond delay="0"/>
                                  </p:stCondLst>
                                  <p:childTnLst>
                                    <p:animScale>
                                      <p:cBhvr>
                                        <p:cTn id="16" dur="10" fill="hold"/>
                                        <p:tgtEl>
                                          <p:spTgt spid="17"/>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7"/>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50"/>
                                        <p:tgtEl>
                                          <p:spTgt spid="18"/>
                                        </p:tgtEl>
                                      </p:cBhvr>
                                    </p:animEffect>
                                  </p:childTnLst>
                                </p:cTn>
                              </p:par>
                              <p:par>
                                <p:cTn id="22" presetID="6" presetClass="emph" presetSubtype="0" fill="hold" grpId="1" nodeType="withEffect">
                                  <p:stCondLst>
                                    <p:cond delay="0"/>
                                  </p:stCondLst>
                                  <p:childTnLst>
                                    <p:animScale>
                                      <p:cBhvr>
                                        <p:cTn id="23" dur="10" fill="hold"/>
                                        <p:tgtEl>
                                          <p:spTgt spid="18"/>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8"/>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2">
                                            <p:txEl>
                                              <p:pRg st="0" end="0"/>
                                            </p:txEl>
                                          </p:spTgt>
                                        </p:tgtEl>
                                        <p:attrNameLst>
                                          <p:attrName>style.visibility</p:attrName>
                                        </p:attrNameLst>
                                      </p:cBhvr>
                                      <p:to>
                                        <p:strVal val="visible"/>
                                      </p:to>
                                    </p:set>
                                    <p:anim calcmode="lin" valueType="num">
                                      <p:cBhvr additive="base">
                                        <p:cTn id="30"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2">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3">
                                            <p:txEl>
                                              <p:pRg st="0" end="0"/>
                                            </p:txEl>
                                          </p:spTgt>
                                        </p:tgtEl>
                                        <p:attrNameLst>
                                          <p:attrName>style.visibility</p:attrName>
                                        </p:attrNameLst>
                                      </p:cBhvr>
                                      <p:to>
                                        <p:strVal val="visible"/>
                                      </p:to>
                                    </p:set>
                                    <p:anim calcmode="lin" valueType="num">
                                      <p:cBhvr additive="base">
                                        <p:cTn id="34"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 calcmode="lin" valueType="num">
                                      <p:cBhvr additive="base">
                                        <p:cTn id="40"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20">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 calcmode="lin" valueType="num">
                                      <p:cBhvr additive="base">
                                        <p:cTn id="44"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 calcmode="lin" valueType="num">
                                      <p:cBhvr additive="base">
                                        <p:cTn id="50"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4">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5">
                                            <p:txEl>
                                              <p:pRg st="0" end="0"/>
                                            </p:txEl>
                                          </p:spTgt>
                                        </p:tgtEl>
                                        <p:attrNameLst>
                                          <p:attrName>style.visibility</p:attrName>
                                        </p:attrNameLst>
                                      </p:cBhvr>
                                      <p:to>
                                        <p:strVal val="visible"/>
                                      </p:to>
                                    </p:set>
                                    <p:anim calcmode="lin" valueType="num">
                                      <p:cBhvr additive="base">
                                        <p:cTn id="54"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18" grpId="0" animBg="1"/>
      <p:bldP spid="18" grpId="1" animBg="1"/>
      <p:bldP spid="18" grpId="2" animBg="1"/>
      <p:bldP spid="19" grpId="0" animBg="1"/>
      <p:bldP spid="19" grpId="1" animBg="1"/>
      <p:bldP spid="19" grpId="2" animBg="1"/>
      <p:bldP spid="20" grpId="0" build="p">
        <p:tmplLst>
          <p:tmpl lvl="1">
            <p:tnLst>
              <p:par>
                <p:cTn presetID="2" presetClass="entr" presetSubtype="2" decel="20000" fill="hold" nodeType="click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click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 presetClass="entr" presetSubtype="2" decel="2000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Three Icon - Horizontal - Purple">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5">
              <a:alpha val="4927"/>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5">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D191B88-6C9A-C2BD-3C36-38C61A1EA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ABFEBF4A-E3D2-6BEC-564E-428949A12BCD}"/>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6BA86662-8169-AAF0-A3F0-CB5A0B312842}"/>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E2525186-F784-9B5A-A70E-3EA82CB899C8}"/>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A54E3871-3565-7B33-5957-068211F3749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D4246DC1-3021-5AC0-AB95-7FCE49A522B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51D7E616-C7EE-30EC-E082-73FB60DEE60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BB968BD3-ADAA-5870-150F-B6A04933C57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B40FA98B-DCC3-3B07-8D19-133A3E63759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03AF07CE-086F-4B96-726C-1A76872EAF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432DEB24-1557-1C8C-D368-4EF690C3BB0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411AECA4-7145-94EE-6038-F58A7E516739}"/>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936296B4-3FD3-C785-87F7-560E5B2C2E2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24E5779D-8092-750B-5E6E-25172964BA9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3369AB6-F65A-BD4A-097E-0132432D4CB5}"/>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1B7028E7-5607-C3FF-B707-EE81ACB4892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12D107A8-DE85-ACF0-3C67-2F320844F2B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8D453B72-6198-4D25-FD3D-28D293C9488B}"/>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BAFF6053-79AF-A1B5-16C0-20AFB064D7E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5A1131A3-9C80-0343-D70F-C50686F9D592}"/>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46946097-27E4-D4A8-131D-759E4E4727F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6F128C5-FDBB-0966-3231-F4977E609AF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682E21C9-CB80-85B2-69A0-72D5904A2736}"/>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01173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Teal 2">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2">
              <a:lumMod val="75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84685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CE5CC55-AFD3-07F6-E92E-41F15057C9A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EB82E6B6-31E6-3594-BC96-4D58BF8FED7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7E14BCC4-F87C-D8A8-4B00-224B5757A24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220D2F-65A4-AE6E-936B-1A5AB8461DED}"/>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7872564D-06ED-10C9-1D10-19A1856FEDA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F7EE18CD-0E2F-9EDF-846E-182A638AAC9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504480C8-7AFB-3C23-8ECD-71C57D45778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91F3EEAF-7439-286E-4B06-AA62FF20504C}"/>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779F3764-4639-F6CD-65D1-8A2A78731D2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E7A96EC0-5F31-689A-B6BA-4577F518C65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47532263-02D9-472F-4533-58DF92EB8F3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68A2D90D-5AAD-D59E-9155-39E411BB54F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EA84E3A-31BA-1045-CF14-BE3C899626C2}"/>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7A354B37-DBF1-7A15-4C62-CCACE141659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D2981FCD-FE8B-E54E-CECF-046FEAE0B69D}"/>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44B1B223-BF12-C293-B25B-435D3410160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0B22EA0E-DB2B-AAB4-B88F-9DA19CD5A9A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FFB826DF-7FB7-1C1B-FA2F-42CC955A96A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88633F40-6CE2-A037-0C64-267EF3D8C9B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9E78D316-C64D-D134-87C3-93C8E9A838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CAA5FAB6-3BFB-0423-AC6C-982274B9F7C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EFB6D80A-7556-5AA9-34BF-69158D7886C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658E500E-7ACC-476A-0D5A-BD1865DDE63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61991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dirty="0"/>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3" name="TextBox 2">
            <a:extLst>
              <a:ext uri="{FF2B5EF4-FFF2-40B4-BE49-F238E27FC236}">
                <a16:creationId xmlns:a16="http://schemas.microsoft.com/office/drawing/2014/main" id="{E5BD7664-B488-7E4F-4D3B-ABAB755733E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D509BAC9-1014-CADB-5852-96D2DBA9D8F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21918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ctu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02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Full-Bleed Photo 2">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2" name="TextBox 1">
            <a:extLst>
              <a:ext uri="{FF2B5EF4-FFF2-40B4-BE49-F238E27FC236}">
                <a16:creationId xmlns:a16="http://schemas.microsoft.com/office/drawing/2014/main" id="{C682F43D-B7AC-B18F-9189-FA59A807C71C}"/>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chemeClr val="bg1"/>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7855E429-EE5F-A662-3A5F-984B499AA750}"/>
              </a:ext>
            </a:extLst>
          </p:cNvPr>
          <p:cNvGrpSpPr/>
          <p:nvPr userDrawn="1"/>
        </p:nvGrpSpPr>
        <p:grpSpPr>
          <a:xfrm>
            <a:off x="265625" y="6323271"/>
            <a:ext cx="1249223" cy="369648"/>
            <a:chOff x="265625" y="6323271"/>
            <a:chExt cx="1249223" cy="369648"/>
          </a:xfrm>
          <a:solidFill>
            <a:schemeClr val="bg1"/>
          </a:solidFill>
        </p:grpSpPr>
        <p:grpSp>
          <p:nvGrpSpPr>
            <p:cNvPr id="10" name="Graphic 8">
              <a:extLst>
                <a:ext uri="{FF2B5EF4-FFF2-40B4-BE49-F238E27FC236}">
                  <a16:creationId xmlns:a16="http://schemas.microsoft.com/office/drawing/2014/main" id="{4F5F4771-6F17-344D-A184-324EF5C0B82D}"/>
                </a:ext>
              </a:extLst>
            </p:cNvPr>
            <p:cNvGrpSpPr/>
            <p:nvPr/>
          </p:nvGrpSpPr>
          <p:grpSpPr>
            <a:xfrm>
              <a:off x="745455" y="6594444"/>
              <a:ext cx="722662" cy="98475"/>
              <a:chOff x="745455" y="6594444"/>
              <a:chExt cx="722662" cy="98475"/>
            </a:xfrm>
            <a:grpFill/>
          </p:grpSpPr>
          <p:sp>
            <p:nvSpPr>
              <p:cNvPr id="35" name="Freeform 49">
                <a:extLst>
                  <a:ext uri="{FF2B5EF4-FFF2-40B4-BE49-F238E27FC236}">
                    <a16:creationId xmlns:a16="http://schemas.microsoft.com/office/drawing/2014/main" id="{5CED349D-CB12-B6A3-8EF9-468569C49DA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36" name="Freeform 50">
                <a:extLst>
                  <a:ext uri="{FF2B5EF4-FFF2-40B4-BE49-F238E27FC236}">
                    <a16:creationId xmlns:a16="http://schemas.microsoft.com/office/drawing/2014/main" id="{CFD0F796-3503-808B-7074-C98318787410}"/>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37" name="Freeform 51">
                <a:extLst>
                  <a:ext uri="{FF2B5EF4-FFF2-40B4-BE49-F238E27FC236}">
                    <a16:creationId xmlns:a16="http://schemas.microsoft.com/office/drawing/2014/main" id="{4E6983B4-13C5-191F-4988-A019CE32DD3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38" name="Freeform 52">
                <a:extLst>
                  <a:ext uri="{FF2B5EF4-FFF2-40B4-BE49-F238E27FC236}">
                    <a16:creationId xmlns:a16="http://schemas.microsoft.com/office/drawing/2014/main" id="{E74848E9-1BA7-CE02-0022-A7AD9791F08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39" name="Freeform 53">
                <a:extLst>
                  <a:ext uri="{FF2B5EF4-FFF2-40B4-BE49-F238E27FC236}">
                    <a16:creationId xmlns:a16="http://schemas.microsoft.com/office/drawing/2014/main" id="{AFA0534F-AB03-5359-DFA5-3D5195FF44B0}"/>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40" name="Freeform 54">
                <a:extLst>
                  <a:ext uri="{FF2B5EF4-FFF2-40B4-BE49-F238E27FC236}">
                    <a16:creationId xmlns:a16="http://schemas.microsoft.com/office/drawing/2014/main" id="{32788929-CA5D-DBE6-3272-F117979A4DD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41" name="Freeform 55">
                <a:extLst>
                  <a:ext uri="{FF2B5EF4-FFF2-40B4-BE49-F238E27FC236}">
                    <a16:creationId xmlns:a16="http://schemas.microsoft.com/office/drawing/2014/main" id="{8AF20F3F-7EC8-975C-0E60-B1937BA7A94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42" name="Freeform 56">
                <a:extLst>
                  <a:ext uri="{FF2B5EF4-FFF2-40B4-BE49-F238E27FC236}">
                    <a16:creationId xmlns:a16="http://schemas.microsoft.com/office/drawing/2014/main" id="{1E3B2EBA-5335-FF4B-F436-9F0E46E64C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43" name="Freeform 57">
                <a:extLst>
                  <a:ext uri="{FF2B5EF4-FFF2-40B4-BE49-F238E27FC236}">
                    <a16:creationId xmlns:a16="http://schemas.microsoft.com/office/drawing/2014/main" id="{2F539CE2-E30D-5B78-1B59-E6AC69547F5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44" name="Freeform 58">
                <a:extLst>
                  <a:ext uri="{FF2B5EF4-FFF2-40B4-BE49-F238E27FC236}">
                    <a16:creationId xmlns:a16="http://schemas.microsoft.com/office/drawing/2014/main" id="{F31B47CE-111E-71BB-EBB8-CDBF018C1A2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14" name="Graphic 8">
              <a:extLst>
                <a:ext uri="{FF2B5EF4-FFF2-40B4-BE49-F238E27FC236}">
                  <a16:creationId xmlns:a16="http://schemas.microsoft.com/office/drawing/2014/main" id="{9570471E-00E1-D3B9-B980-7671A19F179C}"/>
                </a:ext>
              </a:extLst>
            </p:cNvPr>
            <p:cNvGrpSpPr/>
            <p:nvPr/>
          </p:nvGrpSpPr>
          <p:grpSpPr>
            <a:xfrm>
              <a:off x="265625" y="6323271"/>
              <a:ext cx="1249223" cy="190348"/>
              <a:chOff x="265625" y="6323271"/>
              <a:chExt cx="1249223" cy="190348"/>
            </a:xfrm>
            <a:grpFill/>
          </p:grpSpPr>
          <p:sp>
            <p:nvSpPr>
              <p:cNvPr id="28" name="Freeform 60">
                <a:extLst>
                  <a:ext uri="{FF2B5EF4-FFF2-40B4-BE49-F238E27FC236}">
                    <a16:creationId xmlns:a16="http://schemas.microsoft.com/office/drawing/2014/main" id="{999844D3-BB84-8D8B-8758-83D5D910D18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29" name="Freeform 61">
                <a:extLst>
                  <a:ext uri="{FF2B5EF4-FFF2-40B4-BE49-F238E27FC236}">
                    <a16:creationId xmlns:a16="http://schemas.microsoft.com/office/drawing/2014/main" id="{91400D9F-9F37-C8FC-309F-BD4E0A011F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30" name="Freeform 62">
                <a:extLst>
                  <a:ext uri="{FF2B5EF4-FFF2-40B4-BE49-F238E27FC236}">
                    <a16:creationId xmlns:a16="http://schemas.microsoft.com/office/drawing/2014/main" id="{57F513C5-32F8-37C0-FEFD-936A2D057DA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31" name="Freeform 63">
                <a:extLst>
                  <a:ext uri="{FF2B5EF4-FFF2-40B4-BE49-F238E27FC236}">
                    <a16:creationId xmlns:a16="http://schemas.microsoft.com/office/drawing/2014/main" id="{D10E4385-F14D-8C3A-3629-12233CF99C7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8727ACDC-9726-8357-D559-6D60D851282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1DF7BAE7-1EC3-A932-03D3-476132EC37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CD126E1A-578C-7A1F-F664-BDCB509AAE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CC665986-2A27-8CFB-4383-5D5C82192E9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bg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bg1"/>
              </a:solidFill>
              <a:latin typeface="+mn-lt"/>
              <a:sym typeface="Arial" panose="020B0604020202020204" pitchFamily="34" charset="0"/>
              <a:rtl val="0"/>
            </a:endParaRPr>
          </a:p>
        </p:txBody>
      </p:sp>
    </p:spTree>
    <p:extLst>
      <p:ext uri="{BB962C8B-B14F-4D97-AF65-F5344CB8AC3E}">
        <p14:creationId xmlns:p14="http://schemas.microsoft.com/office/powerpoint/2010/main" val="231436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Full-Bleed Photo - Dark Text">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2" name="TextBox 1">
            <a:extLst>
              <a:ext uri="{FF2B5EF4-FFF2-40B4-BE49-F238E27FC236}">
                <a16:creationId xmlns:a16="http://schemas.microsoft.com/office/drawing/2014/main" id="{5EAE8F62-7119-B3B2-C68C-F4BF98ABBC9C}"/>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599BD11D-D129-3E7C-8776-63BB012FC944}"/>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21DD2AE3-7BE2-1D6A-6C78-4CD74B479047}"/>
                </a:ext>
              </a:extLst>
            </p:cNvPr>
            <p:cNvGrpSpPr/>
            <p:nvPr/>
          </p:nvGrpSpPr>
          <p:grpSpPr>
            <a:xfrm>
              <a:off x="745455" y="6594444"/>
              <a:ext cx="722662" cy="98475"/>
              <a:chOff x="745455" y="6594444"/>
              <a:chExt cx="722662" cy="98475"/>
            </a:xfrm>
            <a:solidFill>
              <a:srgbClr val="000000"/>
            </a:solidFill>
          </p:grpSpPr>
          <p:sp>
            <p:nvSpPr>
              <p:cNvPr id="35" name="Freeform 49">
                <a:extLst>
                  <a:ext uri="{FF2B5EF4-FFF2-40B4-BE49-F238E27FC236}">
                    <a16:creationId xmlns:a16="http://schemas.microsoft.com/office/drawing/2014/main" id="{109F874C-C221-4081-09C4-52643A91FED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36" name="Freeform 50">
                <a:extLst>
                  <a:ext uri="{FF2B5EF4-FFF2-40B4-BE49-F238E27FC236}">
                    <a16:creationId xmlns:a16="http://schemas.microsoft.com/office/drawing/2014/main" id="{E4299243-E861-FC60-AF90-A6FD975BEEF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37" name="Freeform 51">
                <a:extLst>
                  <a:ext uri="{FF2B5EF4-FFF2-40B4-BE49-F238E27FC236}">
                    <a16:creationId xmlns:a16="http://schemas.microsoft.com/office/drawing/2014/main" id="{2EAF3D58-B596-1CE0-B594-F570952C402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38" name="Freeform 52">
                <a:extLst>
                  <a:ext uri="{FF2B5EF4-FFF2-40B4-BE49-F238E27FC236}">
                    <a16:creationId xmlns:a16="http://schemas.microsoft.com/office/drawing/2014/main" id="{7814E893-5379-1561-C9F0-E02F81ACB66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39" name="Freeform 53">
                <a:extLst>
                  <a:ext uri="{FF2B5EF4-FFF2-40B4-BE49-F238E27FC236}">
                    <a16:creationId xmlns:a16="http://schemas.microsoft.com/office/drawing/2014/main" id="{29F85AC4-3FC1-8071-2E6A-0AB2FDBC81E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0" name="Freeform 54">
                <a:extLst>
                  <a:ext uri="{FF2B5EF4-FFF2-40B4-BE49-F238E27FC236}">
                    <a16:creationId xmlns:a16="http://schemas.microsoft.com/office/drawing/2014/main" id="{E2339612-79EF-24A3-34E8-788CE6E23AF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1" name="Freeform 55">
                <a:extLst>
                  <a:ext uri="{FF2B5EF4-FFF2-40B4-BE49-F238E27FC236}">
                    <a16:creationId xmlns:a16="http://schemas.microsoft.com/office/drawing/2014/main" id="{38E8D992-4D91-3946-7CD2-2A9B454F925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2" name="Freeform 56">
                <a:extLst>
                  <a:ext uri="{FF2B5EF4-FFF2-40B4-BE49-F238E27FC236}">
                    <a16:creationId xmlns:a16="http://schemas.microsoft.com/office/drawing/2014/main" id="{6B320424-3E1F-E34B-6A50-E99AFE64AE4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3" name="Freeform 57">
                <a:extLst>
                  <a:ext uri="{FF2B5EF4-FFF2-40B4-BE49-F238E27FC236}">
                    <a16:creationId xmlns:a16="http://schemas.microsoft.com/office/drawing/2014/main" id="{E96F1D9F-F2F8-2CE4-FB5B-EAF44E4BF0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8">
                <a:extLst>
                  <a:ext uri="{FF2B5EF4-FFF2-40B4-BE49-F238E27FC236}">
                    <a16:creationId xmlns:a16="http://schemas.microsoft.com/office/drawing/2014/main" id="{D513DE77-B23B-E2C1-D3BA-B4479F76D8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 name="Graphic 8">
              <a:extLst>
                <a:ext uri="{FF2B5EF4-FFF2-40B4-BE49-F238E27FC236}">
                  <a16:creationId xmlns:a16="http://schemas.microsoft.com/office/drawing/2014/main" id="{4E0DB74B-4915-FD1D-1F25-D5335240CB41}"/>
                </a:ext>
              </a:extLst>
            </p:cNvPr>
            <p:cNvGrpSpPr/>
            <p:nvPr/>
          </p:nvGrpSpPr>
          <p:grpSpPr>
            <a:xfrm>
              <a:off x="265625" y="6323271"/>
              <a:ext cx="1249223" cy="190348"/>
              <a:chOff x="265625" y="6323271"/>
              <a:chExt cx="1249223" cy="190348"/>
            </a:xfrm>
            <a:solidFill>
              <a:srgbClr val="000000"/>
            </a:solidFill>
          </p:grpSpPr>
          <p:sp>
            <p:nvSpPr>
              <p:cNvPr id="28" name="Freeform 60">
                <a:extLst>
                  <a:ext uri="{FF2B5EF4-FFF2-40B4-BE49-F238E27FC236}">
                    <a16:creationId xmlns:a16="http://schemas.microsoft.com/office/drawing/2014/main" id="{40A537D4-5528-AA79-9447-928DD402904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29" name="Freeform 61">
                <a:extLst>
                  <a:ext uri="{FF2B5EF4-FFF2-40B4-BE49-F238E27FC236}">
                    <a16:creationId xmlns:a16="http://schemas.microsoft.com/office/drawing/2014/main" id="{E7D3589B-B975-8E38-DFFD-F88A1C642CC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0" name="Freeform 62">
                <a:extLst>
                  <a:ext uri="{FF2B5EF4-FFF2-40B4-BE49-F238E27FC236}">
                    <a16:creationId xmlns:a16="http://schemas.microsoft.com/office/drawing/2014/main" id="{DB9D18F8-7D75-3039-E84C-4388E5B08F7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1" name="Freeform 63">
                <a:extLst>
                  <a:ext uri="{FF2B5EF4-FFF2-40B4-BE49-F238E27FC236}">
                    <a16:creationId xmlns:a16="http://schemas.microsoft.com/office/drawing/2014/main" id="{533A6790-D0C5-67EC-091E-5227B01EB762}"/>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AAA1DF8D-D6BC-D8D1-9540-9BF527D79CA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2C11636D-F267-31DF-0E5B-D371C8315D6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9B241429-A185-DA97-EBF1-73F7DDC5369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B6122E83-608D-1160-7A00-AA90B692FEF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75942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Ocean">
    <p:spTree>
      <p:nvGrpSpPr>
        <p:cNvPr id="1" name=""/>
        <p:cNvGrpSpPr/>
        <p:nvPr/>
      </p:nvGrpSpPr>
      <p:grpSpPr>
        <a:xfrm>
          <a:off x="0" y="0"/>
          <a:ext cx="0" cy="0"/>
          <a:chOff x="0" y="0"/>
          <a:chExt cx="0" cy="0"/>
        </a:xfrm>
      </p:grpSpPr>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3"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6" name="Freeform: Shape 5">
            <a:extLst>
              <a:ext uri="{FF2B5EF4-FFF2-40B4-BE49-F238E27FC236}">
                <a16:creationId xmlns:a16="http://schemas.microsoft.com/office/drawing/2014/main" id="{B95FD2E6-B8EA-4366-97C4-6A53370F84D0}"/>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tx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tx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846D0F11-C378-F8AB-BAF2-238F51965B1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 name="Graphic 8">
            <a:extLst>
              <a:ext uri="{FF2B5EF4-FFF2-40B4-BE49-F238E27FC236}">
                <a16:creationId xmlns:a16="http://schemas.microsoft.com/office/drawing/2014/main" id="{0D5F970B-8A4A-7222-0FD2-E307FD49F987}"/>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9B8BAA96-15B4-F3FB-AB7B-51A87CDE3DF4}"/>
                </a:ext>
              </a:extLst>
            </p:cNvPr>
            <p:cNvGrpSpPr/>
            <p:nvPr/>
          </p:nvGrpSpPr>
          <p:grpSpPr>
            <a:xfrm>
              <a:off x="745455" y="6594444"/>
              <a:ext cx="722662" cy="98475"/>
              <a:chOff x="745455" y="6594444"/>
              <a:chExt cx="722662" cy="98475"/>
            </a:xfrm>
            <a:solidFill>
              <a:srgbClr val="000000"/>
            </a:solidFill>
          </p:grpSpPr>
          <p:sp>
            <p:nvSpPr>
              <p:cNvPr id="16" name="Freeform 49">
                <a:extLst>
                  <a:ext uri="{FF2B5EF4-FFF2-40B4-BE49-F238E27FC236}">
                    <a16:creationId xmlns:a16="http://schemas.microsoft.com/office/drawing/2014/main" id="{E610C5B3-1D03-0361-1F2B-5D842D6202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7" name="Freeform 50">
                <a:extLst>
                  <a:ext uri="{FF2B5EF4-FFF2-40B4-BE49-F238E27FC236}">
                    <a16:creationId xmlns:a16="http://schemas.microsoft.com/office/drawing/2014/main" id="{333EE999-6EAD-01CE-732F-915D12FF734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CCA5ABB9-08D4-D513-62C6-41756BBB134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6A0DB4AB-BCF1-EE04-9956-55A15AD8CD4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97332E21-F7D9-C6B3-B54B-7B7C7D260D2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7110CF00-DDAA-1561-29C3-B9043D35EAC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8743735F-F3BE-CD3C-DBEA-2AFEC437EDA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61D1B77E-130F-660C-4AC7-78D0F99767CC}"/>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BA4B8876-726E-54AB-B885-672A83BBCEE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03C38D1C-9F91-91CA-6AD9-B9F474AB7AD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AD321CC0-02FB-4673-EC37-BEC78A60B530}"/>
                </a:ext>
              </a:extLst>
            </p:cNvPr>
            <p:cNvGrpSpPr/>
            <p:nvPr/>
          </p:nvGrpSpPr>
          <p:grpSpPr>
            <a:xfrm>
              <a:off x="265625" y="6323271"/>
              <a:ext cx="1249223" cy="190348"/>
              <a:chOff x="265625" y="6323271"/>
              <a:chExt cx="1249223" cy="190348"/>
            </a:xfrm>
            <a:solidFill>
              <a:srgbClr val="000000"/>
            </a:solidFill>
          </p:grpSpPr>
          <p:sp>
            <p:nvSpPr>
              <p:cNvPr id="9" name="Freeform 60">
                <a:extLst>
                  <a:ext uri="{FF2B5EF4-FFF2-40B4-BE49-F238E27FC236}">
                    <a16:creationId xmlns:a16="http://schemas.microsoft.com/office/drawing/2014/main" id="{3F8B5B57-7894-BCF8-1021-6508B67F605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61">
                <a:extLst>
                  <a:ext uri="{FF2B5EF4-FFF2-40B4-BE49-F238E27FC236}">
                    <a16:creationId xmlns:a16="http://schemas.microsoft.com/office/drawing/2014/main" id="{2D81B226-DB69-C331-BB03-6A1A759596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62">
                <a:extLst>
                  <a:ext uri="{FF2B5EF4-FFF2-40B4-BE49-F238E27FC236}">
                    <a16:creationId xmlns:a16="http://schemas.microsoft.com/office/drawing/2014/main" id="{E824B014-B989-2E3D-558E-C9EE8D4B186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63">
                <a:extLst>
                  <a:ext uri="{FF2B5EF4-FFF2-40B4-BE49-F238E27FC236}">
                    <a16:creationId xmlns:a16="http://schemas.microsoft.com/office/drawing/2014/main" id="{D509F8AC-4FB3-2B6F-5A4C-AA94FF6CBA0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64">
                <a:extLst>
                  <a:ext uri="{FF2B5EF4-FFF2-40B4-BE49-F238E27FC236}">
                    <a16:creationId xmlns:a16="http://schemas.microsoft.com/office/drawing/2014/main" id="{3C4450EE-C450-E67D-777B-4AB32A942CB0}"/>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65">
                <a:extLst>
                  <a:ext uri="{FF2B5EF4-FFF2-40B4-BE49-F238E27FC236}">
                    <a16:creationId xmlns:a16="http://schemas.microsoft.com/office/drawing/2014/main" id="{76940B2C-D8FF-CBBB-3272-4F983D27C3B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 name="Freeform 66">
                <a:extLst>
                  <a:ext uri="{FF2B5EF4-FFF2-40B4-BE49-F238E27FC236}">
                    <a16:creationId xmlns:a16="http://schemas.microsoft.com/office/drawing/2014/main" id="{31094477-4058-2F2B-47DF-DECC75FDEA6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5DABD2D2-17C3-119C-4611-C81680CA6FB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618595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Indigo">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0240D96F-DE33-80F8-2C2A-CFCF89A6BD2C}"/>
              </a:ext>
              <a:ext uri="{C183D7F6-B498-43B3-948B-1728B52AA6E4}">
                <adec:decorative xmlns:adec="http://schemas.microsoft.com/office/drawing/2017/decorative" val="1"/>
              </a:ext>
            </a:extLst>
          </p:cNvPr>
          <p:cNvSpPr/>
          <p:nvPr userDrawn="1"/>
        </p:nvSpPr>
        <p:spPr>
          <a:xfrm>
            <a:off x="5378859" y="7557"/>
            <a:ext cx="6809966" cy="6857999"/>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98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2"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rot="10800000">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7"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927CA03F-42F5-50E2-4300-D4689873E6B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122FEF99-9568-C127-B59A-D97585286AFF}"/>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3D4A503-4B73-9719-047A-FBB90698A583}"/>
                </a:ext>
              </a:extLst>
            </p:cNvPr>
            <p:cNvGrpSpPr/>
            <p:nvPr/>
          </p:nvGrpSpPr>
          <p:grpSpPr>
            <a:xfrm>
              <a:off x="745455" y="6594444"/>
              <a:ext cx="722662" cy="98475"/>
              <a:chOff x="745455" y="6594444"/>
              <a:chExt cx="722662" cy="98475"/>
            </a:xfrm>
            <a:solidFill>
              <a:srgbClr val="000000"/>
            </a:solidFill>
          </p:grpSpPr>
          <p:sp>
            <p:nvSpPr>
              <p:cNvPr id="16" name="Freeform 49">
                <a:extLst>
                  <a:ext uri="{FF2B5EF4-FFF2-40B4-BE49-F238E27FC236}">
                    <a16:creationId xmlns:a16="http://schemas.microsoft.com/office/drawing/2014/main" id="{6AA45075-6961-ABCF-6F83-1EBA5CC2C34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7" name="Freeform 50">
                <a:extLst>
                  <a:ext uri="{FF2B5EF4-FFF2-40B4-BE49-F238E27FC236}">
                    <a16:creationId xmlns:a16="http://schemas.microsoft.com/office/drawing/2014/main" id="{568D0346-39B9-799C-F87F-899C65BD333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CAD8B827-6241-B7C2-8DA8-6248DCD91B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A8BBFD5D-DD60-828F-1319-78ED8F3E2E0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9BD8E7FB-59CF-1A95-8BBE-CF4064F67C4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5F717A5A-64ED-28A6-3BF7-CF6BF69FF96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2A3CEE21-8E03-D3B6-478C-91904FA873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FD187A30-EF1A-E792-C000-1D6DE72BA55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136F0EF1-E65A-81BA-62E5-4FA01CF143EF}"/>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74B6B4D0-A721-8E88-73B9-2550263A796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80B4DF58-E10F-AD88-BB25-64A24616D8F0}"/>
                </a:ext>
              </a:extLst>
            </p:cNvPr>
            <p:cNvGrpSpPr/>
            <p:nvPr/>
          </p:nvGrpSpPr>
          <p:grpSpPr>
            <a:xfrm>
              <a:off x="265625" y="6323271"/>
              <a:ext cx="1249223" cy="190348"/>
              <a:chOff x="265625" y="6323271"/>
              <a:chExt cx="1249223" cy="190348"/>
            </a:xfrm>
            <a:solidFill>
              <a:srgbClr val="000000"/>
            </a:solidFill>
          </p:grpSpPr>
          <p:sp>
            <p:nvSpPr>
              <p:cNvPr id="9" name="Freeform 60">
                <a:extLst>
                  <a:ext uri="{FF2B5EF4-FFF2-40B4-BE49-F238E27FC236}">
                    <a16:creationId xmlns:a16="http://schemas.microsoft.com/office/drawing/2014/main" id="{F191DBA3-C2FA-E4B0-7EF8-6172EE9A431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61">
                <a:extLst>
                  <a:ext uri="{FF2B5EF4-FFF2-40B4-BE49-F238E27FC236}">
                    <a16:creationId xmlns:a16="http://schemas.microsoft.com/office/drawing/2014/main" id="{FC648FD2-6E19-7AD4-57F5-07C166C8EBD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62">
                <a:extLst>
                  <a:ext uri="{FF2B5EF4-FFF2-40B4-BE49-F238E27FC236}">
                    <a16:creationId xmlns:a16="http://schemas.microsoft.com/office/drawing/2014/main" id="{A7643791-A875-36A1-3E74-D2E7BC3732E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63">
                <a:extLst>
                  <a:ext uri="{FF2B5EF4-FFF2-40B4-BE49-F238E27FC236}">
                    <a16:creationId xmlns:a16="http://schemas.microsoft.com/office/drawing/2014/main" id="{188ED956-AE28-3E93-9B26-5F126130521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64">
                <a:extLst>
                  <a:ext uri="{FF2B5EF4-FFF2-40B4-BE49-F238E27FC236}">
                    <a16:creationId xmlns:a16="http://schemas.microsoft.com/office/drawing/2014/main" id="{4974D72F-3DBA-B8AF-31D1-D6B81BCB7C6B}"/>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65">
                <a:extLst>
                  <a:ext uri="{FF2B5EF4-FFF2-40B4-BE49-F238E27FC236}">
                    <a16:creationId xmlns:a16="http://schemas.microsoft.com/office/drawing/2014/main" id="{B3E4686C-BC34-6EE3-3C08-05C3F8E41F5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 name="Freeform 66">
                <a:extLst>
                  <a:ext uri="{FF2B5EF4-FFF2-40B4-BE49-F238E27FC236}">
                    <a16:creationId xmlns:a16="http://schemas.microsoft.com/office/drawing/2014/main" id="{4D63FFC6-C392-DCA1-A545-0910536D1B1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B93B0B1C-DB7A-2964-04D6-7D582FD5B9C3}"/>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73555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Plum">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DA64E18-1A4A-077B-C551-0C1CB5D4F85E}"/>
              </a:ext>
              <a:ext uri="{C183D7F6-B498-43B3-948B-1728B52AA6E4}">
                <adec:decorative xmlns:adec="http://schemas.microsoft.com/office/drawing/2017/decorative" val="1"/>
              </a:ext>
            </a:extLst>
          </p:cNvPr>
          <p:cNvSpPr/>
          <p:nvPr userDrawn="1"/>
        </p:nvSpPr>
        <p:spPr>
          <a:xfrm>
            <a:off x="5378859" y="0"/>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9" name="Text Placeholder 862">
            <a:extLst>
              <a:ext uri="{FF2B5EF4-FFF2-40B4-BE49-F238E27FC236}">
                <a16:creationId xmlns:a16="http://schemas.microsoft.com/office/drawing/2014/main" id="{0F507127-789E-994A-9A44-353C37E789F7}"/>
              </a:ext>
            </a:extLst>
          </p:cNvPr>
          <p:cNvSpPr>
            <a:spLocks noGrp="1"/>
          </p:cNvSpPr>
          <p:nvPr>
            <p:ph type="body" sz="quarter" idx="13" hasCustomPrompt="1"/>
          </p:nvPr>
        </p:nvSpPr>
        <p:spPr>
          <a:xfrm>
            <a:off x="608015" y="2514600"/>
            <a:ext cx="5486400" cy="18287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TextBox 2">
            <a:extLst>
              <a:ext uri="{FF2B5EF4-FFF2-40B4-BE49-F238E27FC236}">
                <a16:creationId xmlns:a16="http://schemas.microsoft.com/office/drawing/2014/main" id="{5E6848FA-3F32-F321-B6F4-BD8E3DA700A2}"/>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 name="Graphic 8">
            <a:extLst>
              <a:ext uri="{FF2B5EF4-FFF2-40B4-BE49-F238E27FC236}">
                <a16:creationId xmlns:a16="http://schemas.microsoft.com/office/drawing/2014/main" id="{3E228101-C66C-3FA3-BC33-17B25C68AC6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E08562-914A-6293-AB3E-AD1F7438AA7C}"/>
                </a:ext>
              </a:extLst>
            </p:cNvPr>
            <p:cNvGrpSpPr/>
            <p:nvPr/>
          </p:nvGrpSpPr>
          <p:grpSpPr>
            <a:xfrm>
              <a:off x="745455" y="6594444"/>
              <a:ext cx="722662" cy="98475"/>
              <a:chOff x="745455" y="6594444"/>
              <a:chExt cx="722662" cy="98475"/>
            </a:xfrm>
            <a:solidFill>
              <a:srgbClr val="000000"/>
            </a:solidFill>
          </p:grpSpPr>
          <p:sp>
            <p:nvSpPr>
              <p:cNvPr id="17" name="Freeform 49">
                <a:extLst>
                  <a:ext uri="{FF2B5EF4-FFF2-40B4-BE49-F238E27FC236}">
                    <a16:creationId xmlns:a16="http://schemas.microsoft.com/office/drawing/2014/main" id="{2479D982-A424-253E-FDA9-1075B0394B5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8" name="Freeform 50">
                <a:extLst>
                  <a:ext uri="{FF2B5EF4-FFF2-40B4-BE49-F238E27FC236}">
                    <a16:creationId xmlns:a16="http://schemas.microsoft.com/office/drawing/2014/main" id="{677EE2AF-BC9D-F084-01EC-BDA1C007BF1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405F2BD0-B9FA-6F67-762E-B6FAE891AD9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961C935A-9FED-CE71-115E-BE4E9B143C0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AF34E106-EF93-088A-39B0-CDC236BD84E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1BD83468-56C4-1EC3-EC84-A54FFF8940D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F270D062-DA4C-542D-8DEE-B6B668D8ED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7C933C01-5186-1188-816E-F0F105C428C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782FB9F1-EF51-7F31-5901-538957B7AB9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62CB707E-F39E-3D53-8791-2677637D016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5795F136-F71E-B049-F0DD-84F2952BFC0D}"/>
                </a:ext>
              </a:extLst>
            </p:cNvPr>
            <p:cNvGrpSpPr/>
            <p:nvPr/>
          </p:nvGrpSpPr>
          <p:grpSpPr>
            <a:xfrm>
              <a:off x="265625" y="6323271"/>
              <a:ext cx="1249223" cy="190348"/>
              <a:chOff x="265625" y="6323271"/>
              <a:chExt cx="1249223" cy="190348"/>
            </a:xfrm>
            <a:solidFill>
              <a:srgbClr val="000000"/>
            </a:solidFill>
          </p:grpSpPr>
          <p:sp>
            <p:nvSpPr>
              <p:cNvPr id="10" name="Freeform 60">
                <a:extLst>
                  <a:ext uri="{FF2B5EF4-FFF2-40B4-BE49-F238E27FC236}">
                    <a16:creationId xmlns:a16="http://schemas.microsoft.com/office/drawing/2014/main" id="{376D3759-3639-AC4F-8076-C355B010096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1" name="Freeform 61">
                <a:extLst>
                  <a:ext uri="{FF2B5EF4-FFF2-40B4-BE49-F238E27FC236}">
                    <a16:creationId xmlns:a16="http://schemas.microsoft.com/office/drawing/2014/main" id="{CD4B151F-7D1F-8954-E784-7605482B291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 name="Freeform 62">
                <a:extLst>
                  <a:ext uri="{FF2B5EF4-FFF2-40B4-BE49-F238E27FC236}">
                    <a16:creationId xmlns:a16="http://schemas.microsoft.com/office/drawing/2014/main" id="{B40D9F42-AF0A-DE8A-5307-F8956165C7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 name="Freeform 63">
                <a:extLst>
                  <a:ext uri="{FF2B5EF4-FFF2-40B4-BE49-F238E27FC236}">
                    <a16:creationId xmlns:a16="http://schemas.microsoft.com/office/drawing/2014/main" id="{D27CD8E0-E2C2-D155-7ED6-82D4C3AE5D2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 name="Freeform 64">
                <a:extLst>
                  <a:ext uri="{FF2B5EF4-FFF2-40B4-BE49-F238E27FC236}">
                    <a16:creationId xmlns:a16="http://schemas.microsoft.com/office/drawing/2014/main" id="{0C1C198C-6EA4-B531-2246-6FDABBE5F14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 name="Freeform 65">
                <a:extLst>
                  <a:ext uri="{FF2B5EF4-FFF2-40B4-BE49-F238E27FC236}">
                    <a16:creationId xmlns:a16="http://schemas.microsoft.com/office/drawing/2014/main" id="{83BE54EB-90E7-0347-1F71-69FB6E33746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6" name="Freeform 66">
                <a:extLst>
                  <a:ext uri="{FF2B5EF4-FFF2-40B4-BE49-F238E27FC236}">
                    <a16:creationId xmlns:a16="http://schemas.microsoft.com/office/drawing/2014/main" id="{1F40B3A4-4550-A2BD-7032-C23BD4122C9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 name="TextBox 3">
            <a:extLst>
              <a:ext uri="{FF2B5EF4-FFF2-40B4-BE49-F238E27FC236}">
                <a16:creationId xmlns:a16="http://schemas.microsoft.com/office/drawing/2014/main" id="{7F9DC764-3FC6-01FE-DCAF-5FCF9A8BB54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386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efiniti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0ED68F-525B-00F4-AE58-E7AACD420745}"/>
              </a:ext>
              <a:ext uri="{C183D7F6-B498-43B3-948B-1728B52AA6E4}">
                <adec:decorative xmlns:adec="http://schemas.microsoft.com/office/drawing/2017/decorative" val="1"/>
              </a:ext>
            </a:extLst>
          </p:cNvPr>
          <p:cNvSpPr/>
          <p:nvPr userDrawn="1"/>
        </p:nvSpPr>
        <p:spPr>
          <a:xfrm>
            <a:off x="5378859" y="7558"/>
            <a:ext cx="6809966" cy="6857998"/>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6" name="Oval 5" descr="place icon in center">
            <a:extLst>
              <a:ext uri="{FF2B5EF4-FFF2-40B4-BE49-F238E27FC236}">
                <a16:creationId xmlns:a16="http://schemas.microsoft.com/office/drawing/2014/main" id="{485306D4-55E2-403B-BFD1-9DA60421D596}"/>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AC54A160-3D72-4DDC-86DA-8858609ECB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cxnSp>
        <p:nvCxnSpPr>
          <p:cNvPr id="8" name="Straight Connector 7">
            <a:extLst>
              <a:ext uri="{FF2B5EF4-FFF2-40B4-BE49-F238E27FC236}">
                <a16:creationId xmlns:a16="http://schemas.microsoft.com/office/drawing/2014/main" id="{BB0772A6-7577-4DB2-B194-0836A31C3FAA}"/>
              </a:ext>
              <a:ext uri="{C183D7F6-B498-43B3-948B-1728B52AA6E4}">
                <adec:decorative xmlns:adec="http://schemas.microsoft.com/office/drawing/2017/decorative" val="1"/>
              </a:ext>
            </a:extLst>
          </p:cNvPr>
          <p:cNvCxnSpPr>
            <a:cxnSpLocks/>
          </p:cNvCxnSpPr>
          <p:nvPr userDrawn="1"/>
        </p:nvCxnSpPr>
        <p:spPr bwMode="gray">
          <a:xfrm>
            <a:off x="608013" y="3174608"/>
            <a:ext cx="50160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4943300B-7E9F-4E14-B0D0-3FBCFE7E1055}"/>
              </a:ext>
            </a:extLst>
          </p:cNvPr>
          <p:cNvSpPr>
            <a:spLocks noGrp="1"/>
          </p:cNvSpPr>
          <p:nvPr>
            <p:ph type="body" sz="quarter" idx="12" hasCustomPrompt="1"/>
          </p:nvPr>
        </p:nvSpPr>
        <p:spPr>
          <a:xfrm>
            <a:off x="612648" y="1755648"/>
            <a:ext cx="5916168" cy="822960"/>
          </a:xfrm>
        </p:spPr>
        <p:txBody>
          <a:bodyPr vert="horz" lIns="0" tIns="0" rIns="0" bIns="0" rtlCol="0" anchor="b" anchorCtr="0">
            <a:noAutofit/>
          </a:bodyPr>
          <a:lstStyle>
            <a:lvl1pPr>
              <a:defRPr lang="en-US" sz="4000" dirty="0">
                <a:solidFill>
                  <a:schemeClr val="accent2"/>
                </a:solidFill>
                <a:latin typeface="+mn-lt"/>
              </a:defRPr>
            </a:lvl1pPr>
          </a:lstStyle>
          <a:p>
            <a:pPr lvl="0">
              <a:lnSpc>
                <a:spcPct val="93000"/>
              </a:lnSpc>
              <a:spcBef>
                <a:spcPts val="0"/>
              </a:spcBef>
            </a:pPr>
            <a:r>
              <a:rPr lang="en-US" dirty="0"/>
              <a:t>Word Placeholder</a:t>
            </a:r>
          </a:p>
        </p:txBody>
      </p:sp>
      <p:sp>
        <p:nvSpPr>
          <p:cNvPr id="10" name="Text Placeholder 4">
            <a:extLst>
              <a:ext uri="{FF2B5EF4-FFF2-40B4-BE49-F238E27FC236}">
                <a16:creationId xmlns:a16="http://schemas.microsoft.com/office/drawing/2014/main" id="{5EFDFCC1-32B9-4692-A5A0-C1A105FF5C91}"/>
              </a:ext>
            </a:extLst>
          </p:cNvPr>
          <p:cNvSpPr>
            <a:spLocks noGrp="1"/>
          </p:cNvSpPr>
          <p:nvPr>
            <p:ph type="body" sz="quarter" idx="13" hasCustomPrompt="1"/>
          </p:nvPr>
        </p:nvSpPr>
        <p:spPr>
          <a:xfrm>
            <a:off x="612648" y="2578608"/>
            <a:ext cx="5916168" cy="457200"/>
          </a:xfrm>
        </p:spPr>
        <p:txBody>
          <a:bodyPr vert="horz" lIns="0" tIns="0" rIns="0" bIns="0" rtlCol="0" anchor="t" anchorCtr="0">
            <a:noAutofit/>
          </a:bodyPr>
          <a:lstStyle>
            <a:lvl1pPr>
              <a:defRPr lang="en-US" sz="2400" dirty="0">
                <a:latin typeface="+mj-lt"/>
                <a:cs typeface="Arial" panose="020B0604020202020204" pitchFamily="34" charset="0"/>
              </a:defRPr>
            </a:lvl1pPr>
          </a:lstStyle>
          <a:p>
            <a:pPr lvl="0">
              <a:spcAft>
                <a:spcPts val="4200"/>
              </a:spcAft>
            </a:pPr>
            <a:r>
              <a:rPr lang="en-US" dirty="0"/>
              <a:t>[</a:t>
            </a:r>
            <a:r>
              <a:rPr lang="en-US" dirty="0" err="1"/>
              <a:t>fəˈnɛtɪk</a:t>
            </a:r>
            <a:r>
              <a:rPr lang="en-US" dirty="0"/>
              <a:t> </a:t>
            </a:r>
            <a:r>
              <a:rPr lang="en-US" dirty="0" err="1"/>
              <a:t>trænˈskrɪpʃən</a:t>
            </a:r>
            <a:r>
              <a:rPr lang="en-US" dirty="0"/>
              <a:t> ˈ</a:t>
            </a:r>
            <a:r>
              <a:rPr lang="en-US" dirty="0" err="1"/>
              <a:t>pleɪsˌhəʊldə</a:t>
            </a:r>
            <a:r>
              <a:rPr lang="en-US" dirty="0"/>
              <a:t>]</a:t>
            </a:r>
          </a:p>
        </p:txBody>
      </p:sp>
      <p:sp>
        <p:nvSpPr>
          <p:cNvPr id="11" name="Text Placeholder 10">
            <a:extLst>
              <a:ext uri="{FF2B5EF4-FFF2-40B4-BE49-F238E27FC236}">
                <a16:creationId xmlns:a16="http://schemas.microsoft.com/office/drawing/2014/main" id="{5307D825-595E-4D57-BAAC-B507C217C1A4}"/>
              </a:ext>
            </a:extLst>
          </p:cNvPr>
          <p:cNvSpPr>
            <a:spLocks noGrp="1"/>
          </p:cNvSpPr>
          <p:nvPr>
            <p:ph type="body" sz="quarter" idx="14" hasCustomPrompt="1"/>
          </p:nvPr>
        </p:nvSpPr>
        <p:spPr>
          <a:xfrm>
            <a:off x="612648" y="3483864"/>
            <a:ext cx="5916167" cy="2006600"/>
          </a:xfr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lang="en-US" sz="2100" kern="1200" dirty="0">
                <a:solidFill>
                  <a:schemeClr val="tx2"/>
                </a:solidFill>
                <a:latin typeface="+mn-lt"/>
                <a:ea typeface="+mn-ea"/>
                <a:cs typeface="+mn-cs"/>
              </a:defRPr>
            </a:lvl1pPr>
          </a:lstStyle>
          <a:p>
            <a:pPr lvl="0"/>
            <a:r>
              <a:rPr lang="en-US" dirty="0"/>
              <a:t>The phonetic transcription can be generated using: https://tophonetics.com/</a:t>
            </a:r>
          </a:p>
        </p:txBody>
      </p:sp>
      <p:sp>
        <p:nvSpPr>
          <p:cNvPr id="5" name="TextBox 4">
            <a:extLst>
              <a:ext uri="{FF2B5EF4-FFF2-40B4-BE49-F238E27FC236}">
                <a16:creationId xmlns:a16="http://schemas.microsoft.com/office/drawing/2014/main" id="{D12E9C36-828B-ECD4-CEC3-CE8ABBBB9672}"/>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3" name="Graphic 8">
            <a:extLst>
              <a:ext uri="{FF2B5EF4-FFF2-40B4-BE49-F238E27FC236}">
                <a16:creationId xmlns:a16="http://schemas.microsoft.com/office/drawing/2014/main" id="{461B4E52-E06B-9863-8A38-75BD3297378C}"/>
              </a:ext>
            </a:extLst>
          </p:cNvPr>
          <p:cNvGrpSpPr/>
          <p:nvPr userDrawn="1"/>
        </p:nvGrpSpPr>
        <p:grpSpPr>
          <a:xfrm>
            <a:off x="265625" y="6323271"/>
            <a:ext cx="1249223" cy="369648"/>
            <a:chOff x="265625" y="6323271"/>
            <a:chExt cx="1249223" cy="369648"/>
          </a:xfrm>
          <a:solidFill>
            <a:srgbClr val="000000"/>
          </a:solidFill>
        </p:grpSpPr>
        <p:grpSp>
          <p:nvGrpSpPr>
            <p:cNvPr id="14" name="Graphic 8">
              <a:extLst>
                <a:ext uri="{FF2B5EF4-FFF2-40B4-BE49-F238E27FC236}">
                  <a16:creationId xmlns:a16="http://schemas.microsoft.com/office/drawing/2014/main" id="{4CB20520-C560-EA0B-31C6-CA320204A0B2}"/>
                </a:ext>
              </a:extLst>
            </p:cNvPr>
            <p:cNvGrpSpPr/>
            <p:nvPr/>
          </p:nvGrpSpPr>
          <p:grpSpPr>
            <a:xfrm>
              <a:off x="745455" y="6594444"/>
              <a:ext cx="722662" cy="98475"/>
              <a:chOff x="745455" y="6594444"/>
              <a:chExt cx="722662" cy="98475"/>
            </a:xfrm>
            <a:solidFill>
              <a:srgbClr val="000000"/>
            </a:solidFill>
          </p:grpSpPr>
          <p:sp>
            <p:nvSpPr>
              <p:cNvPr id="23" name="Freeform 49">
                <a:extLst>
                  <a:ext uri="{FF2B5EF4-FFF2-40B4-BE49-F238E27FC236}">
                    <a16:creationId xmlns:a16="http://schemas.microsoft.com/office/drawing/2014/main" id="{D37B54E1-1A30-72DF-482A-AD28AE5AC6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50">
                <a:extLst>
                  <a:ext uri="{FF2B5EF4-FFF2-40B4-BE49-F238E27FC236}">
                    <a16:creationId xmlns:a16="http://schemas.microsoft.com/office/drawing/2014/main" id="{7F32477C-59A0-2EC1-63B9-1586C7132A8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51">
                <a:extLst>
                  <a:ext uri="{FF2B5EF4-FFF2-40B4-BE49-F238E27FC236}">
                    <a16:creationId xmlns:a16="http://schemas.microsoft.com/office/drawing/2014/main" id="{60B56732-CC67-80A5-FE6F-383B0B92E9E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52">
                <a:extLst>
                  <a:ext uri="{FF2B5EF4-FFF2-40B4-BE49-F238E27FC236}">
                    <a16:creationId xmlns:a16="http://schemas.microsoft.com/office/drawing/2014/main" id="{8F514716-5518-37CD-4A41-B18AA767E03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53">
                <a:extLst>
                  <a:ext uri="{FF2B5EF4-FFF2-40B4-BE49-F238E27FC236}">
                    <a16:creationId xmlns:a16="http://schemas.microsoft.com/office/drawing/2014/main" id="{07455776-0DAE-AA28-F88D-CCBCB218CA5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54">
                <a:extLst>
                  <a:ext uri="{FF2B5EF4-FFF2-40B4-BE49-F238E27FC236}">
                    <a16:creationId xmlns:a16="http://schemas.microsoft.com/office/drawing/2014/main" id="{3D8B9835-D602-E754-B562-BB27226DAEA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55">
                <a:extLst>
                  <a:ext uri="{FF2B5EF4-FFF2-40B4-BE49-F238E27FC236}">
                    <a16:creationId xmlns:a16="http://schemas.microsoft.com/office/drawing/2014/main" id="{18C9CB56-60BE-0754-A93D-7E8E28C4EF2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56">
                <a:extLst>
                  <a:ext uri="{FF2B5EF4-FFF2-40B4-BE49-F238E27FC236}">
                    <a16:creationId xmlns:a16="http://schemas.microsoft.com/office/drawing/2014/main" id="{E342CF24-B219-3ACD-1EF4-39F76F7363D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57">
                <a:extLst>
                  <a:ext uri="{FF2B5EF4-FFF2-40B4-BE49-F238E27FC236}">
                    <a16:creationId xmlns:a16="http://schemas.microsoft.com/office/drawing/2014/main" id="{CB6E8BEC-9DA7-B352-ABA4-7D80BA56B83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58">
                <a:extLst>
                  <a:ext uri="{FF2B5EF4-FFF2-40B4-BE49-F238E27FC236}">
                    <a16:creationId xmlns:a16="http://schemas.microsoft.com/office/drawing/2014/main" id="{D7A2C1E5-27B9-A2D1-7320-9A4CB51C506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55744413-58E3-E558-276A-486C83F11284}"/>
                </a:ext>
              </a:extLst>
            </p:cNvPr>
            <p:cNvGrpSpPr/>
            <p:nvPr/>
          </p:nvGrpSpPr>
          <p:grpSpPr>
            <a:xfrm>
              <a:off x="265625" y="6323271"/>
              <a:ext cx="1249223" cy="190348"/>
              <a:chOff x="265625" y="6323271"/>
              <a:chExt cx="1249223" cy="190348"/>
            </a:xfrm>
            <a:solidFill>
              <a:srgbClr val="000000"/>
            </a:solidFill>
          </p:grpSpPr>
          <p:sp>
            <p:nvSpPr>
              <p:cNvPr id="16" name="Freeform 60">
                <a:extLst>
                  <a:ext uri="{FF2B5EF4-FFF2-40B4-BE49-F238E27FC236}">
                    <a16:creationId xmlns:a16="http://schemas.microsoft.com/office/drawing/2014/main" id="{0D630A4E-78CE-D513-AB43-F5D0BDF828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E3EA1858-EE0A-6549-12E3-F3044E51766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62">
                <a:extLst>
                  <a:ext uri="{FF2B5EF4-FFF2-40B4-BE49-F238E27FC236}">
                    <a16:creationId xmlns:a16="http://schemas.microsoft.com/office/drawing/2014/main" id="{89F48CB0-E2C2-97A2-CDD0-6999A5E4A1A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63">
                <a:extLst>
                  <a:ext uri="{FF2B5EF4-FFF2-40B4-BE49-F238E27FC236}">
                    <a16:creationId xmlns:a16="http://schemas.microsoft.com/office/drawing/2014/main" id="{A65AB81D-F42B-82DE-515D-0EE57383340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64">
                <a:extLst>
                  <a:ext uri="{FF2B5EF4-FFF2-40B4-BE49-F238E27FC236}">
                    <a16:creationId xmlns:a16="http://schemas.microsoft.com/office/drawing/2014/main" id="{EF429396-C56E-2145-DEDB-0CF99DDBCA2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65">
                <a:extLst>
                  <a:ext uri="{FF2B5EF4-FFF2-40B4-BE49-F238E27FC236}">
                    <a16:creationId xmlns:a16="http://schemas.microsoft.com/office/drawing/2014/main" id="{6C880DBE-CC26-0C60-6693-0ED651A83C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66">
                <a:extLst>
                  <a:ext uri="{FF2B5EF4-FFF2-40B4-BE49-F238E27FC236}">
                    <a16:creationId xmlns:a16="http://schemas.microsoft.com/office/drawing/2014/main" id="{0173913B-EF4C-8974-A24F-9C03E55E172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9F5DE82B-AAE7-39AB-0A92-FF752C097FF6}"/>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1100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QR">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defRPr lang="en-US" sz="3400" kern="1200" dirty="0">
                <a:solidFill>
                  <a:schemeClr val="accent2"/>
                </a:solidFill>
                <a:latin typeface="+mj-lt"/>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mn-lt"/>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dirty="0"/>
              <a:t>QR Code</a:t>
            </a:r>
          </a:p>
        </p:txBody>
      </p:sp>
      <p:sp>
        <p:nvSpPr>
          <p:cNvPr id="2" name="TextBox 1">
            <a:extLst>
              <a:ext uri="{FF2B5EF4-FFF2-40B4-BE49-F238E27FC236}">
                <a16:creationId xmlns:a16="http://schemas.microsoft.com/office/drawing/2014/main" id="{8E6B8954-A710-B81D-E53C-7846B319B5E8}"/>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 name="Graphic 8">
            <a:extLst>
              <a:ext uri="{FF2B5EF4-FFF2-40B4-BE49-F238E27FC236}">
                <a16:creationId xmlns:a16="http://schemas.microsoft.com/office/drawing/2014/main" id="{48A9556C-D90F-1E50-D386-BDD5D5B47BE9}"/>
              </a:ext>
            </a:extLst>
          </p:cNvPr>
          <p:cNvGrpSpPr/>
          <p:nvPr userDrawn="1"/>
        </p:nvGrpSpPr>
        <p:grpSpPr>
          <a:xfrm>
            <a:off x="265625" y="6323271"/>
            <a:ext cx="1249223" cy="369648"/>
            <a:chOff x="265625" y="6323271"/>
            <a:chExt cx="1249223" cy="369648"/>
          </a:xfrm>
          <a:solidFill>
            <a:srgbClr val="000000"/>
          </a:solidFill>
        </p:grpSpPr>
        <p:grpSp>
          <p:nvGrpSpPr>
            <p:cNvPr id="15" name="Graphic 8">
              <a:extLst>
                <a:ext uri="{FF2B5EF4-FFF2-40B4-BE49-F238E27FC236}">
                  <a16:creationId xmlns:a16="http://schemas.microsoft.com/office/drawing/2014/main" id="{7AE0B2ED-C500-0B34-E377-BDE89C990B9F}"/>
                </a:ext>
              </a:extLst>
            </p:cNvPr>
            <p:cNvGrpSpPr/>
            <p:nvPr/>
          </p:nvGrpSpPr>
          <p:grpSpPr>
            <a:xfrm>
              <a:off x="745455" y="6594444"/>
              <a:ext cx="722662" cy="98475"/>
              <a:chOff x="745455" y="6594444"/>
              <a:chExt cx="722662" cy="98475"/>
            </a:xfrm>
            <a:solidFill>
              <a:srgbClr val="000000"/>
            </a:solidFill>
          </p:grpSpPr>
          <p:sp>
            <p:nvSpPr>
              <p:cNvPr id="24" name="Freeform 49">
                <a:extLst>
                  <a:ext uri="{FF2B5EF4-FFF2-40B4-BE49-F238E27FC236}">
                    <a16:creationId xmlns:a16="http://schemas.microsoft.com/office/drawing/2014/main" id="{20347F9B-85D9-7305-6077-43772AB4D1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5" name="Freeform 50">
                <a:extLst>
                  <a:ext uri="{FF2B5EF4-FFF2-40B4-BE49-F238E27FC236}">
                    <a16:creationId xmlns:a16="http://schemas.microsoft.com/office/drawing/2014/main" id="{A058978B-1228-4CAF-11AF-339AE081625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6" name="Freeform 51">
                <a:extLst>
                  <a:ext uri="{FF2B5EF4-FFF2-40B4-BE49-F238E27FC236}">
                    <a16:creationId xmlns:a16="http://schemas.microsoft.com/office/drawing/2014/main" id="{A59467DD-9DEF-81E1-8873-73A46064E41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7" name="Freeform 52">
                <a:extLst>
                  <a:ext uri="{FF2B5EF4-FFF2-40B4-BE49-F238E27FC236}">
                    <a16:creationId xmlns:a16="http://schemas.microsoft.com/office/drawing/2014/main" id="{DC08AB5A-959D-9D7C-7E79-FFEBA46BD27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8" name="Freeform 53">
                <a:extLst>
                  <a:ext uri="{FF2B5EF4-FFF2-40B4-BE49-F238E27FC236}">
                    <a16:creationId xmlns:a16="http://schemas.microsoft.com/office/drawing/2014/main" id="{71CF48B6-0739-ACD6-B12A-516A14949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54">
                <a:extLst>
                  <a:ext uri="{FF2B5EF4-FFF2-40B4-BE49-F238E27FC236}">
                    <a16:creationId xmlns:a16="http://schemas.microsoft.com/office/drawing/2014/main" id="{BDE1CBCA-34DC-B26D-AF48-C67EB1A3279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0" name="Freeform 55">
                <a:extLst>
                  <a:ext uri="{FF2B5EF4-FFF2-40B4-BE49-F238E27FC236}">
                    <a16:creationId xmlns:a16="http://schemas.microsoft.com/office/drawing/2014/main" id="{F6651751-9912-B2CD-5450-5C647507FF7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1" name="Freeform 56">
                <a:extLst>
                  <a:ext uri="{FF2B5EF4-FFF2-40B4-BE49-F238E27FC236}">
                    <a16:creationId xmlns:a16="http://schemas.microsoft.com/office/drawing/2014/main" id="{F52FFF3D-8EB6-A4D0-9E79-823CB8D65E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2" name="Freeform 57">
                <a:extLst>
                  <a:ext uri="{FF2B5EF4-FFF2-40B4-BE49-F238E27FC236}">
                    <a16:creationId xmlns:a16="http://schemas.microsoft.com/office/drawing/2014/main" id="{D2697DDE-563D-9752-A650-E0D3A240D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3" name="Freeform 58">
                <a:extLst>
                  <a:ext uri="{FF2B5EF4-FFF2-40B4-BE49-F238E27FC236}">
                    <a16:creationId xmlns:a16="http://schemas.microsoft.com/office/drawing/2014/main" id="{05F2E863-F47E-C104-AF3B-1E65229615B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6" name="Graphic 8">
              <a:extLst>
                <a:ext uri="{FF2B5EF4-FFF2-40B4-BE49-F238E27FC236}">
                  <a16:creationId xmlns:a16="http://schemas.microsoft.com/office/drawing/2014/main" id="{04B16A5F-3C07-794A-4C3F-4F7415949D13}"/>
                </a:ext>
              </a:extLst>
            </p:cNvPr>
            <p:cNvGrpSpPr/>
            <p:nvPr/>
          </p:nvGrpSpPr>
          <p:grpSpPr>
            <a:xfrm>
              <a:off x="265625" y="6323271"/>
              <a:ext cx="1249223" cy="190348"/>
              <a:chOff x="265625" y="6323271"/>
              <a:chExt cx="1249223" cy="190348"/>
            </a:xfrm>
            <a:solidFill>
              <a:srgbClr val="000000"/>
            </a:solidFill>
          </p:grpSpPr>
          <p:sp>
            <p:nvSpPr>
              <p:cNvPr id="17" name="Freeform 60">
                <a:extLst>
                  <a:ext uri="{FF2B5EF4-FFF2-40B4-BE49-F238E27FC236}">
                    <a16:creationId xmlns:a16="http://schemas.microsoft.com/office/drawing/2014/main" id="{3C0CED8A-C407-59DA-DAAB-CA9FA2466B6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977CA251-6615-A583-67E6-BED54FAB936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3946A3E3-A254-7F7E-D406-C189314DCDE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20" name="Freeform 63">
                <a:extLst>
                  <a:ext uri="{FF2B5EF4-FFF2-40B4-BE49-F238E27FC236}">
                    <a16:creationId xmlns:a16="http://schemas.microsoft.com/office/drawing/2014/main" id="{B2E0029E-2C63-2298-0705-43A8E06C34F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1" name="Freeform 64">
                <a:extLst>
                  <a:ext uri="{FF2B5EF4-FFF2-40B4-BE49-F238E27FC236}">
                    <a16:creationId xmlns:a16="http://schemas.microsoft.com/office/drawing/2014/main" id="{761D8761-8B74-F609-6C4E-620DF09332C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2" name="Freeform 65">
                <a:extLst>
                  <a:ext uri="{FF2B5EF4-FFF2-40B4-BE49-F238E27FC236}">
                    <a16:creationId xmlns:a16="http://schemas.microsoft.com/office/drawing/2014/main" id="{0DE7D469-5170-81D5-2BE4-7410BB97497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3" name="Freeform 66">
                <a:extLst>
                  <a:ext uri="{FF2B5EF4-FFF2-40B4-BE49-F238E27FC236}">
                    <a16:creationId xmlns:a16="http://schemas.microsoft.com/office/drawing/2014/main" id="{29C3639D-D697-3371-6E1C-821308BBA9F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3F41D2F9-7D81-8747-6A51-531424AD4DB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12571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QR - RBLF">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accent2">
                  <a:lumMod val="60000"/>
                  <a:lumOff val="4000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defRPr lang="en-US" sz="3400" kern="1200" dirty="0">
                <a:solidFill>
                  <a:schemeClr val="accent2"/>
                </a:solidFill>
                <a:latin typeface="Arial" panose="020B0604020202020204" pitchFamily="34" charset="0"/>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Arial" panose="020B0604020202020204" pitchFamily="34" charset="0"/>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a:t>QR Code</a:t>
            </a:r>
          </a:p>
        </p:txBody>
      </p:sp>
      <p:sp>
        <p:nvSpPr>
          <p:cNvPr id="2" name="TextBox 1">
            <a:extLst>
              <a:ext uri="{FF2B5EF4-FFF2-40B4-BE49-F238E27FC236}">
                <a16:creationId xmlns:a16="http://schemas.microsoft.com/office/drawing/2014/main" id="{8E6B8954-A710-B81D-E53C-7846B319B5E8}"/>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 name="Graphic 8">
            <a:extLst>
              <a:ext uri="{FF2B5EF4-FFF2-40B4-BE49-F238E27FC236}">
                <a16:creationId xmlns:a16="http://schemas.microsoft.com/office/drawing/2014/main" id="{48A9556C-D90F-1E50-D386-BDD5D5B47BE9}"/>
              </a:ext>
            </a:extLst>
          </p:cNvPr>
          <p:cNvGrpSpPr/>
          <p:nvPr userDrawn="1"/>
        </p:nvGrpSpPr>
        <p:grpSpPr>
          <a:xfrm>
            <a:off x="265625" y="6323271"/>
            <a:ext cx="1249223" cy="369648"/>
            <a:chOff x="265625" y="6323271"/>
            <a:chExt cx="1249223" cy="369648"/>
          </a:xfrm>
          <a:solidFill>
            <a:srgbClr val="000000"/>
          </a:solidFill>
        </p:grpSpPr>
        <p:grpSp>
          <p:nvGrpSpPr>
            <p:cNvPr id="15" name="Graphic 8">
              <a:extLst>
                <a:ext uri="{FF2B5EF4-FFF2-40B4-BE49-F238E27FC236}">
                  <a16:creationId xmlns:a16="http://schemas.microsoft.com/office/drawing/2014/main" id="{7AE0B2ED-C500-0B34-E377-BDE89C990B9F}"/>
                </a:ext>
              </a:extLst>
            </p:cNvPr>
            <p:cNvGrpSpPr/>
            <p:nvPr/>
          </p:nvGrpSpPr>
          <p:grpSpPr>
            <a:xfrm>
              <a:off x="745455" y="6594444"/>
              <a:ext cx="722662" cy="98475"/>
              <a:chOff x="745455" y="6594444"/>
              <a:chExt cx="722662" cy="98475"/>
            </a:xfrm>
            <a:solidFill>
              <a:srgbClr val="000000"/>
            </a:solidFill>
          </p:grpSpPr>
          <p:sp>
            <p:nvSpPr>
              <p:cNvPr id="24" name="Freeform 49">
                <a:extLst>
                  <a:ext uri="{FF2B5EF4-FFF2-40B4-BE49-F238E27FC236}">
                    <a16:creationId xmlns:a16="http://schemas.microsoft.com/office/drawing/2014/main" id="{20347F9B-85D9-7305-6077-43772AB4D1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5" name="Freeform 50">
                <a:extLst>
                  <a:ext uri="{FF2B5EF4-FFF2-40B4-BE49-F238E27FC236}">
                    <a16:creationId xmlns:a16="http://schemas.microsoft.com/office/drawing/2014/main" id="{A058978B-1228-4CAF-11AF-339AE081625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6" name="Freeform 51">
                <a:extLst>
                  <a:ext uri="{FF2B5EF4-FFF2-40B4-BE49-F238E27FC236}">
                    <a16:creationId xmlns:a16="http://schemas.microsoft.com/office/drawing/2014/main" id="{A59467DD-9DEF-81E1-8873-73A46064E41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7" name="Freeform 52">
                <a:extLst>
                  <a:ext uri="{FF2B5EF4-FFF2-40B4-BE49-F238E27FC236}">
                    <a16:creationId xmlns:a16="http://schemas.microsoft.com/office/drawing/2014/main" id="{DC08AB5A-959D-9D7C-7E79-FFEBA46BD27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8" name="Freeform 53">
                <a:extLst>
                  <a:ext uri="{FF2B5EF4-FFF2-40B4-BE49-F238E27FC236}">
                    <a16:creationId xmlns:a16="http://schemas.microsoft.com/office/drawing/2014/main" id="{71CF48B6-0739-ACD6-B12A-516A14949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9" name="Freeform 54">
                <a:extLst>
                  <a:ext uri="{FF2B5EF4-FFF2-40B4-BE49-F238E27FC236}">
                    <a16:creationId xmlns:a16="http://schemas.microsoft.com/office/drawing/2014/main" id="{BDE1CBCA-34DC-B26D-AF48-C67EB1A3279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0" name="Freeform 55">
                <a:extLst>
                  <a:ext uri="{FF2B5EF4-FFF2-40B4-BE49-F238E27FC236}">
                    <a16:creationId xmlns:a16="http://schemas.microsoft.com/office/drawing/2014/main" id="{F6651751-9912-B2CD-5450-5C647507FF7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1" name="Freeform 56">
                <a:extLst>
                  <a:ext uri="{FF2B5EF4-FFF2-40B4-BE49-F238E27FC236}">
                    <a16:creationId xmlns:a16="http://schemas.microsoft.com/office/drawing/2014/main" id="{F52FFF3D-8EB6-A4D0-9E79-823CB8D65E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2" name="Freeform 57">
                <a:extLst>
                  <a:ext uri="{FF2B5EF4-FFF2-40B4-BE49-F238E27FC236}">
                    <a16:creationId xmlns:a16="http://schemas.microsoft.com/office/drawing/2014/main" id="{D2697DDE-563D-9752-A650-E0D3A240D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3" name="Freeform 58">
                <a:extLst>
                  <a:ext uri="{FF2B5EF4-FFF2-40B4-BE49-F238E27FC236}">
                    <a16:creationId xmlns:a16="http://schemas.microsoft.com/office/drawing/2014/main" id="{05F2E863-F47E-C104-AF3B-1E65229615B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grpSp>
        <p:grpSp>
          <p:nvGrpSpPr>
            <p:cNvPr id="16" name="Graphic 8">
              <a:extLst>
                <a:ext uri="{FF2B5EF4-FFF2-40B4-BE49-F238E27FC236}">
                  <a16:creationId xmlns:a16="http://schemas.microsoft.com/office/drawing/2014/main" id="{04B16A5F-3C07-794A-4C3F-4F7415949D13}"/>
                </a:ext>
              </a:extLst>
            </p:cNvPr>
            <p:cNvGrpSpPr/>
            <p:nvPr/>
          </p:nvGrpSpPr>
          <p:grpSpPr>
            <a:xfrm>
              <a:off x="265625" y="6323271"/>
              <a:ext cx="1249223" cy="190348"/>
              <a:chOff x="265625" y="6323271"/>
              <a:chExt cx="1249223" cy="190348"/>
            </a:xfrm>
            <a:solidFill>
              <a:srgbClr val="000000"/>
            </a:solidFill>
          </p:grpSpPr>
          <p:sp>
            <p:nvSpPr>
              <p:cNvPr id="17" name="Freeform 60">
                <a:extLst>
                  <a:ext uri="{FF2B5EF4-FFF2-40B4-BE49-F238E27FC236}">
                    <a16:creationId xmlns:a16="http://schemas.microsoft.com/office/drawing/2014/main" id="{3C0CED8A-C407-59DA-DAAB-CA9FA2466B6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18" name="Freeform 61">
                <a:extLst>
                  <a:ext uri="{FF2B5EF4-FFF2-40B4-BE49-F238E27FC236}">
                    <a16:creationId xmlns:a16="http://schemas.microsoft.com/office/drawing/2014/main" id="{977CA251-6615-A583-67E6-BED54FAB936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19" name="Freeform 62">
                <a:extLst>
                  <a:ext uri="{FF2B5EF4-FFF2-40B4-BE49-F238E27FC236}">
                    <a16:creationId xmlns:a16="http://schemas.microsoft.com/office/drawing/2014/main" id="{3946A3E3-A254-7F7E-D406-C189314DCDE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0" name="Freeform 63">
                <a:extLst>
                  <a:ext uri="{FF2B5EF4-FFF2-40B4-BE49-F238E27FC236}">
                    <a16:creationId xmlns:a16="http://schemas.microsoft.com/office/drawing/2014/main" id="{B2E0029E-2C63-2298-0705-43A8E06C34F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1" name="Freeform 64">
                <a:extLst>
                  <a:ext uri="{FF2B5EF4-FFF2-40B4-BE49-F238E27FC236}">
                    <a16:creationId xmlns:a16="http://schemas.microsoft.com/office/drawing/2014/main" id="{761D8761-8B74-F609-6C4E-620DF09332C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2" name="Freeform 65">
                <a:extLst>
                  <a:ext uri="{FF2B5EF4-FFF2-40B4-BE49-F238E27FC236}">
                    <a16:creationId xmlns:a16="http://schemas.microsoft.com/office/drawing/2014/main" id="{0DE7D469-5170-81D5-2BE4-7410BB97497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3" name="Freeform 66">
                <a:extLst>
                  <a:ext uri="{FF2B5EF4-FFF2-40B4-BE49-F238E27FC236}">
                    <a16:creationId xmlns:a16="http://schemas.microsoft.com/office/drawing/2014/main" id="{29C3639D-D697-3371-6E1C-821308BBA9F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grpSp>
      </p:grpSp>
      <p:sp>
        <p:nvSpPr>
          <p:cNvPr id="3" name="TextBox 2">
            <a:extLst>
              <a:ext uri="{FF2B5EF4-FFF2-40B4-BE49-F238E27FC236}">
                <a16:creationId xmlns:a16="http://schemas.microsoft.com/office/drawing/2014/main" id="{BD711D22-429F-8410-DB9B-CDB5AE79E886}"/>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91154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16"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5" name="Text Placeholder 4">
            <a:extLst>
              <a:ext uri="{FF2B5EF4-FFF2-40B4-BE49-F238E27FC236}">
                <a16:creationId xmlns:a16="http://schemas.microsoft.com/office/drawing/2014/main" id="{9DF7F371-DDCB-4DB5-8A5D-7CBC2916F075}"/>
              </a:ext>
            </a:extLst>
          </p:cNvPr>
          <p:cNvSpPr>
            <a:spLocks noGrp="1"/>
          </p:cNvSpPr>
          <p:nvPr>
            <p:ph type="body" sz="quarter" idx="15" hasCustomPrompt="1"/>
          </p:nvPr>
        </p:nvSpPr>
        <p:spPr>
          <a:xfrm>
            <a:off x="566102" y="1671003"/>
            <a:ext cx="8606325" cy="695325"/>
          </a:xfrm>
        </p:spPr>
        <p:txBody>
          <a:bodyPr/>
          <a:lstStyle>
            <a:lvl1pPr>
              <a:lnSpc>
                <a:spcPct val="93000"/>
              </a:lnSpc>
              <a:defRPr lang="en-US" sz="3200" kern="1200" dirty="0">
                <a:solidFill>
                  <a:schemeClr val="accent2"/>
                </a:solidFill>
                <a:latin typeface="+mn-lt"/>
                <a:ea typeface="+mn-ea"/>
                <a:cs typeface="+mn-cs"/>
              </a:defRPr>
            </a:lvl1pPr>
          </a:lstStyle>
          <a:p>
            <a:pPr lvl="0"/>
            <a:r>
              <a:rPr lang="en-US" dirty="0"/>
              <a:t>Question placeholder</a:t>
            </a:r>
          </a:p>
        </p:txBody>
      </p:sp>
      <p:sp>
        <p:nvSpPr>
          <p:cNvPr id="7" name="Text Placeholder 6">
            <a:extLst>
              <a:ext uri="{FF2B5EF4-FFF2-40B4-BE49-F238E27FC236}">
                <a16:creationId xmlns:a16="http://schemas.microsoft.com/office/drawing/2014/main" id="{F10CB019-BDB6-42D5-9070-E7A2F4C23DAD}"/>
              </a:ext>
            </a:extLst>
          </p:cNvPr>
          <p:cNvSpPr>
            <a:spLocks noGrp="1"/>
          </p:cNvSpPr>
          <p:nvPr>
            <p:ph type="body" sz="quarter" idx="17" hasCustomPrompt="1"/>
          </p:nvPr>
        </p:nvSpPr>
        <p:spPr>
          <a:xfrm>
            <a:off x="585788" y="3438229"/>
            <a:ext cx="8586639" cy="1243012"/>
          </a:xfrm>
        </p:spPr>
        <p:txBody>
          <a:bodyPr/>
          <a:lstStyle>
            <a:lvl1pPr>
              <a:spcBef>
                <a:spcPts val="1200"/>
              </a:spcBef>
              <a:defRPr lang="en-US" sz="2400" kern="1200" dirty="0">
                <a:solidFill>
                  <a:schemeClr val="tx1"/>
                </a:solidFill>
                <a:latin typeface="+mn-lt"/>
                <a:ea typeface="+mn-ea"/>
                <a:cs typeface="+mn-cs"/>
              </a:defRPr>
            </a:lvl1pPr>
          </a:lstStyle>
          <a:p>
            <a:pPr lvl="0"/>
            <a:r>
              <a:rPr lang="en-US" dirty="0"/>
              <a:t>Answer placeholder</a:t>
            </a:r>
          </a:p>
        </p:txBody>
      </p:sp>
      <p:sp>
        <p:nvSpPr>
          <p:cNvPr id="8" name="TextBox 7">
            <a:extLst>
              <a:ext uri="{FF2B5EF4-FFF2-40B4-BE49-F238E27FC236}">
                <a16:creationId xmlns:a16="http://schemas.microsoft.com/office/drawing/2014/main" id="{5A4A79AA-DC26-417C-ADB3-920836A1C4DB}"/>
              </a:ext>
            </a:extLst>
          </p:cNvPr>
          <p:cNvSpPr txBox="1"/>
          <p:nvPr userDrawn="1"/>
        </p:nvSpPr>
        <p:spPr>
          <a:xfrm>
            <a:off x="585153" y="3078620"/>
            <a:ext cx="751809" cy="184666"/>
          </a:xfrm>
          <a:prstGeom prst="rect">
            <a:avLst/>
          </a:prstGeom>
        </p:spPr>
        <p:txBody>
          <a:bodyPr wrap="none" lIns="0" tIns="0" rIns="0" bIns="0" anchor="b">
            <a:spAutoFit/>
          </a:bodyPr>
          <a:lstStyle>
            <a:defPPr>
              <a:defRPr lang="en-US"/>
            </a:defPPr>
            <a:lvl1pPr>
              <a:defRPr sz="1200" spc="100">
                <a:solidFill>
                  <a:schemeClr val="accent2"/>
                </a:solidFill>
                <a:latin typeface="Arial" panose="020B0604020202020204" pitchFamily="34" charset="0"/>
              </a:defRPr>
            </a:lvl1pPr>
            <a:lvl2pPr indent="-184150">
              <a:lnSpc>
                <a:spcPct val="100000"/>
              </a:lnSpc>
              <a:spcBef>
                <a:spcPts val="1200"/>
              </a:spcBef>
              <a:buClr>
                <a:schemeClr val="tx2"/>
              </a:buClr>
              <a:buSzPct val="90000"/>
              <a:buFont typeface="Arial" panose="020B0604020202020204" pitchFamily="34"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Arial" panose="020B0604020202020204" pitchFamily="34" charset="0"/>
              <a:buChar char="–"/>
              <a:defRPr sz="1600">
                <a:solidFill>
                  <a:schemeClr val="tx2"/>
                </a:solidFill>
              </a:defRPr>
            </a:lvl3pPr>
            <a:lvl4pPr marL="969963" indent="-166688">
              <a:lnSpc>
                <a:spcPct val="100000"/>
              </a:lnSpc>
              <a:spcBef>
                <a:spcPts val="1200"/>
              </a:spcBef>
              <a:buClr>
                <a:schemeClr val="tx2"/>
              </a:buClr>
              <a:buSzPct val="90000"/>
              <a:buFont typeface="Arial" panose="020B0604020202020204" pitchFamily="34" charset="0"/>
              <a:buChar char="•"/>
              <a:defRPr sz="1400">
                <a:solidFill>
                  <a:schemeClr val="tx2"/>
                </a:solidFill>
              </a:defRPr>
            </a:lvl4pPr>
            <a:lvl5pPr marL="1143000" indent="-138113">
              <a:lnSpc>
                <a:spcPct val="100000"/>
              </a:lnSpc>
              <a:spcBef>
                <a:spcPts val="1200"/>
              </a:spcBef>
              <a:buClr>
                <a:schemeClr val="tx2"/>
              </a:buClr>
              <a:buSzPct val="90000"/>
              <a:buFont typeface="Arial" panose="020B0604020202020204" pitchFamily="34" charset="0"/>
              <a:buChar char="–"/>
              <a:tabLst/>
              <a:defRPr sz="1400">
                <a:solidFill>
                  <a:schemeClr val="tx2"/>
                </a:solidFill>
              </a:defRPr>
            </a:lvl5pPr>
            <a:lvl6pPr marL="1258888" indent="-111125">
              <a:lnSpc>
                <a:spcPct val="100000"/>
              </a:lnSpc>
              <a:spcBef>
                <a:spcPts val="1200"/>
              </a:spcBef>
              <a:buClr>
                <a:schemeClr val="tx2"/>
              </a:buClr>
              <a:buSzPct val="90000"/>
              <a:buFont typeface="Arial" panose="020B0604020202020204" pitchFamily="34" charset="0"/>
              <a:buChar char="•"/>
              <a:tabLst/>
              <a:defRPr sz="1400">
                <a:solidFill>
                  <a:schemeClr val="tx2"/>
                </a:solidFill>
              </a:defRPr>
            </a:lvl6pPr>
            <a:lvl7pPr marL="13795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7pPr>
            <a:lvl8pPr marL="155098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8pPr>
            <a:lvl9pPr marL="17224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chemeClr val="accent2"/>
                </a:solidFill>
                <a:effectLst/>
                <a:uLnTx/>
                <a:uFillTx/>
                <a:latin typeface="Arial" panose="020B0604020202020204" pitchFamily="34" charset="0"/>
                <a:ea typeface="+mn-ea"/>
                <a:cs typeface="+mn-cs"/>
              </a:rPr>
              <a:t>ANSWER</a:t>
            </a:r>
          </a:p>
        </p:txBody>
      </p:sp>
      <p:sp>
        <p:nvSpPr>
          <p:cNvPr id="64" name="TextBox 63">
            <a:extLst>
              <a:ext uri="{FF2B5EF4-FFF2-40B4-BE49-F238E27FC236}">
                <a16:creationId xmlns:a16="http://schemas.microsoft.com/office/drawing/2014/main" id="{4290E0C3-F9D7-4309-9E0D-F385EB4B6412}"/>
              </a:ext>
            </a:extLst>
          </p:cNvPr>
          <p:cNvSpPr txBox="1"/>
          <p:nvPr userDrawn="1"/>
        </p:nvSpPr>
        <p:spPr>
          <a:xfrm>
            <a:off x="585154" y="1315505"/>
            <a:ext cx="942566" cy="184666"/>
          </a:xfrm>
          <a:prstGeom prst="rect">
            <a:avLst/>
          </a:prstGeom>
        </p:spPr>
        <p:txBody>
          <a:bodyPr wrap="none" lIns="0" tIns="0" rIns="0" bIns="0" anchor="b">
            <a:spAutoFit/>
          </a:bodyPr>
          <a:lstStyle>
            <a:defPPr>
              <a:defRPr lang="en-US"/>
            </a:defPPr>
            <a:lvl1pPr>
              <a:defRPr sz="1200" spc="100">
                <a:solidFill>
                  <a:schemeClr val="accent2"/>
                </a:solidFill>
                <a:latin typeface="Arial" panose="020B0604020202020204" pitchFamily="34" charset="0"/>
              </a:defRPr>
            </a:lvl1pPr>
            <a:lvl2pPr indent="-184150">
              <a:lnSpc>
                <a:spcPct val="100000"/>
              </a:lnSpc>
              <a:spcBef>
                <a:spcPts val="1200"/>
              </a:spcBef>
              <a:buClr>
                <a:schemeClr val="tx2"/>
              </a:buClr>
              <a:buSzPct val="90000"/>
              <a:buFont typeface="Arial" panose="020B0604020202020204" pitchFamily="34"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Arial" panose="020B0604020202020204" pitchFamily="34" charset="0"/>
              <a:buChar char="–"/>
              <a:defRPr sz="1600">
                <a:solidFill>
                  <a:schemeClr val="tx2"/>
                </a:solidFill>
              </a:defRPr>
            </a:lvl3pPr>
            <a:lvl4pPr marL="969963" indent="-166688">
              <a:lnSpc>
                <a:spcPct val="100000"/>
              </a:lnSpc>
              <a:spcBef>
                <a:spcPts val="1200"/>
              </a:spcBef>
              <a:buClr>
                <a:schemeClr val="tx2"/>
              </a:buClr>
              <a:buSzPct val="90000"/>
              <a:buFont typeface="Arial" panose="020B0604020202020204" pitchFamily="34" charset="0"/>
              <a:buChar char="•"/>
              <a:defRPr sz="1400">
                <a:solidFill>
                  <a:schemeClr val="tx2"/>
                </a:solidFill>
              </a:defRPr>
            </a:lvl4pPr>
            <a:lvl5pPr marL="1143000" indent="-138113">
              <a:lnSpc>
                <a:spcPct val="100000"/>
              </a:lnSpc>
              <a:spcBef>
                <a:spcPts val="1200"/>
              </a:spcBef>
              <a:buClr>
                <a:schemeClr val="tx2"/>
              </a:buClr>
              <a:buSzPct val="90000"/>
              <a:buFont typeface="Arial" panose="020B0604020202020204" pitchFamily="34" charset="0"/>
              <a:buChar char="–"/>
              <a:tabLst/>
              <a:defRPr sz="1400">
                <a:solidFill>
                  <a:schemeClr val="tx2"/>
                </a:solidFill>
              </a:defRPr>
            </a:lvl5pPr>
            <a:lvl6pPr marL="1258888" indent="-111125">
              <a:lnSpc>
                <a:spcPct val="100000"/>
              </a:lnSpc>
              <a:spcBef>
                <a:spcPts val="1200"/>
              </a:spcBef>
              <a:buClr>
                <a:schemeClr val="tx2"/>
              </a:buClr>
              <a:buSzPct val="90000"/>
              <a:buFont typeface="Arial" panose="020B0604020202020204" pitchFamily="34" charset="0"/>
              <a:buChar char="•"/>
              <a:tabLst/>
              <a:defRPr sz="1400">
                <a:solidFill>
                  <a:schemeClr val="tx2"/>
                </a:solidFill>
              </a:defRPr>
            </a:lvl6pPr>
            <a:lvl7pPr marL="13795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7pPr>
            <a:lvl8pPr marL="155098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8pPr>
            <a:lvl9pPr marL="17224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chemeClr val="accent2"/>
                </a:solidFill>
                <a:effectLst/>
                <a:uLnTx/>
                <a:uFillTx/>
                <a:latin typeface="Arial" panose="020B0604020202020204" pitchFamily="34" charset="0"/>
                <a:ea typeface="+mn-ea"/>
                <a:cs typeface="+mn-cs"/>
              </a:rPr>
              <a:t>QUESTION</a:t>
            </a:r>
          </a:p>
        </p:txBody>
      </p:sp>
      <p:cxnSp>
        <p:nvCxnSpPr>
          <p:cNvPr id="65" name="Straight Connector 64">
            <a:extLst>
              <a:ext uri="{FF2B5EF4-FFF2-40B4-BE49-F238E27FC236}">
                <a16:creationId xmlns:a16="http://schemas.microsoft.com/office/drawing/2014/main" id="{3EC0D0AE-7A16-4EC6-BC53-6DC082C857C5}"/>
              </a:ext>
            </a:extLst>
          </p:cNvPr>
          <p:cNvCxnSpPr>
            <a:cxnSpLocks/>
          </p:cNvCxnSpPr>
          <p:nvPr userDrawn="1"/>
        </p:nvCxnSpPr>
        <p:spPr bwMode="gray">
          <a:xfrm>
            <a:off x="612458" y="2933659"/>
            <a:ext cx="85516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 name="Picture 2" descr="A blue and white chat bubbles&#10;&#10;Description automatically generated">
            <a:extLst>
              <a:ext uri="{FF2B5EF4-FFF2-40B4-BE49-F238E27FC236}">
                <a16:creationId xmlns:a16="http://schemas.microsoft.com/office/drawing/2014/main" id="{B07E408F-6F8D-527B-D190-71839E7CD143}"/>
              </a:ext>
            </a:extLst>
          </p:cNvPr>
          <p:cNvPicPr>
            <a:picLocks noChangeAspect="1"/>
          </p:cNvPicPr>
          <p:nvPr userDrawn="1"/>
        </p:nvPicPr>
        <p:blipFill>
          <a:blip r:embed="rId2"/>
          <a:stretch>
            <a:fillRect/>
          </a:stretch>
        </p:blipFill>
        <p:spPr>
          <a:xfrm>
            <a:off x="7010401" y="4059735"/>
            <a:ext cx="5762986" cy="2881493"/>
          </a:xfrm>
          <a:prstGeom prst="rect">
            <a:avLst/>
          </a:prstGeom>
        </p:spPr>
      </p:pic>
    </p:spTree>
    <p:extLst>
      <p:ext uri="{BB962C8B-B14F-4D97-AF65-F5344CB8AC3E}">
        <p14:creationId xmlns:p14="http://schemas.microsoft.com/office/powerpoint/2010/main" val="392475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750"/>
                                        <p:tgtEl>
                                          <p:spTgt spid="64"/>
                                        </p:tgtEl>
                                      </p:cBhvr>
                                    </p:animEffect>
                                  </p:childTnLst>
                                </p:cTn>
                              </p:par>
                              <p:par>
                                <p:cTn id="8" presetID="63" presetClass="path" presetSubtype="0" accel="50000" decel="50000" fill="hold" grpId="1" nodeType="withEffect">
                                  <p:stCondLst>
                                    <p:cond delay="0"/>
                                  </p:stCondLst>
                                  <p:childTnLst>
                                    <p:animMotion origin="layout" path="M -1.09664E-6 -4.07407E-6 L 0.0129 -4.07407E-6 " pathEditMode="relative" rAng="0" ptsTypes="AA">
                                      <p:cBhvr>
                                        <p:cTn id="9" dur="750" spd="-100000" fill="hold"/>
                                        <p:tgtEl>
                                          <p:spTgt spid="64"/>
                                        </p:tgtEl>
                                        <p:attrNameLst>
                                          <p:attrName>ppt_x</p:attrName>
                                          <p:attrName>ppt_y</p:attrName>
                                        </p:attrNameLst>
                                      </p:cBhvr>
                                      <p:rCtr x="638" y="0"/>
                                    </p:animMotion>
                                  </p:childTnLst>
                                </p:cTn>
                              </p:par>
                              <p:par>
                                <p:cTn id="10" presetID="10" presetClass="entr" presetSubtype="0" fill="hold" grpId="0" nodeType="withEffect">
                                  <p:stCondLst>
                                    <p:cond delay="50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75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1000"/>
                                        <p:tgtEl>
                                          <p:spTgt spid="6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50"/>
                                        <p:tgtEl>
                                          <p:spTgt spid="8"/>
                                        </p:tgtEl>
                                      </p:cBhvr>
                                    </p:animEffect>
                                  </p:childTnLst>
                                </p:cTn>
                              </p:par>
                              <p:par>
                                <p:cTn id="21" presetID="63" presetClass="path" presetSubtype="0" accel="50000" decel="50000" fill="hold" grpId="1" nodeType="withEffect">
                                  <p:stCondLst>
                                    <p:cond delay="0"/>
                                  </p:stCondLst>
                                  <p:childTnLst>
                                    <p:animMotion origin="layout" path="M -1.09664E-6 -4.07407E-6 L 0.0129 -4.07407E-6 " pathEditMode="relative" rAng="0" ptsTypes="AA">
                                      <p:cBhvr>
                                        <p:cTn id="22" dur="750" spd="-100000" fill="hold"/>
                                        <p:tgtEl>
                                          <p:spTgt spid="8"/>
                                        </p:tgtEl>
                                        <p:attrNameLst>
                                          <p:attrName>ppt_x</p:attrName>
                                          <p:attrName>ppt_y</p:attrName>
                                        </p:attrNameLst>
                                      </p:cBhvr>
                                      <p:rCtr x="638" y="0"/>
                                    </p:animMotion>
                                  </p:childTnLst>
                                </p:cTn>
                              </p:par>
                              <p:par>
                                <p:cTn id="23" presetID="10" presetClass="entr" presetSubtype="0"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fade">
                      <p:cBhvr>
                        <p:cTn dur="750"/>
                        <p:tgtEl>
                          <p:spTgt spid="5"/>
                        </p:tgtEl>
                      </p:cBhvr>
                    </p:animEffect>
                  </p:childTnLst>
                </p:cTn>
              </p:par>
            </p:tnLst>
          </p:tmpl>
        </p:tmplLst>
      </p:bldP>
      <p:bldP spid="7" grpId="0">
        <p:tmplLst>
          <p:tmpl>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childTnLst>
                </p:cTn>
              </p:par>
            </p:tnLst>
          </p:tmpl>
        </p:tmplLst>
      </p:bldP>
      <p:bldP spid="8" grpId="0"/>
      <p:bldP spid="8" grpId="1"/>
      <p:bldP spid="64" grpId="0"/>
      <p:bldP spid="64" grpId="1"/>
    </p:bldLst>
  </p:timing>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dditional Resources">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99DA0648-21B2-406D-A422-7E274EDA1355}"/>
              </a:ext>
            </a:extLst>
          </p:cNvPr>
          <p:cNvSpPr>
            <a:spLocks noGrp="1"/>
          </p:cNvSpPr>
          <p:nvPr>
            <p:ph type="title" hasCustomPrompt="1"/>
          </p:nvPr>
        </p:nvSpPr>
        <p:spPr>
          <a:xfrm>
            <a:off x="579809" y="412751"/>
            <a:ext cx="11001004" cy="381000"/>
          </a:xfrm>
        </p:spPr>
        <p:txBody>
          <a:bodyPr/>
          <a:lstStyle>
            <a:lvl1pPr algn="ctr">
              <a:defRPr>
                <a:solidFill>
                  <a:schemeClr val="accent2"/>
                </a:solidFill>
                <a:latin typeface="+mj-lt"/>
              </a:defRPr>
            </a:lvl1pPr>
          </a:lstStyle>
          <a:p>
            <a:r>
              <a:rPr lang="en-US" dirty="0"/>
              <a:t>core.vmware.com</a:t>
            </a:r>
          </a:p>
        </p:txBody>
      </p:sp>
      <p:sp>
        <p:nvSpPr>
          <p:cNvPr id="21" name="Subtitle 2">
            <a:extLst>
              <a:ext uri="{FF2B5EF4-FFF2-40B4-BE49-F238E27FC236}">
                <a16:creationId xmlns:a16="http://schemas.microsoft.com/office/drawing/2014/main" id="{74AFF959-11BB-45D2-8B67-D31D48B8F642}"/>
              </a:ext>
            </a:extLst>
          </p:cNvPr>
          <p:cNvSpPr>
            <a:spLocks noGrp="1"/>
          </p:cNvSpPr>
          <p:nvPr>
            <p:ph type="subTitle" idx="16" hasCustomPrompt="1"/>
          </p:nvPr>
        </p:nvSpPr>
        <p:spPr>
          <a:xfrm>
            <a:off x="592866" y="811830"/>
            <a:ext cx="10987947" cy="247743"/>
          </a:xfrm>
        </p:spPr>
        <p:txBody>
          <a:bodyPr/>
          <a:lstStyle>
            <a:lvl1pPr marL="0" indent="0" algn="ctr">
              <a:lnSpc>
                <a:spcPct val="100000"/>
              </a:lnSpc>
              <a:spcBef>
                <a:spcPts val="0"/>
              </a:spcBef>
              <a:buNone/>
              <a:defRPr sz="20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r>
              <a:rPr lang="en-US" dirty="0"/>
              <a:t>Technical Resources for vSphere, vSAN, and Cloud Foundation</a:t>
            </a:r>
          </a:p>
        </p:txBody>
      </p:sp>
      <p:sp>
        <p:nvSpPr>
          <p:cNvPr id="5" name="Picture Placeholder 4">
            <a:extLst>
              <a:ext uri="{FF2B5EF4-FFF2-40B4-BE49-F238E27FC236}">
                <a16:creationId xmlns:a16="http://schemas.microsoft.com/office/drawing/2014/main" id="{8FB7FE73-44E6-4379-900C-92068AF1FB94}"/>
              </a:ext>
            </a:extLst>
          </p:cNvPr>
          <p:cNvSpPr>
            <a:spLocks noGrp="1"/>
          </p:cNvSpPr>
          <p:nvPr>
            <p:ph type="pic" sz="quarter" idx="17"/>
          </p:nvPr>
        </p:nvSpPr>
        <p:spPr>
          <a:xfrm>
            <a:off x="973138" y="1474454"/>
            <a:ext cx="5867400" cy="4230687"/>
          </a:xfrm>
        </p:spPr>
        <p:txBody>
          <a:bodyPr/>
          <a:lstStyle/>
          <a:p>
            <a:r>
              <a:rPr lang="en-GB"/>
              <a:t>Click icon to add picture</a:t>
            </a:r>
            <a:endParaRPr lang="en-US"/>
          </a:p>
        </p:txBody>
      </p:sp>
      <p:sp>
        <p:nvSpPr>
          <p:cNvPr id="10" name="Picture Placeholder 4">
            <a:extLst>
              <a:ext uri="{FF2B5EF4-FFF2-40B4-BE49-F238E27FC236}">
                <a16:creationId xmlns:a16="http://schemas.microsoft.com/office/drawing/2014/main" id="{4B5A7B52-A205-4C2E-90E8-6D53C34D17A7}"/>
              </a:ext>
            </a:extLst>
          </p:cNvPr>
          <p:cNvSpPr>
            <a:spLocks noGrp="1"/>
          </p:cNvSpPr>
          <p:nvPr>
            <p:ph type="pic" sz="quarter" idx="18"/>
          </p:nvPr>
        </p:nvSpPr>
        <p:spPr>
          <a:xfrm>
            <a:off x="5348036" y="1916279"/>
            <a:ext cx="5867400" cy="4230687"/>
          </a:xfrm>
        </p:spPr>
        <p:txBody>
          <a:bodyPr/>
          <a:lstStyle/>
          <a:p>
            <a:r>
              <a:rPr lang="en-GB"/>
              <a:t>Click icon to add picture</a:t>
            </a:r>
            <a:endParaRPr lang="en-US"/>
          </a:p>
        </p:txBody>
      </p:sp>
      <p:sp>
        <p:nvSpPr>
          <p:cNvPr id="2" name="page number">
            <a:extLst>
              <a:ext uri="{FF2B5EF4-FFF2-40B4-BE49-F238E27FC236}">
                <a16:creationId xmlns:a16="http://schemas.microsoft.com/office/drawing/2014/main" id="{5BD84BF0-FB26-689D-B375-968D34593F1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73359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Important">
    <p:bg>
      <p:bgPr>
        <a:solidFill>
          <a:schemeClr val="bg1"/>
        </a:solidFill>
        <a:effectLst/>
      </p:bgPr>
    </p:bg>
    <p:spTree>
      <p:nvGrpSpPr>
        <p:cNvPr id="1" name=""/>
        <p:cNvGrpSpPr/>
        <p:nvPr/>
      </p:nvGrpSpPr>
      <p:grpSpPr>
        <a:xfrm>
          <a:off x="0" y="0"/>
          <a:ext cx="0" cy="0"/>
          <a:chOff x="0" y="0"/>
          <a:chExt cx="0" cy="0"/>
        </a:xfrm>
      </p:grpSpPr>
      <p:sp>
        <p:nvSpPr>
          <p:cNvPr id="5" name="Google Shape;6057;p505">
            <a:extLst>
              <a:ext uri="{FF2B5EF4-FFF2-40B4-BE49-F238E27FC236}">
                <a16:creationId xmlns:a16="http://schemas.microsoft.com/office/drawing/2014/main" id="{207E66D8-4803-457B-BEDC-BCE91009D765}"/>
              </a:ext>
            </a:extLst>
          </p:cNvPr>
          <p:cNvSpPr/>
          <p:nvPr userDrawn="1"/>
        </p:nvSpPr>
        <p:spPr>
          <a:xfrm>
            <a:off x="0" y="0"/>
            <a:ext cx="12187237" cy="6852792"/>
          </a:xfrm>
          <a:prstGeom prst="parallelogram">
            <a:avLst>
              <a:gd name="adj" fmla="val 0"/>
            </a:avLst>
          </a:prstGeom>
          <a:solidFill>
            <a:schemeClr val="tx2">
              <a:alpha val="25000"/>
            </a:schemeClr>
          </a:solidFill>
          <a:ln>
            <a:noFill/>
          </a:ln>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 name="Google Shape;6057;p505">
            <a:extLst>
              <a:ext uri="{FF2B5EF4-FFF2-40B4-BE49-F238E27FC236}">
                <a16:creationId xmlns:a16="http://schemas.microsoft.com/office/drawing/2014/main" id="{FC5D4AB5-14C6-8920-0088-BC04631F98F0}"/>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72975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portant - RBLF">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0" y="0"/>
            <a:ext cx="12188825" cy="6858000"/>
          </a:xfrm>
          <a:prstGeom prst="rect">
            <a:avLst/>
          </a:prstGeom>
          <a:gradFill>
            <a:gsLst>
              <a:gs pos="0">
                <a:schemeClr val="accent2">
                  <a:lumMod val="97000"/>
                  <a:lumOff val="3000"/>
                  <a:alpha val="39000"/>
                </a:schemeClr>
              </a:gs>
              <a:gs pos="100000">
                <a:srgbClr val="0070C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52" name="Google Shape;6057;p505">
            <a:extLst>
              <a:ext uri="{FF2B5EF4-FFF2-40B4-BE49-F238E27FC236}">
                <a16:creationId xmlns:a16="http://schemas.microsoft.com/office/drawing/2014/main" id="{5A80A387-35D3-267F-3EA7-20747D641A1F}"/>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8840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Important - R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8703" y="0"/>
            <a:ext cx="12188825" cy="6858000"/>
          </a:xfrm>
          <a:prstGeom prst="rect">
            <a:avLst/>
          </a:prstGeom>
          <a:gradFill>
            <a:gsLst>
              <a:gs pos="0">
                <a:srgbClr val="930722"/>
              </a:gs>
              <a:gs pos="100000">
                <a:srgbClr val="A6192E"/>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52" name="Google Shape;6057;p505">
            <a:extLst>
              <a:ext uri="{FF2B5EF4-FFF2-40B4-BE49-F238E27FC236}">
                <a16:creationId xmlns:a16="http://schemas.microsoft.com/office/drawing/2014/main" id="{5A80A387-35D3-267F-3EA7-20747D641A1F}"/>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8959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Full R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0" y="0"/>
            <a:ext cx="12188825" cy="6858000"/>
          </a:xfrm>
          <a:prstGeom prst="rect">
            <a:avLst/>
          </a:prstGeom>
          <a:gradFill flip="none" rotWithShape="1">
            <a:gsLst>
              <a:gs pos="0">
                <a:srgbClr val="A6192E"/>
              </a:gs>
              <a:gs pos="100000">
                <a:srgbClr val="79051B"/>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E0505437-E970-4DD3-DB73-BC8CB0E09583}"/>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chemeClr val="bg1"/>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grp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grp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2" name="TextBox 1">
            <a:extLst>
              <a:ext uri="{FF2B5EF4-FFF2-40B4-BE49-F238E27FC236}">
                <a16:creationId xmlns:a16="http://schemas.microsoft.com/office/drawing/2014/main" id="{08093AD6-9D4C-C1C3-B819-ED557A62CD6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4"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 y="0"/>
            <a:ext cx="12188824" cy="6858000"/>
          </a:xfrm>
        </p:spPr>
        <p:txBody>
          <a:bodyPr anchor="ctr"/>
          <a:lstStyle>
            <a:lvl1pPr algn="ctr">
              <a:defRPr sz="3200">
                <a:solidFill>
                  <a:schemeClr val="bg1"/>
                </a:solidFill>
              </a:defRPr>
            </a:lvl1pPr>
            <a:lvl2pPr algn="ctr">
              <a:defRPr/>
            </a:lvl2pPr>
            <a:lvl3pPr algn="ctr">
              <a:defRPr/>
            </a:lvl3pPr>
            <a:lvl4pPr algn="ctr">
              <a:defRPr/>
            </a:lvl4pPr>
            <a:lvl5pPr algn="ctr">
              <a:defRPr/>
            </a:lvl5pPr>
          </a:lstStyle>
          <a:p>
            <a:pPr algn="ctr">
              <a:spcAft>
                <a:spcPts val="600"/>
              </a:spcAft>
            </a:pPr>
            <a:r>
              <a:rPr lang="en-US" sz="2000" dirty="0"/>
              <a:t>Text here</a:t>
            </a:r>
          </a:p>
        </p:txBody>
      </p:sp>
    </p:spTree>
    <p:extLst>
      <p:ext uri="{BB962C8B-B14F-4D97-AF65-F5344CB8AC3E}">
        <p14:creationId xmlns:p14="http://schemas.microsoft.com/office/powerpoint/2010/main" val="353366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Screenshot">
    <p:spTree>
      <p:nvGrpSpPr>
        <p:cNvPr id="1" name=""/>
        <p:cNvGrpSpPr/>
        <p:nvPr/>
      </p:nvGrpSpPr>
      <p:grpSpPr>
        <a:xfrm>
          <a:off x="0" y="0"/>
          <a:ext cx="0" cy="0"/>
          <a:chOff x="0" y="0"/>
          <a:chExt cx="0" cy="0"/>
        </a:xfrm>
      </p:grpSpPr>
      <p:sp>
        <p:nvSpPr>
          <p:cNvPr id="9" name="Graphic 183">
            <a:extLst>
              <a:ext uri="{FF2B5EF4-FFF2-40B4-BE49-F238E27FC236}">
                <a16:creationId xmlns:a16="http://schemas.microsoft.com/office/drawing/2014/main" id="{CC0EE858-5B6C-D50F-5D2F-30F1D7D74C44}"/>
              </a:ext>
            </a:extLst>
          </p:cNvPr>
          <p:cNvSpPr/>
          <p:nvPr userDrawn="1"/>
        </p:nvSpPr>
        <p:spPr>
          <a:xfrm>
            <a:off x="320695" y="0"/>
            <a:ext cx="11547435" cy="5932641"/>
          </a:xfrm>
          <a:custGeom>
            <a:avLst/>
            <a:gdLst>
              <a:gd name="connsiteX0" fmla="*/ 10156413 w 10156412"/>
              <a:gd name="connsiteY0" fmla="*/ 0 h 5217985"/>
              <a:gd name="connsiteX1" fmla="*/ 4938427 w 10156412"/>
              <a:gd name="connsiteY1" fmla="*/ 5217986 h 5217985"/>
              <a:gd name="connsiteX2" fmla="*/ 0 w 10156412"/>
              <a:gd name="connsiteY2" fmla="*/ 5217986 h 5217985"/>
              <a:gd name="connsiteX3" fmla="*/ 5210842 w 10156412"/>
              <a:gd name="connsiteY3" fmla="*/ 7144 h 5217985"/>
              <a:gd name="connsiteX4" fmla="*/ 10156413 w 10156412"/>
              <a:gd name="connsiteY4" fmla="*/ 0 h 5217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6412" h="5217985">
                <a:moveTo>
                  <a:pt x="10156413" y="0"/>
                </a:moveTo>
                <a:lnTo>
                  <a:pt x="4938427" y="5217986"/>
                </a:lnTo>
                <a:lnTo>
                  <a:pt x="0" y="5217986"/>
                </a:lnTo>
                <a:lnTo>
                  <a:pt x="5210842" y="7144"/>
                </a:lnTo>
                <a:lnTo>
                  <a:pt x="10156413" y="0"/>
                </a:lnTo>
                <a:close/>
              </a:path>
            </a:pathLst>
          </a:custGeom>
          <a:gradFill>
            <a:gsLst>
              <a:gs pos="0">
                <a:schemeClr val="accent3">
                  <a:lumMod val="20000"/>
                  <a:lumOff val="80000"/>
                </a:schemeClr>
              </a:gs>
              <a:gs pos="97000">
                <a:schemeClr val="accent3">
                  <a:alpha val="56000"/>
                </a:schemeClr>
              </a:gs>
              <a:gs pos="51000">
                <a:schemeClr val="accent1">
                  <a:lumMod val="20000"/>
                  <a:lumOff val="80000"/>
                </a:schemeClr>
              </a:gs>
            </a:gsLst>
            <a:lin ang="5400000" scaled="1"/>
          </a:gradFill>
          <a:ln w="0" cap="flat">
            <a:noFill/>
            <a:prstDash val="solid"/>
            <a:miter/>
          </a:ln>
        </p:spPr>
        <p:txBody>
          <a:bodyPr rtlCol="0" anchor="ctr"/>
          <a:lstStyle/>
          <a:p>
            <a:endParaRPr lang="en-US"/>
          </a:p>
        </p:txBody>
      </p:sp>
      <p:sp>
        <p:nvSpPr>
          <p:cNvPr id="11" name="page number">
            <a:extLst>
              <a:ext uri="{FF2B5EF4-FFF2-40B4-BE49-F238E27FC236}">
                <a16:creationId xmlns:a16="http://schemas.microsoft.com/office/drawing/2014/main" id="{DD6ED7B7-A0CA-F5BD-3911-D9D78882D78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pic>
        <p:nvPicPr>
          <p:cNvPr id="12" name="Picture 11" descr="A screen shot of a computer&#10;&#10;Description automatically generated">
            <a:extLst>
              <a:ext uri="{FF2B5EF4-FFF2-40B4-BE49-F238E27FC236}">
                <a16:creationId xmlns:a16="http://schemas.microsoft.com/office/drawing/2014/main" id="{CAA26AE1-6CFF-CFC9-CF76-0A49C1E19A5E}"/>
              </a:ext>
            </a:extLst>
          </p:cNvPr>
          <p:cNvPicPr>
            <a:picLocks noChangeAspect="1"/>
          </p:cNvPicPr>
          <p:nvPr userDrawn="1"/>
        </p:nvPicPr>
        <p:blipFill>
          <a:blip r:embed="rId2"/>
          <a:stretch>
            <a:fillRect/>
          </a:stretch>
        </p:blipFill>
        <p:spPr>
          <a:xfrm>
            <a:off x="1381355" y="365760"/>
            <a:ext cx="9426115" cy="5651190"/>
          </a:xfrm>
          <a:prstGeom prst="rect">
            <a:avLst/>
          </a:prstGeom>
        </p:spPr>
      </p:pic>
      <p:sp>
        <p:nvSpPr>
          <p:cNvPr id="2" name="TextBox 1">
            <a:extLst>
              <a:ext uri="{FF2B5EF4-FFF2-40B4-BE49-F238E27FC236}">
                <a16:creationId xmlns:a16="http://schemas.microsoft.com/office/drawing/2014/main" id="{75AE6DA2-52D3-1C38-B760-3B84307F4BB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6" name="Graphic 8">
            <a:extLst>
              <a:ext uri="{FF2B5EF4-FFF2-40B4-BE49-F238E27FC236}">
                <a16:creationId xmlns:a16="http://schemas.microsoft.com/office/drawing/2014/main" id="{87EFBD84-344D-95EF-DE3F-F6160168A24E}"/>
              </a:ext>
            </a:extLst>
          </p:cNvPr>
          <p:cNvGrpSpPr/>
          <p:nvPr userDrawn="1"/>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D9656C95-543D-8B11-107E-E47CCC79603F}"/>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A7B82701-0FDD-9029-8E99-1E22C10A5C6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E1A3DB7F-29F4-4BEA-E671-1D68F6B5853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A22E09E8-6DE3-AA3F-3F5D-36ABE11E037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7A24911E-70C9-F02C-1964-9DFF5315CD9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37BF3D16-6ACD-DA44-363A-8AC823B477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54">
                <a:extLst>
                  <a:ext uri="{FF2B5EF4-FFF2-40B4-BE49-F238E27FC236}">
                    <a16:creationId xmlns:a16="http://schemas.microsoft.com/office/drawing/2014/main" id="{BE6417C8-BBF4-81F7-A0DD-24EB7EFBFE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55">
                <a:extLst>
                  <a:ext uri="{FF2B5EF4-FFF2-40B4-BE49-F238E27FC236}">
                    <a16:creationId xmlns:a16="http://schemas.microsoft.com/office/drawing/2014/main" id="{B4A4279D-68E4-8B6F-E581-236E464E40F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56">
                <a:extLst>
                  <a:ext uri="{FF2B5EF4-FFF2-40B4-BE49-F238E27FC236}">
                    <a16:creationId xmlns:a16="http://schemas.microsoft.com/office/drawing/2014/main" id="{F697AECC-1861-AE33-EE4E-BCE1A815D26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7" name="Freeform 57">
                <a:extLst>
                  <a:ext uri="{FF2B5EF4-FFF2-40B4-BE49-F238E27FC236}">
                    <a16:creationId xmlns:a16="http://schemas.microsoft.com/office/drawing/2014/main" id="{C0525938-7872-C849-6A48-7C9C0C25C1E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58">
                <a:extLst>
                  <a:ext uri="{FF2B5EF4-FFF2-40B4-BE49-F238E27FC236}">
                    <a16:creationId xmlns:a16="http://schemas.microsoft.com/office/drawing/2014/main" id="{FA5A3834-0DE7-CB60-35E5-22D79CB8860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BA3AC9DE-BCBF-E496-55E8-B706E2AFEA9B}"/>
                </a:ext>
              </a:extLst>
            </p:cNvPr>
            <p:cNvGrpSpPr/>
            <p:nvPr/>
          </p:nvGrpSpPr>
          <p:grpSpPr>
            <a:xfrm>
              <a:off x="265625" y="6323271"/>
              <a:ext cx="1249223" cy="190348"/>
              <a:chOff x="265625" y="6323271"/>
              <a:chExt cx="1249223" cy="190348"/>
            </a:xfrm>
            <a:solidFill>
              <a:srgbClr val="000000"/>
            </a:solidFill>
          </p:grpSpPr>
          <p:sp>
            <p:nvSpPr>
              <p:cNvPr id="10" name="Freeform 60">
                <a:extLst>
                  <a:ext uri="{FF2B5EF4-FFF2-40B4-BE49-F238E27FC236}">
                    <a16:creationId xmlns:a16="http://schemas.microsoft.com/office/drawing/2014/main" id="{3B9321B5-FF9F-F279-FAB5-2A3C476536A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67AC7DF2-D051-44A4-8593-C53748DBA88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C7EF40A0-69C9-4C10-1242-C502242CD4E3}"/>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6F20B51A-FCBD-2B3E-53A3-9ACB9196A26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DBDA56D6-EEA4-C40A-3200-D843DFA23D2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B8422E84-A38D-22FE-8238-51651BA7FA5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CE857AA0-5594-39A8-04E9-4842D5E7D5B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42F28B57-8777-0EF5-2660-00FF91A1062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62212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vcf-close-a">
    <p:spTree>
      <p:nvGrpSpPr>
        <p:cNvPr id="1" name=""/>
        <p:cNvGrpSpPr/>
        <p:nvPr/>
      </p:nvGrpSpPr>
      <p:grpSpPr>
        <a:xfrm>
          <a:off x="0" y="0"/>
          <a:ext cx="0" cy="0"/>
          <a:chOff x="0" y="0"/>
          <a:chExt cx="0" cy="0"/>
        </a:xfrm>
      </p:grpSpPr>
      <p:pic>
        <p:nvPicPr>
          <p:cNvPr id="7" name="Picture 6" descr="A screen shot of a computer&#10;&#10;AI-generated content may be incorrect.">
            <a:extLst>
              <a:ext uri="{FF2B5EF4-FFF2-40B4-BE49-F238E27FC236}">
                <a16:creationId xmlns:a16="http://schemas.microsoft.com/office/drawing/2014/main" id="{5D22B5DE-D878-0F7B-8289-C21F71E7925B}"/>
              </a:ext>
            </a:extLst>
          </p:cNvPr>
          <p:cNvPicPr>
            <a:picLocks noChangeAspect="1"/>
          </p:cNvPicPr>
          <p:nvPr userDrawn="1"/>
        </p:nvPicPr>
        <p:blipFill>
          <a:blip r:embed="rId2"/>
          <a:srcRect l="53694" b="13698"/>
          <a:stretch>
            <a:fillRect/>
          </a:stretch>
        </p:blipFill>
        <p:spPr>
          <a:xfrm>
            <a:off x="6544638" y="893"/>
            <a:ext cx="5644186" cy="5917022"/>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p:nvSpPr>
        <p:spPr>
          <a:xfrm>
            <a:off x="612593" y="3730021"/>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pic>
        <p:nvPicPr>
          <p:cNvPr id="2" name="Graphic 1">
            <a:extLst>
              <a:ext uri="{FF2B5EF4-FFF2-40B4-BE49-F238E27FC236}">
                <a16:creationId xmlns:a16="http://schemas.microsoft.com/office/drawing/2014/main" id="{231E1D4D-2045-E0A6-9319-80E550D43A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3266" y="570134"/>
            <a:ext cx="2857719" cy="562472"/>
          </a:xfrm>
          <a:prstGeom prst="rect">
            <a:avLst/>
          </a:prstGeom>
        </p:spPr>
      </p:pic>
      <p:grpSp>
        <p:nvGrpSpPr>
          <p:cNvPr id="4" name="Graphic 8">
            <a:extLst>
              <a:ext uri="{FF2B5EF4-FFF2-40B4-BE49-F238E27FC236}">
                <a16:creationId xmlns:a16="http://schemas.microsoft.com/office/drawing/2014/main" id="{D240381F-D431-6FBD-1BD4-B90BBD2F5331}"/>
              </a:ext>
            </a:extLst>
          </p:cNvPr>
          <p:cNvGrpSpPr/>
          <p:nvPr userDrawn="1"/>
        </p:nvGrpSpPr>
        <p:grpSpPr>
          <a:xfrm>
            <a:off x="10169913"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2126EE8A-3BAE-0199-0098-43FF0694566B}"/>
                </a:ext>
              </a:extLst>
            </p:cNvPr>
            <p:cNvGrpSpPr/>
            <p:nvPr/>
          </p:nvGrpSpPr>
          <p:grpSpPr>
            <a:xfrm>
              <a:off x="745455" y="6594444"/>
              <a:ext cx="722662" cy="98475"/>
              <a:chOff x="745455" y="6594444"/>
              <a:chExt cx="722662" cy="98475"/>
            </a:xfrm>
            <a:solidFill>
              <a:srgbClr val="000000"/>
            </a:solidFill>
          </p:grpSpPr>
          <p:sp>
            <p:nvSpPr>
              <p:cNvPr id="16" name="Freeform 15">
                <a:extLst>
                  <a:ext uri="{FF2B5EF4-FFF2-40B4-BE49-F238E27FC236}">
                    <a16:creationId xmlns:a16="http://schemas.microsoft.com/office/drawing/2014/main" id="{C845378D-FD42-9D1E-B3E5-6856C02449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01B4F03C-6425-086A-B4A0-22FA153080A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49E38D1-463D-4C64-CA19-58E01C037DD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F4C03AD-9A01-0F91-8CE4-6E2D4540378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2127FF99-1099-4457-6014-133A0B2B331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0636C64C-5C63-B92E-3F14-6BD8275DC6F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F210CBC-9EFA-8E8A-956F-90C41FFE702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C72D9EBE-6044-B591-406D-781CDFE0790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D642E36F-CA65-D7DC-71EB-5C5EBBD4CEC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9EF31A7-C6D1-D919-812E-4103196A5C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DADBD257-43D0-4CDA-4A5A-3CDA7BF6740C}"/>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B5BFAD0C-7AD2-00F4-4919-505C12E2501B}"/>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AE52F78E-16F0-DF94-70DA-D5582B09706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9C32BCE4-0107-EF3E-0450-AA6CBFDD165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49F81FA8-AAC7-6F89-E33E-0311B404D8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01788C-E05D-6DA1-6A16-F0654896083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DB1CA306-CB93-3B83-69A3-BF09A3F8EDB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89196C2B-5506-6430-A14E-6A9FF840E3A0}"/>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63255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vcf-close-b">
    <p:spTree>
      <p:nvGrpSpPr>
        <p:cNvPr id="1" name=""/>
        <p:cNvGrpSpPr/>
        <p:nvPr/>
      </p:nvGrpSpPr>
      <p:grpSpPr>
        <a:xfrm>
          <a:off x="0" y="0"/>
          <a:ext cx="0" cy="0"/>
          <a:chOff x="0" y="0"/>
          <a:chExt cx="0" cy="0"/>
        </a:xfrm>
      </p:grpSpPr>
      <p:pic>
        <p:nvPicPr>
          <p:cNvPr id="4" name="Picture 3" descr="A logo of a cloud computing system&#10;&#10;AI-generated content may be incorrect.">
            <a:extLst>
              <a:ext uri="{FF2B5EF4-FFF2-40B4-BE49-F238E27FC236}">
                <a16:creationId xmlns:a16="http://schemas.microsoft.com/office/drawing/2014/main" id="{D5B6D3D3-656A-E2AE-0E8D-85964108B23F}"/>
              </a:ext>
            </a:extLst>
          </p:cNvPr>
          <p:cNvPicPr>
            <a:picLocks noChangeAspect="1"/>
          </p:cNvPicPr>
          <p:nvPr userDrawn="1"/>
        </p:nvPicPr>
        <p:blipFill>
          <a:blip r:embed="rId2"/>
          <a:stretch>
            <a:fillRect/>
          </a:stretch>
        </p:blipFill>
        <p:spPr>
          <a:xfrm>
            <a:off x="5330825" y="0"/>
            <a:ext cx="6858000" cy="6858000"/>
          </a:xfrm>
          <a:prstGeom prst="rect">
            <a:avLst/>
          </a:prstGeom>
        </p:spPr>
      </p:pic>
      <p:pic>
        <p:nvPicPr>
          <p:cNvPr id="2" name="Graphic 1">
            <a:extLst>
              <a:ext uri="{FF2B5EF4-FFF2-40B4-BE49-F238E27FC236}">
                <a16:creationId xmlns:a16="http://schemas.microsoft.com/office/drawing/2014/main" id="{0663E1E2-33E8-E1CE-2C1C-C00429E453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33266" y="570134"/>
            <a:ext cx="2857719" cy="562472"/>
          </a:xfrm>
          <a:prstGeom prst="rect">
            <a:avLst/>
          </a:prstGeom>
        </p:spPr>
      </p:pic>
      <p:sp>
        <p:nvSpPr>
          <p:cNvPr id="5" name="TextBox 4">
            <a:extLst>
              <a:ext uri="{FF2B5EF4-FFF2-40B4-BE49-F238E27FC236}">
                <a16:creationId xmlns:a16="http://schemas.microsoft.com/office/drawing/2014/main" id="{4599F36B-0C50-2222-827C-116C6403C43F}"/>
              </a:ext>
            </a:extLst>
          </p:cNvPr>
          <p:cNvSpPr txBox="1"/>
          <p:nvPr userDrawn="1"/>
        </p:nvSpPr>
        <p:spPr>
          <a:xfrm>
            <a:off x="612593" y="3730021"/>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6" name="Graphic 8">
            <a:extLst>
              <a:ext uri="{FF2B5EF4-FFF2-40B4-BE49-F238E27FC236}">
                <a16:creationId xmlns:a16="http://schemas.microsoft.com/office/drawing/2014/main" id="{0E509A79-F6D5-B06C-958E-E5AC3C46A63D}"/>
              </a:ext>
            </a:extLst>
          </p:cNvPr>
          <p:cNvGrpSpPr/>
          <p:nvPr userDrawn="1"/>
        </p:nvGrpSpPr>
        <p:grpSpPr>
          <a:xfrm>
            <a:off x="10169913"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E2275C1-A234-6DD2-C47A-488F2A0C5DA4}"/>
                </a:ext>
              </a:extLst>
            </p:cNvPr>
            <p:cNvGrpSpPr/>
            <p:nvPr/>
          </p:nvGrpSpPr>
          <p:grpSpPr>
            <a:xfrm>
              <a:off x="745455" y="6594444"/>
              <a:ext cx="722662" cy="98475"/>
              <a:chOff x="745455" y="6594444"/>
              <a:chExt cx="722662" cy="98475"/>
            </a:xfrm>
            <a:solidFill>
              <a:srgbClr val="000000"/>
            </a:solidFill>
          </p:grpSpPr>
          <p:sp>
            <p:nvSpPr>
              <p:cNvPr id="37" name="Freeform 36">
                <a:extLst>
                  <a:ext uri="{FF2B5EF4-FFF2-40B4-BE49-F238E27FC236}">
                    <a16:creationId xmlns:a16="http://schemas.microsoft.com/office/drawing/2014/main" id="{431CE114-F3E9-E98A-4BA4-0516F542A3B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38" name="Freeform 37">
                <a:extLst>
                  <a:ext uri="{FF2B5EF4-FFF2-40B4-BE49-F238E27FC236}">
                    <a16:creationId xmlns:a16="http://schemas.microsoft.com/office/drawing/2014/main" id="{04CA1A03-77AA-780C-B68C-660F5BE34849}"/>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E977FFEE-E440-16F9-70F1-AF4A6B54B5E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D1ED6AF7-ED02-66B3-EC40-7F0E29353BD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C4E3B68D-CA96-AC9D-0CE3-1DC359FC4FE1}"/>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1E4C566D-E2F2-8C83-D974-455EBFEF2C8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46FE9B7-AFAF-8AE9-BCAC-32C7050AA67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AFD97213-6487-8766-F754-42FD7EAF5ED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D9C10BB5-50E6-63AC-9025-25733452248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212E531C-C28B-20F7-D4D0-A118CF3F0A3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CEA5CC23-5057-2830-8024-F07AC496D337}"/>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4B25CB1A-60DF-B7A7-9480-4C3711052CA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D52DF86-E0EF-1071-BA38-4713BDFCE64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955C11E2-D041-6BE5-4E9B-09F93712BAD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2CF69822-31CE-ADA8-C134-6B78BC3E1E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0245EF83-A7DA-4288-6266-89EFA916B9A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7329DD28-4D16-8B03-2869-6F43ABDB61E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38E7EA31-3D35-8902-97AE-4FD7D2938A7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257707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ection - DP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21BD0E35-5D00-D896-6AA2-BCA2A752CB7C}"/>
              </a:ext>
            </a:extLst>
          </p:cNvPr>
          <p:cNvSpPr/>
          <p:nvPr userDrawn="1"/>
        </p:nvSpPr>
        <p:spPr>
          <a:xfrm>
            <a:off x="5406003" y="-1"/>
            <a:ext cx="14676689" cy="6858001"/>
          </a:xfrm>
          <a:prstGeom prst="parallelogram">
            <a:avLst>
              <a:gd name="adj" fmla="val 100124"/>
            </a:avLst>
          </a:prstGeom>
          <a:gradFill flip="none" rotWithShape="1">
            <a:gsLst>
              <a:gs pos="30000">
                <a:schemeClr val="accent2"/>
              </a:gs>
              <a:gs pos="100000">
                <a:schemeClr val="accent1"/>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10FB33BD-057D-5F3D-318C-AA409D826C58}"/>
              </a:ext>
            </a:extLst>
          </p:cNvPr>
          <p:cNvSpPr/>
          <p:nvPr userDrawn="1"/>
        </p:nvSpPr>
        <p:spPr>
          <a:xfrm>
            <a:off x="1840256" y="-1"/>
            <a:ext cx="12934077" cy="6470788"/>
          </a:xfrm>
          <a:prstGeom prst="parallelogram">
            <a:avLst>
              <a:gd name="adj" fmla="val 100124"/>
            </a:avLst>
          </a:prstGeom>
          <a:gradFill flip="none" rotWithShape="1">
            <a:gsLst>
              <a:gs pos="0">
                <a:schemeClr val="accent2">
                  <a:lumMod val="60000"/>
                  <a:lumOff val="40000"/>
                  <a:alpha val="25000"/>
                </a:schemeClr>
              </a:gs>
              <a:gs pos="74000">
                <a:schemeClr val="accent2">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E81225B4-DF65-9170-E786-AD4D904C6E23}"/>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2">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8CCD6C51-1ACC-C903-BF0A-FE887F4E99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F3DFDBE6-637C-999F-7ECE-33E381EE535B}"/>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D8E4B6A-1D78-7AFB-265C-490D60C20349}"/>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8ECF167B-7A9C-771D-FE58-50C2F70A19BC}"/>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CD194F5-B559-BDA4-6514-A523BC24E7E0}"/>
              </a:ext>
            </a:extLst>
          </p:cNvPr>
          <p:cNvGrpSpPr/>
          <p:nvPr userDrawn="1"/>
        </p:nvGrpSpPr>
        <p:grpSpPr>
          <a:xfrm>
            <a:off x="7658062" y="759262"/>
            <a:ext cx="747561" cy="1467875"/>
            <a:chOff x="7819347" y="302010"/>
            <a:chExt cx="1311782" cy="2575749"/>
          </a:xfrm>
          <a:noFill/>
        </p:grpSpPr>
        <p:sp>
          <p:nvSpPr>
            <p:cNvPr id="11" name="Freeform: Shape 232">
              <a:extLst>
                <a:ext uri="{FF2B5EF4-FFF2-40B4-BE49-F238E27FC236}">
                  <a16:creationId xmlns:a16="http://schemas.microsoft.com/office/drawing/2014/main" id="{806BDCBE-3187-F906-99C7-617B7DF4EF39}"/>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D233A677-3C04-B05C-18B6-82985B4202DC}"/>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1F0B3719-A0BA-F350-B875-1E3FAA4FE40F}"/>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7FFB93A6-1BE5-187F-CF39-CEC54C80072F}"/>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236">
              <a:extLst>
                <a:ext uri="{FF2B5EF4-FFF2-40B4-BE49-F238E27FC236}">
                  <a16:creationId xmlns:a16="http://schemas.microsoft.com/office/drawing/2014/main" id="{246E8F66-9AB2-2BBD-C1B6-A3F270294899}"/>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7" name="Freeform: Shape 265">
            <a:extLst>
              <a:ext uri="{FF2B5EF4-FFF2-40B4-BE49-F238E27FC236}">
                <a16:creationId xmlns:a16="http://schemas.microsoft.com/office/drawing/2014/main" id="{86F2EBD6-1BE5-3DC2-C446-7E82BAF899B0}"/>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69">
            <a:extLst>
              <a:ext uri="{FF2B5EF4-FFF2-40B4-BE49-F238E27FC236}">
                <a16:creationId xmlns:a16="http://schemas.microsoft.com/office/drawing/2014/main" id="{B83295D7-DB92-BC1F-8358-2F91913B85B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5">
            <a:extLst>
              <a:ext uri="{FF2B5EF4-FFF2-40B4-BE49-F238E27FC236}">
                <a16:creationId xmlns:a16="http://schemas.microsoft.com/office/drawing/2014/main" id="{62C6CAA2-7A2D-1543-0F72-BFDD67956E95}"/>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 name="Freeform: Shape 286">
            <a:extLst>
              <a:ext uri="{FF2B5EF4-FFF2-40B4-BE49-F238E27FC236}">
                <a16:creationId xmlns:a16="http://schemas.microsoft.com/office/drawing/2014/main" id="{72397947-8AE8-A764-24E5-C95C592DB51F}"/>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1" name="Graphic 133">
            <a:extLst>
              <a:ext uri="{FF2B5EF4-FFF2-40B4-BE49-F238E27FC236}">
                <a16:creationId xmlns:a16="http://schemas.microsoft.com/office/drawing/2014/main" id="{0BF38EAF-B463-1122-00DD-53352C4BAF39}"/>
              </a:ext>
            </a:extLst>
          </p:cNvPr>
          <p:cNvGrpSpPr/>
          <p:nvPr userDrawn="1"/>
        </p:nvGrpSpPr>
        <p:grpSpPr>
          <a:xfrm rot="15300000">
            <a:off x="9138526" y="3220265"/>
            <a:ext cx="1311782" cy="2575749"/>
            <a:chOff x="7819347" y="302010"/>
            <a:chExt cx="1311782" cy="2575749"/>
          </a:xfrm>
          <a:noFill/>
        </p:grpSpPr>
        <p:sp>
          <p:nvSpPr>
            <p:cNvPr id="22" name="Freeform: Shape 288">
              <a:extLst>
                <a:ext uri="{FF2B5EF4-FFF2-40B4-BE49-F238E27FC236}">
                  <a16:creationId xmlns:a16="http://schemas.microsoft.com/office/drawing/2014/main" id="{EF516624-F862-686A-ED8B-23595C6BC436}"/>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89">
              <a:extLst>
                <a:ext uri="{FF2B5EF4-FFF2-40B4-BE49-F238E27FC236}">
                  <a16:creationId xmlns:a16="http://schemas.microsoft.com/office/drawing/2014/main" id="{0360A49C-243C-32F7-64CC-00F3A3A561AE}"/>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0">
              <a:extLst>
                <a:ext uri="{FF2B5EF4-FFF2-40B4-BE49-F238E27FC236}">
                  <a16:creationId xmlns:a16="http://schemas.microsoft.com/office/drawing/2014/main" id="{117CD992-4D17-4FD2-EE98-83D72CB2B157}"/>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1">
              <a:extLst>
                <a:ext uri="{FF2B5EF4-FFF2-40B4-BE49-F238E27FC236}">
                  <a16:creationId xmlns:a16="http://schemas.microsoft.com/office/drawing/2014/main" id="{E1731443-A103-9445-2C7D-58E30E0CD91A}"/>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92">
              <a:extLst>
                <a:ext uri="{FF2B5EF4-FFF2-40B4-BE49-F238E27FC236}">
                  <a16:creationId xmlns:a16="http://schemas.microsoft.com/office/drawing/2014/main" id="{7D89BC9E-804E-5723-0DA5-C939751F23F3}"/>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7" name="Oval 26">
            <a:extLst>
              <a:ext uri="{FF2B5EF4-FFF2-40B4-BE49-F238E27FC236}">
                <a16:creationId xmlns:a16="http://schemas.microsoft.com/office/drawing/2014/main" id="{41AC4E2B-BAB3-FD9B-1B06-3CB7E1D8CE6F}"/>
              </a:ext>
            </a:extLst>
          </p:cNvPr>
          <p:cNvSpPr/>
          <p:nvPr userDrawn="1"/>
        </p:nvSpPr>
        <p:spPr>
          <a:xfrm flipV="1">
            <a:off x="6354876" y="1852997"/>
            <a:ext cx="3152006" cy="3152006"/>
          </a:xfrm>
          <a:prstGeom prst="ellipse">
            <a:avLst/>
          </a:prstGeom>
          <a:solidFill>
            <a:schemeClr val="bg1"/>
          </a:solidFill>
          <a:ln w="508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8" name="Freeform: Shape 298">
            <a:extLst>
              <a:ext uri="{FF2B5EF4-FFF2-40B4-BE49-F238E27FC236}">
                <a16:creationId xmlns:a16="http://schemas.microsoft.com/office/drawing/2014/main" id="{13B3781F-AEB6-FB39-DD25-051B1879B621}"/>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9" name="Graphic 133">
            <a:extLst>
              <a:ext uri="{FF2B5EF4-FFF2-40B4-BE49-F238E27FC236}">
                <a16:creationId xmlns:a16="http://schemas.microsoft.com/office/drawing/2014/main" id="{C545CC15-9F87-12FC-90C2-50A26F2AB9EE}"/>
              </a:ext>
            </a:extLst>
          </p:cNvPr>
          <p:cNvGrpSpPr/>
          <p:nvPr userDrawn="1"/>
        </p:nvGrpSpPr>
        <p:grpSpPr>
          <a:xfrm>
            <a:off x="6411279" y="5443017"/>
            <a:ext cx="492164" cy="535997"/>
            <a:chOff x="8799755" y="943899"/>
            <a:chExt cx="839533" cy="914304"/>
          </a:xfrm>
          <a:noFill/>
        </p:grpSpPr>
        <p:sp>
          <p:nvSpPr>
            <p:cNvPr id="30" name="Freeform: Shape 300">
              <a:extLst>
                <a:ext uri="{FF2B5EF4-FFF2-40B4-BE49-F238E27FC236}">
                  <a16:creationId xmlns:a16="http://schemas.microsoft.com/office/drawing/2014/main" id="{68C2B103-9A7E-9DDF-61FC-FAF17E953394}"/>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301">
              <a:extLst>
                <a:ext uri="{FF2B5EF4-FFF2-40B4-BE49-F238E27FC236}">
                  <a16:creationId xmlns:a16="http://schemas.microsoft.com/office/drawing/2014/main" id="{B6276FF2-C76B-4640-1EC5-0A92565D4352}"/>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32" name="Graphic 31">
            <a:extLst>
              <a:ext uri="{FF2B5EF4-FFF2-40B4-BE49-F238E27FC236}">
                <a16:creationId xmlns:a16="http://schemas.microsoft.com/office/drawing/2014/main" id="{F1D51467-FF96-F831-05F5-04A58F51C48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43296" y="1047277"/>
            <a:ext cx="676275" cy="1038225"/>
          </a:xfrm>
          <a:prstGeom prst="rect">
            <a:avLst/>
          </a:prstGeom>
        </p:spPr>
      </p:pic>
      <p:pic>
        <p:nvPicPr>
          <p:cNvPr id="33" name="Graphic 32">
            <a:extLst>
              <a:ext uri="{FF2B5EF4-FFF2-40B4-BE49-F238E27FC236}">
                <a16:creationId xmlns:a16="http://schemas.microsoft.com/office/drawing/2014/main" id="{3C866566-DD2D-BA57-E4FB-F42C0EE990D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07081" y="3378738"/>
            <a:ext cx="723502" cy="794279"/>
          </a:xfrm>
          <a:prstGeom prst="rect">
            <a:avLst/>
          </a:prstGeom>
        </p:spPr>
      </p:pic>
      <p:sp>
        <p:nvSpPr>
          <p:cNvPr id="34" name="page number">
            <a:extLst>
              <a:ext uri="{FF2B5EF4-FFF2-40B4-BE49-F238E27FC236}">
                <a16:creationId xmlns:a16="http://schemas.microsoft.com/office/drawing/2014/main" id="{E947C074-3EA6-6FA3-00E7-4C8916F024C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endParaRPr>
          </a:p>
        </p:txBody>
      </p:sp>
      <p:grpSp>
        <p:nvGrpSpPr>
          <p:cNvPr id="35" name="Group 34" descr="Network Card&#10;">
            <a:extLst>
              <a:ext uri="{FF2B5EF4-FFF2-40B4-BE49-F238E27FC236}">
                <a16:creationId xmlns:a16="http://schemas.microsoft.com/office/drawing/2014/main" id="{1BA537B2-1415-85E6-41B1-E463A2825BB1}"/>
              </a:ext>
            </a:extLst>
          </p:cNvPr>
          <p:cNvGrpSpPr>
            <a:grpSpLocks noChangeAspect="1"/>
          </p:cNvGrpSpPr>
          <p:nvPr userDrawn="1"/>
        </p:nvGrpSpPr>
        <p:grpSpPr>
          <a:xfrm>
            <a:off x="7016479" y="2763455"/>
            <a:ext cx="1828800" cy="1370018"/>
            <a:chOff x="7124173" y="2008599"/>
            <a:chExt cx="602545" cy="451386"/>
          </a:xfrm>
          <a:solidFill>
            <a:schemeClr val="accent2"/>
          </a:solidFill>
        </p:grpSpPr>
        <p:sp>
          <p:nvSpPr>
            <p:cNvPr id="36" name="Picture Placeholder 91">
              <a:extLst>
                <a:ext uri="{FF2B5EF4-FFF2-40B4-BE49-F238E27FC236}">
                  <a16:creationId xmlns:a16="http://schemas.microsoft.com/office/drawing/2014/main" id="{D53DBAB2-C14D-CADD-FF16-A601E1867FEF}"/>
                </a:ext>
              </a:extLst>
            </p:cNvPr>
            <p:cNvSpPr/>
            <p:nvPr/>
          </p:nvSpPr>
          <p:spPr>
            <a:xfrm>
              <a:off x="7443060" y="2142743"/>
              <a:ext cx="185627" cy="185563"/>
            </a:xfrm>
            <a:custGeom>
              <a:avLst/>
              <a:gdLst>
                <a:gd name="connsiteX0" fmla="*/ 0 w 185627"/>
                <a:gd name="connsiteY0" fmla="*/ 0 h 185563"/>
                <a:gd name="connsiteX1" fmla="*/ 0 w 185627"/>
                <a:gd name="connsiteY1" fmla="*/ 185564 h 185563"/>
                <a:gd name="connsiteX2" fmla="*/ 185627 w 185627"/>
                <a:gd name="connsiteY2" fmla="*/ 185564 h 185563"/>
                <a:gd name="connsiteX3" fmla="*/ 185627 w 185627"/>
                <a:gd name="connsiteY3" fmla="*/ 0 h 185563"/>
                <a:gd name="connsiteX4" fmla="*/ 169942 w 185627"/>
                <a:gd name="connsiteY4" fmla="*/ 169752 h 185563"/>
                <a:gd name="connsiteX5" fmla="*/ 15812 w 185627"/>
                <a:gd name="connsiteY5" fmla="*/ 169752 h 185563"/>
                <a:gd name="connsiteX6" fmla="*/ 15812 w 185627"/>
                <a:gd name="connsiteY6" fmla="*/ 15622 h 185563"/>
                <a:gd name="connsiteX7" fmla="*/ 169942 w 185627"/>
                <a:gd name="connsiteY7" fmla="*/ 15622 h 18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27" h="185563">
                  <a:moveTo>
                    <a:pt x="0" y="0"/>
                  </a:moveTo>
                  <a:lnTo>
                    <a:pt x="0" y="185564"/>
                  </a:lnTo>
                  <a:lnTo>
                    <a:pt x="185627" y="185564"/>
                  </a:lnTo>
                  <a:lnTo>
                    <a:pt x="185627" y="0"/>
                  </a:lnTo>
                  <a:close/>
                  <a:moveTo>
                    <a:pt x="169942" y="169752"/>
                  </a:moveTo>
                  <a:lnTo>
                    <a:pt x="15812" y="169752"/>
                  </a:lnTo>
                  <a:lnTo>
                    <a:pt x="15812" y="15622"/>
                  </a:lnTo>
                  <a:lnTo>
                    <a:pt x="169942" y="15622"/>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Picture Placeholder 91">
              <a:extLst>
                <a:ext uri="{FF2B5EF4-FFF2-40B4-BE49-F238E27FC236}">
                  <a16:creationId xmlns:a16="http://schemas.microsoft.com/office/drawing/2014/main" id="{E3736E9F-2C9C-7D79-45A1-665565F05E0D}"/>
                </a:ext>
              </a:extLst>
            </p:cNvPr>
            <p:cNvSpPr/>
            <p:nvPr/>
          </p:nvSpPr>
          <p:spPr>
            <a:xfrm>
              <a:off x="7258489" y="2179103"/>
              <a:ext cx="168569" cy="112718"/>
            </a:xfrm>
            <a:custGeom>
              <a:avLst/>
              <a:gdLst>
                <a:gd name="connsiteX0" fmla="*/ 112154 w 168569"/>
                <a:gd name="connsiteY0" fmla="*/ 64265 h 112718"/>
                <a:gd name="connsiteX1" fmla="*/ 168570 w 168569"/>
                <a:gd name="connsiteY1" fmla="*/ 64265 h 112718"/>
                <a:gd name="connsiteX2" fmla="*/ 168570 w 168569"/>
                <a:gd name="connsiteY2" fmla="*/ 48454 h 112718"/>
                <a:gd name="connsiteX3" fmla="*/ 112154 w 168569"/>
                <a:gd name="connsiteY3" fmla="*/ 48454 h 112718"/>
                <a:gd name="connsiteX4" fmla="*/ 48454 w 168569"/>
                <a:gd name="connsiteY4" fmla="*/ 564 h 112718"/>
                <a:gd name="connsiteX5" fmla="*/ 564 w 168569"/>
                <a:gd name="connsiteY5" fmla="*/ 64265 h 112718"/>
                <a:gd name="connsiteX6" fmla="*/ 64265 w 168569"/>
                <a:gd name="connsiteY6" fmla="*/ 112154 h 112718"/>
                <a:gd name="connsiteX7" fmla="*/ 112154 w 168569"/>
                <a:gd name="connsiteY7" fmla="*/ 64265 h 112718"/>
                <a:gd name="connsiteX8" fmla="*/ 16020 w 168569"/>
                <a:gd name="connsiteY8" fmla="*/ 56359 h 112718"/>
                <a:gd name="connsiteX9" fmla="*/ 56561 w 168569"/>
                <a:gd name="connsiteY9" fmla="*/ 15819 h 112718"/>
                <a:gd name="connsiteX10" fmla="*/ 97102 w 168569"/>
                <a:gd name="connsiteY10" fmla="*/ 56359 h 112718"/>
                <a:gd name="connsiteX11" fmla="*/ 56561 w 168569"/>
                <a:gd name="connsiteY11" fmla="*/ 96900 h 112718"/>
                <a:gd name="connsiteX12" fmla="*/ 16020 w 168569"/>
                <a:gd name="connsiteY12" fmla="*/ 56359 h 11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569" h="112718">
                  <a:moveTo>
                    <a:pt x="112154" y="64265"/>
                  </a:moveTo>
                  <a:lnTo>
                    <a:pt x="168570" y="64265"/>
                  </a:lnTo>
                  <a:lnTo>
                    <a:pt x="168570" y="48454"/>
                  </a:lnTo>
                  <a:lnTo>
                    <a:pt x="112154" y="48454"/>
                  </a:lnTo>
                  <a:cubicBezTo>
                    <a:pt x="107788" y="17639"/>
                    <a:pt x="79268" y="-3802"/>
                    <a:pt x="48454" y="564"/>
                  </a:cubicBezTo>
                  <a:cubicBezTo>
                    <a:pt x="17639" y="4931"/>
                    <a:pt x="-3802" y="33450"/>
                    <a:pt x="564" y="64265"/>
                  </a:cubicBezTo>
                  <a:cubicBezTo>
                    <a:pt x="4931" y="95080"/>
                    <a:pt x="33450" y="116520"/>
                    <a:pt x="64265" y="112154"/>
                  </a:cubicBezTo>
                  <a:cubicBezTo>
                    <a:pt x="89110" y="108634"/>
                    <a:pt x="108634" y="89110"/>
                    <a:pt x="112154" y="64265"/>
                  </a:cubicBezTo>
                  <a:close/>
                  <a:moveTo>
                    <a:pt x="16020" y="56359"/>
                  </a:moveTo>
                  <a:cubicBezTo>
                    <a:pt x="16020" y="33970"/>
                    <a:pt x="34171" y="15819"/>
                    <a:pt x="56561" y="15819"/>
                  </a:cubicBezTo>
                  <a:cubicBezTo>
                    <a:pt x="78951" y="15819"/>
                    <a:pt x="97102" y="33970"/>
                    <a:pt x="97102" y="56359"/>
                  </a:cubicBezTo>
                  <a:cubicBezTo>
                    <a:pt x="97102" y="78749"/>
                    <a:pt x="78951" y="96900"/>
                    <a:pt x="56561" y="96900"/>
                  </a:cubicBezTo>
                  <a:cubicBezTo>
                    <a:pt x="34185" y="96865"/>
                    <a:pt x="16055" y="78735"/>
                    <a:pt x="16020" y="5635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Picture Placeholder 91">
              <a:extLst>
                <a:ext uri="{FF2B5EF4-FFF2-40B4-BE49-F238E27FC236}">
                  <a16:creationId xmlns:a16="http://schemas.microsoft.com/office/drawing/2014/main" id="{8C65F2BB-A3E8-953A-2A41-014D3269D19F}"/>
                </a:ext>
              </a:extLst>
            </p:cNvPr>
            <p:cNvSpPr/>
            <p:nvPr/>
          </p:nvSpPr>
          <p:spPr>
            <a:xfrm>
              <a:off x="7220750" y="2071845"/>
              <a:ext cx="505968" cy="316230"/>
            </a:xfrm>
            <a:custGeom>
              <a:avLst/>
              <a:gdLst>
                <a:gd name="connsiteX0" fmla="*/ 0 w 505968"/>
                <a:gd name="connsiteY0" fmla="*/ 0 h 316230"/>
                <a:gd name="connsiteX1" fmla="*/ 0 w 505968"/>
                <a:gd name="connsiteY1" fmla="*/ 15812 h 316230"/>
                <a:gd name="connsiteX2" fmla="*/ 490157 w 505968"/>
                <a:gd name="connsiteY2" fmla="*/ 15812 h 316230"/>
                <a:gd name="connsiteX3" fmla="*/ 490157 w 505968"/>
                <a:gd name="connsiteY3" fmla="*/ 300419 h 316230"/>
                <a:gd name="connsiteX4" fmla="*/ 0 w 505968"/>
                <a:gd name="connsiteY4" fmla="*/ 300419 h 316230"/>
                <a:gd name="connsiteX5" fmla="*/ 0 w 505968"/>
                <a:gd name="connsiteY5" fmla="*/ 316230 h 316230"/>
                <a:gd name="connsiteX6" fmla="*/ 505968 w 505968"/>
                <a:gd name="connsiteY6" fmla="*/ 316230 h 316230"/>
                <a:gd name="connsiteX7" fmla="*/ 505968 w 505968"/>
                <a:gd name="connsiteY7" fmla="*/ 0 h 316230"/>
                <a:gd name="connsiteX8" fmla="*/ 0 w 505968"/>
                <a:gd name="connsiteY8" fmla="*/ 0 h 31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5968" h="316230">
                  <a:moveTo>
                    <a:pt x="0" y="0"/>
                  </a:moveTo>
                  <a:lnTo>
                    <a:pt x="0" y="15812"/>
                  </a:lnTo>
                  <a:lnTo>
                    <a:pt x="490157" y="15812"/>
                  </a:lnTo>
                  <a:lnTo>
                    <a:pt x="490157" y="300419"/>
                  </a:lnTo>
                  <a:lnTo>
                    <a:pt x="0" y="300419"/>
                  </a:lnTo>
                  <a:lnTo>
                    <a:pt x="0" y="316230"/>
                  </a:lnTo>
                  <a:lnTo>
                    <a:pt x="505968" y="316230"/>
                  </a:lnTo>
                  <a:lnTo>
                    <a:pt x="505968" y="0"/>
                  </a:lnTo>
                  <a:lnTo>
                    <a:pt x="0"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9" name="Picture Placeholder 91">
              <a:extLst>
                <a:ext uri="{FF2B5EF4-FFF2-40B4-BE49-F238E27FC236}">
                  <a16:creationId xmlns:a16="http://schemas.microsoft.com/office/drawing/2014/main" id="{5BB60AFF-4297-5F63-303F-8F7808176A4E}"/>
                </a:ext>
              </a:extLst>
            </p:cNvPr>
            <p:cNvSpPr/>
            <p:nvPr/>
          </p:nvSpPr>
          <p:spPr>
            <a:xfrm>
              <a:off x="7124173" y="2008599"/>
              <a:ext cx="79057" cy="442722"/>
            </a:xfrm>
            <a:custGeom>
              <a:avLst/>
              <a:gdLst>
                <a:gd name="connsiteX0" fmla="*/ 0 w 79057"/>
                <a:gd name="connsiteY0" fmla="*/ 442722 h 442722"/>
                <a:gd name="connsiteX1" fmla="*/ 79058 w 79057"/>
                <a:gd name="connsiteY1" fmla="*/ 442722 h 442722"/>
                <a:gd name="connsiteX2" fmla="*/ 79058 w 79057"/>
                <a:gd name="connsiteY2" fmla="*/ 0 h 442722"/>
                <a:gd name="connsiteX3" fmla="*/ 0 w 79057"/>
                <a:gd name="connsiteY3" fmla="*/ 0 h 442722"/>
                <a:gd name="connsiteX4" fmla="*/ 15812 w 79057"/>
                <a:gd name="connsiteY4" fmla="*/ 15812 h 442722"/>
                <a:gd name="connsiteX5" fmla="*/ 63246 w 79057"/>
                <a:gd name="connsiteY5" fmla="*/ 15812 h 442722"/>
                <a:gd name="connsiteX6" fmla="*/ 63246 w 79057"/>
                <a:gd name="connsiteY6" fmla="*/ 426911 h 442722"/>
                <a:gd name="connsiteX7" fmla="*/ 15812 w 79057"/>
                <a:gd name="connsiteY7" fmla="*/ 426911 h 44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57" h="442722">
                  <a:moveTo>
                    <a:pt x="0" y="442722"/>
                  </a:moveTo>
                  <a:lnTo>
                    <a:pt x="79058" y="442722"/>
                  </a:lnTo>
                  <a:lnTo>
                    <a:pt x="79058" y="0"/>
                  </a:lnTo>
                  <a:lnTo>
                    <a:pt x="0" y="0"/>
                  </a:lnTo>
                  <a:close/>
                  <a:moveTo>
                    <a:pt x="15812" y="15812"/>
                  </a:moveTo>
                  <a:lnTo>
                    <a:pt x="63246" y="15812"/>
                  </a:lnTo>
                  <a:lnTo>
                    <a:pt x="63246" y="426911"/>
                  </a:lnTo>
                  <a:lnTo>
                    <a:pt x="15812" y="4269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Picture Placeholder 91">
              <a:extLst>
                <a:ext uri="{FF2B5EF4-FFF2-40B4-BE49-F238E27FC236}">
                  <a16:creationId xmlns:a16="http://schemas.microsoft.com/office/drawing/2014/main" id="{E181014E-2B52-2161-9B9B-2C36B0AFCB53}"/>
                </a:ext>
              </a:extLst>
            </p:cNvPr>
            <p:cNvSpPr/>
            <p:nvPr/>
          </p:nvSpPr>
          <p:spPr>
            <a:xfrm>
              <a:off x="7388858" y="2403886"/>
              <a:ext cx="273159" cy="56099"/>
            </a:xfrm>
            <a:custGeom>
              <a:avLst/>
              <a:gdLst>
                <a:gd name="connsiteX0" fmla="*/ 257348 w 273159"/>
                <a:gd name="connsiteY0" fmla="*/ 40288 h 56099"/>
                <a:gd name="connsiteX1" fmla="*/ 218072 w 273159"/>
                <a:gd name="connsiteY1" fmla="*/ 40288 h 56099"/>
                <a:gd name="connsiteX2" fmla="*/ 218072 w 273159"/>
                <a:gd name="connsiteY2" fmla="*/ 0 h 56099"/>
                <a:gd name="connsiteX3" fmla="*/ 202261 w 273159"/>
                <a:gd name="connsiteY3" fmla="*/ 0 h 56099"/>
                <a:gd name="connsiteX4" fmla="*/ 202261 w 273159"/>
                <a:gd name="connsiteY4" fmla="*/ 40288 h 56099"/>
                <a:gd name="connsiteX5" fmla="*/ 168740 w 273159"/>
                <a:gd name="connsiteY5" fmla="*/ 40288 h 56099"/>
                <a:gd name="connsiteX6" fmla="*/ 168740 w 273159"/>
                <a:gd name="connsiteY6" fmla="*/ 0 h 56099"/>
                <a:gd name="connsiteX7" fmla="*/ 152929 w 273159"/>
                <a:gd name="connsiteY7" fmla="*/ 0 h 56099"/>
                <a:gd name="connsiteX8" fmla="*/ 152929 w 273159"/>
                <a:gd name="connsiteY8" fmla="*/ 40288 h 56099"/>
                <a:gd name="connsiteX9" fmla="*/ 119345 w 273159"/>
                <a:gd name="connsiteY9" fmla="*/ 40288 h 56099"/>
                <a:gd name="connsiteX10" fmla="*/ 119345 w 273159"/>
                <a:gd name="connsiteY10" fmla="*/ 0 h 56099"/>
                <a:gd name="connsiteX11" fmla="*/ 103534 w 273159"/>
                <a:gd name="connsiteY11" fmla="*/ 0 h 56099"/>
                <a:gd name="connsiteX12" fmla="*/ 103534 w 273159"/>
                <a:gd name="connsiteY12" fmla="*/ 40288 h 56099"/>
                <a:gd name="connsiteX13" fmla="*/ 70013 w 273159"/>
                <a:gd name="connsiteY13" fmla="*/ 40288 h 56099"/>
                <a:gd name="connsiteX14" fmla="*/ 70013 w 273159"/>
                <a:gd name="connsiteY14" fmla="*/ 0 h 56099"/>
                <a:gd name="connsiteX15" fmla="*/ 54202 w 273159"/>
                <a:gd name="connsiteY15" fmla="*/ 0 h 56099"/>
                <a:gd name="connsiteX16" fmla="*/ 54202 w 273159"/>
                <a:gd name="connsiteY16" fmla="*/ 40288 h 56099"/>
                <a:gd name="connsiteX17" fmla="*/ 15812 w 273159"/>
                <a:gd name="connsiteY17" fmla="*/ 40288 h 56099"/>
                <a:gd name="connsiteX18" fmla="*/ 15812 w 273159"/>
                <a:gd name="connsiteY18" fmla="*/ 0 h 56099"/>
                <a:gd name="connsiteX19" fmla="*/ 0 w 273159"/>
                <a:gd name="connsiteY19" fmla="*/ 0 h 56099"/>
                <a:gd name="connsiteX20" fmla="*/ 0 w 273159"/>
                <a:gd name="connsiteY20" fmla="*/ 56099 h 56099"/>
                <a:gd name="connsiteX21" fmla="*/ 273159 w 273159"/>
                <a:gd name="connsiteY21" fmla="*/ 56099 h 56099"/>
                <a:gd name="connsiteX22" fmla="*/ 273159 w 273159"/>
                <a:gd name="connsiteY22" fmla="*/ 0 h 56099"/>
                <a:gd name="connsiteX23" fmla="*/ 257348 w 273159"/>
                <a:gd name="connsiteY23" fmla="*/ 0 h 56099"/>
                <a:gd name="connsiteX24" fmla="*/ 257348 w 273159"/>
                <a:gd name="connsiteY24" fmla="*/ 40288 h 5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3159" h="56099">
                  <a:moveTo>
                    <a:pt x="257348" y="40288"/>
                  </a:moveTo>
                  <a:lnTo>
                    <a:pt x="218072" y="40288"/>
                  </a:lnTo>
                  <a:lnTo>
                    <a:pt x="218072" y="0"/>
                  </a:lnTo>
                  <a:lnTo>
                    <a:pt x="202261" y="0"/>
                  </a:lnTo>
                  <a:lnTo>
                    <a:pt x="202261" y="40288"/>
                  </a:lnTo>
                  <a:lnTo>
                    <a:pt x="168740" y="40288"/>
                  </a:lnTo>
                  <a:lnTo>
                    <a:pt x="168740" y="0"/>
                  </a:lnTo>
                  <a:lnTo>
                    <a:pt x="152929" y="0"/>
                  </a:lnTo>
                  <a:lnTo>
                    <a:pt x="152929" y="40288"/>
                  </a:lnTo>
                  <a:lnTo>
                    <a:pt x="119345" y="40288"/>
                  </a:lnTo>
                  <a:lnTo>
                    <a:pt x="119345" y="0"/>
                  </a:lnTo>
                  <a:lnTo>
                    <a:pt x="103534" y="0"/>
                  </a:lnTo>
                  <a:lnTo>
                    <a:pt x="103534" y="40288"/>
                  </a:lnTo>
                  <a:lnTo>
                    <a:pt x="70013" y="40288"/>
                  </a:lnTo>
                  <a:lnTo>
                    <a:pt x="70013" y="0"/>
                  </a:lnTo>
                  <a:lnTo>
                    <a:pt x="54202" y="0"/>
                  </a:lnTo>
                  <a:lnTo>
                    <a:pt x="54202" y="40288"/>
                  </a:lnTo>
                  <a:lnTo>
                    <a:pt x="15812" y="40288"/>
                  </a:lnTo>
                  <a:lnTo>
                    <a:pt x="15812" y="0"/>
                  </a:lnTo>
                  <a:lnTo>
                    <a:pt x="0" y="0"/>
                  </a:lnTo>
                  <a:lnTo>
                    <a:pt x="0" y="56099"/>
                  </a:lnTo>
                  <a:lnTo>
                    <a:pt x="273159" y="56099"/>
                  </a:lnTo>
                  <a:lnTo>
                    <a:pt x="273159" y="0"/>
                  </a:lnTo>
                  <a:lnTo>
                    <a:pt x="257348" y="0"/>
                  </a:lnTo>
                  <a:lnTo>
                    <a:pt x="257348" y="4028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5" name="TextBox 14">
            <a:extLst>
              <a:ext uri="{FF2B5EF4-FFF2-40B4-BE49-F238E27FC236}">
                <a16:creationId xmlns:a16="http://schemas.microsoft.com/office/drawing/2014/main" id="{53B3F872-7A9F-6E51-39B1-4980F27924B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2" name="Graphic 8">
            <a:extLst>
              <a:ext uri="{FF2B5EF4-FFF2-40B4-BE49-F238E27FC236}">
                <a16:creationId xmlns:a16="http://schemas.microsoft.com/office/drawing/2014/main" id="{E4067B95-8427-A6A0-40A1-8877A59EF2E8}"/>
              </a:ext>
            </a:extLst>
          </p:cNvPr>
          <p:cNvGrpSpPr/>
          <p:nvPr userDrawn="1"/>
        </p:nvGrpSpPr>
        <p:grpSpPr>
          <a:xfrm>
            <a:off x="265625" y="6323271"/>
            <a:ext cx="1249223" cy="369648"/>
            <a:chOff x="265625" y="6323271"/>
            <a:chExt cx="1249223" cy="369648"/>
          </a:xfrm>
          <a:solidFill>
            <a:srgbClr val="000000"/>
          </a:solidFill>
        </p:grpSpPr>
        <p:grpSp>
          <p:nvGrpSpPr>
            <p:cNvPr id="43" name="Graphic 8">
              <a:extLst>
                <a:ext uri="{FF2B5EF4-FFF2-40B4-BE49-F238E27FC236}">
                  <a16:creationId xmlns:a16="http://schemas.microsoft.com/office/drawing/2014/main" id="{71316BB1-97A1-72FB-EE4F-5BA4899D0E62}"/>
                </a:ext>
              </a:extLst>
            </p:cNvPr>
            <p:cNvGrpSpPr/>
            <p:nvPr/>
          </p:nvGrpSpPr>
          <p:grpSpPr>
            <a:xfrm>
              <a:off x="745455" y="6594444"/>
              <a:ext cx="722662" cy="98475"/>
              <a:chOff x="745455" y="6594444"/>
              <a:chExt cx="722662" cy="98475"/>
            </a:xfrm>
            <a:solidFill>
              <a:srgbClr val="000000"/>
            </a:solidFill>
          </p:grpSpPr>
          <p:sp>
            <p:nvSpPr>
              <p:cNvPr id="52" name="Freeform 19">
                <a:extLst>
                  <a:ext uri="{FF2B5EF4-FFF2-40B4-BE49-F238E27FC236}">
                    <a16:creationId xmlns:a16="http://schemas.microsoft.com/office/drawing/2014/main" id="{7515DF42-21ED-93A9-6588-D0F0C227E43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3" name="Freeform 20">
                <a:extLst>
                  <a:ext uri="{FF2B5EF4-FFF2-40B4-BE49-F238E27FC236}">
                    <a16:creationId xmlns:a16="http://schemas.microsoft.com/office/drawing/2014/main" id="{5FAC4A0A-5E2A-D5D2-C684-744AB2E49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4" name="Freeform 21">
                <a:extLst>
                  <a:ext uri="{FF2B5EF4-FFF2-40B4-BE49-F238E27FC236}">
                    <a16:creationId xmlns:a16="http://schemas.microsoft.com/office/drawing/2014/main" id="{630EA699-6669-3985-9241-F5B309798249}"/>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5" name="Freeform 22">
                <a:extLst>
                  <a:ext uri="{FF2B5EF4-FFF2-40B4-BE49-F238E27FC236}">
                    <a16:creationId xmlns:a16="http://schemas.microsoft.com/office/drawing/2014/main" id="{EAAF898E-AA02-FA15-67F3-4858D8B1D30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6" name="Freeform 23">
                <a:extLst>
                  <a:ext uri="{FF2B5EF4-FFF2-40B4-BE49-F238E27FC236}">
                    <a16:creationId xmlns:a16="http://schemas.microsoft.com/office/drawing/2014/main" id="{45675FD8-FCD7-7341-1B45-9DBBD02DE3C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7" name="Freeform 24">
                <a:extLst>
                  <a:ext uri="{FF2B5EF4-FFF2-40B4-BE49-F238E27FC236}">
                    <a16:creationId xmlns:a16="http://schemas.microsoft.com/office/drawing/2014/main" id="{402BBAAA-A972-7A45-FAA5-BC62C2B4804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8" name="Freeform 25">
                <a:extLst>
                  <a:ext uri="{FF2B5EF4-FFF2-40B4-BE49-F238E27FC236}">
                    <a16:creationId xmlns:a16="http://schemas.microsoft.com/office/drawing/2014/main" id="{BD122BAC-E451-AFA9-6C57-BD05C276768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9" name="Freeform 26">
                <a:extLst>
                  <a:ext uri="{FF2B5EF4-FFF2-40B4-BE49-F238E27FC236}">
                    <a16:creationId xmlns:a16="http://schemas.microsoft.com/office/drawing/2014/main" id="{4E3885BA-1BA8-681D-4DE4-9B936A4CB06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60" name="Freeform 27">
                <a:extLst>
                  <a:ext uri="{FF2B5EF4-FFF2-40B4-BE49-F238E27FC236}">
                    <a16:creationId xmlns:a16="http://schemas.microsoft.com/office/drawing/2014/main" id="{ABEE044F-792E-433B-BC5E-4BD542A812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1" name="Freeform 28">
                <a:extLst>
                  <a:ext uri="{FF2B5EF4-FFF2-40B4-BE49-F238E27FC236}">
                    <a16:creationId xmlns:a16="http://schemas.microsoft.com/office/drawing/2014/main" id="{30D1C92A-B752-A811-96B4-0AC45129E51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4" name="Graphic 8">
              <a:extLst>
                <a:ext uri="{FF2B5EF4-FFF2-40B4-BE49-F238E27FC236}">
                  <a16:creationId xmlns:a16="http://schemas.microsoft.com/office/drawing/2014/main" id="{36971FEF-83F0-1684-6B0F-0A4CE1E3F755}"/>
                </a:ext>
              </a:extLst>
            </p:cNvPr>
            <p:cNvGrpSpPr/>
            <p:nvPr/>
          </p:nvGrpSpPr>
          <p:grpSpPr>
            <a:xfrm>
              <a:off x="265625" y="6323271"/>
              <a:ext cx="1249223" cy="190348"/>
              <a:chOff x="265625" y="6323271"/>
              <a:chExt cx="1249223" cy="190348"/>
            </a:xfrm>
            <a:solidFill>
              <a:srgbClr val="000000"/>
            </a:solidFill>
          </p:grpSpPr>
          <p:sp>
            <p:nvSpPr>
              <p:cNvPr id="45" name="Freeform 10">
                <a:extLst>
                  <a:ext uri="{FF2B5EF4-FFF2-40B4-BE49-F238E27FC236}">
                    <a16:creationId xmlns:a16="http://schemas.microsoft.com/office/drawing/2014/main" id="{E1651F97-7313-DC47-8032-24B11DF8643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6" name="Freeform 11">
                <a:extLst>
                  <a:ext uri="{FF2B5EF4-FFF2-40B4-BE49-F238E27FC236}">
                    <a16:creationId xmlns:a16="http://schemas.microsoft.com/office/drawing/2014/main" id="{EC2D56F3-54B0-F753-7D7E-8CD7F909BD2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7" name="Freeform 14">
                <a:extLst>
                  <a:ext uri="{FF2B5EF4-FFF2-40B4-BE49-F238E27FC236}">
                    <a16:creationId xmlns:a16="http://schemas.microsoft.com/office/drawing/2014/main" id="{22F9538F-4310-E56C-8570-C752A504AF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8" name="Freeform 15">
                <a:extLst>
                  <a:ext uri="{FF2B5EF4-FFF2-40B4-BE49-F238E27FC236}">
                    <a16:creationId xmlns:a16="http://schemas.microsoft.com/office/drawing/2014/main" id="{A7FF8F85-C708-F67F-847F-13224AC780A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9" name="Freeform 16">
                <a:extLst>
                  <a:ext uri="{FF2B5EF4-FFF2-40B4-BE49-F238E27FC236}">
                    <a16:creationId xmlns:a16="http://schemas.microsoft.com/office/drawing/2014/main" id="{7DCA0435-BA87-CDA6-28C3-F86E8E6ACCE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0" name="Freeform 17">
                <a:extLst>
                  <a:ext uri="{FF2B5EF4-FFF2-40B4-BE49-F238E27FC236}">
                    <a16:creationId xmlns:a16="http://schemas.microsoft.com/office/drawing/2014/main" id="{5C5D9B5E-4C5C-48CB-8068-3770554F756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1" name="Freeform 18">
                <a:extLst>
                  <a:ext uri="{FF2B5EF4-FFF2-40B4-BE49-F238E27FC236}">
                    <a16:creationId xmlns:a16="http://schemas.microsoft.com/office/drawing/2014/main" id="{9FBE4E79-BD31-CBEB-69ED-2244D2FD89C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1" name="TextBox 40">
            <a:extLst>
              <a:ext uri="{FF2B5EF4-FFF2-40B4-BE49-F238E27FC236}">
                <a16:creationId xmlns:a16="http://schemas.microsoft.com/office/drawing/2014/main" id="{C8383F88-1740-C522-167A-B5071941521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80651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ection - VK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5F942261-A521-60D5-A5C3-A85CF4F32FA9}"/>
              </a:ext>
            </a:extLst>
          </p:cNvPr>
          <p:cNvSpPr/>
          <p:nvPr userDrawn="1"/>
        </p:nvSpPr>
        <p:spPr>
          <a:xfrm>
            <a:off x="5406003" y="15044"/>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DC55FDFC-BFF5-72B6-48F8-99C6DED616E4}"/>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D4D344BF-B1DE-868D-E423-BD5DAAC7B0C9}"/>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C9DAFB5F-D079-0D12-1A57-03B02261AA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988649"/>
            <a:ext cx="3124591" cy="1207366"/>
          </a:xfrm>
          <a:prstGeom prst="rect">
            <a:avLst/>
          </a:prstGeom>
        </p:spPr>
      </p:pic>
      <p:grpSp>
        <p:nvGrpSpPr>
          <p:cNvPr id="7" name="Group 6">
            <a:extLst>
              <a:ext uri="{FF2B5EF4-FFF2-40B4-BE49-F238E27FC236}">
                <a16:creationId xmlns:a16="http://schemas.microsoft.com/office/drawing/2014/main" id="{112E8C14-E13E-8DDB-974A-C1206CB9336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C76084E-C788-0541-4171-49BECD52252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8E8A708-0D42-A8DA-8AE7-3B300A42D78D}"/>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B3DD8E2-0BCC-6714-E82C-B029271CB351}"/>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C2577F02-047D-0975-B302-56A78525778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EDE0F961-9F58-9C23-96A4-E34614F246A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30474-CA1A-BB5E-209C-CAD73B4295D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A9E379F-4B31-3B2E-8A81-46096DF0F0C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EDE9FD9F-999F-0A4A-7B11-FFFEFDAB16F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BFFFFBE8-2A79-29C1-7C5F-AD54B3445A55}"/>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7334EB20-8D55-719E-4645-08AA4B56CCF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D547FC94-84E4-3086-8AAB-1FE3154A1BF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F979284F-5A03-14A2-13EB-9A248232DAC6}"/>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FE336CA2-3D98-870D-70F9-622EA63E0E7D}"/>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D917E33A-9066-C254-C5AC-926BD37B868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026DA6A-6474-3AB6-434B-83A3DAE6076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4DE64F1-F0B1-EC8C-1E3E-F2F2053278B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E3F395B2-A6F6-9642-A9B3-0907549B7EED}"/>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64432B98-9ECF-C74B-6250-0AF86BF6ED8C}"/>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F585DDC-7D94-0B19-9D98-23DBB6B8397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3F6C062-6099-E639-9F9C-45ACE06D07DA}"/>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9" name="Graphic 28">
            <a:extLst>
              <a:ext uri="{FF2B5EF4-FFF2-40B4-BE49-F238E27FC236}">
                <a16:creationId xmlns:a16="http://schemas.microsoft.com/office/drawing/2014/main" id="{3269DD7D-A762-90F0-BAAE-246E4B1956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25699" y="4707812"/>
            <a:ext cx="2490461" cy="837840"/>
          </a:xfrm>
          <a:prstGeom prst="rect">
            <a:avLst/>
          </a:prstGeom>
        </p:spPr>
      </p:pic>
      <p:sp>
        <p:nvSpPr>
          <p:cNvPr id="31" name="Freeform: Shape 265">
            <a:extLst>
              <a:ext uri="{FF2B5EF4-FFF2-40B4-BE49-F238E27FC236}">
                <a16:creationId xmlns:a16="http://schemas.microsoft.com/office/drawing/2014/main" id="{40AE0C90-3611-90B9-945F-CD5690F37797}"/>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 name="Group 31">
            <a:extLst>
              <a:ext uri="{FF2B5EF4-FFF2-40B4-BE49-F238E27FC236}">
                <a16:creationId xmlns:a16="http://schemas.microsoft.com/office/drawing/2014/main" id="{7896B294-4741-B5DC-2EF0-8E83E0D9D5F3}"/>
              </a:ext>
            </a:extLst>
          </p:cNvPr>
          <p:cNvGrpSpPr/>
          <p:nvPr userDrawn="1"/>
        </p:nvGrpSpPr>
        <p:grpSpPr>
          <a:xfrm>
            <a:off x="9801434" y="1855519"/>
            <a:ext cx="2078815" cy="773140"/>
            <a:chOff x="9469303" y="1724685"/>
            <a:chExt cx="2078815" cy="773140"/>
          </a:xfrm>
        </p:grpSpPr>
        <p:grpSp>
          <p:nvGrpSpPr>
            <p:cNvPr id="33" name="Graphic 6">
              <a:extLst>
                <a:ext uri="{FF2B5EF4-FFF2-40B4-BE49-F238E27FC236}">
                  <a16:creationId xmlns:a16="http://schemas.microsoft.com/office/drawing/2014/main" id="{9AAFCDE0-37FF-86EC-D9BC-9DA31372AA81}"/>
                </a:ext>
              </a:extLst>
            </p:cNvPr>
            <p:cNvGrpSpPr/>
            <p:nvPr/>
          </p:nvGrpSpPr>
          <p:grpSpPr>
            <a:xfrm>
              <a:off x="10935407" y="1804642"/>
              <a:ext cx="612711" cy="613079"/>
              <a:chOff x="10935407" y="1804642"/>
              <a:chExt cx="612711" cy="613079"/>
            </a:xfrm>
            <a:noFill/>
          </p:grpSpPr>
          <p:sp>
            <p:nvSpPr>
              <p:cNvPr id="48" name="Freeform: Shape 10">
                <a:extLst>
                  <a:ext uri="{FF2B5EF4-FFF2-40B4-BE49-F238E27FC236}">
                    <a16:creationId xmlns:a16="http://schemas.microsoft.com/office/drawing/2014/main" id="{4E4B1818-8929-589D-DD23-0B1DB0B0E373}"/>
                  </a:ext>
                </a:extLst>
              </p:cNvPr>
              <p:cNvSpPr/>
              <p:nvPr/>
            </p:nvSpPr>
            <p:spPr>
              <a:xfrm>
                <a:off x="10935407" y="1804642"/>
                <a:ext cx="612711" cy="613079"/>
              </a:xfrm>
              <a:custGeom>
                <a:avLst/>
                <a:gdLst>
                  <a:gd name="connsiteX0" fmla="*/ 257027 w 612711"/>
                  <a:gd name="connsiteY0" fmla="*/ 613079 h 613079"/>
                  <a:gd name="connsiteX1" fmla="*/ 352666 w 612711"/>
                  <a:gd name="connsiteY1" fmla="*/ 612564 h 613079"/>
                  <a:gd name="connsiteX2" fmla="*/ 362605 w 612711"/>
                  <a:gd name="connsiteY2" fmla="*/ 579580 h 613079"/>
                  <a:gd name="connsiteX3" fmla="*/ 371661 w 612711"/>
                  <a:gd name="connsiteY3" fmla="*/ 551528 h 613079"/>
                  <a:gd name="connsiteX4" fmla="*/ 376668 w 612711"/>
                  <a:gd name="connsiteY4" fmla="*/ 547626 h 613079"/>
                  <a:gd name="connsiteX5" fmla="*/ 427985 w 612711"/>
                  <a:gd name="connsiteY5" fmla="*/ 527306 h 613079"/>
                  <a:gd name="connsiteX6" fmla="*/ 435642 w 612711"/>
                  <a:gd name="connsiteY6" fmla="*/ 527600 h 613079"/>
                  <a:gd name="connsiteX7" fmla="*/ 487621 w 612711"/>
                  <a:gd name="connsiteY7" fmla="*/ 557197 h 613079"/>
                  <a:gd name="connsiteX8" fmla="*/ 488210 w 612711"/>
                  <a:gd name="connsiteY8" fmla="*/ 557492 h 613079"/>
                  <a:gd name="connsiteX9" fmla="*/ 488652 w 612711"/>
                  <a:gd name="connsiteY9" fmla="*/ 557050 h 613079"/>
                  <a:gd name="connsiteX10" fmla="*/ 556461 w 612711"/>
                  <a:gd name="connsiteY10" fmla="*/ 486591 h 613079"/>
                  <a:gd name="connsiteX11" fmla="*/ 556829 w 612711"/>
                  <a:gd name="connsiteY11" fmla="*/ 486002 h 613079"/>
                  <a:gd name="connsiteX12" fmla="*/ 556388 w 612711"/>
                  <a:gd name="connsiteY12" fmla="*/ 485486 h 613079"/>
                  <a:gd name="connsiteX13" fmla="*/ 539748 w 612711"/>
                  <a:gd name="connsiteY13" fmla="*/ 459570 h 613079"/>
                  <a:gd name="connsiteX14" fmla="*/ 526864 w 612711"/>
                  <a:gd name="connsiteY14" fmla="*/ 437188 h 613079"/>
                  <a:gd name="connsiteX15" fmla="*/ 527232 w 612711"/>
                  <a:gd name="connsiteY15" fmla="*/ 429236 h 613079"/>
                  <a:gd name="connsiteX16" fmla="*/ 539822 w 612711"/>
                  <a:gd name="connsiteY16" fmla="*/ 403320 h 613079"/>
                  <a:gd name="connsiteX17" fmla="*/ 551381 w 612711"/>
                  <a:gd name="connsiteY17" fmla="*/ 375563 h 613079"/>
                  <a:gd name="connsiteX18" fmla="*/ 556682 w 612711"/>
                  <a:gd name="connsiteY18" fmla="*/ 371661 h 613079"/>
                  <a:gd name="connsiteX19" fmla="*/ 582893 w 612711"/>
                  <a:gd name="connsiteY19" fmla="*/ 365403 h 613079"/>
                  <a:gd name="connsiteX20" fmla="*/ 611975 w 612711"/>
                  <a:gd name="connsiteY20" fmla="*/ 357304 h 613079"/>
                  <a:gd name="connsiteX21" fmla="*/ 612711 w 612711"/>
                  <a:gd name="connsiteY21" fmla="*/ 357157 h 613079"/>
                  <a:gd name="connsiteX22" fmla="*/ 611975 w 612711"/>
                  <a:gd name="connsiteY22" fmla="*/ 258793 h 613079"/>
                  <a:gd name="connsiteX23" fmla="*/ 581715 w 612711"/>
                  <a:gd name="connsiteY23" fmla="*/ 250768 h 613079"/>
                  <a:gd name="connsiteX24" fmla="*/ 554105 w 612711"/>
                  <a:gd name="connsiteY24" fmla="*/ 244363 h 613079"/>
                  <a:gd name="connsiteX25" fmla="*/ 548289 w 612711"/>
                  <a:gd name="connsiteY25" fmla="*/ 239724 h 613079"/>
                  <a:gd name="connsiteX26" fmla="*/ 528410 w 612711"/>
                  <a:gd name="connsiteY26" fmla="*/ 183990 h 613079"/>
                  <a:gd name="connsiteX27" fmla="*/ 529220 w 612711"/>
                  <a:gd name="connsiteY27" fmla="*/ 177585 h 613079"/>
                  <a:gd name="connsiteX28" fmla="*/ 559554 w 612711"/>
                  <a:gd name="connsiteY28" fmla="*/ 125016 h 613079"/>
                  <a:gd name="connsiteX29" fmla="*/ 559922 w 612711"/>
                  <a:gd name="connsiteY29" fmla="*/ 124353 h 613079"/>
                  <a:gd name="connsiteX30" fmla="*/ 559333 w 612711"/>
                  <a:gd name="connsiteY30" fmla="*/ 123838 h 613079"/>
                  <a:gd name="connsiteX31" fmla="*/ 524876 w 612711"/>
                  <a:gd name="connsiteY31" fmla="*/ 90854 h 613079"/>
                  <a:gd name="connsiteX32" fmla="*/ 488579 w 612711"/>
                  <a:gd name="connsiteY32" fmla="*/ 58974 h 613079"/>
                  <a:gd name="connsiteX33" fmla="*/ 488137 w 612711"/>
                  <a:gd name="connsiteY33" fmla="*/ 58753 h 613079"/>
                  <a:gd name="connsiteX34" fmla="*/ 487695 w 612711"/>
                  <a:gd name="connsiteY34" fmla="*/ 58974 h 613079"/>
                  <a:gd name="connsiteX35" fmla="*/ 460012 w 612711"/>
                  <a:gd name="connsiteY35" fmla="*/ 74509 h 613079"/>
                  <a:gd name="connsiteX36" fmla="*/ 435863 w 612711"/>
                  <a:gd name="connsiteY36" fmla="*/ 87025 h 613079"/>
                  <a:gd name="connsiteX37" fmla="*/ 429384 w 612711"/>
                  <a:gd name="connsiteY37" fmla="*/ 86215 h 613079"/>
                  <a:gd name="connsiteX38" fmla="*/ 403688 w 612711"/>
                  <a:gd name="connsiteY38" fmla="*/ 73846 h 613079"/>
                  <a:gd name="connsiteX39" fmla="*/ 377110 w 612711"/>
                  <a:gd name="connsiteY39" fmla="*/ 63539 h 613079"/>
                  <a:gd name="connsiteX40" fmla="*/ 372839 w 612711"/>
                  <a:gd name="connsiteY40" fmla="*/ 58606 h 613079"/>
                  <a:gd name="connsiteX41" fmla="*/ 355832 w 612711"/>
                  <a:gd name="connsiteY41" fmla="*/ 589 h 613079"/>
                  <a:gd name="connsiteX42" fmla="*/ 355611 w 612711"/>
                  <a:gd name="connsiteY42" fmla="*/ 0 h 613079"/>
                  <a:gd name="connsiteX43" fmla="*/ 259898 w 612711"/>
                  <a:gd name="connsiteY43" fmla="*/ 663 h 613079"/>
                  <a:gd name="connsiteX44" fmla="*/ 250915 w 612711"/>
                  <a:gd name="connsiteY44" fmla="*/ 32616 h 613079"/>
                  <a:gd name="connsiteX45" fmla="*/ 243332 w 612711"/>
                  <a:gd name="connsiteY45" fmla="*/ 60520 h 613079"/>
                  <a:gd name="connsiteX46" fmla="*/ 238178 w 612711"/>
                  <a:gd name="connsiteY46" fmla="*/ 65600 h 613079"/>
                  <a:gd name="connsiteX47" fmla="*/ 185168 w 612711"/>
                  <a:gd name="connsiteY47" fmla="*/ 86363 h 613079"/>
                  <a:gd name="connsiteX48" fmla="*/ 178026 w 612711"/>
                  <a:gd name="connsiteY48" fmla="*/ 85626 h 613079"/>
                  <a:gd name="connsiteX49" fmla="*/ 125531 w 612711"/>
                  <a:gd name="connsiteY49" fmla="*/ 55882 h 613079"/>
                  <a:gd name="connsiteX50" fmla="*/ 124942 w 612711"/>
                  <a:gd name="connsiteY50" fmla="*/ 55587 h 613079"/>
                  <a:gd name="connsiteX51" fmla="*/ 124501 w 612711"/>
                  <a:gd name="connsiteY51" fmla="*/ 56029 h 613079"/>
                  <a:gd name="connsiteX52" fmla="*/ 56323 w 612711"/>
                  <a:gd name="connsiteY52" fmla="*/ 126489 h 613079"/>
                  <a:gd name="connsiteX53" fmla="*/ 55882 w 612711"/>
                  <a:gd name="connsiteY53" fmla="*/ 127078 h 613079"/>
                  <a:gd name="connsiteX54" fmla="*/ 56397 w 612711"/>
                  <a:gd name="connsiteY54" fmla="*/ 127667 h 613079"/>
                  <a:gd name="connsiteX55" fmla="*/ 86510 w 612711"/>
                  <a:gd name="connsiteY55" fmla="*/ 176407 h 613079"/>
                  <a:gd name="connsiteX56" fmla="*/ 86289 w 612711"/>
                  <a:gd name="connsiteY56" fmla="*/ 183696 h 613079"/>
                  <a:gd name="connsiteX57" fmla="*/ 73331 w 612711"/>
                  <a:gd name="connsiteY57" fmla="*/ 210201 h 613079"/>
                  <a:gd name="connsiteX58" fmla="*/ 61256 w 612711"/>
                  <a:gd name="connsiteY58" fmla="*/ 237442 h 613079"/>
                  <a:gd name="connsiteX59" fmla="*/ 55882 w 612711"/>
                  <a:gd name="connsiteY59" fmla="*/ 241418 h 613079"/>
                  <a:gd name="connsiteX60" fmla="*/ 29818 w 612711"/>
                  <a:gd name="connsiteY60" fmla="*/ 247676 h 613079"/>
                  <a:gd name="connsiteX61" fmla="*/ 736 w 612711"/>
                  <a:gd name="connsiteY61" fmla="*/ 255775 h 613079"/>
                  <a:gd name="connsiteX62" fmla="*/ 0 w 612711"/>
                  <a:gd name="connsiteY62" fmla="*/ 255922 h 613079"/>
                  <a:gd name="connsiteX63" fmla="*/ 736 w 612711"/>
                  <a:gd name="connsiteY63" fmla="*/ 354286 h 613079"/>
                  <a:gd name="connsiteX64" fmla="*/ 31217 w 612711"/>
                  <a:gd name="connsiteY64" fmla="*/ 362384 h 613079"/>
                  <a:gd name="connsiteX65" fmla="*/ 57133 w 612711"/>
                  <a:gd name="connsiteY65" fmla="*/ 368348 h 613079"/>
                  <a:gd name="connsiteX66" fmla="*/ 63097 w 612711"/>
                  <a:gd name="connsiteY66" fmla="*/ 374017 h 613079"/>
                  <a:gd name="connsiteX67" fmla="*/ 72521 w 612711"/>
                  <a:gd name="connsiteY67" fmla="*/ 402363 h 613079"/>
                  <a:gd name="connsiteX68" fmla="*/ 84301 w 612711"/>
                  <a:gd name="connsiteY68" fmla="*/ 429089 h 613079"/>
                  <a:gd name="connsiteX69" fmla="*/ 83859 w 612711"/>
                  <a:gd name="connsiteY69" fmla="*/ 435495 h 613079"/>
                  <a:gd name="connsiteX70" fmla="*/ 56176 w 612711"/>
                  <a:gd name="connsiteY70" fmla="*/ 488137 h 613079"/>
                  <a:gd name="connsiteX71" fmla="*/ 56029 w 612711"/>
                  <a:gd name="connsiteY71" fmla="*/ 488652 h 613079"/>
                  <a:gd name="connsiteX72" fmla="*/ 56397 w 612711"/>
                  <a:gd name="connsiteY72" fmla="*/ 489020 h 613079"/>
                  <a:gd name="connsiteX73" fmla="*/ 124648 w 612711"/>
                  <a:gd name="connsiteY73" fmla="*/ 553958 h 613079"/>
                  <a:gd name="connsiteX74" fmla="*/ 125090 w 612711"/>
                  <a:gd name="connsiteY74" fmla="*/ 554252 h 613079"/>
                  <a:gd name="connsiteX75" fmla="*/ 125531 w 612711"/>
                  <a:gd name="connsiteY75" fmla="*/ 554032 h 613079"/>
                  <a:gd name="connsiteX76" fmla="*/ 152625 w 612711"/>
                  <a:gd name="connsiteY76" fmla="*/ 538644 h 613079"/>
                  <a:gd name="connsiteX77" fmla="*/ 178174 w 612711"/>
                  <a:gd name="connsiteY77" fmla="*/ 525833 h 613079"/>
                  <a:gd name="connsiteX78" fmla="*/ 183843 w 612711"/>
                  <a:gd name="connsiteY78" fmla="*/ 526127 h 613079"/>
                  <a:gd name="connsiteX79" fmla="*/ 236338 w 612711"/>
                  <a:gd name="connsiteY79" fmla="*/ 549614 h 613079"/>
                  <a:gd name="connsiteX80" fmla="*/ 240313 w 612711"/>
                  <a:gd name="connsiteY80" fmla="*/ 554032 h 613079"/>
                  <a:gd name="connsiteX81" fmla="*/ 247602 w 612711"/>
                  <a:gd name="connsiteY81" fmla="*/ 581494 h 613079"/>
                  <a:gd name="connsiteX82" fmla="*/ 257100 w 612711"/>
                  <a:gd name="connsiteY82" fmla="*/ 612417 h 613079"/>
                  <a:gd name="connsiteX83" fmla="*/ 257395 w 612711"/>
                  <a:gd name="connsiteY83" fmla="*/ 612932 h 6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2711" h="613079">
                    <a:moveTo>
                      <a:pt x="257027" y="613079"/>
                    </a:moveTo>
                    <a:lnTo>
                      <a:pt x="352666" y="612564"/>
                    </a:lnTo>
                    <a:cubicBezTo>
                      <a:pt x="355537" y="606821"/>
                      <a:pt x="358850" y="595704"/>
                      <a:pt x="362605" y="579580"/>
                    </a:cubicBezTo>
                    <a:cubicBezTo>
                      <a:pt x="365403" y="567431"/>
                      <a:pt x="368422" y="558007"/>
                      <a:pt x="371661" y="551528"/>
                    </a:cubicBezTo>
                    <a:cubicBezTo>
                      <a:pt x="372618" y="549540"/>
                      <a:pt x="374533" y="548068"/>
                      <a:pt x="376668" y="547626"/>
                    </a:cubicBezTo>
                    <a:cubicBezTo>
                      <a:pt x="392792" y="544166"/>
                      <a:pt x="410094" y="537319"/>
                      <a:pt x="427985" y="527306"/>
                    </a:cubicBezTo>
                    <a:cubicBezTo>
                      <a:pt x="430414" y="525980"/>
                      <a:pt x="433359" y="526054"/>
                      <a:pt x="435642" y="527600"/>
                    </a:cubicBezTo>
                    <a:cubicBezTo>
                      <a:pt x="452576" y="538865"/>
                      <a:pt x="470099" y="548804"/>
                      <a:pt x="487621" y="557197"/>
                    </a:cubicBezTo>
                    <a:lnTo>
                      <a:pt x="488210" y="557492"/>
                    </a:lnTo>
                    <a:lnTo>
                      <a:pt x="488652" y="557050"/>
                    </a:lnTo>
                    <a:cubicBezTo>
                      <a:pt x="527968" y="518544"/>
                      <a:pt x="550718" y="494837"/>
                      <a:pt x="556461" y="486591"/>
                    </a:cubicBezTo>
                    <a:lnTo>
                      <a:pt x="556829" y="486002"/>
                    </a:lnTo>
                    <a:lnTo>
                      <a:pt x="556388" y="485486"/>
                    </a:lnTo>
                    <a:cubicBezTo>
                      <a:pt x="551528" y="479228"/>
                      <a:pt x="545933" y="470540"/>
                      <a:pt x="539748" y="459570"/>
                    </a:cubicBezTo>
                    <a:cubicBezTo>
                      <a:pt x="534006" y="449483"/>
                      <a:pt x="529735" y="442047"/>
                      <a:pt x="526864" y="437188"/>
                    </a:cubicBezTo>
                    <a:cubicBezTo>
                      <a:pt x="525391" y="434685"/>
                      <a:pt x="525539" y="431592"/>
                      <a:pt x="527232" y="429236"/>
                    </a:cubicBezTo>
                    <a:cubicBezTo>
                      <a:pt x="531502" y="423273"/>
                      <a:pt x="535772" y="414511"/>
                      <a:pt x="539822" y="403320"/>
                    </a:cubicBezTo>
                    <a:cubicBezTo>
                      <a:pt x="544608" y="390657"/>
                      <a:pt x="548510" y="381306"/>
                      <a:pt x="551381" y="375563"/>
                    </a:cubicBezTo>
                    <a:cubicBezTo>
                      <a:pt x="552412" y="373502"/>
                      <a:pt x="554400" y="372103"/>
                      <a:pt x="556682" y="371661"/>
                    </a:cubicBezTo>
                    <a:cubicBezTo>
                      <a:pt x="564192" y="370410"/>
                      <a:pt x="573027" y="368275"/>
                      <a:pt x="582893" y="365403"/>
                    </a:cubicBezTo>
                    <a:cubicBezTo>
                      <a:pt x="600710" y="360176"/>
                      <a:pt x="608514" y="358114"/>
                      <a:pt x="611975" y="357304"/>
                    </a:cubicBezTo>
                    <a:lnTo>
                      <a:pt x="612711" y="357157"/>
                    </a:lnTo>
                    <a:lnTo>
                      <a:pt x="611975" y="258793"/>
                    </a:lnTo>
                    <a:cubicBezTo>
                      <a:pt x="606527" y="257689"/>
                      <a:pt x="596661" y="255112"/>
                      <a:pt x="581715" y="250768"/>
                    </a:cubicBezTo>
                    <a:cubicBezTo>
                      <a:pt x="571186" y="247602"/>
                      <a:pt x="561909" y="245467"/>
                      <a:pt x="554105" y="244363"/>
                    </a:cubicBezTo>
                    <a:cubicBezTo>
                      <a:pt x="551455" y="243995"/>
                      <a:pt x="549246" y="242228"/>
                      <a:pt x="548289" y="239724"/>
                    </a:cubicBezTo>
                    <a:cubicBezTo>
                      <a:pt x="545859" y="233540"/>
                      <a:pt x="540485" y="218741"/>
                      <a:pt x="528410" y="183990"/>
                    </a:cubicBezTo>
                    <a:cubicBezTo>
                      <a:pt x="527674" y="181855"/>
                      <a:pt x="527968" y="179499"/>
                      <a:pt x="529220" y="177585"/>
                    </a:cubicBezTo>
                    <a:cubicBezTo>
                      <a:pt x="536730" y="166025"/>
                      <a:pt x="546669" y="148871"/>
                      <a:pt x="559554" y="125016"/>
                    </a:cubicBezTo>
                    <a:lnTo>
                      <a:pt x="559922" y="124353"/>
                    </a:lnTo>
                    <a:lnTo>
                      <a:pt x="559333" y="123838"/>
                    </a:lnTo>
                    <a:cubicBezTo>
                      <a:pt x="552264" y="118242"/>
                      <a:pt x="540705" y="107125"/>
                      <a:pt x="524876" y="90854"/>
                    </a:cubicBezTo>
                    <a:cubicBezTo>
                      <a:pt x="510814" y="75761"/>
                      <a:pt x="499033" y="65379"/>
                      <a:pt x="488579" y="58974"/>
                    </a:cubicBezTo>
                    <a:lnTo>
                      <a:pt x="488137" y="58753"/>
                    </a:lnTo>
                    <a:lnTo>
                      <a:pt x="487695" y="58974"/>
                    </a:lnTo>
                    <a:cubicBezTo>
                      <a:pt x="482247" y="61256"/>
                      <a:pt x="473191" y="66337"/>
                      <a:pt x="460012" y="74509"/>
                    </a:cubicBezTo>
                    <a:cubicBezTo>
                      <a:pt x="451250" y="80252"/>
                      <a:pt x="443078" y="84522"/>
                      <a:pt x="435863" y="87025"/>
                    </a:cubicBezTo>
                    <a:cubicBezTo>
                      <a:pt x="433728" y="87762"/>
                      <a:pt x="431298" y="87467"/>
                      <a:pt x="429384" y="86215"/>
                    </a:cubicBezTo>
                    <a:cubicBezTo>
                      <a:pt x="423052" y="82019"/>
                      <a:pt x="414658" y="77969"/>
                      <a:pt x="403688" y="73846"/>
                    </a:cubicBezTo>
                    <a:cubicBezTo>
                      <a:pt x="389184" y="68398"/>
                      <a:pt x="381306" y="65306"/>
                      <a:pt x="377110" y="63539"/>
                    </a:cubicBezTo>
                    <a:cubicBezTo>
                      <a:pt x="374974" y="62655"/>
                      <a:pt x="373428" y="60815"/>
                      <a:pt x="372839" y="58606"/>
                    </a:cubicBezTo>
                    <a:cubicBezTo>
                      <a:pt x="364814" y="28272"/>
                      <a:pt x="359145" y="8761"/>
                      <a:pt x="355832" y="589"/>
                    </a:cubicBezTo>
                    <a:lnTo>
                      <a:pt x="355611" y="0"/>
                    </a:lnTo>
                    <a:lnTo>
                      <a:pt x="259898" y="663"/>
                    </a:lnTo>
                    <a:cubicBezTo>
                      <a:pt x="257321" y="8909"/>
                      <a:pt x="254302" y="19658"/>
                      <a:pt x="250915" y="32616"/>
                    </a:cubicBezTo>
                    <a:cubicBezTo>
                      <a:pt x="246940" y="47636"/>
                      <a:pt x="244657" y="55955"/>
                      <a:pt x="243332" y="60520"/>
                    </a:cubicBezTo>
                    <a:cubicBezTo>
                      <a:pt x="242596" y="63023"/>
                      <a:pt x="240682" y="64938"/>
                      <a:pt x="238178" y="65600"/>
                    </a:cubicBezTo>
                    <a:cubicBezTo>
                      <a:pt x="229490" y="67883"/>
                      <a:pt x="212115" y="74656"/>
                      <a:pt x="185168" y="86363"/>
                    </a:cubicBezTo>
                    <a:cubicBezTo>
                      <a:pt x="182812" y="87393"/>
                      <a:pt x="180088" y="87099"/>
                      <a:pt x="178026" y="85626"/>
                    </a:cubicBezTo>
                    <a:cubicBezTo>
                      <a:pt x="165363" y="76644"/>
                      <a:pt x="147693" y="66705"/>
                      <a:pt x="125531" y="55882"/>
                    </a:cubicBezTo>
                    <a:lnTo>
                      <a:pt x="124942" y="55587"/>
                    </a:lnTo>
                    <a:lnTo>
                      <a:pt x="124501" y="56029"/>
                    </a:lnTo>
                    <a:cubicBezTo>
                      <a:pt x="84964" y="94535"/>
                      <a:pt x="61993" y="118242"/>
                      <a:pt x="56323" y="126489"/>
                    </a:cubicBezTo>
                    <a:lnTo>
                      <a:pt x="55882" y="127078"/>
                    </a:lnTo>
                    <a:lnTo>
                      <a:pt x="56397" y="127667"/>
                    </a:lnTo>
                    <a:cubicBezTo>
                      <a:pt x="62803" y="134808"/>
                      <a:pt x="72889" y="151227"/>
                      <a:pt x="86510" y="176407"/>
                    </a:cubicBezTo>
                    <a:cubicBezTo>
                      <a:pt x="87761" y="178689"/>
                      <a:pt x="87688" y="181487"/>
                      <a:pt x="86289" y="183696"/>
                    </a:cubicBezTo>
                    <a:cubicBezTo>
                      <a:pt x="82313" y="190248"/>
                      <a:pt x="78043" y="198862"/>
                      <a:pt x="73331" y="210201"/>
                    </a:cubicBezTo>
                    <a:cubicBezTo>
                      <a:pt x="68104" y="222643"/>
                      <a:pt x="64054" y="231773"/>
                      <a:pt x="61256" y="237442"/>
                    </a:cubicBezTo>
                    <a:cubicBezTo>
                      <a:pt x="60226" y="239577"/>
                      <a:pt x="58238" y="240976"/>
                      <a:pt x="55882" y="241418"/>
                    </a:cubicBezTo>
                    <a:cubicBezTo>
                      <a:pt x="48372" y="242670"/>
                      <a:pt x="39831" y="244731"/>
                      <a:pt x="29818" y="247676"/>
                    </a:cubicBezTo>
                    <a:cubicBezTo>
                      <a:pt x="14946" y="252020"/>
                      <a:pt x="5448" y="254670"/>
                      <a:pt x="736" y="255775"/>
                    </a:cubicBezTo>
                    <a:lnTo>
                      <a:pt x="0" y="255922"/>
                    </a:lnTo>
                    <a:lnTo>
                      <a:pt x="736" y="354286"/>
                    </a:lnTo>
                    <a:cubicBezTo>
                      <a:pt x="6405" y="355390"/>
                      <a:pt x="16639" y="358114"/>
                      <a:pt x="31217" y="362384"/>
                    </a:cubicBezTo>
                    <a:cubicBezTo>
                      <a:pt x="41009" y="365035"/>
                      <a:pt x="49771" y="367097"/>
                      <a:pt x="57133" y="368348"/>
                    </a:cubicBezTo>
                    <a:cubicBezTo>
                      <a:pt x="60078" y="368864"/>
                      <a:pt x="62434" y="371146"/>
                      <a:pt x="63097" y="374017"/>
                    </a:cubicBezTo>
                    <a:cubicBezTo>
                      <a:pt x="64864" y="382631"/>
                      <a:pt x="68030" y="392203"/>
                      <a:pt x="72521" y="402363"/>
                    </a:cubicBezTo>
                    <a:cubicBezTo>
                      <a:pt x="79221" y="417162"/>
                      <a:pt x="82608" y="424966"/>
                      <a:pt x="84301" y="429089"/>
                    </a:cubicBezTo>
                    <a:cubicBezTo>
                      <a:pt x="85184" y="431224"/>
                      <a:pt x="84964" y="433580"/>
                      <a:pt x="83859" y="435495"/>
                    </a:cubicBezTo>
                    <a:cubicBezTo>
                      <a:pt x="67146" y="464429"/>
                      <a:pt x="57870" y="482099"/>
                      <a:pt x="56176" y="488137"/>
                    </a:cubicBezTo>
                    <a:lnTo>
                      <a:pt x="56029" y="488652"/>
                    </a:lnTo>
                    <a:lnTo>
                      <a:pt x="56397" y="489020"/>
                    </a:lnTo>
                    <a:cubicBezTo>
                      <a:pt x="93431" y="526716"/>
                      <a:pt x="116328" y="548583"/>
                      <a:pt x="124648" y="553958"/>
                    </a:cubicBezTo>
                    <a:lnTo>
                      <a:pt x="125090" y="554252"/>
                    </a:lnTo>
                    <a:lnTo>
                      <a:pt x="125531" y="554032"/>
                    </a:lnTo>
                    <a:cubicBezTo>
                      <a:pt x="130759" y="551676"/>
                      <a:pt x="139888" y="546522"/>
                      <a:pt x="152625" y="538644"/>
                    </a:cubicBezTo>
                    <a:cubicBezTo>
                      <a:pt x="162123" y="532827"/>
                      <a:pt x="170664" y="528483"/>
                      <a:pt x="178174" y="525833"/>
                    </a:cubicBezTo>
                    <a:cubicBezTo>
                      <a:pt x="180014" y="525170"/>
                      <a:pt x="182076" y="525244"/>
                      <a:pt x="183843" y="526127"/>
                    </a:cubicBezTo>
                    <a:cubicBezTo>
                      <a:pt x="189144" y="528631"/>
                      <a:pt x="202175" y="534594"/>
                      <a:pt x="236338" y="549614"/>
                    </a:cubicBezTo>
                    <a:cubicBezTo>
                      <a:pt x="238252" y="550424"/>
                      <a:pt x="239651" y="552044"/>
                      <a:pt x="240313" y="554032"/>
                    </a:cubicBezTo>
                    <a:cubicBezTo>
                      <a:pt x="242301" y="560069"/>
                      <a:pt x="244731" y="569346"/>
                      <a:pt x="247602" y="581494"/>
                    </a:cubicBezTo>
                    <a:cubicBezTo>
                      <a:pt x="250768" y="595630"/>
                      <a:pt x="253860" y="605717"/>
                      <a:pt x="257100" y="612417"/>
                    </a:cubicBezTo>
                    <a:lnTo>
                      <a:pt x="257395" y="612932"/>
                    </a:ln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11">
                <a:extLst>
                  <a:ext uri="{FF2B5EF4-FFF2-40B4-BE49-F238E27FC236}">
                    <a16:creationId xmlns:a16="http://schemas.microsoft.com/office/drawing/2014/main" id="{59355528-FF33-BC8C-160F-02447A9DF538}"/>
                  </a:ext>
                </a:extLst>
              </p:cNvPr>
              <p:cNvSpPr/>
              <p:nvPr/>
            </p:nvSpPr>
            <p:spPr>
              <a:xfrm>
                <a:off x="11055048" y="1930541"/>
                <a:ext cx="364004" cy="364004"/>
              </a:xfrm>
              <a:custGeom>
                <a:avLst/>
                <a:gdLst>
                  <a:gd name="connsiteX0" fmla="*/ 364004 w 364004"/>
                  <a:gd name="connsiteY0" fmla="*/ 182002 h 364004"/>
                  <a:gd name="connsiteX1" fmla="*/ 182002 w 364004"/>
                  <a:gd name="connsiteY1" fmla="*/ 364004 h 364004"/>
                  <a:gd name="connsiteX2" fmla="*/ 0 w 364004"/>
                  <a:gd name="connsiteY2" fmla="*/ 182002 h 364004"/>
                  <a:gd name="connsiteX3" fmla="*/ 182002 w 364004"/>
                  <a:gd name="connsiteY3" fmla="*/ 0 h 364004"/>
                  <a:gd name="connsiteX4" fmla="*/ 364004 w 364004"/>
                  <a:gd name="connsiteY4" fmla="*/ 182002 h 364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004" h="364004">
                    <a:moveTo>
                      <a:pt x="364004" y="182002"/>
                    </a:moveTo>
                    <a:cubicBezTo>
                      <a:pt x="364004" y="282519"/>
                      <a:pt x="282519" y="364004"/>
                      <a:pt x="182002" y="364004"/>
                    </a:cubicBezTo>
                    <a:cubicBezTo>
                      <a:pt x="81485" y="364004"/>
                      <a:pt x="0" y="282519"/>
                      <a:pt x="0" y="182002"/>
                    </a:cubicBezTo>
                    <a:cubicBezTo>
                      <a:pt x="0" y="81485"/>
                      <a:pt x="81485" y="0"/>
                      <a:pt x="182002" y="0"/>
                    </a:cubicBezTo>
                    <a:cubicBezTo>
                      <a:pt x="282519" y="0"/>
                      <a:pt x="364004" y="81485"/>
                      <a:pt x="364004" y="182002"/>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4" name="Graphic 6">
              <a:extLst>
                <a:ext uri="{FF2B5EF4-FFF2-40B4-BE49-F238E27FC236}">
                  <a16:creationId xmlns:a16="http://schemas.microsoft.com/office/drawing/2014/main" id="{112761DA-4A35-5511-E41A-687BE4EEF994}"/>
                </a:ext>
              </a:extLst>
            </p:cNvPr>
            <p:cNvGrpSpPr/>
            <p:nvPr/>
          </p:nvGrpSpPr>
          <p:grpSpPr>
            <a:xfrm>
              <a:off x="10373203" y="2030525"/>
              <a:ext cx="936148" cy="161386"/>
              <a:chOff x="10373203" y="2030525"/>
              <a:chExt cx="936148" cy="161386"/>
            </a:xfrm>
            <a:noFill/>
          </p:grpSpPr>
          <p:sp>
            <p:nvSpPr>
              <p:cNvPr id="45" name="Freeform: Shape 43">
                <a:extLst>
                  <a:ext uri="{FF2B5EF4-FFF2-40B4-BE49-F238E27FC236}">
                    <a16:creationId xmlns:a16="http://schemas.microsoft.com/office/drawing/2014/main" id="{7EF4B7D9-783B-5130-4790-2135D8B2FBF6}"/>
                  </a:ext>
                </a:extLst>
              </p:cNvPr>
              <p:cNvSpPr/>
              <p:nvPr/>
            </p:nvSpPr>
            <p:spPr>
              <a:xfrm>
                <a:off x="10534590" y="2111218"/>
                <a:ext cx="615877" cy="7362"/>
              </a:xfrm>
              <a:custGeom>
                <a:avLst/>
                <a:gdLst>
                  <a:gd name="connsiteX0" fmla="*/ 615877 w 615877"/>
                  <a:gd name="connsiteY0" fmla="*/ 0 h 7362"/>
                  <a:gd name="connsiteX1" fmla="*/ 0 w 615877"/>
                  <a:gd name="connsiteY1" fmla="*/ 0 h 7362"/>
                </a:gdLst>
                <a:ahLst/>
                <a:cxnLst>
                  <a:cxn ang="0">
                    <a:pos x="connsiteX0" y="connsiteY0"/>
                  </a:cxn>
                  <a:cxn ang="0">
                    <a:pos x="connsiteX1" y="connsiteY1"/>
                  </a:cxn>
                </a:cxnLst>
                <a:rect l="l" t="t" r="r" b="b"/>
                <a:pathLst>
                  <a:path w="615877" h="7362">
                    <a:moveTo>
                      <a:pt x="615877" y="0"/>
                    </a:moveTo>
                    <a:lnTo>
                      <a:pt x="0" y="0"/>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44">
                <a:extLst>
                  <a:ext uri="{FF2B5EF4-FFF2-40B4-BE49-F238E27FC236}">
                    <a16:creationId xmlns:a16="http://schemas.microsoft.com/office/drawing/2014/main" id="{88E29F00-8873-F246-75C0-CC4A900AA005}"/>
                  </a:ext>
                </a:extLst>
              </p:cNvPr>
              <p:cNvSpPr/>
              <p:nvPr/>
            </p:nvSpPr>
            <p:spPr>
              <a:xfrm>
                <a:off x="11147964" y="2030525"/>
                <a:ext cx="161387" cy="161386"/>
              </a:xfrm>
              <a:custGeom>
                <a:avLst/>
                <a:gdLst>
                  <a:gd name="connsiteX0" fmla="*/ 161387 w 161387"/>
                  <a:gd name="connsiteY0" fmla="*/ 80693 h 161386"/>
                  <a:gd name="connsiteX1" fmla="*/ 80693 w 161387"/>
                  <a:gd name="connsiteY1" fmla="*/ 161387 h 161386"/>
                  <a:gd name="connsiteX2" fmla="*/ 0 w 161387"/>
                  <a:gd name="connsiteY2" fmla="*/ 80693 h 161386"/>
                  <a:gd name="connsiteX3" fmla="*/ 80693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3" y="161387"/>
                    </a:cubicBezTo>
                    <a:cubicBezTo>
                      <a:pt x="36128" y="161387"/>
                      <a:pt x="0" y="125259"/>
                      <a:pt x="0" y="80693"/>
                    </a:cubicBezTo>
                    <a:cubicBezTo>
                      <a:pt x="0" y="36128"/>
                      <a:pt x="36128" y="0"/>
                      <a:pt x="80693"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45">
                <a:extLst>
                  <a:ext uri="{FF2B5EF4-FFF2-40B4-BE49-F238E27FC236}">
                    <a16:creationId xmlns:a16="http://schemas.microsoft.com/office/drawing/2014/main" id="{17EFD1D7-8075-77E7-77DF-E2E1D8E55B45}"/>
                  </a:ext>
                </a:extLst>
              </p:cNvPr>
              <p:cNvSpPr/>
              <p:nvPr/>
            </p:nvSpPr>
            <p:spPr>
              <a:xfrm>
                <a:off x="10373203" y="2030525"/>
                <a:ext cx="161387" cy="161386"/>
              </a:xfrm>
              <a:custGeom>
                <a:avLst/>
                <a:gdLst>
                  <a:gd name="connsiteX0" fmla="*/ 161387 w 161387"/>
                  <a:gd name="connsiteY0" fmla="*/ 80693 h 161386"/>
                  <a:gd name="connsiteX1" fmla="*/ 80694 w 161387"/>
                  <a:gd name="connsiteY1" fmla="*/ 161387 h 161386"/>
                  <a:gd name="connsiteX2" fmla="*/ 0 w 161387"/>
                  <a:gd name="connsiteY2" fmla="*/ 80693 h 161386"/>
                  <a:gd name="connsiteX3" fmla="*/ 80694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4" y="161387"/>
                    </a:cubicBezTo>
                    <a:cubicBezTo>
                      <a:pt x="36128" y="161387"/>
                      <a:pt x="0" y="125259"/>
                      <a:pt x="0" y="80693"/>
                    </a:cubicBezTo>
                    <a:cubicBezTo>
                      <a:pt x="0" y="36128"/>
                      <a:pt x="36128" y="0"/>
                      <a:pt x="80694"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Graphic 6">
              <a:extLst>
                <a:ext uri="{FF2B5EF4-FFF2-40B4-BE49-F238E27FC236}">
                  <a16:creationId xmlns:a16="http://schemas.microsoft.com/office/drawing/2014/main" id="{FE80F247-198B-503D-5A93-FE63375DABDF}"/>
                </a:ext>
              </a:extLst>
            </p:cNvPr>
            <p:cNvGrpSpPr/>
            <p:nvPr/>
          </p:nvGrpSpPr>
          <p:grpSpPr>
            <a:xfrm>
              <a:off x="9469303" y="1724685"/>
              <a:ext cx="984593" cy="773140"/>
              <a:chOff x="9469303" y="1724685"/>
              <a:chExt cx="984593" cy="773140"/>
            </a:xfrm>
            <a:noFill/>
          </p:grpSpPr>
          <p:sp>
            <p:nvSpPr>
              <p:cNvPr id="36" name="Freeform: Shape 47">
                <a:extLst>
                  <a:ext uri="{FF2B5EF4-FFF2-40B4-BE49-F238E27FC236}">
                    <a16:creationId xmlns:a16="http://schemas.microsoft.com/office/drawing/2014/main" id="{7E4EC9FA-A647-9CED-BA72-CF5633F1D103}"/>
                  </a:ext>
                </a:extLst>
              </p:cNvPr>
              <p:cNvSpPr/>
              <p:nvPr/>
            </p:nvSpPr>
            <p:spPr>
              <a:xfrm>
                <a:off x="9469377" y="1724685"/>
                <a:ext cx="984519" cy="773140"/>
              </a:xfrm>
              <a:custGeom>
                <a:avLst/>
                <a:gdLst>
                  <a:gd name="connsiteX0" fmla="*/ 984520 w 984519"/>
                  <a:gd name="connsiteY0" fmla="*/ 467301 h 773140"/>
                  <a:gd name="connsiteX1" fmla="*/ 984520 w 984519"/>
                  <a:gd name="connsiteY1" fmla="*/ 723223 h 773140"/>
                  <a:gd name="connsiteX2" fmla="*/ 934602 w 984519"/>
                  <a:gd name="connsiteY2" fmla="*/ 773141 h 773140"/>
                  <a:gd name="connsiteX3" fmla="*/ 49918 w 984519"/>
                  <a:gd name="connsiteY3" fmla="*/ 773141 h 773140"/>
                  <a:gd name="connsiteX4" fmla="*/ 0 w 984519"/>
                  <a:gd name="connsiteY4" fmla="*/ 723223 h 773140"/>
                  <a:gd name="connsiteX5" fmla="*/ 0 w 984519"/>
                  <a:gd name="connsiteY5" fmla="*/ 49918 h 773140"/>
                  <a:gd name="connsiteX6" fmla="*/ 49918 w 984519"/>
                  <a:gd name="connsiteY6" fmla="*/ 0 h 773140"/>
                  <a:gd name="connsiteX7" fmla="*/ 934602 w 984519"/>
                  <a:gd name="connsiteY7" fmla="*/ 0 h 773140"/>
                  <a:gd name="connsiteX8" fmla="*/ 984520 w 984519"/>
                  <a:gd name="connsiteY8" fmla="*/ 49918 h 773140"/>
                  <a:gd name="connsiteX9" fmla="*/ 984520 w 984519"/>
                  <a:gd name="connsiteY9" fmla="*/ 305840 h 77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4519" h="773140">
                    <a:moveTo>
                      <a:pt x="984520" y="467301"/>
                    </a:moveTo>
                    <a:lnTo>
                      <a:pt x="984520" y="723223"/>
                    </a:lnTo>
                    <a:cubicBezTo>
                      <a:pt x="984520" y="750832"/>
                      <a:pt x="962138" y="773141"/>
                      <a:pt x="934602" y="773141"/>
                    </a:cubicBezTo>
                    <a:lnTo>
                      <a:pt x="49918" y="773141"/>
                    </a:lnTo>
                    <a:cubicBezTo>
                      <a:pt x="22309" y="773141"/>
                      <a:pt x="0" y="750759"/>
                      <a:pt x="0" y="723223"/>
                    </a:cubicBezTo>
                    <a:lnTo>
                      <a:pt x="0" y="49918"/>
                    </a:lnTo>
                    <a:cubicBezTo>
                      <a:pt x="0" y="22309"/>
                      <a:pt x="22382" y="0"/>
                      <a:pt x="49918" y="0"/>
                    </a:cubicBezTo>
                    <a:lnTo>
                      <a:pt x="934602" y="0"/>
                    </a:lnTo>
                    <a:cubicBezTo>
                      <a:pt x="962211" y="0"/>
                      <a:pt x="984520" y="22382"/>
                      <a:pt x="984520" y="49918"/>
                    </a:cubicBezTo>
                    <a:lnTo>
                      <a:pt x="984520" y="305840"/>
                    </a:lnTo>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48">
                <a:extLst>
                  <a:ext uri="{FF2B5EF4-FFF2-40B4-BE49-F238E27FC236}">
                    <a16:creationId xmlns:a16="http://schemas.microsoft.com/office/drawing/2014/main" id="{27048AA3-E371-2C3E-3FC7-641152297CDE}"/>
                  </a:ext>
                </a:extLst>
              </p:cNvPr>
              <p:cNvSpPr/>
              <p:nvPr/>
            </p:nvSpPr>
            <p:spPr>
              <a:xfrm>
                <a:off x="9469303" y="1888869"/>
                <a:ext cx="984593" cy="7362"/>
              </a:xfrm>
              <a:custGeom>
                <a:avLst/>
                <a:gdLst>
                  <a:gd name="connsiteX0" fmla="*/ 0 w 984593"/>
                  <a:gd name="connsiteY0" fmla="*/ 0 h 7362"/>
                  <a:gd name="connsiteX1" fmla="*/ 984593 w 984593"/>
                  <a:gd name="connsiteY1" fmla="*/ 0 h 7362"/>
                </a:gdLst>
                <a:ahLst/>
                <a:cxnLst>
                  <a:cxn ang="0">
                    <a:pos x="connsiteX0" y="connsiteY0"/>
                  </a:cxn>
                  <a:cxn ang="0">
                    <a:pos x="connsiteX1" y="connsiteY1"/>
                  </a:cxn>
                </a:cxnLst>
                <a:rect l="l" t="t" r="r" b="b"/>
                <a:pathLst>
                  <a:path w="984593" h="7362">
                    <a:moveTo>
                      <a:pt x="0" y="0"/>
                    </a:moveTo>
                    <a:lnTo>
                      <a:pt x="984593" y="0"/>
                    </a:lnTo>
                  </a:path>
                </a:pathLst>
              </a:custGeom>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6">
                <a:extLst>
                  <a:ext uri="{FF2B5EF4-FFF2-40B4-BE49-F238E27FC236}">
                    <a16:creationId xmlns:a16="http://schemas.microsoft.com/office/drawing/2014/main" id="{9D3AFC3D-D308-C351-C452-771F43DF949E}"/>
                  </a:ext>
                </a:extLst>
              </p:cNvPr>
              <p:cNvGrpSpPr/>
              <p:nvPr/>
            </p:nvGrpSpPr>
            <p:grpSpPr>
              <a:xfrm>
                <a:off x="9661171" y="2008511"/>
                <a:ext cx="587310" cy="372397"/>
                <a:chOff x="9661171" y="2008511"/>
                <a:chExt cx="587310" cy="372397"/>
              </a:xfrm>
              <a:noFill/>
            </p:grpSpPr>
            <p:sp>
              <p:nvSpPr>
                <p:cNvPr id="42" name="Freeform: Shape 50">
                  <a:extLst>
                    <a:ext uri="{FF2B5EF4-FFF2-40B4-BE49-F238E27FC236}">
                      <a16:creationId xmlns:a16="http://schemas.microsoft.com/office/drawing/2014/main" id="{BC3E2FC3-4976-920B-83E5-0AF469EDFB7C}"/>
                    </a:ext>
                  </a:extLst>
                </p:cNvPr>
                <p:cNvSpPr/>
                <p:nvPr/>
              </p:nvSpPr>
              <p:spPr>
                <a:xfrm>
                  <a:off x="9661171" y="2040096"/>
                  <a:ext cx="143127" cy="286108"/>
                </a:xfrm>
                <a:custGeom>
                  <a:avLst/>
                  <a:gdLst>
                    <a:gd name="connsiteX0" fmla="*/ 143128 w 143127"/>
                    <a:gd name="connsiteY0" fmla="*/ 0 h 286108"/>
                    <a:gd name="connsiteX1" fmla="*/ 0 w 143127"/>
                    <a:gd name="connsiteY1" fmla="*/ 143054 h 286108"/>
                    <a:gd name="connsiteX2" fmla="*/ 143128 w 143127"/>
                    <a:gd name="connsiteY2" fmla="*/ 286109 h 286108"/>
                  </a:gdLst>
                  <a:ahLst/>
                  <a:cxnLst>
                    <a:cxn ang="0">
                      <a:pos x="connsiteX0" y="connsiteY0"/>
                    </a:cxn>
                    <a:cxn ang="0">
                      <a:pos x="connsiteX1" y="connsiteY1"/>
                    </a:cxn>
                    <a:cxn ang="0">
                      <a:pos x="connsiteX2" y="connsiteY2"/>
                    </a:cxn>
                  </a:cxnLst>
                  <a:rect l="l" t="t" r="r" b="b"/>
                  <a:pathLst>
                    <a:path w="143127" h="286108">
                      <a:moveTo>
                        <a:pt x="143128" y="0"/>
                      </a:moveTo>
                      <a:lnTo>
                        <a:pt x="0" y="143054"/>
                      </a:lnTo>
                      <a:lnTo>
                        <a:pt x="143128"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51">
                  <a:extLst>
                    <a:ext uri="{FF2B5EF4-FFF2-40B4-BE49-F238E27FC236}">
                      <a16:creationId xmlns:a16="http://schemas.microsoft.com/office/drawing/2014/main" id="{B0B5202B-E491-56CD-6C1D-AE5BBB9E3644}"/>
                    </a:ext>
                  </a:extLst>
                </p:cNvPr>
                <p:cNvSpPr/>
                <p:nvPr/>
              </p:nvSpPr>
              <p:spPr>
                <a:xfrm>
                  <a:off x="10105427" y="2040096"/>
                  <a:ext cx="143054" cy="286108"/>
                </a:xfrm>
                <a:custGeom>
                  <a:avLst/>
                  <a:gdLst>
                    <a:gd name="connsiteX0" fmla="*/ 0 w 143054"/>
                    <a:gd name="connsiteY0" fmla="*/ 0 h 286108"/>
                    <a:gd name="connsiteX1" fmla="*/ 143054 w 143054"/>
                    <a:gd name="connsiteY1" fmla="*/ 143054 h 286108"/>
                    <a:gd name="connsiteX2" fmla="*/ 0 w 143054"/>
                    <a:gd name="connsiteY2" fmla="*/ 286109 h 286108"/>
                  </a:gdLst>
                  <a:ahLst/>
                  <a:cxnLst>
                    <a:cxn ang="0">
                      <a:pos x="connsiteX0" y="connsiteY0"/>
                    </a:cxn>
                    <a:cxn ang="0">
                      <a:pos x="connsiteX1" y="connsiteY1"/>
                    </a:cxn>
                    <a:cxn ang="0">
                      <a:pos x="connsiteX2" y="connsiteY2"/>
                    </a:cxn>
                  </a:cxnLst>
                  <a:rect l="l" t="t" r="r" b="b"/>
                  <a:pathLst>
                    <a:path w="143054" h="286108">
                      <a:moveTo>
                        <a:pt x="0" y="0"/>
                      </a:moveTo>
                      <a:lnTo>
                        <a:pt x="143054" y="143054"/>
                      </a:lnTo>
                      <a:lnTo>
                        <a:pt x="0"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52">
                  <a:extLst>
                    <a:ext uri="{FF2B5EF4-FFF2-40B4-BE49-F238E27FC236}">
                      <a16:creationId xmlns:a16="http://schemas.microsoft.com/office/drawing/2014/main" id="{91D024DC-6D92-9527-B733-06AC115037CD}"/>
                    </a:ext>
                  </a:extLst>
                </p:cNvPr>
                <p:cNvSpPr/>
                <p:nvPr/>
              </p:nvSpPr>
              <p:spPr>
                <a:xfrm>
                  <a:off x="9878734" y="2008511"/>
                  <a:ext cx="152257" cy="372397"/>
                </a:xfrm>
                <a:custGeom>
                  <a:avLst/>
                  <a:gdLst>
                    <a:gd name="connsiteX0" fmla="*/ 152257 w 152257"/>
                    <a:gd name="connsiteY0" fmla="*/ 0 h 372397"/>
                    <a:gd name="connsiteX1" fmla="*/ 0 w 152257"/>
                    <a:gd name="connsiteY1" fmla="*/ 372398 h 372397"/>
                  </a:gdLst>
                  <a:ahLst/>
                  <a:cxnLst>
                    <a:cxn ang="0">
                      <a:pos x="connsiteX0" y="connsiteY0"/>
                    </a:cxn>
                    <a:cxn ang="0">
                      <a:pos x="connsiteX1" y="connsiteY1"/>
                    </a:cxn>
                  </a:cxnLst>
                  <a:rect l="l" t="t" r="r" b="b"/>
                  <a:pathLst>
                    <a:path w="152257" h="372397">
                      <a:moveTo>
                        <a:pt x="152257" y="0"/>
                      </a:moveTo>
                      <a:lnTo>
                        <a:pt x="0" y="372398"/>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53">
                <a:extLst>
                  <a:ext uri="{FF2B5EF4-FFF2-40B4-BE49-F238E27FC236}">
                    <a16:creationId xmlns:a16="http://schemas.microsoft.com/office/drawing/2014/main" id="{3475758E-292F-4EF9-4B6B-A832197047F9}"/>
                  </a:ext>
                </a:extLst>
              </p:cNvPr>
              <p:cNvSpPr/>
              <p:nvPr/>
            </p:nvSpPr>
            <p:spPr>
              <a:xfrm>
                <a:off x="10106531"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54">
                <a:extLst>
                  <a:ext uri="{FF2B5EF4-FFF2-40B4-BE49-F238E27FC236}">
                    <a16:creationId xmlns:a16="http://schemas.microsoft.com/office/drawing/2014/main" id="{17CAB70F-434D-7F52-05F0-EAE7516B917D}"/>
                  </a:ext>
                </a:extLst>
              </p:cNvPr>
              <p:cNvSpPr/>
              <p:nvPr/>
            </p:nvSpPr>
            <p:spPr>
              <a:xfrm>
                <a:off x="10216233"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55">
                <a:extLst>
                  <a:ext uri="{FF2B5EF4-FFF2-40B4-BE49-F238E27FC236}">
                    <a16:creationId xmlns:a16="http://schemas.microsoft.com/office/drawing/2014/main" id="{95B551A2-FD61-7D05-DA34-341270117906}"/>
                  </a:ext>
                </a:extLst>
              </p:cNvPr>
              <p:cNvSpPr/>
              <p:nvPr/>
            </p:nvSpPr>
            <p:spPr>
              <a:xfrm>
                <a:off x="10325935"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 name="TextBox 27">
            <a:extLst>
              <a:ext uri="{FF2B5EF4-FFF2-40B4-BE49-F238E27FC236}">
                <a16:creationId xmlns:a16="http://schemas.microsoft.com/office/drawing/2014/main" id="{5C36E414-3324-FDD5-88B6-38E99A7B45A1}"/>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1" name="Graphic 8">
            <a:extLst>
              <a:ext uri="{FF2B5EF4-FFF2-40B4-BE49-F238E27FC236}">
                <a16:creationId xmlns:a16="http://schemas.microsoft.com/office/drawing/2014/main" id="{9E06D9E4-9115-0B32-8C99-2EB0628163FB}"/>
              </a:ext>
            </a:extLst>
          </p:cNvPr>
          <p:cNvGrpSpPr/>
          <p:nvPr userDrawn="1"/>
        </p:nvGrpSpPr>
        <p:grpSpPr>
          <a:xfrm>
            <a:off x="265625" y="6323271"/>
            <a:ext cx="1249223" cy="369648"/>
            <a:chOff x="265625" y="6323271"/>
            <a:chExt cx="1249223" cy="369648"/>
          </a:xfrm>
          <a:solidFill>
            <a:srgbClr val="000000"/>
          </a:solidFill>
        </p:grpSpPr>
        <p:grpSp>
          <p:nvGrpSpPr>
            <p:cNvPr id="52" name="Graphic 8">
              <a:extLst>
                <a:ext uri="{FF2B5EF4-FFF2-40B4-BE49-F238E27FC236}">
                  <a16:creationId xmlns:a16="http://schemas.microsoft.com/office/drawing/2014/main" id="{D912C3F0-D141-3BF2-D634-663DD79D1115}"/>
                </a:ext>
              </a:extLst>
            </p:cNvPr>
            <p:cNvGrpSpPr/>
            <p:nvPr/>
          </p:nvGrpSpPr>
          <p:grpSpPr>
            <a:xfrm>
              <a:off x="745455" y="6594444"/>
              <a:ext cx="722662" cy="98475"/>
              <a:chOff x="745455" y="6594444"/>
              <a:chExt cx="722662" cy="98475"/>
            </a:xfrm>
            <a:solidFill>
              <a:srgbClr val="000000"/>
            </a:solidFill>
          </p:grpSpPr>
          <p:sp>
            <p:nvSpPr>
              <p:cNvPr id="61" name="Freeform 19">
                <a:extLst>
                  <a:ext uri="{FF2B5EF4-FFF2-40B4-BE49-F238E27FC236}">
                    <a16:creationId xmlns:a16="http://schemas.microsoft.com/office/drawing/2014/main" id="{2679C535-83D4-F506-0FBC-1FC91502842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2" name="Freeform 20">
                <a:extLst>
                  <a:ext uri="{FF2B5EF4-FFF2-40B4-BE49-F238E27FC236}">
                    <a16:creationId xmlns:a16="http://schemas.microsoft.com/office/drawing/2014/main" id="{980D7D2B-B551-6782-CE99-71D9956EAD2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3" name="Freeform 21">
                <a:extLst>
                  <a:ext uri="{FF2B5EF4-FFF2-40B4-BE49-F238E27FC236}">
                    <a16:creationId xmlns:a16="http://schemas.microsoft.com/office/drawing/2014/main" id="{93E81E0B-EC2C-A55A-6A16-5752CF52613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29" name="Freeform 22">
                <a:extLst>
                  <a:ext uri="{FF2B5EF4-FFF2-40B4-BE49-F238E27FC236}">
                    <a16:creationId xmlns:a16="http://schemas.microsoft.com/office/drawing/2014/main" id="{1A1E37DC-C8FC-9981-E3B2-DCAA252B4B6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0" name="Freeform 23">
                <a:extLst>
                  <a:ext uri="{FF2B5EF4-FFF2-40B4-BE49-F238E27FC236}">
                    <a16:creationId xmlns:a16="http://schemas.microsoft.com/office/drawing/2014/main" id="{33344F34-AC51-2527-3C9D-831427990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1" name="Freeform 24">
                <a:extLst>
                  <a:ext uri="{FF2B5EF4-FFF2-40B4-BE49-F238E27FC236}">
                    <a16:creationId xmlns:a16="http://schemas.microsoft.com/office/drawing/2014/main" id="{44552C25-6E6E-932C-58BE-822700D722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2" name="Freeform 25">
                <a:extLst>
                  <a:ext uri="{FF2B5EF4-FFF2-40B4-BE49-F238E27FC236}">
                    <a16:creationId xmlns:a16="http://schemas.microsoft.com/office/drawing/2014/main" id="{54531708-A4EE-8903-D1B2-4F0CBEAA88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3" name="Freeform 26">
                <a:extLst>
                  <a:ext uri="{FF2B5EF4-FFF2-40B4-BE49-F238E27FC236}">
                    <a16:creationId xmlns:a16="http://schemas.microsoft.com/office/drawing/2014/main" id="{36A0D391-E7FE-1B53-5C16-0FE8D35AB4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4" name="Freeform 27">
                <a:extLst>
                  <a:ext uri="{FF2B5EF4-FFF2-40B4-BE49-F238E27FC236}">
                    <a16:creationId xmlns:a16="http://schemas.microsoft.com/office/drawing/2014/main" id="{8BBFFDD2-A9D2-BD89-FDAB-100B15BC314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5" name="Freeform 28">
                <a:extLst>
                  <a:ext uri="{FF2B5EF4-FFF2-40B4-BE49-F238E27FC236}">
                    <a16:creationId xmlns:a16="http://schemas.microsoft.com/office/drawing/2014/main" id="{19DED88E-D488-5A44-76B0-3D062161BDE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3" name="Graphic 8">
              <a:extLst>
                <a:ext uri="{FF2B5EF4-FFF2-40B4-BE49-F238E27FC236}">
                  <a16:creationId xmlns:a16="http://schemas.microsoft.com/office/drawing/2014/main" id="{C2965FF7-AEF7-C2F0-63F8-F1FDEE0C409E}"/>
                </a:ext>
              </a:extLst>
            </p:cNvPr>
            <p:cNvGrpSpPr/>
            <p:nvPr/>
          </p:nvGrpSpPr>
          <p:grpSpPr>
            <a:xfrm>
              <a:off x="265625" y="6323271"/>
              <a:ext cx="1249223" cy="190348"/>
              <a:chOff x="265625" y="6323271"/>
              <a:chExt cx="1249223" cy="190348"/>
            </a:xfrm>
            <a:solidFill>
              <a:srgbClr val="000000"/>
            </a:solidFill>
          </p:grpSpPr>
          <p:sp>
            <p:nvSpPr>
              <p:cNvPr id="54" name="Freeform 10">
                <a:extLst>
                  <a:ext uri="{FF2B5EF4-FFF2-40B4-BE49-F238E27FC236}">
                    <a16:creationId xmlns:a16="http://schemas.microsoft.com/office/drawing/2014/main" id="{E038BDB1-BCA2-06EF-CE65-02DB90820FA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5" name="Freeform 11">
                <a:extLst>
                  <a:ext uri="{FF2B5EF4-FFF2-40B4-BE49-F238E27FC236}">
                    <a16:creationId xmlns:a16="http://schemas.microsoft.com/office/drawing/2014/main" id="{A747ED16-5106-EF7B-3AF4-C6B84D3101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56" name="Freeform 14">
                <a:extLst>
                  <a:ext uri="{FF2B5EF4-FFF2-40B4-BE49-F238E27FC236}">
                    <a16:creationId xmlns:a16="http://schemas.microsoft.com/office/drawing/2014/main" id="{93DF5C0C-BE16-8CCE-8B6F-4A8EBA56715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57" name="Freeform 15">
                <a:extLst>
                  <a:ext uri="{FF2B5EF4-FFF2-40B4-BE49-F238E27FC236}">
                    <a16:creationId xmlns:a16="http://schemas.microsoft.com/office/drawing/2014/main" id="{476666EF-1A24-FB49-755E-173132F59A7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8" name="Freeform 16">
                <a:extLst>
                  <a:ext uri="{FF2B5EF4-FFF2-40B4-BE49-F238E27FC236}">
                    <a16:creationId xmlns:a16="http://schemas.microsoft.com/office/drawing/2014/main" id="{4C641D78-B6F4-7DF1-7AC8-6C7C3706DC8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9" name="Freeform 17">
                <a:extLst>
                  <a:ext uri="{FF2B5EF4-FFF2-40B4-BE49-F238E27FC236}">
                    <a16:creationId xmlns:a16="http://schemas.microsoft.com/office/drawing/2014/main" id="{1243D46A-B0E8-A2B8-C46B-283C0925132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0" name="Freeform 18">
                <a:extLst>
                  <a:ext uri="{FF2B5EF4-FFF2-40B4-BE49-F238E27FC236}">
                    <a16:creationId xmlns:a16="http://schemas.microsoft.com/office/drawing/2014/main" id="{CBF21737-6D15-0013-436F-C4F38B7F768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0" name="TextBox 49">
            <a:extLst>
              <a:ext uri="{FF2B5EF4-FFF2-40B4-BE49-F238E27FC236}">
                <a16:creationId xmlns:a16="http://schemas.microsoft.com/office/drawing/2014/main" id="{B88D2144-6E96-D6CF-FAAD-0076DE22072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pic>
        <p:nvPicPr>
          <p:cNvPr id="137" name="Graphic 136">
            <a:extLst>
              <a:ext uri="{FF2B5EF4-FFF2-40B4-BE49-F238E27FC236}">
                <a16:creationId xmlns:a16="http://schemas.microsoft.com/office/drawing/2014/main" id="{9D88C393-D445-996E-D37B-3926A626ABA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017319" y="2536805"/>
            <a:ext cx="1828800" cy="1828800"/>
          </a:xfrm>
          <a:prstGeom prst="rect">
            <a:avLst/>
          </a:prstGeom>
        </p:spPr>
      </p:pic>
    </p:spTree>
    <p:extLst>
      <p:ext uri="{BB962C8B-B14F-4D97-AF65-F5344CB8AC3E}">
        <p14:creationId xmlns:p14="http://schemas.microsoft.com/office/powerpoint/2010/main" val="3331329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ection - Supervis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5F942261-A521-60D5-A5C3-A85CF4F32FA9}"/>
              </a:ext>
            </a:extLst>
          </p:cNvPr>
          <p:cNvSpPr/>
          <p:nvPr userDrawn="1"/>
        </p:nvSpPr>
        <p:spPr>
          <a:xfrm>
            <a:off x="5406003" y="15044"/>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DC55FDFC-BFF5-72B6-48F8-99C6DED616E4}"/>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D4D344BF-B1DE-868D-E423-BD5DAAC7B0C9}"/>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C9DAFB5F-D079-0D12-1A57-03B02261AA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988649"/>
            <a:ext cx="3124591" cy="1207366"/>
          </a:xfrm>
          <a:prstGeom prst="rect">
            <a:avLst/>
          </a:prstGeom>
        </p:spPr>
      </p:pic>
      <p:grpSp>
        <p:nvGrpSpPr>
          <p:cNvPr id="7" name="Group 6">
            <a:extLst>
              <a:ext uri="{FF2B5EF4-FFF2-40B4-BE49-F238E27FC236}">
                <a16:creationId xmlns:a16="http://schemas.microsoft.com/office/drawing/2014/main" id="{112E8C14-E13E-8DDB-974A-C1206CB9336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C76084E-C788-0541-4171-49BECD52252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8E8A708-0D42-A8DA-8AE7-3B300A42D78D}"/>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B3DD8E2-0BCC-6714-E82C-B029271CB351}"/>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C2577F02-047D-0975-B302-56A78525778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EDE0F961-9F58-9C23-96A4-E34614F246A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30474-CA1A-BB5E-209C-CAD73B4295D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A9E379F-4B31-3B2E-8A81-46096DF0F0C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EDE9FD9F-999F-0A4A-7B11-FFFEFDAB16F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BFFFFBE8-2A79-29C1-7C5F-AD54B3445A55}"/>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7334EB20-8D55-719E-4645-08AA4B56CCF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D547FC94-84E4-3086-8AAB-1FE3154A1BF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F979284F-5A03-14A2-13EB-9A248232DAC6}"/>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FE336CA2-3D98-870D-70F9-622EA63E0E7D}"/>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D917E33A-9066-C254-C5AC-926BD37B868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026DA6A-6474-3AB6-434B-83A3DAE6076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4DE64F1-F0B1-EC8C-1E3E-F2F2053278B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E3F395B2-A6F6-9642-A9B3-0907549B7EED}"/>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64432B98-9ECF-C74B-6250-0AF86BF6ED8C}"/>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F585DDC-7D94-0B19-9D98-23DBB6B8397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3F6C062-6099-E639-9F9C-45ACE06D07DA}"/>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9" name="Graphic 28">
            <a:extLst>
              <a:ext uri="{FF2B5EF4-FFF2-40B4-BE49-F238E27FC236}">
                <a16:creationId xmlns:a16="http://schemas.microsoft.com/office/drawing/2014/main" id="{3269DD7D-A762-90F0-BAAE-246E4B1956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25699" y="4707812"/>
            <a:ext cx="2490461" cy="837840"/>
          </a:xfrm>
          <a:prstGeom prst="rect">
            <a:avLst/>
          </a:prstGeom>
        </p:spPr>
      </p:pic>
      <p:sp>
        <p:nvSpPr>
          <p:cNvPr id="31" name="Freeform: Shape 265">
            <a:extLst>
              <a:ext uri="{FF2B5EF4-FFF2-40B4-BE49-F238E27FC236}">
                <a16:creationId xmlns:a16="http://schemas.microsoft.com/office/drawing/2014/main" id="{40AE0C90-3611-90B9-945F-CD5690F37797}"/>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 name="Group 31">
            <a:extLst>
              <a:ext uri="{FF2B5EF4-FFF2-40B4-BE49-F238E27FC236}">
                <a16:creationId xmlns:a16="http://schemas.microsoft.com/office/drawing/2014/main" id="{7896B294-4741-B5DC-2EF0-8E83E0D9D5F3}"/>
              </a:ext>
            </a:extLst>
          </p:cNvPr>
          <p:cNvGrpSpPr/>
          <p:nvPr userDrawn="1"/>
        </p:nvGrpSpPr>
        <p:grpSpPr>
          <a:xfrm>
            <a:off x="9801434" y="1855519"/>
            <a:ext cx="2078815" cy="773140"/>
            <a:chOff x="9469303" y="1724685"/>
            <a:chExt cx="2078815" cy="773140"/>
          </a:xfrm>
        </p:grpSpPr>
        <p:grpSp>
          <p:nvGrpSpPr>
            <p:cNvPr id="33" name="Graphic 6">
              <a:extLst>
                <a:ext uri="{FF2B5EF4-FFF2-40B4-BE49-F238E27FC236}">
                  <a16:creationId xmlns:a16="http://schemas.microsoft.com/office/drawing/2014/main" id="{9AAFCDE0-37FF-86EC-D9BC-9DA31372AA81}"/>
                </a:ext>
              </a:extLst>
            </p:cNvPr>
            <p:cNvGrpSpPr/>
            <p:nvPr/>
          </p:nvGrpSpPr>
          <p:grpSpPr>
            <a:xfrm>
              <a:off x="10935407" y="1804642"/>
              <a:ext cx="612711" cy="613079"/>
              <a:chOff x="10935407" y="1804642"/>
              <a:chExt cx="612711" cy="613079"/>
            </a:xfrm>
            <a:noFill/>
          </p:grpSpPr>
          <p:sp>
            <p:nvSpPr>
              <p:cNvPr id="48" name="Freeform: Shape 10">
                <a:extLst>
                  <a:ext uri="{FF2B5EF4-FFF2-40B4-BE49-F238E27FC236}">
                    <a16:creationId xmlns:a16="http://schemas.microsoft.com/office/drawing/2014/main" id="{4E4B1818-8929-589D-DD23-0B1DB0B0E373}"/>
                  </a:ext>
                </a:extLst>
              </p:cNvPr>
              <p:cNvSpPr/>
              <p:nvPr/>
            </p:nvSpPr>
            <p:spPr>
              <a:xfrm>
                <a:off x="10935407" y="1804642"/>
                <a:ext cx="612711" cy="613079"/>
              </a:xfrm>
              <a:custGeom>
                <a:avLst/>
                <a:gdLst>
                  <a:gd name="connsiteX0" fmla="*/ 257027 w 612711"/>
                  <a:gd name="connsiteY0" fmla="*/ 613079 h 613079"/>
                  <a:gd name="connsiteX1" fmla="*/ 352666 w 612711"/>
                  <a:gd name="connsiteY1" fmla="*/ 612564 h 613079"/>
                  <a:gd name="connsiteX2" fmla="*/ 362605 w 612711"/>
                  <a:gd name="connsiteY2" fmla="*/ 579580 h 613079"/>
                  <a:gd name="connsiteX3" fmla="*/ 371661 w 612711"/>
                  <a:gd name="connsiteY3" fmla="*/ 551528 h 613079"/>
                  <a:gd name="connsiteX4" fmla="*/ 376668 w 612711"/>
                  <a:gd name="connsiteY4" fmla="*/ 547626 h 613079"/>
                  <a:gd name="connsiteX5" fmla="*/ 427985 w 612711"/>
                  <a:gd name="connsiteY5" fmla="*/ 527306 h 613079"/>
                  <a:gd name="connsiteX6" fmla="*/ 435642 w 612711"/>
                  <a:gd name="connsiteY6" fmla="*/ 527600 h 613079"/>
                  <a:gd name="connsiteX7" fmla="*/ 487621 w 612711"/>
                  <a:gd name="connsiteY7" fmla="*/ 557197 h 613079"/>
                  <a:gd name="connsiteX8" fmla="*/ 488210 w 612711"/>
                  <a:gd name="connsiteY8" fmla="*/ 557492 h 613079"/>
                  <a:gd name="connsiteX9" fmla="*/ 488652 w 612711"/>
                  <a:gd name="connsiteY9" fmla="*/ 557050 h 613079"/>
                  <a:gd name="connsiteX10" fmla="*/ 556461 w 612711"/>
                  <a:gd name="connsiteY10" fmla="*/ 486591 h 613079"/>
                  <a:gd name="connsiteX11" fmla="*/ 556829 w 612711"/>
                  <a:gd name="connsiteY11" fmla="*/ 486002 h 613079"/>
                  <a:gd name="connsiteX12" fmla="*/ 556388 w 612711"/>
                  <a:gd name="connsiteY12" fmla="*/ 485486 h 613079"/>
                  <a:gd name="connsiteX13" fmla="*/ 539748 w 612711"/>
                  <a:gd name="connsiteY13" fmla="*/ 459570 h 613079"/>
                  <a:gd name="connsiteX14" fmla="*/ 526864 w 612711"/>
                  <a:gd name="connsiteY14" fmla="*/ 437188 h 613079"/>
                  <a:gd name="connsiteX15" fmla="*/ 527232 w 612711"/>
                  <a:gd name="connsiteY15" fmla="*/ 429236 h 613079"/>
                  <a:gd name="connsiteX16" fmla="*/ 539822 w 612711"/>
                  <a:gd name="connsiteY16" fmla="*/ 403320 h 613079"/>
                  <a:gd name="connsiteX17" fmla="*/ 551381 w 612711"/>
                  <a:gd name="connsiteY17" fmla="*/ 375563 h 613079"/>
                  <a:gd name="connsiteX18" fmla="*/ 556682 w 612711"/>
                  <a:gd name="connsiteY18" fmla="*/ 371661 h 613079"/>
                  <a:gd name="connsiteX19" fmla="*/ 582893 w 612711"/>
                  <a:gd name="connsiteY19" fmla="*/ 365403 h 613079"/>
                  <a:gd name="connsiteX20" fmla="*/ 611975 w 612711"/>
                  <a:gd name="connsiteY20" fmla="*/ 357304 h 613079"/>
                  <a:gd name="connsiteX21" fmla="*/ 612711 w 612711"/>
                  <a:gd name="connsiteY21" fmla="*/ 357157 h 613079"/>
                  <a:gd name="connsiteX22" fmla="*/ 611975 w 612711"/>
                  <a:gd name="connsiteY22" fmla="*/ 258793 h 613079"/>
                  <a:gd name="connsiteX23" fmla="*/ 581715 w 612711"/>
                  <a:gd name="connsiteY23" fmla="*/ 250768 h 613079"/>
                  <a:gd name="connsiteX24" fmla="*/ 554105 w 612711"/>
                  <a:gd name="connsiteY24" fmla="*/ 244363 h 613079"/>
                  <a:gd name="connsiteX25" fmla="*/ 548289 w 612711"/>
                  <a:gd name="connsiteY25" fmla="*/ 239724 h 613079"/>
                  <a:gd name="connsiteX26" fmla="*/ 528410 w 612711"/>
                  <a:gd name="connsiteY26" fmla="*/ 183990 h 613079"/>
                  <a:gd name="connsiteX27" fmla="*/ 529220 w 612711"/>
                  <a:gd name="connsiteY27" fmla="*/ 177585 h 613079"/>
                  <a:gd name="connsiteX28" fmla="*/ 559554 w 612711"/>
                  <a:gd name="connsiteY28" fmla="*/ 125016 h 613079"/>
                  <a:gd name="connsiteX29" fmla="*/ 559922 w 612711"/>
                  <a:gd name="connsiteY29" fmla="*/ 124353 h 613079"/>
                  <a:gd name="connsiteX30" fmla="*/ 559333 w 612711"/>
                  <a:gd name="connsiteY30" fmla="*/ 123838 h 613079"/>
                  <a:gd name="connsiteX31" fmla="*/ 524876 w 612711"/>
                  <a:gd name="connsiteY31" fmla="*/ 90854 h 613079"/>
                  <a:gd name="connsiteX32" fmla="*/ 488579 w 612711"/>
                  <a:gd name="connsiteY32" fmla="*/ 58974 h 613079"/>
                  <a:gd name="connsiteX33" fmla="*/ 488137 w 612711"/>
                  <a:gd name="connsiteY33" fmla="*/ 58753 h 613079"/>
                  <a:gd name="connsiteX34" fmla="*/ 487695 w 612711"/>
                  <a:gd name="connsiteY34" fmla="*/ 58974 h 613079"/>
                  <a:gd name="connsiteX35" fmla="*/ 460012 w 612711"/>
                  <a:gd name="connsiteY35" fmla="*/ 74509 h 613079"/>
                  <a:gd name="connsiteX36" fmla="*/ 435863 w 612711"/>
                  <a:gd name="connsiteY36" fmla="*/ 87025 h 613079"/>
                  <a:gd name="connsiteX37" fmla="*/ 429384 w 612711"/>
                  <a:gd name="connsiteY37" fmla="*/ 86215 h 613079"/>
                  <a:gd name="connsiteX38" fmla="*/ 403688 w 612711"/>
                  <a:gd name="connsiteY38" fmla="*/ 73846 h 613079"/>
                  <a:gd name="connsiteX39" fmla="*/ 377110 w 612711"/>
                  <a:gd name="connsiteY39" fmla="*/ 63539 h 613079"/>
                  <a:gd name="connsiteX40" fmla="*/ 372839 w 612711"/>
                  <a:gd name="connsiteY40" fmla="*/ 58606 h 613079"/>
                  <a:gd name="connsiteX41" fmla="*/ 355832 w 612711"/>
                  <a:gd name="connsiteY41" fmla="*/ 589 h 613079"/>
                  <a:gd name="connsiteX42" fmla="*/ 355611 w 612711"/>
                  <a:gd name="connsiteY42" fmla="*/ 0 h 613079"/>
                  <a:gd name="connsiteX43" fmla="*/ 259898 w 612711"/>
                  <a:gd name="connsiteY43" fmla="*/ 663 h 613079"/>
                  <a:gd name="connsiteX44" fmla="*/ 250915 w 612711"/>
                  <a:gd name="connsiteY44" fmla="*/ 32616 h 613079"/>
                  <a:gd name="connsiteX45" fmla="*/ 243332 w 612711"/>
                  <a:gd name="connsiteY45" fmla="*/ 60520 h 613079"/>
                  <a:gd name="connsiteX46" fmla="*/ 238178 w 612711"/>
                  <a:gd name="connsiteY46" fmla="*/ 65600 h 613079"/>
                  <a:gd name="connsiteX47" fmla="*/ 185168 w 612711"/>
                  <a:gd name="connsiteY47" fmla="*/ 86363 h 613079"/>
                  <a:gd name="connsiteX48" fmla="*/ 178026 w 612711"/>
                  <a:gd name="connsiteY48" fmla="*/ 85626 h 613079"/>
                  <a:gd name="connsiteX49" fmla="*/ 125531 w 612711"/>
                  <a:gd name="connsiteY49" fmla="*/ 55882 h 613079"/>
                  <a:gd name="connsiteX50" fmla="*/ 124942 w 612711"/>
                  <a:gd name="connsiteY50" fmla="*/ 55587 h 613079"/>
                  <a:gd name="connsiteX51" fmla="*/ 124501 w 612711"/>
                  <a:gd name="connsiteY51" fmla="*/ 56029 h 613079"/>
                  <a:gd name="connsiteX52" fmla="*/ 56323 w 612711"/>
                  <a:gd name="connsiteY52" fmla="*/ 126489 h 613079"/>
                  <a:gd name="connsiteX53" fmla="*/ 55882 w 612711"/>
                  <a:gd name="connsiteY53" fmla="*/ 127078 h 613079"/>
                  <a:gd name="connsiteX54" fmla="*/ 56397 w 612711"/>
                  <a:gd name="connsiteY54" fmla="*/ 127667 h 613079"/>
                  <a:gd name="connsiteX55" fmla="*/ 86510 w 612711"/>
                  <a:gd name="connsiteY55" fmla="*/ 176407 h 613079"/>
                  <a:gd name="connsiteX56" fmla="*/ 86289 w 612711"/>
                  <a:gd name="connsiteY56" fmla="*/ 183696 h 613079"/>
                  <a:gd name="connsiteX57" fmla="*/ 73331 w 612711"/>
                  <a:gd name="connsiteY57" fmla="*/ 210201 h 613079"/>
                  <a:gd name="connsiteX58" fmla="*/ 61256 w 612711"/>
                  <a:gd name="connsiteY58" fmla="*/ 237442 h 613079"/>
                  <a:gd name="connsiteX59" fmla="*/ 55882 w 612711"/>
                  <a:gd name="connsiteY59" fmla="*/ 241418 h 613079"/>
                  <a:gd name="connsiteX60" fmla="*/ 29818 w 612711"/>
                  <a:gd name="connsiteY60" fmla="*/ 247676 h 613079"/>
                  <a:gd name="connsiteX61" fmla="*/ 736 w 612711"/>
                  <a:gd name="connsiteY61" fmla="*/ 255775 h 613079"/>
                  <a:gd name="connsiteX62" fmla="*/ 0 w 612711"/>
                  <a:gd name="connsiteY62" fmla="*/ 255922 h 613079"/>
                  <a:gd name="connsiteX63" fmla="*/ 736 w 612711"/>
                  <a:gd name="connsiteY63" fmla="*/ 354286 h 613079"/>
                  <a:gd name="connsiteX64" fmla="*/ 31217 w 612711"/>
                  <a:gd name="connsiteY64" fmla="*/ 362384 h 613079"/>
                  <a:gd name="connsiteX65" fmla="*/ 57133 w 612711"/>
                  <a:gd name="connsiteY65" fmla="*/ 368348 h 613079"/>
                  <a:gd name="connsiteX66" fmla="*/ 63097 w 612711"/>
                  <a:gd name="connsiteY66" fmla="*/ 374017 h 613079"/>
                  <a:gd name="connsiteX67" fmla="*/ 72521 w 612711"/>
                  <a:gd name="connsiteY67" fmla="*/ 402363 h 613079"/>
                  <a:gd name="connsiteX68" fmla="*/ 84301 w 612711"/>
                  <a:gd name="connsiteY68" fmla="*/ 429089 h 613079"/>
                  <a:gd name="connsiteX69" fmla="*/ 83859 w 612711"/>
                  <a:gd name="connsiteY69" fmla="*/ 435495 h 613079"/>
                  <a:gd name="connsiteX70" fmla="*/ 56176 w 612711"/>
                  <a:gd name="connsiteY70" fmla="*/ 488137 h 613079"/>
                  <a:gd name="connsiteX71" fmla="*/ 56029 w 612711"/>
                  <a:gd name="connsiteY71" fmla="*/ 488652 h 613079"/>
                  <a:gd name="connsiteX72" fmla="*/ 56397 w 612711"/>
                  <a:gd name="connsiteY72" fmla="*/ 489020 h 613079"/>
                  <a:gd name="connsiteX73" fmla="*/ 124648 w 612711"/>
                  <a:gd name="connsiteY73" fmla="*/ 553958 h 613079"/>
                  <a:gd name="connsiteX74" fmla="*/ 125090 w 612711"/>
                  <a:gd name="connsiteY74" fmla="*/ 554252 h 613079"/>
                  <a:gd name="connsiteX75" fmla="*/ 125531 w 612711"/>
                  <a:gd name="connsiteY75" fmla="*/ 554032 h 613079"/>
                  <a:gd name="connsiteX76" fmla="*/ 152625 w 612711"/>
                  <a:gd name="connsiteY76" fmla="*/ 538644 h 613079"/>
                  <a:gd name="connsiteX77" fmla="*/ 178174 w 612711"/>
                  <a:gd name="connsiteY77" fmla="*/ 525833 h 613079"/>
                  <a:gd name="connsiteX78" fmla="*/ 183843 w 612711"/>
                  <a:gd name="connsiteY78" fmla="*/ 526127 h 613079"/>
                  <a:gd name="connsiteX79" fmla="*/ 236338 w 612711"/>
                  <a:gd name="connsiteY79" fmla="*/ 549614 h 613079"/>
                  <a:gd name="connsiteX80" fmla="*/ 240313 w 612711"/>
                  <a:gd name="connsiteY80" fmla="*/ 554032 h 613079"/>
                  <a:gd name="connsiteX81" fmla="*/ 247602 w 612711"/>
                  <a:gd name="connsiteY81" fmla="*/ 581494 h 613079"/>
                  <a:gd name="connsiteX82" fmla="*/ 257100 w 612711"/>
                  <a:gd name="connsiteY82" fmla="*/ 612417 h 613079"/>
                  <a:gd name="connsiteX83" fmla="*/ 257395 w 612711"/>
                  <a:gd name="connsiteY83" fmla="*/ 612932 h 6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2711" h="613079">
                    <a:moveTo>
                      <a:pt x="257027" y="613079"/>
                    </a:moveTo>
                    <a:lnTo>
                      <a:pt x="352666" y="612564"/>
                    </a:lnTo>
                    <a:cubicBezTo>
                      <a:pt x="355537" y="606821"/>
                      <a:pt x="358850" y="595704"/>
                      <a:pt x="362605" y="579580"/>
                    </a:cubicBezTo>
                    <a:cubicBezTo>
                      <a:pt x="365403" y="567431"/>
                      <a:pt x="368422" y="558007"/>
                      <a:pt x="371661" y="551528"/>
                    </a:cubicBezTo>
                    <a:cubicBezTo>
                      <a:pt x="372618" y="549540"/>
                      <a:pt x="374533" y="548068"/>
                      <a:pt x="376668" y="547626"/>
                    </a:cubicBezTo>
                    <a:cubicBezTo>
                      <a:pt x="392792" y="544166"/>
                      <a:pt x="410094" y="537319"/>
                      <a:pt x="427985" y="527306"/>
                    </a:cubicBezTo>
                    <a:cubicBezTo>
                      <a:pt x="430414" y="525980"/>
                      <a:pt x="433359" y="526054"/>
                      <a:pt x="435642" y="527600"/>
                    </a:cubicBezTo>
                    <a:cubicBezTo>
                      <a:pt x="452576" y="538865"/>
                      <a:pt x="470099" y="548804"/>
                      <a:pt x="487621" y="557197"/>
                    </a:cubicBezTo>
                    <a:lnTo>
                      <a:pt x="488210" y="557492"/>
                    </a:lnTo>
                    <a:lnTo>
                      <a:pt x="488652" y="557050"/>
                    </a:lnTo>
                    <a:cubicBezTo>
                      <a:pt x="527968" y="518544"/>
                      <a:pt x="550718" y="494837"/>
                      <a:pt x="556461" y="486591"/>
                    </a:cubicBezTo>
                    <a:lnTo>
                      <a:pt x="556829" y="486002"/>
                    </a:lnTo>
                    <a:lnTo>
                      <a:pt x="556388" y="485486"/>
                    </a:lnTo>
                    <a:cubicBezTo>
                      <a:pt x="551528" y="479228"/>
                      <a:pt x="545933" y="470540"/>
                      <a:pt x="539748" y="459570"/>
                    </a:cubicBezTo>
                    <a:cubicBezTo>
                      <a:pt x="534006" y="449483"/>
                      <a:pt x="529735" y="442047"/>
                      <a:pt x="526864" y="437188"/>
                    </a:cubicBezTo>
                    <a:cubicBezTo>
                      <a:pt x="525391" y="434685"/>
                      <a:pt x="525539" y="431592"/>
                      <a:pt x="527232" y="429236"/>
                    </a:cubicBezTo>
                    <a:cubicBezTo>
                      <a:pt x="531502" y="423273"/>
                      <a:pt x="535772" y="414511"/>
                      <a:pt x="539822" y="403320"/>
                    </a:cubicBezTo>
                    <a:cubicBezTo>
                      <a:pt x="544608" y="390657"/>
                      <a:pt x="548510" y="381306"/>
                      <a:pt x="551381" y="375563"/>
                    </a:cubicBezTo>
                    <a:cubicBezTo>
                      <a:pt x="552412" y="373502"/>
                      <a:pt x="554400" y="372103"/>
                      <a:pt x="556682" y="371661"/>
                    </a:cubicBezTo>
                    <a:cubicBezTo>
                      <a:pt x="564192" y="370410"/>
                      <a:pt x="573027" y="368275"/>
                      <a:pt x="582893" y="365403"/>
                    </a:cubicBezTo>
                    <a:cubicBezTo>
                      <a:pt x="600710" y="360176"/>
                      <a:pt x="608514" y="358114"/>
                      <a:pt x="611975" y="357304"/>
                    </a:cubicBezTo>
                    <a:lnTo>
                      <a:pt x="612711" y="357157"/>
                    </a:lnTo>
                    <a:lnTo>
                      <a:pt x="611975" y="258793"/>
                    </a:lnTo>
                    <a:cubicBezTo>
                      <a:pt x="606527" y="257689"/>
                      <a:pt x="596661" y="255112"/>
                      <a:pt x="581715" y="250768"/>
                    </a:cubicBezTo>
                    <a:cubicBezTo>
                      <a:pt x="571186" y="247602"/>
                      <a:pt x="561909" y="245467"/>
                      <a:pt x="554105" y="244363"/>
                    </a:cubicBezTo>
                    <a:cubicBezTo>
                      <a:pt x="551455" y="243995"/>
                      <a:pt x="549246" y="242228"/>
                      <a:pt x="548289" y="239724"/>
                    </a:cubicBezTo>
                    <a:cubicBezTo>
                      <a:pt x="545859" y="233540"/>
                      <a:pt x="540485" y="218741"/>
                      <a:pt x="528410" y="183990"/>
                    </a:cubicBezTo>
                    <a:cubicBezTo>
                      <a:pt x="527674" y="181855"/>
                      <a:pt x="527968" y="179499"/>
                      <a:pt x="529220" y="177585"/>
                    </a:cubicBezTo>
                    <a:cubicBezTo>
                      <a:pt x="536730" y="166025"/>
                      <a:pt x="546669" y="148871"/>
                      <a:pt x="559554" y="125016"/>
                    </a:cubicBezTo>
                    <a:lnTo>
                      <a:pt x="559922" y="124353"/>
                    </a:lnTo>
                    <a:lnTo>
                      <a:pt x="559333" y="123838"/>
                    </a:lnTo>
                    <a:cubicBezTo>
                      <a:pt x="552264" y="118242"/>
                      <a:pt x="540705" y="107125"/>
                      <a:pt x="524876" y="90854"/>
                    </a:cubicBezTo>
                    <a:cubicBezTo>
                      <a:pt x="510814" y="75761"/>
                      <a:pt x="499033" y="65379"/>
                      <a:pt x="488579" y="58974"/>
                    </a:cubicBezTo>
                    <a:lnTo>
                      <a:pt x="488137" y="58753"/>
                    </a:lnTo>
                    <a:lnTo>
                      <a:pt x="487695" y="58974"/>
                    </a:lnTo>
                    <a:cubicBezTo>
                      <a:pt x="482247" y="61256"/>
                      <a:pt x="473191" y="66337"/>
                      <a:pt x="460012" y="74509"/>
                    </a:cubicBezTo>
                    <a:cubicBezTo>
                      <a:pt x="451250" y="80252"/>
                      <a:pt x="443078" y="84522"/>
                      <a:pt x="435863" y="87025"/>
                    </a:cubicBezTo>
                    <a:cubicBezTo>
                      <a:pt x="433728" y="87762"/>
                      <a:pt x="431298" y="87467"/>
                      <a:pt x="429384" y="86215"/>
                    </a:cubicBezTo>
                    <a:cubicBezTo>
                      <a:pt x="423052" y="82019"/>
                      <a:pt x="414658" y="77969"/>
                      <a:pt x="403688" y="73846"/>
                    </a:cubicBezTo>
                    <a:cubicBezTo>
                      <a:pt x="389184" y="68398"/>
                      <a:pt x="381306" y="65306"/>
                      <a:pt x="377110" y="63539"/>
                    </a:cubicBezTo>
                    <a:cubicBezTo>
                      <a:pt x="374974" y="62655"/>
                      <a:pt x="373428" y="60815"/>
                      <a:pt x="372839" y="58606"/>
                    </a:cubicBezTo>
                    <a:cubicBezTo>
                      <a:pt x="364814" y="28272"/>
                      <a:pt x="359145" y="8761"/>
                      <a:pt x="355832" y="589"/>
                    </a:cubicBezTo>
                    <a:lnTo>
                      <a:pt x="355611" y="0"/>
                    </a:lnTo>
                    <a:lnTo>
                      <a:pt x="259898" y="663"/>
                    </a:lnTo>
                    <a:cubicBezTo>
                      <a:pt x="257321" y="8909"/>
                      <a:pt x="254302" y="19658"/>
                      <a:pt x="250915" y="32616"/>
                    </a:cubicBezTo>
                    <a:cubicBezTo>
                      <a:pt x="246940" y="47636"/>
                      <a:pt x="244657" y="55955"/>
                      <a:pt x="243332" y="60520"/>
                    </a:cubicBezTo>
                    <a:cubicBezTo>
                      <a:pt x="242596" y="63023"/>
                      <a:pt x="240682" y="64938"/>
                      <a:pt x="238178" y="65600"/>
                    </a:cubicBezTo>
                    <a:cubicBezTo>
                      <a:pt x="229490" y="67883"/>
                      <a:pt x="212115" y="74656"/>
                      <a:pt x="185168" y="86363"/>
                    </a:cubicBezTo>
                    <a:cubicBezTo>
                      <a:pt x="182812" y="87393"/>
                      <a:pt x="180088" y="87099"/>
                      <a:pt x="178026" y="85626"/>
                    </a:cubicBezTo>
                    <a:cubicBezTo>
                      <a:pt x="165363" y="76644"/>
                      <a:pt x="147693" y="66705"/>
                      <a:pt x="125531" y="55882"/>
                    </a:cubicBezTo>
                    <a:lnTo>
                      <a:pt x="124942" y="55587"/>
                    </a:lnTo>
                    <a:lnTo>
                      <a:pt x="124501" y="56029"/>
                    </a:lnTo>
                    <a:cubicBezTo>
                      <a:pt x="84964" y="94535"/>
                      <a:pt x="61993" y="118242"/>
                      <a:pt x="56323" y="126489"/>
                    </a:cubicBezTo>
                    <a:lnTo>
                      <a:pt x="55882" y="127078"/>
                    </a:lnTo>
                    <a:lnTo>
                      <a:pt x="56397" y="127667"/>
                    </a:lnTo>
                    <a:cubicBezTo>
                      <a:pt x="62803" y="134808"/>
                      <a:pt x="72889" y="151227"/>
                      <a:pt x="86510" y="176407"/>
                    </a:cubicBezTo>
                    <a:cubicBezTo>
                      <a:pt x="87761" y="178689"/>
                      <a:pt x="87688" y="181487"/>
                      <a:pt x="86289" y="183696"/>
                    </a:cubicBezTo>
                    <a:cubicBezTo>
                      <a:pt x="82313" y="190248"/>
                      <a:pt x="78043" y="198862"/>
                      <a:pt x="73331" y="210201"/>
                    </a:cubicBezTo>
                    <a:cubicBezTo>
                      <a:pt x="68104" y="222643"/>
                      <a:pt x="64054" y="231773"/>
                      <a:pt x="61256" y="237442"/>
                    </a:cubicBezTo>
                    <a:cubicBezTo>
                      <a:pt x="60226" y="239577"/>
                      <a:pt x="58238" y="240976"/>
                      <a:pt x="55882" y="241418"/>
                    </a:cubicBezTo>
                    <a:cubicBezTo>
                      <a:pt x="48372" y="242670"/>
                      <a:pt x="39831" y="244731"/>
                      <a:pt x="29818" y="247676"/>
                    </a:cubicBezTo>
                    <a:cubicBezTo>
                      <a:pt x="14946" y="252020"/>
                      <a:pt x="5448" y="254670"/>
                      <a:pt x="736" y="255775"/>
                    </a:cubicBezTo>
                    <a:lnTo>
                      <a:pt x="0" y="255922"/>
                    </a:lnTo>
                    <a:lnTo>
                      <a:pt x="736" y="354286"/>
                    </a:lnTo>
                    <a:cubicBezTo>
                      <a:pt x="6405" y="355390"/>
                      <a:pt x="16639" y="358114"/>
                      <a:pt x="31217" y="362384"/>
                    </a:cubicBezTo>
                    <a:cubicBezTo>
                      <a:pt x="41009" y="365035"/>
                      <a:pt x="49771" y="367097"/>
                      <a:pt x="57133" y="368348"/>
                    </a:cubicBezTo>
                    <a:cubicBezTo>
                      <a:pt x="60078" y="368864"/>
                      <a:pt x="62434" y="371146"/>
                      <a:pt x="63097" y="374017"/>
                    </a:cubicBezTo>
                    <a:cubicBezTo>
                      <a:pt x="64864" y="382631"/>
                      <a:pt x="68030" y="392203"/>
                      <a:pt x="72521" y="402363"/>
                    </a:cubicBezTo>
                    <a:cubicBezTo>
                      <a:pt x="79221" y="417162"/>
                      <a:pt x="82608" y="424966"/>
                      <a:pt x="84301" y="429089"/>
                    </a:cubicBezTo>
                    <a:cubicBezTo>
                      <a:pt x="85184" y="431224"/>
                      <a:pt x="84964" y="433580"/>
                      <a:pt x="83859" y="435495"/>
                    </a:cubicBezTo>
                    <a:cubicBezTo>
                      <a:pt x="67146" y="464429"/>
                      <a:pt x="57870" y="482099"/>
                      <a:pt x="56176" y="488137"/>
                    </a:cubicBezTo>
                    <a:lnTo>
                      <a:pt x="56029" y="488652"/>
                    </a:lnTo>
                    <a:lnTo>
                      <a:pt x="56397" y="489020"/>
                    </a:lnTo>
                    <a:cubicBezTo>
                      <a:pt x="93431" y="526716"/>
                      <a:pt x="116328" y="548583"/>
                      <a:pt x="124648" y="553958"/>
                    </a:cubicBezTo>
                    <a:lnTo>
                      <a:pt x="125090" y="554252"/>
                    </a:lnTo>
                    <a:lnTo>
                      <a:pt x="125531" y="554032"/>
                    </a:lnTo>
                    <a:cubicBezTo>
                      <a:pt x="130759" y="551676"/>
                      <a:pt x="139888" y="546522"/>
                      <a:pt x="152625" y="538644"/>
                    </a:cubicBezTo>
                    <a:cubicBezTo>
                      <a:pt x="162123" y="532827"/>
                      <a:pt x="170664" y="528483"/>
                      <a:pt x="178174" y="525833"/>
                    </a:cubicBezTo>
                    <a:cubicBezTo>
                      <a:pt x="180014" y="525170"/>
                      <a:pt x="182076" y="525244"/>
                      <a:pt x="183843" y="526127"/>
                    </a:cubicBezTo>
                    <a:cubicBezTo>
                      <a:pt x="189144" y="528631"/>
                      <a:pt x="202175" y="534594"/>
                      <a:pt x="236338" y="549614"/>
                    </a:cubicBezTo>
                    <a:cubicBezTo>
                      <a:pt x="238252" y="550424"/>
                      <a:pt x="239651" y="552044"/>
                      <a:pt x="240313" y="554032"/>
                    </a:cubicBezTo>
                    <a:cubicBezTo>
                      <a:pt x="242301" y="560069"/>
                      <a:pt x="244731" y="569346"/>
                      <a:pt x="247602" y="581494"/>
                    </a:cubicBezTo>
                    <a:cubicBezTo>
                      <a:pt x="250768" y="595630"/>
                      <a:pt x="253860" y="605717"/>
                      <a:pt x="257100" y="612417"/>
                    </a:cubicBezTo>
                    <a:lnTo>
                      <a:pt x="257395" y="612932"/>
                    </a:ln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11">
                <a:extLst>
                  <a:ext uri="{FF2B5EF4-FFF2-40B4-BE49-F238E27FC236}">
                    <a16:creationId xmlns:a16="http://schemas.microsoft.com/office/drawing/2014/main" id="{59355528-FF33-BC8C-160F-02447A9DF538}"/>
                  </a:ext>
                </a:extLst>
              </p:cNvPr>
              <p:cNvSpPr/>
              <p:nvPr/>
            </p:nvSpPr>
            <p:spPr>
              <a:xfrm>
                <a:off x="11055048" y="1930541"/>
                <a:ext cx="364004" cy="364004"/>
              </a:xfrm>
              <a:custGeom>
                <a:avLst/>
                <a:gdLst>
                  <a:gd name="connsiteX0" fmla="*/ 364004 w 364004"/>
                  <a:gd name="connsiteY0" fmla="*/ 182002 h 364004"/>
                  <a:gd name="connsiteX1" fmla="*/ 182002 w 364004"/>
                  <a:gd name="connsiteY1" fmla="*/ 364004 h 364004"/>
                  <a:gd name="connsiteX2" fmla="*/ 0 w 364004"/>
                  <a:gd name="connsiteY2" fmla="*/ 182002 h 364004"/>
                  <a:gd name="connsiteX3" fmla="*/ 182002 w 364004"/>
                  <a:gd name="connsiteY3" fmla="*/ 0 h 364004"/>
                  <a:gd name="connsiteX4" fmla="*/ 364004 w 364004"/>
                  <a:gd name="connsiteY4" fmla="*/ 182002 h 364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004" h="364004">
                    <a:moveTo>
                      <a:pt x="364004" y="182002"/>
                    </a:moveTo>
                    <a:cubicBezTo>
                      <a:pt x="364004" y="282519"/>
                      <a:pt x="282519" y="364004"/>
                      <a:pt x="182002" y="364004"/>
                    </a:cubicBezTo>
                    <a:cubicBezTo>
                      <a:pt x="81485" y="364004"/>
                      <a:pt x="0" y="282519"/>
                      <a:pt x="0" y="182002"/>
                    </a:cubicBezTo>
                    <a:cubicBezTo>
                      <a:pt x="0" y="81485"/>
                      <a:pt x="81485" y="0"/>
                      <a:pt x="182002" y="0"/>
                    </a:cubicBezTo>
                    <a:cubicBezTo>
                      <a:pt x="282519" y="0"/>
                      <a:pt x="364004" y="81485"/>
                      <a:pt x="364004" y="182002"/>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4" name="Graphic 6">
              <a:extLst>
                <a:ext uri="{FF2B5EF4-FFF2-40B4-BE49-F238E27FC236}">
                  <a16:creationId xmlns:a16="http://schemas.microsoft.com/office/drawing/2014/main" id="{112761DA-4A35-5511-E41A-687BE4EEF994}"/>
                </a:ext>
              </a:extLst>
            </p:cNvPr>
            <p:cNvGrpSpPr/>
            <p:nvPr/>
          </p:nvGrpSpPr>
          <p:grpSpPr>
            <a:xfrm>
              <a:off x="10373203" y="2030525"/>
              <a:ext cx="936148" cy="161386"/>
              <a:chOff x="10373203" y="2030525"/>
              <a:chExt cx="936148" cy="161386"/>
            </a:xfrm>
            <a:noFill/>
          </p:grpSpPr>
          <p:sp>
            <p:nvSpPr>
              <p:cNvPr id="45" name="Freeform: Shape 43">
                <a:extLst>
                  <a:ext uri="{FF2B5EF4-FFF2-40B4-BE49-F238E27FC236}">
                    <a16:creationId xmlns:a16="http://schemas.microsoft.com/office/drawing/2014/main" id="{7EF4B7D9-783B-5130-4790-2135D8B2FBF6}"/>
                  </a:ext>
                </a:extLst>
              </p:cNvPr>
              <p:cNvSpPr/>
              <p:nvPr/>
            </p:nvSpPr>
            <p:spPr>
              <a:xfrm>
                <a:off x="10534590" y="2111218"/>
                <a:ext cx="615877" cy="7362"/>
              </a:xfrm>
              <a:custGeom>
                <a:avLst/>
                <a:gdLst>
                  <a:gd name="connsiteX0" fmla="*/ 615877 w 615877"/>
                  <a:gd name="connsiteY0" fmla="*/ 0 h 7362"/>
                  <a:gd name="connsiteX1" fmla="*/ 0 w 615877"/>
                  <a:gd name="connsiteY1" fmla="*/ 0 h 7362"/>
                </a:gdLst>
                <a:ahLst/>
                <a:cxnLst>
                  <a:cxn ang="0">
                    <a:pos x="connsiteX0" y="connsiteY0"/>
                  </a:cxn>
                  <a:cxn ang="0">
                    <a:pos x="connsiteX1" y="connsiteY1"/>
                  </a:cxn>
                </a:cxnLst>
                <a:rect l="l" t="t" r="r" b="b"/>
                <a:pathLst>
                  <a:path w="615877" h="7362">
                    <a:moveTo>
                      <a:pt x="615877" y="0"/>
                    </a:moveTo>
                    <a:lnTo>
                      <a:pt x="0" y="0"/>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44">
                <a:extLst>
                  <a:ext uri="{FF2B5EF4-FFF2-40B4-BE49-F238E27FC236}">
                    <a16:creationId xmlns:a16="http://schemas.microsoft.com/office/drawing/2014/main" id="{88E29F00-8873-F246-75C0-CC4A900AA005}"/>
                  </a:ext>
                </a:extLst>
              </p:cNvPr>
              <p:cNvSpPr/>
              <p:nvPr/>
            </p:nvSpPr>
            <p:spPr>
              <a:xfrm>
                <a:off x="11147964" y="2030525"/>
                <a:ext cx="161387" cy="161386"/>
              </a:xfrm>
              <a:custGeom>
                <a:avLst/>
                <a:gdLst>
                  <a:gd name="connsiteX0" fmla="*/ 161387 w 161387"/>
                  <a:gd name="connsiteY0" fmla="*/ 80693 h 161386"/>
                  <a:gd name="connsiteX1" fmla="*/ 80693 w 161387"/>
                  <a:gd name="connsiteY1" fmla="*/ 161387 h 161386"/>
                  <a:gd name="connsiteX2" fmla="*/ 0 w 161387"/>
                  <a:gd name="connsiteY2" fmla="*/ 80693 h 161386"/>
                  <a:gd name="connsiteX3" fmla="*/ 80693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3" y="161387"/>
                    </a:cubicBezTo>
                    <a:cubicBezTo>
                      <a:pt x="36128" y="161387"/>
                      <a:pt x="0" y="125259"/>
                      <a:pt x="0" y="80693"/>
                    </a:cubicBezTo>
                    <a:cubicBezTo>
                      <a:pt x="0" y="36128"/>
                      <a:pt x="36128" y="0"/>
                      <a:pt x="80693"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45">
                <a:extLst>
                  <a:ext uri="{FF2B5EF4-FFF2-40B4-BE49-F238E27FC236}">
                    <a16:creationId xmlns:a16="http://schemas.microsoft.com/office/drawing/2014/main" id="{17EFD1D7-8075-77E7-77DF-E2E1D8E55B45}"/>
                  </a:ext>
                </a:extLst>
              </p:cNvPr>
              <p:cNvSpPr/>
              <p:nvPr/>
            </p:nvSpPr>
            <p:spPr>
              <a:xfrm>
                <a:off x="10373203" y="2030525"/>
                <a:ext cx="161387" cy="161386"/>
              </a:xfrm>
              <a:custGeom>
                <a:avLst/>
                <a:gdLst>
                  <a:gd name="connsiteX0" fmla="*/ 161387 w 161387"/>
                  <a:gd name="connsiteY0" fmla="*/ 80693 h 161386"/>
                  <a:gd name="connsiteX1" fmla="*/ 80694 w 161387"/>
                  <a:gd name="connsiteY1" fmla="*/ 161387 h 161386"/>
                  <a:gd name="connsiteX2" fmla="*/ 0 w 161387"/>
                  <a:gd name="connsiteY2" fmla="*/ 80693 h 161386"/>
                  <a:gd name="connsiteX3" fmla="*/ 80694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4" y="161387"/>
                    </a:cubicBezTo>
                    <a:cubicBezTo>
                      <a:pt x="36128" y="161387"/>
                      <a:pt x="0" y="125259"/>
                      <a:pt x="0" y="80693"/>
                    </a:cubicBezTo>
                    <a:cubicBezTo>
                      <a:pt x="0" y="36128"/>
                      <a:pt x="36128" y="0"/>
                      <a:pt x="80694"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Graphic 6">
              <a:extLst>
                <a:ext uri="{FF2B5EF4-FFF2-40B4-BE49-F238E27FC236}">
                  <a16:creationId xmlns:a16="http://schemas.microsoft.com/office/drawing/2014/main" id="{FE80F247-198B-503D-5A93-FE63375DABDF}"/>
                </a:ext>
              </a:extLst>
            </p:cNvPr>
            <p:cNvGrpSpPr/>
            <p:nvPr/>
          </p:nvGrpSpPr>
          <p:grpSpPr>
            <a:xfrm>
              <a:off x="9469303" y="1724685"/>
              <a:ext cx="984593" cy="773140"/>
              <a:chOff x="9469303" y="1724685"/>
              <a:chExt cx="984593" cy="773140"/>
            </a:xfrm>
            <a:noFill/>
          </p:grpSpPr>
          <p:sp>
            <p:nvSpPr>
              <p:cNvPr id="36" name="Freeform: Shape 47">
                <a:extLst>
                  <a:ext uri="{FF2B5EF4-FFF2-40B4-BE49-F238E27FC236}">
                    <a16:creationId xmlns:a16="http://schemas.microsoft.com/office/drawing/2014/main" id="{7E4EC9FA-A647-9CED-BA72-CF5633F1D103}"/>
                  </a:ext>
                </a:extLst>
              </p:cNvPr>
              <p:cNvSpPr/>
              <p:nvPr/>
            </p:nvSpPr>
            <p:spPr>
              <a:xfrm>
                <a:off x="9469377" y="1724685"/>
                <a:ext cx="984519" cy="773140"/>
              </a:xfrm>
              <a:custGeom>
                <a:avLst/>
                <a:gdLst>
                  <a:gd name="connsiteX0" fmla="*/ 984520 w 984519"/>
                  <a:gd name="connsiteY0" fmla="*/ 467301 h 773140"/>
                  <a:gd name="connsiteX1" fmla="*/ 984520 w 984519"/>
                  <a:gd name="connsiteY1" fmla="*/ 723223 h 773140"/>
                  <a:gd name="connsiteX2" fmla="*/ 934602 w 984519"/>
                  <a:gd name="connsiteY2" fmla="*/ 773141 h 773140"/>
                  <a:gd name="connsiteX3" fmla="*/ 49918 w 984519"/>
                  <a:gd name="connsiteY3" fmla="*/ 773141 h 773140"/>
                  <a:gd name="connsiteX4" fmla="*/ 0 w 984519"/>
                  <a:gd name="connsiteY4" fmla="*/ 723223 h 773140"/>
                  <a:gd name="connsiteX5" fmla="*/ 0 w 984519"/>
                  <a:gd name="connsiteY5" fmla="*/ 49918 h 773140"/>
                  <a:gd name="connsiteX6" fmla="*/ 49918 w 984519"/>
                  <a:gd name="connsiteY6" fmla="*/ 0 h 773140"/>
                  <a:gd name="connsiteX7" fmla="*/ 934602 w 984519"/>
                  <a:gd name="connsiteY7" fmla="*/ 0 h 773140"/>
                  <a:gd name="connsiteX8" fmla="*/ 984520 w 984519"/>
                  <a:gd name="connsiteY8" fmla="*/ 49918 h 773140"/>
                  <a:gd name="connsiteX9" fmla="*/ 984520 w 984519"/>
                  <a:gd name="connsiteY9" fmla="*/ 305840 h 77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4519" h="773140">
                    <a:moveTo>
                      <a:pt x="984520" y="467301"/>
                    </a:moveTo>
                    <a:lnTo>
                      <a:pt x="984520" y="723223"/>
                    </a:lnTo>
                    <a:cubicBezTo>
                      <a:pt x="984520" y="750832"/>
                      <a:pt x="962138" y="773141"/>
                      <a:pt x="934602" y="773141"/>
                    </a:cubicBezTo>
                    <a:lnTo>
                      <a:pt x="49918" y="773141"/>
                    </a:lnTo>
                    <a:cubicBezTo>
                      <a:pt x="22309" y="773141"/>
                      <a:pt x="0" y="750759"/>
                      <a:pt x="0" y="723223"/>
                    </a:cubicBezTo>
                    <a:lnTo>
                      <a:pt x="0" y="49918"/>
                    </a:lnTo>
                    <a:cubicBezTo>
                      <a:pt x="0" y="22309"/>
                      <a:pt x="22382" y="0"/>
                      <a:pt x="49918" y="0"/>
                    </a:cubicBezTo>
                    <a:lnTo>
                      <a:pt x="934602" y="0"/>
                    </a:lnTo>
                    <a:cubicBezTo>
                      <a:pt x="962211" y="0"/>
                      <a:pt x="984520" y="22382"/>
                      <a:pt x="984520" y="49918"/>
                    </a:cubicBezTo>
                    <a:lnTo>
                      <a:pt x="984520" y="305840"/>
                    </a:lnTo>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48">
                <a:extLst>
                  <a:ext uri="{FF2B5EF4-FFF2-40B4-BE49-F238E27FC236}">
                    <a16:creationId xmlns:a16="http://schemas.microsoft.com/office/drawing/2014/main" id="{27048AA3-E371-2C3E-3FC7-641152297CDE}"/>
                  </a:ext>
                </a:extLst>
              </p:cNvPr>
              <p:cNvSpPr/>
              <p:nvPr/>
            </p:nvSpPr>
            <p:spPr>
              <a:xfrm>
                <a:off x="9469303" y="1888869"/>
                <a:ext cx="984593" cy="7362"/>
              </a:xfrm>
              <a:custGeom>
                <a:avLst/>
                <a:gdLst>
                  <a:gd name="connsiteX0" fmla="*/ 0 w 984593"/>
                  <a:gd name="connsiteY0" fmla="*/ 0 h 7362"/>
                  <a:gd name="connsiteX1" fmla="*/ 984593 w 984593"/>
                  <a:gd name="connsiteY1" fmla="*/ 0 h 7362"/>
                </a:gdLst>
                <a:ahLst/>
                <a:cxnLst>
                  <a:cxn ang="0">
                    <a:pos x="connsiteX0" y="connsiteY0"/>
                  </a:cxn>
                  <a:cxn ang="0">
                    <a:pos x="connsiteX1" y="connsiteY1"/>
                  </a:cxn>
                </a:cxnLst>
                <a:rect l="l" t="t" r="r" b="b"/>
                <a:pathLst>
                  <a:path w="984593" h="7362">
                    <a:moveTo>
                      <a:pt x="0" y="0"/>
                    </a:moveTo>
                    <a:lnTo>
                      <a:pt x="984593" y="0"/>
                    </a:lnTo>
                  </a:path>
                </a:pathLst>
              </a:custGeom>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6">
                <a:extLst>
                  <a:ext uri="{FF2B5EF4-FFF2-40B4-BE49-F238E27FC236}">
                    <a16:creationId xmlns:a16="http://schemas.microsoft.com/office/drawing/2014/main" id="{9D3AFC3D-D308-C351-C452-771F43DF949E}"/>
                  </a:ext>
                </a:extLst>
              </p:cNvPr>
              <p:cNvGrpSpPr/>
              <p:nvPr/>
            </p:nvGrpSpPr>
            <p:grpSpPr>
              <a:xfrm>
                <a:off x="9661171" y="2008511"/>
                <a:ext cx="587310" cy="372397"/>
                <a:chOff x="9661171" y="2008511"/>
                <a:chExt cx="587310" cy="372397"/>
              </a:xfrm>
              <a:noFill/>
            </p:grpSpPr>
            <p:sp>
              <p:nvSpPr>
                <p:cNvPr id="42" name="Freeform: Shape 50">
                  <a:extLst>
                    <a:ext uri="{FF2B5EF4-FFF2-40B4-BE49-F238E27FC236}">
                      <a16:creationId xmlns:a16="http://schemas.microsoft.com/office/drawing/2014/main" id="{BC3E2FC3-4976-920B-83E5-0AF469EDFB7C}"/>
                    </a:ext>
                  </a:extLst>
                </p:cNvPr>
                <p:cNvSpPr/>
                <p:nvPr/>
              </p:nvSpPr>
              <p:spPr>
                <a:xfrm>
                  <a:off x="9661171" y="2040096"/>
                  <a:ext cx="143127" cy="286108"/>
                </a:xfrm>
                <a:custGeom>
                  <a:avLst/>
                  <a:gdLst>
                    <a:gd name="connsiteX0" fmla="*/ 143128 w 143127"/>
                    <a:gd name="connsiteY0" fmla="*/ 0 h 286108"/>
                    <a:gd name="connsiteX1" fmla="*/ 0 w 143127"/>
                    <a:gd name="connsiteY1" fmla="*/ 143054 h 286108"/>
                    <a:gd name="connsiteX2" fmla="*/ 143128 w 143127"/>
                    <a:gd name="connsiteY2" fmla="*/ 286109 h 286108"/>
                  </a:gdLst>
                  <a:ahLst/>
                  <a:cxnLst>
                    <a:cxn ang="0">
                      <a:pos x="connsiteX0" y="connsiteY0"/>
                    </a:cxn>
                    <a:cxn ang="0">
                      <a:pos x="connsiteX1" y="connsiteY1"/>
                    </a:cxn>
                    <a:cxn ang="0">
                      <a:pos x="connsiteX2" y="connsiteY2"/>
                    </a:cxn>
                  </a:cxnLst>
                  <a:rect l="l" t="t" r="r" b="b"/>
                  <a:pathLst>
                    <a:path w="143127" h="286108">
                      <a:moveTo>
                        <a:pt x="143128" y="0"/>
                      </a:moveTo>
                      <a:lnTo>
                        <a:pt x="0" y="143054"/>
                      </a:lnTo>
                      <a:lnTo>
                        <a:pt x="143128"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51">
                  <a:extLst>
                    <a:ext uri="{FF2B5EF4-FFF2-40B4-BE49-F238E27FC236}">
                      <a16:creationId xmlns:a16="http://schemas.microsoft.com/office/drawing/2014/main" id="{B0B5202B-E491-56CD-6C1D-AE5BBB9E3644}"/>
                    </a:ext>
                  </a:extLst>
                </p:cNvPr>
                <p:cNvSpPr/>
                <p:nvPr/>
              </p:nvSpPr>
              <p:spPr>
                <a:xfrm>
                  <a:off x="10105427" y="2040096"/>
                  <a:ext cx="143054" cy="286108"/>
                </a:xfrm>
                <a:custGeom>
                  <a:avLst/>
                  <a:gdLst>
                    <a:gd name="connsiteX0" fmla="*/ 0 w 143054"/>
                    <a:gd name="connsiteY0" fmla="*/ 0 h 286108"/>
                    <a:gd name="connsiteX1" fmla="*/ 143054 w 143054"/>
                    <a:gd name="connsiteY1" fmla="*/ 143054 h 286108"/>
                    <a:gd name="connsiteX2" fmla="*/ 0 w 143054"/>
                    <a:gd name="connsiteY2" fmla="*/ 286109 h 286108"/>
                  </a:gdLst>
                  <a:ahLst/>
                  <a:cxnLst>
                    <a:cxn ang="0">
                      <a:pos x="connsiteX0" y="connsiteY0"/>
                    </a:cxn>
                    <a:cxn ang="0">
                      <a:pos x="connsiteX1" y="connsiteY1"/>
                    </a:cxn>
                    <a:cxn ang="0">
                      <a:pos x="connsiteX2" y="connsiteY2"/>
                    </a:cxn>
                  </a:cxnLst>
                  <a:rect l="l" t="t" r="r" b="b"/>
                  <a:pathLst>
                    <a:path w="143054" h="286108">
                      <a:moveTo>
                        <a:pt x="0" y="0"/>
                      </a:moveTo>
                      <a:lnTo>
                        <a:pt x="143054" y="143054"/>
                      </a:lnTo>
                      <a:lnTo>
                        <a:pt x="0"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52">
                  <a:extLst>
                    <a:ext uri="{FF2B5EF4-FFF2-40B4-BE49-F238E27FC236}">
                      <a16:creationId xmlns:a16="http://schemas.microsoft.com/office/drawing/2014/main" id="{91D024DC-6D92-9527-B733-06AC115037CD}"/>
                    </a:ext>
                  </a:extLst>
                </p:cNvPr>
                <p:cNvSpPr/>
                <p:nvPr/>
              </p:nvSpPr>
              <p:spPr>
                <a:xfrm>
                  <a:off x="9878734" y="2008511"/>
                  <a:ext cx="152257" cy="372397"/>
                </a:xfrm>
                <a:custGeom>
                  <a:avLst/>
                  <a:gdLst>
                    <a:gd name="connsiteX0" fmla="*/ 152257 w 152257"/>
                    <a:gd name="connsiteY0" fmla="*/ 0 h 372397"/>
                    <a:gd name="connsiteX1" fmla="*/ 0 w 152257"/>
                    <a:gd name="connsiteY1" fmla="*/ 372398 h 372397"/>
                  </a:gdLst>
                  <a:ahLst/>
                  <a:cxnLst>
                    <a:cxn ang="0">
                      <a:pos x="connsiteX0" y="connsiteY0"/>
                    </a:cxn>
                    <a:cxn ang="0">
                      <a:pos x="connsiteX1" y="connsiteY1"/>
                    </a:cxn>
                  </a:cxnLst>
                  <a:rect l="l" t="t" r="r" b="b"/>
                  <a:pathLst>
                    <a:path w="152257" h="372397">
                      <a:moveTo>
                        <a:pt x="152257" y="0"/>
                      </a:moveTo>
                      <a:lnTo>
                        <a:pt x="0" y="372398"/>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53">
                <a:extLst>
                  <a:ext uri="{FF2B5EF4-FFF2-40B4-BE49-F238E27FC236}">
                    <a16:creationId xmlns:a16="http://schemas.microsoft.com/office/drawing/2014/main" id="{3475758E-292F-4EF9-4B6B-A832197047F9}"/>
                  </a:ext>
                </a:extLst>
              </p:cNvPr>
              <p:cNvSpPr/>
              <p:nvPr/>
            </p:nvSpPr>
            <p:spPr>
              <a:xfrm>
                <a:off x="10106531"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54">
                <a:extLst>
                  <a:ext uri="{FF2B5EF4-FFF2-40B4-BE49-F238E27FC236}">
                    <a16:creationId xmlns:a16="http://schemas.microsoft.com/office/drawing/2014/main" id="{17CAB70F-434D-7F52-05F0-EAE7516B917D}"/>
                  </a:ext>
                </a:extLst>
              </p:cNvPr>
              <p:cNvSpPr/>
              <p:nvPr/>
            </p:nvSpPr>
            <p:spPr>
              <a:xfrm>
                <a:off x="10216233"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55">
                <a:extLst>
                  <a:ext uri="{FF2B5EF4-FFF2-40B4-BE49-F238E27FC236}">
                    <a16:creationId xmlns:a16="http://schemas.microsoft.com/office/drawing/2014/main" id="{95B551A2-FD61-7D05-DA34-341270117906}"/>
                  </a:ext>
                </a:extLst>
              </p:cNvPr>
              <p:cNvSpPr/>
              <p:nvPr/>
            </p:nvSpPr>
            <p:spPr>
              <a:xfrm>
                <a:off x="10325935"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 name="TextBox 27">
            <a:extLst>
              <a:ext uri="{FF2B5EF4-FFF2-40B4-BE49-F238E27FC236}">
                <a16:creationId xmlns:a16="http://schemas.microsoft.com/office/drawing/2014/main" id="{5C36E414-3324-FDD5-88B6-38E99A7B45A1}"/>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1" name="Graphic 8">
            <a:extLst>
              <a:ext uri="{FF2B5EF4-FFF2-40B4-BE49-F238E27FC236}">
                <a16:creationId xmlns:a16="http://schemas.microsoft.com/office/drawing/2014/main" id="{9E06D9E4-9115-0B32-8C99-2EB0628163FB}"/>
              </a:ext>
            </a:extLst>
          </p:cNvPr>
          <p:cNvGrpSpPr/>
          <p:nvPr userDrawn="1"/>
        </p:nvGrpSpPr>
        <p:grpSpPr>
          <a:xfrm>
            <a:off x="265625" y="6323271"/>
            <a:ext cx="1249223" cy="369648"/>
            <a:chOff x="265625" y="6323271"/>
            <a:chExt cx="1249223" cy="369648"/>
          </a:xfrm>
          <a:solidFill>
            <a:srgbClr val="000000"/>
          </a:solidFill>
        </p:grpSpPr>
        <p:grpSp>
          <p:nvGrpSpPr>
            <p:cNvPr id="52" name="Graphic 8">
              <a:extLst>
                <a:ext uri="{FF2B5EF4-FFF2-40B4-BE49-F238E27FC236}">
                  <a16:creationId xmlns:a16="http://schemas.microsoft.com/office/drawing/2014/main" id="{D912C3F0-D141-3BF2-D634-663DD79D1115}"/>
                </a:ext>
              </a:extLst>
            </p:cNvPr>
            <p:cNvGrpSpPr/>
            <p:nvPr/>
          </p:nvGrpSpPr>
          <p:grpSpPr>
            <a:xfrm>
              <a:off x="745455" y="6594444"/>
              <a:ext cx="722662" cy="98475"/>
              <a:chOff x="745455" y="6594444"/>
              <a:chExt cx="722662" cy="98475"/>
            </a:xfrm>
            <a:solidFill>
              <a:srgbClr val="000000"/>
            </a:solidFill>
          </p:grpSpPr>
          <p:sp>
            <p:nvSpPr>
              <p:cNvPr id="61" name="Freeform 19">
                <a:extLst>
                  <a:ext uri="{FF2B5EF4-FFF2-40B4-BE49-F238E27FC236}">
                    <a16:creationId xmlns:a16="http://schemas.microsoft.com/office/drawing/2014/main" id="{2679C535-83D4-F506-0FBC-1FC91502842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2" name="Freeform 20">
                <a:extLst>
                  <a:ext uri="{FF2B5EF4-FFF2-40B4-BE49-F238E27FC236}">
                    <a16:creationId xmlns:a16="http://schemas.microsoft.com/office/drawing/2014/main" id="{980D7D2B-B551-6782-CE99-71D9956EAD2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3" name="Freeform 21">
                <a:extLst>
                  <a:ext uri="{FF2B5EF4-FFF2-40B4-BE49-F238E27FC236}">
                    <a16:creationId xmlns:a16="http://schemas.microsoft.com/office/drawing/2014/main" id="{93E81E0B-EC2C-A55A-6A16-5752CF52613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29" name="Freeform 22">
                <a:extLst>
                  <a:ext uri="{FF2B5EF4-FFF2-40B4-BE49-F238E27FC236}">
                    <a16:creationId xmlns:a16="http://schemas.microsoft.com/office/drawing/2014/main" id="{1A1E37DC-C8FC-9981-E3B2-DCAA252B4B6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0" name="Freeform 23">
                <a:extLst>
                  <a:ext uri="{FF2B5EF4-FFF2-40B4-BE49-F238E27FC236}">
                    <a16:creationId xmlns:a16="http://schemas.microsoft.com/office/drawing/2014/main" id="{33344F34-AC51-2527-3C9D-831427990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1" name="Freeform 24">
                <a:extLst>
                  <a:ext uri="{FF2B5EF4-FFF2-40B4-BE49-F238E27FC236}">
                    <a16:creationId xmlns:a16="http://schemas.microsoft.com/office/drawing/2014/main" id="{44552C25-6E6E-932C-58BE-822700D722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2" name="Freeform 25">
                <a:extLst>
                  <a:ext uri="{FF2B5EF4-FFF2-40B4-BE49-F238E27FC236}">
                    <a16:creationId xmlns:a16="http://schemas.microsoft.com/office/drawing/2014/main" id="{54531708-A4EE-8903-D1B2-4F0CBEAA88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3" name="Freeform 26">
                <a:extLst>
                  <a:ext uri="{FF2B5EF4-FFF2-40B4-BE49-F238E27FC236}">
                    <a16:creationId xmlns:a16="http://schemas.microsoft.com/office/drawing/2014/main" id="{36A0D391-E7FE-1B53-5C16-0FE8D35AB4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4" name="Freeform 27">
                <a:extLst>
                  <a:ext uri="{FF2B5EF4-FFF2-40B4-BE49-F238E27FC236}">
                    <a16:creationId xmlns:a16="http://schemas.microsoft.com/office/drawing/2014/main" id="{8BBFFDD2-A9D2-BD89-FDAB-100B15BC314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5" name="Freeform 28">
                <a:extLst>
                  <a:ext uri="{FF2B5EF4-FFF2-40B4-BE49-F238E27FC236}">
                    <a16:creationId xmlns:a16="http://schemas.microsoft.com/office/drawing/2014/main" id="{19DED88E-D488-5A44-76B0-3D062161BDE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3" name="Graphic 8">
              <a:extLst>
                <a:ext uri="{FF2B5EF4-FFF2-40B4-BE49-F238E27FC236}">
                  <a16:creationId xmlns:a16="http://schemas.microsoft.com/office/drawing/2014/main" id="{C2965FF7-AEF7-C2F0-63F8-F1FDEE0C409E}"/>
                </a:ext>
              </a:extLst>
            </p:cNvPr>
            <p:cNvGrpSpPr/>
            <p:nvPr/>
          </p:nvGrpSpPr>
          <p:grpSpPr>
            <a:xfrm>
              <a:off x="265625" y="6323271"/>
              <a:ext cx="1249223" cy="190348"/>
              <a:chOff x="265625" y="6323271"/>
              <a:chExt cx="1249223" cy="190348"/>
            </a:xfrm>
            <a:solidFill>
              <a:srgbClr val="000000"/>
            </a:solidFill>
          </p:grpSpPr>
          <p:sp>
            <p:nvSpPr>
              <p:cNvPr id="54" name="Freeform 10">
                <a:extLst>
                  <a:ext uri="{FF2B5EF4-FFF2-40B4-BE49-F238E27FC236}">
                    <a16:creationId xmlns:a16="http://schemas.microsoft.com/office/drawing/2014/main" id="{E038BDB1-BCA2-06EF-CE65-02DB90820FA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5" name="Freeform 11">
                <a:extLst>
                  <a:ext uri="{FF2B5EF4-FFF2-40B4-BE49-F238E27FC236}">
                    <a16:creationId xmlns:a16="http://schemas.microsoft.com/office/drawing/2014/main" id="{A747ED16-5106-EF7B-3AF4-C6B84D3101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56" name="Freeform 14">
                <a:extLst>
                  <a:ext uri="{FF2B5EF4-FFF2-40B4-BE49-F238E27FC236}">
                    <a16:creationId xmlns:a16="http://schemas.microsoft.com/office/drawing/2014/main" id="{93DF5C0C-BE16-8CCE-8B6F-4A8EBA56715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57" name="Freeform 15">
                <a:extLst>
                  <a:ext uri="{FF2B5EF4-FFF2-40B4-BE49-F238E27FC236}">
                    <a16:creationId xmlns:a16="http://schemas.microsoft.com/office/drawing/2014/main" id="{476666EF-1A24-FB49-755E-173132F59A7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8" name="Freeform 16">
                <a:extLst>
                  <a:ext uri="{FF2B5EF4-FFF2-40B4-BE49-F238E27FC236}">
                    <a16:creationId xmlns:a16="http://schemas.microsoft.com/office/drawing/2014/main" id="{4C641D78-B6F4-7DF1-7AC8-6C7C3706DC8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9" name="Freeform 17">
                <a:extLst>
                  <a:ext uri="{FF2B5EF4-FFF2-40B4-BE49-F238E27FC236}">
                    <a16:creationId xmlns:a16="http://schemas.microsoft.com/office/drawing/2014/main" id="{1243D46A-B0E8-A2B8-C46B-283C0925132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0" name="Freeform 18">
                <a:extLst>
                  <a:ext uri="{FF2B5EF4-FFF2-40B4-BE49-F238E27FC236}">
                    <a16:creationId xmlns:a16="http://schemas.microsoft.com/office/drawing/2014/main" id="{CBF21737-6D15-0013-436F-C4F38B7F768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0" name="TextBox 49">
            <a:extLst>
              <a:ext uri="{FF2B5EF4-FFF2-40B4-BE49-F238E27FC236}">
                <a16:creationId xmlns:a16="http://schemas.microsoft.com/office/drawing/2014/main" id="{B88D2144-6E96-D6CF-FAAD-0076DE22072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grpSp>
        <p:nvGrpSpPr>
          <p:cNvPr id="138" name="Picture Placeholder 76">
            <a:extLst>
              <a:ext uri="{FF2B5EF4-FFF2-40B4-BE49-F238E27FC236}">
                <a16:creationId xmlns:a16="http://schemas.microsoft.com/office/drawing/2014/main" id="{6E50E1B4-3F0D-D20F-C428-B72B15CA7632}"/>
              </a:ext>
            </a:extLst>
          </p:cNvPr>
          <p:cNvGrpSpPr/>
          <p:nvPr/>
        </p:nvGrpSpPr>
        <p:grpSpPr>
          <a:xfrm>
            <a:off x="7016479" y="2531945"/>
            <a:ext cx="1828800" cy="1828800"/>
            <a:chOff x="3200394" y="4032442"/>
            <a:chExt cx="588187" cy="588187"/>
          </a:xfrm>
          <a:solidFill>
            <a:schemeClr val="accent5"/>
          </a:solidFill>
        </p:grpSpPr>
        <p:sp>
          <p:nvSpPr>
            <p:cNvPr id="139" name="Picture Placeholder 76">
              <a:extLst>
                <a:ext uri="{FF2B5EF4-FFF2-40B4-BE49-F238E27FC236}">
                  <a16:creationId xmlns:a16="http://schemas.microsoft.com/office/drawing/2014/main" id="{1BF42488-4217-3351-88A6-948BAC1EFDEE}"/>
                </a:ext>
              </a:extLst>
            </p:cNvPr>
            <p:cNvSpPr/>
            <p:nvPr/>
          </p:nvSpPr>
          <p:spPr>
            <a:xfrm>
              <a:off x="3337248" y="4155999"/>
              <a:ext cx="327718" cy="340668"/>
            </a:xfrm>
            <a:custGeom>
              <a:avLst/>
              <a:gdLst>
                <a:gd name="connsiteX0" fmla="*/ 157240 w 327718"/>
                <a:gd name="connsiteY0" fmla="*/ 340668 h 340668"/>
                <a:gd name="connsiteX1" fmla="*/ 90200 w 327718"/>
                <a:gd name="connsiteY1" fmla="*/ 326754 h 340668"/>
                <a:gd name="connsiteX2" fmla="*/ 85772 w 327718"/>
                <a:gd name="connsiteY2" fmla="*/ 316635 h 340668"/>
                <a:gd name="connsiteX3" fmla="*/ 95892 w 327718"/>
                <a:gd name="connsiteY3" fmla="*/ 312208 h 340668"/>
                <a:gd name="connsiteX4" fmla="*/ 298911 w 327718"/>
                <a:gd name="connsiteY4" fmla="*/ 230620 h 340668"/>
                <a:gd name="connsiteX5" fmla="*/ 217324 w 327718"/>
                <a:gd name="connsiteY5" fmla="*/ 27601 h 340668"/>
                <a:gd name="connsiteX6" fmla="*/ 99054 w 327718"/>
                <a:gd name="connsiteY6" fmla="*/ 26336 h 340668"/>
                <a:gd name="connsiteX7" fmla="*/ 14937 w 327718"/>
                <a:gd name="connsiteY7" fmla="*/ 109188 h 340668"/>
                <a:gd name="connsiteX8" fmla="*/ 4817 w 327718"/>
                <a:gd name="connsiteY8" fmla="*/ 113615 h 340668"/>
                <a:gd name="connsiteX9" fmla="*/ 390 w 327718"/>
                <a:gd name="connsiteY9" fmla="*/ 103496 h 340668"/>
                <a:gd name="connsiteX10" fmla="*/ 93994 w 327718"/>
                <a:gd name="connsiteY10" fmla="*/ 12422 h 340668"/>
                <a:gd name="connsiteX11" fmla="*/ 224281 w 327718"/>
                <a:gd name="connsiteY11" fmla="*/ 13687 h 340668"/>
                <a:gd name="connsiteX12" fmla="*/ 314090 w 327718"/>
                <a:gd name="connsiteY12" fmla="*/ 237578 h 340668"/>
                <a:gd name="connsiteX13" fmla="*/ 157240 w 327718"/>
                <a:gd name="connsiteY13" fmla="*/ 340668 h 34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718" h="340668">
                  <a:moveTo>
                    <a:pt x="157240" y="340668"/>
                  </a:moveTo>
                  <a:cubicBezTo>
                    <a:pt x="135104" y="340668"/>
                    <a:pt x="112336" y="336241"/>
                    <a:pt x="90200" y="326754"/>
                  </a:cubicBezTo>
                  <a:cubicBezTo>
                    <a:pt x="86405" y="324857"/>
                    <a:pt x="84507" y="320430"/>
                    <a:pt x="85772" y="316635"/>
                  </a:cubicBezTo>
                  <a:cubicBezTo>
                    <a:pt x="87670" y="312840"/>
                    <a:pt x="92097" y="310943"/>
                    <a:pt x="95892" y="312208"/>
                  </a:cubicBezTo>
                  <a:cubicBezTo>
                    <a:pt x="174317" y="345728"/>
                    <a:pt x="265391" y="309045"/>
                    <a:pt x="298911" y="230620"/>
                  </a:cubicBezTo>
                  <a:cubicBezTo>
                    <a:pt x="332432" y="152195"/>
                    <a:pt x="295749" y="61121"/>
                    <a:pt x="217324" y="27601"/>
                  </a:cubicBezTo>
                  <a:cubicBezTo>
                    <a:pt x="179376" y="11157"/>
                    <a:pt x="137634" y="11157"/>
                    <a:pt x="99054" y="26336"/>
                  </a:cubicBezTo>
                  <a:cubicBezTo>
                    <a:pt x="61106" y="42147"/>
                    <a:pt x="31381" y="71241"/>
                    <a:pt x="14937" y="109188"/>
                  </a:cubicBezTo>
                  <a:cubicBezTo>
                    <a:pt x="13039" y="112983"/>
                    <a:pt x="8612" y="114880"/>
                    <a:pt x="4817" y="113615"/>
                  </a:cubicBezTo>
                  <a:cubicBezTo>
                    <a:pt x="1023" y="111718"/>
                    <a:pt x="-875" y="107291"/>
                    <a:pt x="390" y="103496"/>
                  </a:cubicBezTo>
                  <a:cubicBezTo>
                    <a:pt x="18099" y="61754"/>
                    <a:pt x="51620" y="29498"/>
                    <a:pt x="93994" y="12422"/>
                  </a:cubicBezTo>
                  <a:cubicBezTo>
                    <a:pt x="136369" y="-4655"/>
                    <a:pt x="182539" y="-4022"/>
                    <a:pt x="224281" y="13687"/>
                  </a:cubicBezTo>
                  <a:cubicBezTo>
                    <a:pt x="310928" y="50369"/>
                    <a:pt x="350773" y="150930"/>
                    <a:pt x="314090" y="237578"/>
                  </a:cubicBezTo>
                  <a:cubicBezTo>
                    <a:pt x="286262" y="302088"/>
                    <a:pt x="223016" y="340668"/>
                    <a:pt x="157240" y="340668"/>
                  </a:cubicBezTo>
                  <a:close/>
                </a:path>
              </a:pathLst>
            </a:custGeom>
            <a:grpFill/>
            <a:ln w="6271" cap="flat">
              <a:noFill/>
              <a:prstDash val="solid"/>
              <a:miter/>
            </a:ln>
          </p:spPr>
          <p:txBody>
            <a:bodyPr rtlCol="0" anchor="ctr"/>
            <a:lstStyle/>
            <a:p>
              <a:endParaRPr lang="en-US"/>
            </a:p>
          </p:txBody>
        </p:sp>
        <p:sp>
          <p:nvSpPr>
            <p:cNvPr id="140" name="Picture Placeholder 76">
              <a:extLst>
                <a:ext uri="{FF2B5EF4-FFF2-40B4-BE49-F238E27FC236}">
                  <a16:creationId xmlns:a16="http://schemas.microsoft.com/office/drawing/2014/main" id="{22DF471F-79B3-DDA9-9577-EC1EFBC297DA}"/>
                </a:ext>
              </a:extLst>
            </p:cNvPr>
            <p:cNvSpPr/>
            <p:nvPr/>
          </p:nvSpPr>
          <p:spPr>
            <a:xfrm>
              <a:off x="3200394" y="4032442"/>
              <a:ext cx="588187" cy="588187"/>
            </a:xfrm>
            <a:custGeom>
              <a:avLst/>
              <a:gdLst>
                <a:gd name="connsiteX0" fmla="*/ 337101 w 588187"/>
                <a:gd name="connsiteY0" fmla="*/ 588188 h 588187"/>
                <a:gd name="connsiteX1" fmla="*/ 248557 w 588187"/>
                <a:gd name="connsiteY1" fmla="*/ 588188 h 588187"/>
                <a:gd name="connsiteX2" fmla="*/ 241600 w 588187"/>
                <a:gd name="connsiteY2" fmla="*/ 583761 h 588187"/>
                <a:gd name="connsiteX3" fmla="*/ 232113 w 588187"/>
                <a:gd name="connsiteY3" fmla="*/ 553403 h 588187"/>
                <a:gd name="connsiteX4" fmla="*/ 225788 w 588187"/>
                <a:gd name="connsiteY4" fmla="*/ 528104 h 588187"/>
                <a:gd name="connsiteX5" fmla="*/ 176456 w 588187"/>
                <a:gd name="connsiteY5" fmla="*/ 505968 h 588187"/>
                <a:gd name="connsiteX6" fmla="*/ 153688 w 588187"/>
                <a:gd name="connsiteY6" fmla="*/ 517352 h 588187"/>
                <a:gd name="connsiteX7" fmla="*/ 127757 w 588187"/>
                <a:gd name="connsiteY7" fmla="*/ 532531 h 588187"/>
                <a:gd name="connsiteX8" fmla="*/ 120167 w 588187"/>
                <a:gd name="connsiteY8" fmla="*/ 531899 h 588187"/>
                <a:gd name="connsiteX9" fmla="*/ 55024 w 588187"/>
                <a:gd name="connsiteY9" fmla="*/ 469918 h 588187"/>
                <a:gd name="connsiteX10" fmla="*/ 53127 w 588187"/>
                <a:gd name="connsiteY10" fmla="*/ 462328 h 588187"/>
                <a:gd name="connsiteX11" fmla="*/ 79690 w 588187"/>
                <a:gd name="connsiteY11" fmla="*/ 411099 h 588187"/>
                <a:gd name="connsiteX12" fmla="*/ 68938 w 588187"/>
                <a:gd name="connsiteY12" fmla="*/ 386433 h 588187"/>
                <a:gd name="connsiteX13" fmla="*/ 59451 w 588187"/>
                <a:gd name="connsiteY13" fmla="*/ 358605 h 588187"/>
                <a:gd name="connsiteX14" fmla="*/ 34153 w 588187"/>
                <a:gd name="connsiteY14" fmla="*/ 352913 h 588187"/>
                <a:gd name="connsiteX15" fmla="*/ 6325 w 588187"/>
                <a:gd name="connsiteY15" fmla="*/ 345323 h 588187"/>
                <a:gd name="connsiteX16" fmla="*/ 0 w 588187"/>
                <a:gd name="connsiteY16" fmla="*/ 337734 h 588187"/>
                <a:gd name="connsiteX17" fmla="*/ 0 w 588187"/>
                <a:gd name="connsiteY17" fmla="*/ 247292 h 588187"/>
                <a:gd name="connsiteX18" fmla="*/ 6325 w 588187"/>
                <a:gd name="connsiteY18" fmla="*/ 239702 h 588187"/>
                <a:gd name="connsiteX19" fmla="*/ 32888 w 588187"/>
                <a:gd name="connsiteY19" fmla="*/ 232113 h 588187"/>
                <a:gd name="connsiteX20" fmla="*/ 58186 w 588187"/>
                <a:gd name="connsiteY20" fmla="*/ 226421 h 588187"/>
                <a:gd name="connsiteX21" fmla="*/ 69571 w 588187"/>
                <a:gd name="connsiteY21" fmla="*/ 201122 h 588187"/>
                <a:gd name="connsiteX22" fmla="*/ 82220 w 588187"/>
                <a:gd name="connsiteY22" fmla="*/ 175191 h 588187"/>
                <a:gd name="connsiteX23" fmla="*/ 55024 w 588187"/>
                <a:gd name="connsiteY23" fmla="*/ 130919 h 588187"/>
                <a:gd name="connsiteX24" fmla="*/ 54392 w 588187"/>
                <a:gd name="connsiteY24" fmla="*/ 121432 h 588187"/>
                <a:gd name="connsiteX25" fmla="*/ 118902 w 588187"/>
                <a:gd name="connsiteY25" fmla="*/ 54392 h 588187"/>
                <a:gd name="connsiteX26" fmla="*/ 127757 w 588187"/>
                <a:gd name="connsiteY26" fmla="*/ 53127 h 588187"/>
                <a:gd name="connsiteX27" fmla="*/ 177721 w 588187"/>
                <a:gd name="connsiteY27" fmla="*/ 81587 h 588187"/>
                <a:gd name="connsiteX28" fmla="*/ 228318 w 588187"/>
                <a:gd name="connsiteY28" fmla="*/ 61981 h 588187"/>
                <a:gd name="connsiteX29" fmla="*/ 235275 w 588187"/>
                <a:gd name="connsiteY29" fmla="*/ 36050 h 588187"/>
                <a:gd name="connsiteX30" fmla="*/ 243497 w 588187"/>
                <a:gd name="connsiteY30" fmla="*/ 5692 h 588187"/>
                <a:gd name="connsiteX31" fmla="*/ 251087 w 588187"/>
                <a:gd name="connsiteY31" fmla="*/ 0 h 588187"/>
                <a:gd name="connsiteX32" fmla="*/ 339631 w 588187"/>
                <a:gd name="connsiteY32" fmla="*/ 0 h 588187"/>
                <a:gd name="connsiteX33" fmla="*/ 347221 w 588187"/>
                <a:gd name="connsiteY33" fmla="*/ 5060 h 588187"/>
                <a:gd name="connsiteX34" fmla="*/ 363664 w 588187"/>
                <a:gd name="connsiteY34" fmla="*/ 60084 h 588187"/>
                <a:gd name="connsiteX35" fmla="*/ 388330 w 588187"/>
                <a:gd name="connsiteY35" fmla="*/ 69571 h 588187"/>
                <a:gd name="connsiteX36" fmla="*/ 413629 w 588187"/>
                <a:gd name="connsiteY36" fmla="*/ 81587 h 588187"/>
                <a:gd name="connsiteX37" fmla="*/ 434500 w 588187"/>
                <a:gd name="connsiteY37" fmla="*/ 70203 h 588187"/>
                <a:gd name="connsiteX38" fmla="*/ 461696 w 588187"/>
                <a:gd name="connsiteY38" fmla="*/ 55024 h 588187"/>
                <a:gd name="connsiteX39" fmla="*/ 468653 w 588187"/>
                <a:gd name="connsiteY39" fmla="*/ 55656 h 588187"/>
                <a:gd name="connsiteX40" fmla="*/ 504071 w 588187"/>
                <a:gd name="connsiteY40" fmla="*/ 86647 h 588187"/>
                <a:gd name="connsiteX41" fmla="*/ 535694 w 588187"/>
                <a:gd name="connsiteY41" fmla="*/ 117005 h 588187"/>
                <a:gd name="connsiteX42" fmla="*/ 537591 w 588187"/>
                <a:gd name="connsiteY42" fmla="*/ 127124 h 588187"/>
                <a:gd name="connsiteX43" fmla="*/ 509130 w 588187"/>
                <a:gd name="connsiteY43" fmla="*/ 177089 h 588187"/>
                <a:gd name="connsiteX44" fmla="*/ 527472 w 588187"/>
                <a:gd name="connsiteY44" fmla="*/ 228951 h 588187"/>
                <a:gd name="connsiteX45" fmla="*/ 554035 w 588187"/>
                <a:gd name="connsiteY45" fmla="*/ 235275 h 588187"/>
                <a:gd name="connsiteX46" fmla="*/ 581863 w 588187"/>
                <a:gd name="connsiteY46" fmla="*/ 242865 h 588187"/>
                <a:gd name="connsiteX47" fmla="*/ 588188 w 588187"/>
                <a:gd name="connsiteY47" fmla="*/ 250454 h 588187"/>
                <a:gd name="connsiteX48" fmla="*/ 588188 w 588187"/>
                <a:gd name="connsiteY48" fmla="*/ 340263 h 588187"/>
                <a:gd name="connsiteX49" fmla="*/ 581863 w 588187"/>
                <a:gd name="connsiteY49" fmla="*/ 347853 h 588187"/>
                <a:gd name="connsiteX50" fmla="*/ 555300 w 588187"/>
                <a:gd name="connsiteY50" fmla="*/ 355443 h 588187"/>
                <a:gd name="connsiteX51" fmla="*/ 530002 w 588187"/>
                <a:gd name="connsiteY51" fmla="*/ 361767 h 588187"/>
                <a:gd name="connsiteX52" fmla="*/ 519250 w 588187"/>
                <a:gd name="connsiteY52" fmla="*/ 387066 h 588187"/>
                <a:gd name="connsiteX53" fmla="*/ 506600 w 588187"/>
                <a:gd name="connsiteY53" fmla="*/ 412996 h 588187"/>
                <a:gd name="connsiteX54" fmla="*/ 518617 w 588187"/>
                <a:gd name="connsiteY54" fmla="*/ 433868 h 588187"/>
                <a:gd name="connsiteX55" fmla="*/ 533796 w 588187"/>
                <a:gd name="connsiteY55" fmla="*/ 457269 h 588187"/>
                <a:gd name="connsiteX56" fmla="*/ 533796 w 588187"/>
                <a:gd name="connsiteY56" fmla="*/ 466755 h 588187"/>
                <a:gd name="connsiteX57" fmla="*/ 469285 w 588187"/>
                <a:gd name="connsiteY57" fmla="*/ 533796 h 588187"/>
                <a:gd name="connsiteX58" fmla="*/ 460431 w 588187"/>
                <a:gd name="connsiteY58" fmla="*/ 535061 h 588187"/>
                <a:gd name="connsiteX59" fmla="*/ 411099 w 588187"/>
                <a:gd name="connsiteY59" fmla="*/ 506600 h 588187"/>
                <a:gd name="connsiteX60" fmla="*/ 361135 w 588187"/>
                <a:gd name="connsiteY60" fmla="*/ 526207 h 588187"/>
                <a:gd name="connsiteX61" fmla="*/ 353545 w 588187"/>
                <a:gd name="connsiteY61" fmla="*/ 550873 h 588187"/>
                <a:gd name="connsiteX62" fmla="*/ 343426 w 588187"/>
                <a:gd name="connsiteY62" fmla="*/ 583128 h 588187"/>
                <a:gd name="connsiteX63" fmla="*/ 337101 w 588187"/>
                <a:gd name="connsiteY63" fmla="*/ 588188 h 588187"/>
                <a:gd name="connsiteX64" fmla="*/ 253616 w 588187"/>
                <a:gd name="connsiteY64" fmla="*/ 572376 h 588187"/>
                <a:gd name="connsiteX65" fmla="*/ 331409 w 588187"/>
                <a:gd name="connsiteY65" fmla="*/ 572376 h 588187"/>
                <a:gd name="connsiteX66" fmla="*/ 338366 w 588187"/>
                <a:gd name="connsiteY66" fmla="*/ 547710 h 588187"/>
                <a:gd name="connsiteX67" fmla="*/ 349750 w 588187"/>
                <a:gd name="connsiteY67" fmla="*/ 515455 h 588187"/>
                <a:gd name="connsiteX68" fmla="*/ 354810 w 588187"/>
                <a:gd name="connsiteY68" fmla="*/ 511660 h 588187"/>
                <a:gd name="connsiteX69" fmla="*/ 407937 w 588187"/>
                <a:gd name="connsiteY69" fmla="*/ 490789 h 588187"/>
                <a:gd name="connsiteX70" fmla="*/ 416159 w 588187"/>
                <a:gd name="connsiteY70" fmla="*/ 490789 h 588187"/>
                <a:gd name="connsiteX71" fmla="*/ 462961 w 588187"/>
                <a:gd name="connsiteY71" fmla="*/ 517985 h 588187"/>
                <a:gd name="connsiteX72" fmla="*/ 517985 w 588187"/>
                <a:gd name="connsiteY72" fmla="*/ 461696 h 588187"/>
                <a:gd name="connsiteX73" fmla="*/ 505336 w 588187"/>
                <a:gd name="connsiteY73" fmla="*/ 441457 h 588187"/>
                <a:gd name="connsiteX74" fmla="*/ 490789 w 588187"/>
                <a:gd name="connsiteY74" fmla="*/ 416159 h 588187"/>
                <a:gd name="connsiteX75" fmla="*/ 492054 w 588187"/>
                <a:gd name="connsiteY75" fmla="*/ 406672 h 588187"/>
                <a:gd name="connsiteX76" fmla="*/ 505336 w 588187"/>
                <a:gd name="connsiteY76" fmla="*/ 381373 h 588187"/>
                <a:gd name="connsiteX77" fmla="*/ 518617 w 588187"/>
                <a:gd name="connsiteY77" fmla="*/ 350383 h 588187"/>
                <a:gd name="connsiteX78" fmla="*/ 524309 w 588187"/>
                <a:gd name="connsiteY78" fmla="*/ 346588 h 588187"/>
                <a:gd name="connsiteX79" fmla="*/ 551505 w 588187"/>
                <a:gd name="connsiteY79" fmla="*/ 340263 h 588187"/>
                <a:gd name="connsiteX80" fmla="*/ 573009 w 588187"/>
                <a:gd name="connsiteY80" fmla="*/ 333939 h 588187"/>
                <a:gd name="connsiteX81" fmla="*/ 573009 w 588187"/>
                <a:gd name="connsiteY81" fmla="*/ 256146 h 588187"/>
                <a:gd name="connsiteX82" fmla="*/ 550240 w 588187"/>
                <a:gd name="connsiteY82" fmla="*/ 249822 h 588187"/>
                <a:gd name="connsiteX83" fmla="*/ 524309 w 588187"/>
                <a:gd name="connsiteY83" fmla="*/ 244130 h 588187"/>
                <a:gd name="connsiteX84" fmla="*/ 493319 w 588187"/>
                <a:gd name="connsiteY84" fmla="*/ 178354 h 588187"/>
                <a:gd name="connsiteX85" fmla="*/ 493319 w 588187"/>
                <a:gd name="connsiteY85" fmla="*/ 171397 h 588187"/>
                <a:gd name="connsiteX86" fmla="*/ 520515 w 588187"/>
                <a:gd name="connsiteY86" fmla="*/ 125227 h 588187"/>
                <a:gd name="connsiteX87" fmla="*/ 492054 w 588187"/>
                <a:gd name="connsiteY87" fmla="*/ 97399 h 588187"/>
                <a:gd name="connsiteX88" fmla="*/ 463593 w 588187"/>
                <a:gd name="connsiteY88" fmla="*/ 71468 h 588187"/>
                <a:gd name="connsiteX89" fmla="*/ 442722 w 588187"/>
                <a:gd name="connsiteY89" fmla="*/ 83485 h 588187"/>
                <a:gd name="connsiteX90" fmla="*/ 413629 w 588187"/>
                <a:gd name="connsiteY90" fmla="*/ 97399 h 588187"/>
                <a:gd name="connsiteX91" fmla="*/ 406672 w 588187"/>
                <a:gd name="connsiteY91" fmla="*/ 96134 h 588187"/>
                <a:gd name="connsiteX92" fmla="*/ 382006 w 588187"/>
                <a:gd name="connsiteY92" fmla="*/ 83485 h 588187"/>
                <a:gd name="connsiteX93" fmla="*/ 352913 w 588187"/>
                <a:gd name="connsiteY93" fmla="*/ 72100 h 588187"/>
                <a:gd name="connsiteX94" fmla="*/ 348485 w 588187"/>
                <a:gd name="connsiteY94" fmla="*/ 67041 h 588187"/>
                <a:gd name="connsiteX95" fmla="*/ 333939 w 588187"/>
                <a:gd name="connsiteY95" fmla="*/ 15179 h 588187"/>
                <a:gd name="connsiteX96" fmla="*/ 257411 w 588187"/>
                <a:gd name="connsiteY96" fmla="*/ 15179 h 588187"/>
                <a:gd name="connsiteX97" fmla="*/ 250454 w 588187"/>
                <a:gd name="connsiteY97" fmla="*/ 39213 h 588187"/>
                <a:gd name="connsiteX98" fmla="*/ 242232 w 588187"/>
                <a:gd name="connsiteY98" fmla="*/ 70203 h 588187"/>
                <a:gd name="connsiteX99" fmla="*/ 235275 w 588187"/>
                <a:gd name="connsiteY99" fmla="*/ 75895 h 588187"/>
                <a:gd name="connsiteX100" fmla="*/ 180251 w 588187"/>
                <a:gd name="connsiteY100" fmla="*/ 97399 h 588187"/>
                <a:gd name="connsiteX101" fmla="*/ 172029 w 588187"/>
                <a:gd name="connsiteY101" fmla="*/ 96766 h 588187"/>
                <a:gd name="connsiteX102" fmla="*/ 125860 w 588187"/>
                <a:gd name="connsiteY102" fmla="*/ 69571 h 588187"/>
                <a:gd name="connsiteX103" fmla="*/ 70836 w 588187"/>
                <a:gd name="connsiteY103" fmla="*/ 125860 h 588187"/>
                <a:gd name="connsiteX104" fmla="*/ 98031 w 588187"/>
                <a:gd name="connsiteY104" fmla="*/ 172029 h 588187"/>
                <a:gd name="connsiteX105" fmla="*/ 97399 w 588187"/>
                <a:gd name="connsiteY105" fmla="*/ 180251 h 588187"/>
                <a:gd name="connsiteX106" fmla="*/ 83485 w 588187"/>
                <a:gd name="connsiteY106" fmla="*/ 207447 h 588187"/>
                <a:gd name="connsiteX107" fmla="*/ 69571 w 588187"/>
                <a:gd name="connsiteY107" fmla="*/ 237173 h 588187"/>
                <a:gd name="connsiteX108" fmla="*/ 63878 w 588187"/>
                <a:gd name="connsiteY108" fmla="*/ 240967 h 588187"/>
                <a:gd name="connsiteX109" fmla="*/ 36683 w 588187"/>
                <a:gd name="connsiteY109" fmla="*/ 247292 h 588187"/>
                <a:gd name="connsiteX110" fmla="*/ 15179 w 588187"/>
                <a:gd name="connsiteY110" fmla="*/ 253616 h 588187"/>
                <a:gd name="connsiteX111" fmla="*/ 15179 w 588187"/>
                <a:gd name="connsiteY111" fmla="*/ 332041 h 588187"/>
                <a:gd name="connsiteX112" fmla="*/ 37948 w 588187"/>
                <a:gd name="connsiteY112" fmla="*/ 338366 h 588187"/>
                <a:gd name="connsiteX113" fmla="*/ 66408 w 588187"/>
                <a:gd name="connsiteY113" fmla="*/ 344691 h 588187"/>
                <a:gd name="connsiteX114" fmla="*/ 73365 w 588187"/>
                <a:gd name="connsiteY114" fmla="*/ 351648 h 588187"/>
                <a:gd name="connsiteX115" fmla="*/ 82220 w 588187"/>
                <a:gd name="connsiteY115" fmla="*/ 381373 h 588187"/>
                <a:gd name="connsiteX116" fmla="*/ 94869 w 588187"/>
                <a:gd name="connsiteY116" fmla="*/ 410467 h 588187"/>
                <a:gd name="connsiteX117" fmla="*/ 94237 w 588187"/>
                <a:gd name="connsiteY117" fmla="*/ 416791 h 588187"/>
                <a:gd name="connsiteX118" fmla="*/ 68938 w 588187"/>
                <a:gd name="connsiteY118" fmla="*/ 462961 h 588187"/>
                <a:gd name="connsiteX119" fmla="*/ 124595 w 588187"/>
                <a:gd name="connsiteY119" fmla="*/ 516087 h 588187"/>
                <a:gd name="connsiteX120" fmla="*/ 144833 w 588187"/>
                <a:gd name="connsiteY120" fmla="*/ 504071 h 588187"/>
                <a:gd name="connsiteX121" fmla="*/ 173927 w 588187"/>
                <a:gd name="connsiteY121" fmla="*/ 490156 h 588187"/>
                <a:gd name="connsiteX122" fmla="*/ 180884 w 588187"/>
                <a:gd name="connsiteY122" fmla="*/ 491421 h 588187"/>
                <a:gd name="connsiteX123" fmla="*/ 234643 w 588187"/>
                <a:gd name="connsiteY123" fmla="*/ 515455 h 588187"/>
                <a:gd name="connsiteX124" fmla="*/ 239070 w 588187"/>
                <a:gd name="connsiteY124" fmla="*/ 519882 h 588187"/>
                <a:gd name="connsiteX125" fmla="*/ 247292 w 588187"/>
                <a:gd name="connsiteY125" fmla="*/ 550240 h 588187"/>
                <a:gd name="connsiteX126" fmla="*/ 253616 w 588187"/>
                <a:gd name="connsiteY126" fmla="*/ 572376 h 588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88187" h="588187">
                  <a:moveTo>
                    <a:pt x="337101" y="588188"/>
                  </a:moveTo>
                  <a:lnTo>
                    <a:pt x="248557" y="588188"/>
                  </a:lnTo>
                  <a:cubicBezTo>
                    <a:pt x="245394" y="588188"/>
                    <a:pt x="242865" y="586290"/>
                    <a:pt x="241600" y="583761"/>
                  </a:cubicBezTo>
                  <a:cubicBezTo>
                    <a:pt x="238437" y="576804"/>
                    <a:pt x="235275" y="567317"/>
                    <a:pt x="232113" y="553403"/>
                  </a:cubicBezTo>
                  <a:cubicBezTo>
                    <a:pt x="229583" y="542018"/>
                    <a:pt x="227053" y="533796"/>
                    <a:pt x="225788" y="528104"/>
                  </a:cubicBezTo>
                  <a:cubicBezTo>
                    <a:pt x="193533" y="514190"/>
                    <a:pt x="181516" y="508498"/>
                    <a:pt x="176456" y="505968"/>
                  </a:cubicBezTo>
                  <a:cubicBezTo>
                    <a:pt x="170132" y="508498"/>
                    <a:pt x="162542" y="512293"/>
                    <a:pt x="153688" y="517352"/>
                  </a:cubicBezTo>
                  <a:cubicBezTo>
                    <a:pt x="141039" y="524942"/>
                    <a:pt x="132817" y="530002"/>
                    <a:pt x="127757" y="532531"/>
                  </a:cubicBezTo>
                  <a:cubicBezTo>
                    <a:pt x="125227" y="533796"/>
                    <a:pt x="122697" y="533164"/>
                    <a:pt x="120167" y="531899"/>
                  </a:cubicBezTo>
                  <a:cubicBezTo>
                    <a:pt x="111945" y="526207"/>
                    <a:pt x="90442" y="505968"/>
                    <a:pt x="55024" y="469918"/>
                  </a:cubicBezTo>
                  <a:cubicBezTo>
                    <a:pt x="53127" y="468020"/>
                    <a:pt x="52494" y="464858"/>
                    <a:pt x="53127" y="462328"/>
                  </a:cubicBezTo>
                  <a:cubicBezTo>
                    <a:pt x="54392" y="458533"/>
                    <a:pt x="58186" y="448414"/>
                    <a:pt x="79690" y="411099"/>
                  </a:cubicBezTo>
                  <a:cubicBezTo>
                    <a:pt x="78425" y="407304"/>
                    <a:pt x="75263" y="399715"/>
                    <a:pt x="68938" y="386433"/>
                  </a:cubicBezTo>
                  <a:cubicBezTo>
                    <a:pt x="64511" y="376314"/>
                    <a:pt x="61349" y="366827"/>
                    <a:pt x="59451" y="358605"/>
                  </a:cubicBezTo>
                  <a:cubicBezTo>
                    <a:pt x="52494" y="357340"/>
                    <a:pt x="43640" y="355443"/>
                    <a:pt x="34153" y="352913"/>
                  </a:cubicBezTo>
                  <a:cubicBezTo>
                    <a:pt x="20871" y="349118"/>
                    <a:pt x="11384" y="346588"/>
                    <a:pt x="6325" y="345323"/>
                  </a:cubicBezTo>
                  <a:cubicBezTo>
                    <a:pt x="2530" y="344691"/>
                    <a:pt x="0" y="341528"/>
                    <a:pt x="0" y="337734"/>
                  </a:cubicBezTo>
                  <a:lnTo>
                    <a:pt x="0" y="247292"/>
                  </a:lnTo>
                  <a:cubicBezTo>
                    <a:pt x="0" y="243497"/>
                    <a:pt x="2530" y="240335"/>
                    <a:pt x="6325" y="239702"/>
                  </a:cubicBezTo>
                  <a:cubicBezTo>
                    <a:pt x="10752" y="238437"/>
                    <a:pt x="19606" y="235908"/>
                    <a:pt x="32888" y="232113"/>
                  </a:cubicBezTo>
                  <a:cubicBezTo>
                    <a:pt x="42375" y="229583"/>
                    <a:pt x="50597" y="227053"/>
                    <a:pt x="58186" y="226421"/>
                  </a:cubicBezTo>
                  <a:cubicBezTo>
                    <a:pt x="60716" y="221361"/>
                    <a:pt x="64511" y="213139"/>
                    <a:pt x="69571" y="201122"/>
                  </a:cubicBezTo>
                  <a:cubicBezTo>
                    <a:pt x="73998" y="190370"/>
                    <a:pt x="78425" y="182148"/>
                    <a:pt x="82220" y="175191"/>
                  </a:cubicBezTo>
                  <a:cubicBezTo>
                    <a:pt x="67041" y="146731"/>
                    <a:pt x="58819" y="135346"/>
                    <a:pt x="55024" y="130919"/>
                  </a:cubicBezTo>
                  <a:cubicBezTo>
                    <a:pt x="52494" y="128389"/>
                    <a:pt x="52494" y="123962"/>
                    <a:pt x="54392" y="121432"/>
                  </a:cubicBezTo>
                  <a:cubicBezTo>
                    <a:pt x="60084" y="113210"/>
                    <a:pt x="81587" y="91074"/>
                    <a:pt x="118902" y="54392"/>
                  </a:cubicBezTo>
                  <a:cubicBezTo>
                    <a:pt x="121432" y="51862"/>
                    <a:pt x="124595" y="51229"/>
                    <a:pt x="127757" y="53127"/>
                  </a:cubicBezTo>
                  <a:cubicBezTo>
                    <a:pt x="148628" y="63246"/>
                    <a:pt x="165705" y="72733"/>
                    <a:pt x="177721" y="81587"/>
                  </a:cubicBezTo>
                  <a:cubicBezTo>
                    <a:pt x="207447" y="68938"/>
                    <a:pt x="221361" y="63878"/>
                    <a:pt x="228318" y="61981"/>
                  </a:cubicBezTo>
                  <a:cubicBezTo>
                    <a:pt x="229583" y="57554"/>
                    <a:pt x="231480" y="49964"/>
                    <a:pt x="235275" y="36050"/>
                  </a:cubicBezTo>
                  <a:cubicBezTo>
                    <a:pt x="238437" y="24033"/>
                    <a:pt x="241600" y="13914"/>
                    <a:pt x="243497" y="5692"/>
                  </a:cubicBezTo>
                  <a:cubicBezTo>
                    <a:pt x="244762" y="2530"/>
                    <a:pt x="247292" y="0"/>
                    <a:pt x="251087" y="0"/>
                  </a:cubicBezTo>
                  <a:lnTo>
                    <a:pt x="339631" y="0"/>
                  </a:lnTo>
                  <a:cubicBezTo>
                    <a:pt x="342793" y="0"/>
                    <a:pt x="345956" y="1897"/>
                    <a:pt x="347221" y="5060"/>
                  </a:cubicBezTo>
                  <a:cubicBezTo>
                    <a:pt x="350383" y="13282"/>
                    <a:pt x="355443" y="30991"/>
                    <a:pt x="363664" y="60084"/>
                  </a:cubicBezTo>
                  <a:cubicBezTo>
                    <a:pt x="367459" y="61981"/>
                    <a:pt x="375049" y="64511"/>
                    <a:pt x="388330" y="69571"/>
                  </a:cubicBezTo>
                  <a:cubicBezTo>
                    <a:pt x="399082" y="73365"/>
                    <a:pt x="407304" y="77793"/>
                    <a:pt x="413629" y="81587"/>
                  </a:cubicBezTo>
                  <a:cubicBezTo>
                    <a:pt x="419953" y="79690"/>
                    <a:pt x="426910" y="75895"/>
                    <a:pt x="434500" y="70203"/>
                  </a:cubicBezTo>
                  <a:cubicBezTo>
                    <a:pt x="447149" y="62614"/>
                    <a:pt x="456004" y="57554"/>
                    <a:pt x="461696" y="55024"/>
                  </a:cubicBezTo>
                  <a:cubicBezTo>
                    <a:pt x="464226" y="53759"/>
                    <a:pt x="466755" y="54392"/>
                    <a:pt x="468653" y="55656"/>
                  </a:cubicBezTo>
                  <a:cubicBezTo>
                    <a:pt x="478772" y="61981"/>
                    <a:pt x="490789" y="72100"/>
                    <a:pt x="504071" y="86647"/>
                  </a:cubicBezTo>
                  <a:cubicBezTo>
                    <a:pt x="518617" y="101826"/>
                    <a:pt x="529369" y="111945"/>
                    <a:pt x="535694" y="117005"/>
                  </a:cubicBezTo>
                  <a:cubicBezTo>
                    <a:pt x="538856" y="119535"/>
                    <a:pt x="539488" y="123330"/>
                    <a:pt x="537591" y="127124"/>
                  </a:cubicBezTo>
                  <a:cubicBezTo>
                    <a:pt x="525574" y="149261"/>
                    <a:pt x="516087" y="165705"/>
                    <a:pt x="509130" y="177089"/>
                  </a:cubicBezTo>
                  <a:cubicBezTo>
                    <a:pt x="520515" y="209344"/>
                    <a:pt x="525574" y="223258"/>
                    <a:pt x="527472" y="228951"/>
                  </a:cubicBezTo>
                  <a:cubicBezTo>
                    <a:pt x="535061" y="230215"/>
                    <a:pt x="544548" y="232113"/>
                    <a:pt x="554035" y="235275"/>
                  </a:cubicBezTo>
                  <a:cubicBezTo>
                    <a:pt x="567317" y="239070"/>
                    <a:pt x="576804" y="241600"/>
                    <a:pt x="581863" y="242865"/>
                  </a:cubicBezTo>
                  <a:cubicBezTo>
                    <a:pt x="585658" y="243497"/>
                    <a:pt x="588188" y="246659"/>
                    <a:pt x="588188" y="250454"/>
                  </a:cubicBezTo>
                  <a:lnTo>
                    <a:pt x="588188" y="340263"/>
                  </a:lnTo>
                  <a:cubicBezTo>
                    <a:pt x="588188" y="344058"/>
                    <a:pt x="585658" y="347221"/>
                    <a:pt x="581863" y="347853"/>
                  </a:cubicBezTo>
                  <a:cubicBezTo>
                    <a:pt x="578701" y="348485"/>
                    <a:pt x="571744" y="350383"/>
                    <a:pt x="555300" y="355443"/>
                  </a:cubicBezTo>
                  <a:cubicBezTo>
                    <a:pt x="545813" y="357972"/>
                    <a:pt x="537591" y="360502"/>
                    <a:pt x="530002" y="361767"/>
                  </a:cubicBezTo>
                  <a:cubicBezTo>
                    <a:pt x="528104" y="366194"/>
                    <a:pt x="524309" y="373151"/>
                    <a:pt x="519250" y="387066"/>
                  </a:cubicBezTo>
                  <a:cubicBezTo>
                    <a:pt x="515455" y="398450"/>
                    <a:pt x="511028" y="406672"/>
                    <a:pt x="506600" y="412996"/>
                  </a:cubicBezTo>
                  <a:cubicBezTo>
                    <a:pt x="509130" y="417424"/>
                    <a:pt x="513558" y="424381"/>
                    <a:pt x="518617" y="433868"/>
                  </a:cubicBezTo>
                  <a:cubicBezTo>
                    <a:pt x="524309" y="443987"/>
                    <a:pt x="529369" y="451576"/>
                    <a:pt x="533796" y="457269"/>
                  </a:cubicBezTo>
                  <a:cubicBezTo>
                    <a:pt x="535694" y="459798"/>
                    <a:pt x="536326" y="463593"/>
                    <a:pt x="533796" y="466755"/>
                  </a:cubicBezTo>
                  <a:cubicBezTo>
                    <a:pt x="528104" y="474977"/>
                    <a:pt x="507233" y="497114"/>
                    <a:pt x="469285" y="533796"/>
                  </a:cubicBezTo>
                  <a:cubicBezTo>
                    <a:pt x="466755" y="536326"/>
                    <a:pt x="463593" y="536959"/>
                    <a:pt x="460431" y="535061"/>
                  </a:cubicBezTo>
                  <a:cubicBezTo>
                    <a:pt x="443354" y="526839"/>
                    <a:pt x="426910" y="517352"/>
                    <a:pt x="411099" y="506600"/>
                  </a:cubicBezTo>
                  <a:cubicBezTo>
                    <a:pt x="394023" y="516087"/>
                    <a:pt x="376946" y="523044"/>
                    <a:pt x="361135" y="526207"/>
                  </a:cubicBezTo>
                  <a:cubicBezTo>
                    <a:pt x="359237" y="530634"/>
                    <a:pt x="356075" y="538224"/>
                    <a:pt x="353545" y="550873"/>
                  </a:cubicBezTo>
                  <a:cubicBezTo>
                    <a:pt x="349750" y="566684"/>
                    <a:pt x="346588" y="577436"/>
                    <a:pt x="343426" y="583128"/>
                  </a:cubicBezTo>
                  <a:cubicBezTo>
                    <a:pt x="342793" y="586290"/>
                    <a:pt x="339631" y="588188"/>
                    <a:pt x="337101" y="588188"/>
                  </a:cubicBezTo>
                  <a:close/>
                  <a:moveTo>
                    <a:pt x="253616" y="572376"/>
                  </a:moveTo>
                  <a:lnTo>
                    <a:pt x="331409" y="572376"/>
                  </a:lnTo>
                  <a:cubicBezTo>
                    <a:pt x="333306" y="567949"/>
                    <a:pt x="335204" y="560360"/>
                    <a:pt x="338366" y="547710"/>
                  </a:cubicBezTo>
                  <a:cubicBezTo>
                    <a:pt x="341528" y="533164"/>
                    <a:pt x="345323" y="522412"/>
                    <a:pt x="349750" y="515455"/>
                  </a:cubicBezTo>
                  <a:cubicBezTo>
                    <a:pt x="351015" y="513558"/>
                    <a:pt x="352913" y="512293"/>
                    <a:pt x="354810" y="511660"/>
                  </a:cubicBezTo>
                  <a:cubicBezTo>
                    <a:pt x="371254" y="508498"/>
                    <a:pt x="388963" y="501541"/>
                    <a:pt x="407937" y="490789"/>
                  </a:cubicBezTo>
                  <a:cubicBezTo>
                    <a:pt x="410467" y="489524"/>
                    <a:pt x="413629" y="489524"/>
                    <a:pt x="416159" y="490789"/>
                  </a:cubicBezTo>
                  <a:cubicBezTo>
                    <a:pt x="431338" y="500908"/>
                    <a:pt x="447149" y="510395"/>
                    <a:pt x="462961" y="517985"/>
                  </a:cubicBezTo>
                  <a:cubicBezTo>
                    <a:pt x="496481" y="485097"/>
                    <a:pt x="511660" y="469285"/>
                    <a:pt x="517985" y="461696"/>
                  </a:cubicBezTo>
                  <a:cubicBezTo>
                    <a:pt x="514190" y="456004"/>
                    <a:pt x="509763" y="449679"/>
                    <a:pt x="505336" y="441457"/>
                  </a:cubicBezTo>
                  <a:cubicBezTo>
                    <a:pt x="495216" y="423116"/>
                    <a:pt x="492054" y="418056"/>
                    <a:pt x="490789" y="416159"/>
                  </a:cubicBezTo>
                  <a:cubicBezTo>
                    <a:pt x="488892" y="412996"/>
                    <a:pt x="489524" y="409202"/>
                    <a:pt x="492054" y="406672"/>
                  </a:cubicBezTo>
                  <a:cubicBezTo>
                    <a:pt x="495216" y="403509"/>
                    <a:pt x="499643" y="396552"/>
                    <a:pt x="505336" y="381373"/>
                  </a:cubicBezTo>
                  <a:cubicBezTo>
                    <a:pt x="511028" y="365562"/>
                    <a:pt x="515455" y="355443"/>
                    <a:pt x="518617" y="350383"/>
                  </a:cubicBezTo>
                  <a:cubicBezTo>
                    <a:pt x="519882" y="348485"/>
                    <a:pt x="521779" y="347221"/>
                    <a:pt x="524309" y="346588"/>
                  </a:cubicBezTo>
                  <a:cubicBezTo>
                    <a:pt x="531899" y="345323"/>
                    <a:pt x="540753" y="343426"/>
                    <a:pt x="551505" y="340263"/>
                  </a:cubicBezTo>
                  <a:cubicBezTo>
                    <a:pt x="560360" y="337734"/>
                    <a:pt x="567949" y="335836"/>
                    <a:pt x="573009" y="333939"/>
                  </a:cubicBezTo>
                  <a:lnTo>
                    <a:pt x="573009" y="256146"/>
                  </a:lnTo>
                  <a:cubicBezTo>
                    <a:pt x="567317" y="254881"/>
                    <a:pt x="559727" y="252984"/>
                    <a:pt x="550240" y="249822"/>
                  </a:cubicBezTo>
                  <a:cubicBezTo>
                    <a:pt x="540121" y="246659"/>
                    <a:pt x="531899" y="244762"/>
                    <a:pt x="524309" y="244130"/>
                  </a:cubicBezTo>
                  <a:cubicBezTo>
                    <a:pt x="516720" y="246027"/>
                    <a:pt x="516720" y="245394"/>
                    <a:pt x="493319" y="178354"/>
                  </a:cubicBezTo>
                  <a:cubicBezTo>
                    <a:pt x="492054" y="175824"/>
                    <a:pt x="492054" y="173294"/>
                    <a:pt x="493319" y="171397"/>
                  </a:cubicBezTo>
                  <a:cubicBezTo>
                    <a:pt x="499643" y="161910"/>
                    <a:pt x="508498" y="146731"/>
                    <a:pt x="520515" y="125227"/>
                  </a:cubicBezTo>
                  <a:cubicBezTo>
                    <a:pt x="513558" y="118902"/>
                    <a:pt x="504703" y="110048"/>
                    <a:pt x="492054" y="97399"/>
                  </a:cubicBezTo>
                  <a:cubicBezTo>
                    <a:pt x="481302" y="86015"/>
                    <a:pt x="471815" y="77160"/>
                    <a:pt x="463593" y="71468"/>
                  </a:cubicBezTo>
                  <a:cubicBezTo>
                    <a:pt x="458533" y="73998"/>
                    <a:pt x="451576" y="77793"/>
                    <a:pt x="442722" y="83485"/>
                  </a:cubicBezTo>
                  <a:cubicBezTo>
                    <a:pt x="431970" y="90442"/>
                    <a:pt x="422483" y="95501"/>
                    <a:pt x="413629" y="97399"/>
                  </a:cubicBezTo>
                  <a:cubicBezTo>
                    <a:pt x="411099" y="98031"/>
                    <a:pt x="408569" y="97399"/>
                    <a:pt x="406672" y="96134"/>
                  </a:cubicBezTo>
                  <a:cubicBezTo>
                    <a:pt x="401612" y="92339"/>
                    <a:pt x="392758" y="87912"/>
                    <a:pt x="382006" y="83485"/>
                  </a:cubicBezTo>
                  <a:cubicBezTo>
                    <a:pt x="366194" y="77793"/>
                    <a:pt x="356707" y="73998"/>
                    <a:pt x="352913" y="72100"/>
                  </a:cubicBezTo>
                  <a:cubicBezTo>
                    <a:pt x="351015" y="70836"/>
                    <a:pt x="349118" y="68938"/>
                    <a:pt x="348485" y="67041"/>
                  </a:cubicBezTo>
                  <a:cubicBezTo>
                    <a:pt x="342161" y="41742"/>
                    <a:pt x="337101" y="24666"/>
                    <a:pt x="333939" y="15179"/>
                  </a:cubicBezTo>
                  <a:lnTo>
                    <a:pt x="257411" y="15179"/>
                  </a:lnTo>
                  <a:cubicBezTo>
                    <a:pt x="255514" y="22136"/>
                    <a:pt x="252984" y="29726"/>
                    <a:pt x="250454" y="39213"/>
                  </a:cubicBezTo>
                  <a:cubicBezTo>
                    <a:pt x="246027" y="56289"/>
                    <a:pt x="242865" y="66408"/>
                    <a:pt x="242232" y="70203"/>
                  </a:cubicBezTo>
                  <a:cubicBezTo>
                    <a:pt x="240967" y="73365"/>
                    <a:pt x="238437" y="75895"/>
                    <a:pt x="235275" y="75895"/>
                  </a:cubicBezTo>
                  <a:cubicBezTo>
                    <a:pt x="233378" y="75895"/>
                    <a:pt x="224523" y="77793"/>
                    <a:pt x="180251" y="97399"/>
                  </a:cubicBezTo>
                  <a:cubicBezTo>
                    <a:pt x="177721" y="98664"/>
                    <a:pt x="174559" y="98031"/>
                    <a:pt x="172029" y="96766"/>
                  </a:cubicBezTo>
                  <a:cubicBezTo>
                    <a:pt x="161277" y="88544"/>
                    <a:pt x="145466" y="79690"/>
                    <a:pt x="125860" y="69571"/>
                  </a:cubicBezTo>
                  <a:cubicBezTo>
                    <a:pt x="92339" y="102459"/>
                    <a:pt x="77160" y="118270"/>
                    <a:pt x="70836" y="125860"/>
                  </a:cubicBezTo>
                  <a:cubicBezTo>
                    <a:pt x="77793" y="134714"/>
                    <a:pt x="86647" y="149893"/>
                    <a:pt x="98031" y="172029"/>
                  </a:cubicBezTo>
                  <a:cubicBezTo>
                    <a:pt x="99296" y="174559"/>
                    <a:pt x="99296" y="177721"/>
                    <a:pt x="97399" y="180251"/>
                  </a:cubicBezTo>
                  <a:cubicBezTo>
                    <a:pt x="93604" y="185943"/>
                    <a:pt x="88544" y="194798"/>
                    <a:pt x="83485" y="207447"/>
                  </a:cubicBezTo>
                  <a:cubicBezTo>
                    <a:pt x="77160" y="222626"/>
                    <a:pt x="72733" y="232113"/>
                    <a:pt x="69571" y="237173"/>
                  </a:cubicBezTo>
                  <a:cubicBezTo>
                    <a:pt x="68306" y="239070"/>
                    <a:pt x="66408" y="240967"/>
                    <a:pt x="63878" y="240967"/>
                  </a:cubicBezTo>
                  <a:cubicBezTo>
                    <a:pt x="56289" y="242232"/>
                    <a:pt x="47435" y="244130"/>
                    <a:pt x="36683" y="247292"/>
                  </a:cubicBezTo>
                  <a:cubicBezTo>
                    <a:pt x="27196" y="249822"/>
                    <a:pt x="20239" y="252352"/>
                    <a:pt x="15179" y="253616"/>
                  </a:cubicBezTo>
                  <a:lnTo>
                    <a:pt x="15179" y="332041"/>
                  </a:lnTo>
                  <a:cubicBezTo>
                    <a:pt x="20871" y="333306"/>
                    <a:pt x="28461" y="335204"/>
                    <a:pt x="37948" y="338366"/>
                  </a:cubicBezTo>
                  <a:cubicBezTo>
                    <a:pt x="49332" y="341528"/>
                    <a:pt x="58819" y="343426"/>
                    <a:pt x="66408" y="344691"/>
                  </a:cubicBezTo>
                  <a:cubicBezTo>
                    <a:pt x="70203" y="345323"/>
                    <a:pt x="72733" y="347853"/>
                    <a:pt x="73365" y="351648"/>
                  </a:cubicBezTo>
                  <a:cubicBezTo>
                    <a:pt x="74630" y="360502"/>
                    <a:pt x="77793" y="369989"/>
                    <a:pt x="82220" y="381373"/>
                  </a:cubicBezTo>
                  <a:cubicBezTo>
                    <a:pt x="92339" y="402877"/>
                    <a:pt x="94237" y="408569"/>
                    <a:pt x="94869" y="410467"/>
                  </a:cubicBezTo>
                  <a:cubicBezTo>
                    <a:pt x="95501" y="412364"/>
                    <a:pt x="95501" y="414894"/>
                    <a:pt x="94237" y="416791"/>
                  </a:cubicBezTo>
                  <a:cubicBezTo>
                    <a:pt x="78425" y="444619"/>
                    <a:pt x="71468" y="457269"/>
                    <a:pt x="68938" y="462961"/>
                  </a:cubicBezTo>
                  <a:cubicBezTo>
                    <a:pt x="101826" y="496481"/>
                    <a:pt x="117005" y="510395"/>
                    <a:pt x="124595" y="516087"/>
                  </a:cubicBezTo>
                  <a:cubicBezTo>
                    <a:pt x="129022" y="513558"/>
                    <a:pt x="135979" y="509763"/>
                    <a:pt x="144833" y="504071"/>
                  </a:cubicBezTo>
                  <a:cubicBezTo>
                    <a:pt x="156218" y="497114"/>
                    <a:pt x="165705" y="492686"/>
                    <a:pt x="173927" y="490156"/>
                  </a:cubicBezTo>
                  <a:cubicBezTo>
                    <a:pt x="176456" y="489524"/>
                    <a:pt x="178986" y="489524"/>
                    <a:pt x="180884" y="491421"/>
                  </a:cubicBezTo>
                  <a:cubicBezTo>
                    <a:pt x="182148" y="492054"/>
                    <a:pt x="191003" y="496481"/>
                    <a:pt x="234643" y="515455"/>
                  </a:cubicBezTo>
                  <a:cubicBezTo>
                    <a:pt x="236540" y="516087"/>
                    <a:pt x="237805" y="517985"/>
                    <a:pt x="239070" y="519882"/>
                  </a:cubicBezTo>
                  <a:cubicBezTo>
                    <a:pt x="241600" y="525574"/>
                    <a:pt x="244130" y="535694"/>
                    <a:pt x="247292" y="550240"/>
                  </a:cubicBezTo>
                  <a:cubicBezTo>
                    <a:pt x="249822" y="559095"/>
                    <a:pt x="251719" y="566684"/>
                    <a:pt x="253616" y="572376"/>
                  </a:cubicBezTo>
                  <a:close/>
                </a:path>
              </a:pathLst>
            </a:custGeom>
            <a:grpFill/>
            <a:ln w="6271" cap="flat">
              <a:noFill/>
              <a:prstDash val="solid"/>
              <a:miter/>
            </a:ln>
          </p:spPr>
          <p:txBody>
            <a:bodyPr rtlCol="0" anchor="ctr"/>
            <a:lstStyle/>
            <a:p>
              <a:endParaRPr lang="en-US"/>
            </a:p>
          </p:txBody>
        </p:sp>
      </p:grpSp>
    </p:spTree>
    <p:extLst>
      <p:ext uri="{BB962C8B-B14F-4D97-AF65-F5344CB8AC3E}">
        <p14:creationId xmlns:p14="http://schemas.microsoft.com/office/powerpoint/2010/main" val="233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Section - Lifecyc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C4CA6643-154D-E531-5DE2-43DD0C31365B}"/>
              </a:ext>
            </a:extLst>
          </p:cNvPr>
          <p:cNvSpPr/>
          <p:nvPr userDrawn="1"/>
        </p:nvSpPr>
        <p:spPr>
          <a:xfrm>
            <a:off x="5406003" y="-1"/>
            <a:ext cx="13664885" cy="6858001"/>
          </a:xfrm>
          <a:prstGeom prst="parallelogram">
            <a:avLst>
              <a:gd name="adj" fmla="val 100124"/>
            </a:avLst>
          </a:prstGeom>
          <a:gradFill flip="none" rotWithShape="1">
            <a:gsLst>
              <a:gs pos="35000">
                <a:schemeClr val="accent3"/>
              </a:gs>
              <a:gs pos="100000">
                <a:schemeClr val="accent1">
                  <a:alpha val="66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0AEBF18F-0382-E5BD-7665-01E7D65F96E0}"/>
              </a:ext>
            </a:extLst>
          </p:cNvPr>
          <p:cNvSpPr/>
          <p:nvPr userDrawn="1"/>
        </p:nvSpPr>
        <p:spPr>
          <a:xfrm>
            <a:off x="1840256" y="-1"/>
            <a:ext cx="12934077" cy="6470788"/>
          </a:xfrm>
          <a:prstGeom prst="parallelogram">
            <a:avLst>
              <a:gd name="adj" fmla="val 100124"/>
            </a:avLst>
          </a:prstGeom>
          <a:gradFill flip="none" rotWithShape="1">
            <a:gsLst>
              <a:gs pos="0">
                <a:schemeClr val="accent3">
                  <a:alpha val="18000"/>
                </a:schemeClr>
              </a:gs>
              <a:gs pos="73000">
                <a:schemeClr val="accent1">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 name="Graphic 133">
            <a:extLst>
              <a:ext uri="{FF2B5EF4-FFF2-40B4-BE49-F238E27FC236}">
                <a16:creationId xmlns:a16="http://schemas.microsoft.com/office/drawing/2014/main" id="{6EE6DDD2-41BC-331F-3A5D-D90B113D069C}"/>
              </a:ext>
            </a:extLst>
          </p:cNvPr>
          <p:cNvGrpSpPr/>
          <p:nvPr userDrawn="1"/>
        </p:nvGrpSpPr>
        <p:grpSpPr>
          <a:xfrm rot="5400000">
            <a:off x="6771789" y="816814"/>
            <a:ext cx="993032" cy="1949868"/>
            <a:chOff x="7819347" y="302010"/>
            <a:chExt cx="1311782" cy="2575749"/>
          </a:xfrm>
          <a:noFill/>
        </p:grpSpPr>
        <p:sp>
          <p:nvSpPr>
            <p:cNvPr id="6" name="Freeform: Shape 13">
              <a:extLst>
                <a:ext uri="{FF2B5EF4-FFF2-40B4-BE49-F238E27FC236}">
                  <a16:creationId xmlns:a16="http://schemas.microsoft.com/office/drawing/2014/main" id="{B64642D8-AC04-719D-048D-23C99D3B84B1}"/>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 name="Freeform: Shape 14">
              <a:extLst>
                <a:ext uri="{FF2B5EF4-FFF2-40B4-BE49-F238E27FC236}">
                  <a16:creationId xmlns:a16="http://schemas.microsoft.com/office/drawing/2014/main" id="{B66E871D-3A5F-DA5D-6C7B-ED80D11FF3C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 name="Freeform: Shape 15">
              <a:extLst>
                <a:ext uri="{FF2B5EF4-FFF2-40B4-BE49-F238E27FC236}">
                  <a16:creationId xmlns:a16="http://schemas.microsoft.com/office/drawing/2014/main" id="{7B0EABD1-4FF3-3F17-9FB6-900D79A0A5FA}"/>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6">
              <a:extLst>
                <a:ext uri="{FF2B5EF4-FFF2-40B4-BE49-F238E27FC236}">
                  <a16:creationId xmlns:a16="http://schemas.microsoft.com/office/drawing/2014/main" id="{07B3CA37-086B-9666-35EA-CC31309667D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 name="Freeform: Shape 17">
              <a:extLst>
                <a:ext uri="{FF2B5EF4-FFF2-40B4-BE49-F238E27FC236}">
                  <a16:creationId xmlns:a16="http://schemas.microsoft.com/office/drawing/2014/main" id="{73DE4EC7-EC97-A0E0-4199-100CD748B105}"/>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1" name="Graphic 143">
            <a:extLst>
              <a:ext uri="{FF2B5EF4-FFF2-40B4-BE49-F238E27FC236}">
                <a16:creationId xmlns:a16="http://schemas.microsoft.com/office/drawing/2014/main" id="{05180DF3-8E0F-CE72-5825-2E3776530FA3}"/>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3">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12" name="Graphic 11">
            <a:extLst>
              <a:ext uri="{FF2B5EF4-FFF2-40B4-BE49-F238E27FC236}">
                <a16:creationId xmlns:a16="http://schemas.microsoft.com/office/drawing/2014/main" id="{7F35FA26-1E68-BAB5-194B-F9FBD15B60F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13" name="Graphic 133">
            <a:extLst>
              <a:ext uri="{FF2B5EF4-FFF2-40B4-BE49-F238E27FC236}">
                <a16:creationId xmlns:a16="http://schemas.microsoft.com/office/drawing/2014/main" id="{78C6DDE1-E6E5-8ED3-1D06-F85474354626}"/>
              </a:ext>
            </a:extLst>
          </p:cNvPr>
          <p:cNvGrpSpPr/>
          <p:nvPr userDrawn="1"/>
        </p:nvGrpSpPr>
        <p:grpSpPr>
          <a:xfrm rot="5400000">
            <a:off x="9360519" y="3679453"/>
            <a:ext cx="747561" cy="1467875"/>
            <a:chOff x="7819347" y="302010"/>
            <a:chExt cx="1311782" cy="2575749"/>
          </a:xfrm>
          <a:noFill/>
        </p:grpSpPr>
        <p:sp>
          <p:nvSpPr>
            <p:cNvPr id="14" name="Freeform: Shape 232">
              <a:extLst>
                <a:ext uri="{FF2B5EF4-FFF2-40B4-BE49-F238E27FC236}">
                  <a16:creationId xmlns:a16="http://schemas.microsoft.com/office/drawing/2014/main" id="{D9EC97D7-1DEA-7862-9450-8EB7178E1EBB}"/>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233">
              <a:extLst>
                <a:ext uri="{FF2B5EF4-FFF2-40B4-BE49-F238E27FC236}">
                  <a16:creationId xmlns:a16="http://schemas.microsoft.com/office/drawing/2014/main" id="{0295306C-DA58-1259-849A-913F4C5D971D}"/>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34">
              <a:extLst>
                <a:ext uri="{FF2B5EF4-FFF2-40B4-BE49-F238E27FC236}">
                  <a16:creationId xmlns:a16="http://schemas.microsoft.com/office/drawing/2014/main" id="{0FC7C686-8726-4370-2DF0-AFE6E572F032}"/>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35">
              <a:extLst>
                <a:ext uri="{FF2B5EF4-FFF2-40B4-BE49-F238E27FC236}">
                  <a16:creationId xmlns:a16="http://schemas.microsoft.com/office/drawing/2014/main" id="{3246215E-FB3A-481F-0DA1-4FF36B77D4E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36">
              <a:extLst>
                <a:ext uri="{FF2B5EF4-FFF2-40B4-BE49-F238E27FC236}">
                  <a16:creationId xmlns:a16="http://schemas.microsoft.com/office/drawing/2014/main" id="{1D969BCD-5997-9CA5-F71D-0B3D92A7A336}"/>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0" name="Freeform: Shape 265">
            <a:extLst>
              <a:ext uri="{FF2B5EF4-FFF2-40B4-BE49-F238E27FC236}">
                <a16:creationId xmlns:a16="http://schemas.microsoft.com/office/drawing/2014/main" id="{89DFAFDF-B10E-B7B7-BD66-0FB5A53E82B7}"/>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 name="Freeform: Shape 269">
            <a:extLst>
              <a:ext uri="{FF2B5EF4-FFF2-40B4-BE49-F238E27FC236}">
                <a16:creationId xmlns:a16="http://schemas.microsoft.com/office/drawing/2014/main" id="{EAD4972A-2487-9887-CC7E-860F6E549AE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5">
            <a:extLst>
              <a:ext uri="{FF2B5EF4-FFF2-40B4-BE49-F238E27FC236}">
                <a16:creationId xmlns:a16="http://schemas.microsoft.com/office/drawing/2014/main" id="{0ACAE36C-7901-4B2B-198B-AF5ADFFB6A7B}"/>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86">
            <a:extLst>
              <a:ext uri="{FF2B5EF4-FFF2-40B4-BE49-F238E27FC236}">
                <a16:creationId xmlns:a16="http://schemas.microsoft.com/office/drawing/2014/main" id="{4EE75C1D-85B2-8569-4667-24C06318FFBE}"/>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Oval 23">
            <a:extLst>
              <a:ext uri="{FF2B5EF4-FFF2-40B4-BE49-F238E27FC236}">
                <a16:creationId xmlns:a16="http://schemas.microsoft.com/office/drawing/2014/main" id="{F7ABE287-5B33-5029-CCE6-CE0785A816E5}"/>
              </a:ext>
            </a:extLst>
          </p:cNvPr>
          <p:cNvSpPr/>
          <p:nvPr userDrawn="1"/>
        </p:nvSpPr>
        <p:spPr>
          <a:xfrm flipV="1">
            <a:off x="6354876" y="1852997"/>
            <a:ext cx="3152006" cy="3152006"/>
          </a:xfrm>
          <a:prstGeom prst="ellipse">
            <a:avLst/>
          </a:prstGeom>
          <a:solidFill>
            <a:schemeClr val="bg1"/>
          </a:solidFill>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5" name="Freeform: Shape 298">
            <a:extLst>
              <a:ext uri="{FF2B5EF4-FFF2-40B4-BE49-F238E27FC236}">
                <a16:creationId xmlns:a16="http://schemas.microsoft.com/office/drawing/2014/main" id="{C456017F-9DDE-563F-45AB-C9AB3A1FD08D}"/>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6" name="Graphic 25">
            <a:extLst>
              <a:ext uri="{FF2B5EF4-FFF2-40B4-BE49-F238E27FC236}">
                <a16:creationId xmlns:a16="http://schemas.microsoft.com/office/drawing/2014/main" id="{F5640F75-9028-4AF6-193F-A1B14B777C2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387932" y="943899"/>
            <a:ext cx="728756" cy="613080"/>
          </a:xfrm>
          <a:prstGeom prst="rect">
            <a:avLst/>
          </a:prstGeom>
        </p:spPr>
      </p:pic>
      <p:pic>
        <p:nvPicPr>
          <p:cNvPr id="27" name="Graphic 26">
            <a:extLst>
              <a:ext uri="{FF2B5EF4-FFF2-40B4-BE49-F238E27FC236}">
                <a16:creationId xmlns:a16="http://schemas.microsoft.com/office/drawing/2014/main" id="{839E5DF7-0685-7776-4205-7852314A0A7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28299" y="1210110"/>
            <a:ext cx="676189" cy="676189"/>
          </a:xfrm>
          <a:prstGeom prst="rect">
            <a:avLst/>
          </a:prstGeom>
        </p:spPr>
      </p:pic>
      <p:pic>
        <p:nvPicPr>
          <p:cNvPr id="28" name="Graphic 27">
            <a:extLst>
              <a:ext uri="{FF2B5EF4-FFF2-40B4-BE49-F238E27FC236}">
                <a16:creationId xmlns:a16="http://schemas.microsoft.com/office/drawing/2014/main" id="{3E5AAE3F-E4D1-4A09-188D-324E0E9130F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320444" y="3815728"/>
            <a:ext cx="542250" cy="542250"/>
          </a:xfrm>
          <a:prstGeom prst="rect">
            <a:avLst/>
          </a:prstGeom>
        </p:spPr>
      </p:pic>
      <p:grpSp>
        <p:nvGrpSpPr>
          <p:cNvPr id="29" name="Graphic 133">
            <a:extLst>
              <a:ext uri="{FF2B5EF4-FFF2-40B4-BE49-F238E27FC236}">
                <a16:creationId xmlns:a16="http://schemas.microsoft.com/office/drawing/2014/main" id="{B79F0FBD-1720-7531-685D-3ABEC2A2C8E3}"/>
              </a:ext>
            </a:extLst>
          </p:cNvPr>
          <p:cNvGrpSpPr/>
          <p:nvPr userDrawn="1"/>
        </p:nvGrpSpPr>
        <p:grpSpPr>
          <a:xfrm>
            <a:off x="9571634" y="5166683"/>
            <a:ext cx="845544" cy="920851"/>
            <a:chOff x="8799755" y="943899"/>
            <a:chExt cx="839533" cy="914304"/>
          </a:xfrm>
          <a:noFill/>
        </p:grpSpPr>
        <p:sp>
          <p:nvSpPr>
            <p:cNvPr id="30" name="Freeform: Shape 8">
              <a:extLst>
                <a:ext uri="{FF2B5EF4-FFF2-40B4-BE49-F238E27FC236}">
                  <a16:creationId xmlns:a16="http://schemas.microsoft.com/office/drawing/2014/main" id="{C83770EA-0529-FFD1-B723-2952286486D0}"/>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10">
              <a:extLst>
                <a:ext uri="{FF2B5EF4-FFF2-40B4-BE49-F238E27FC236}">
                  <a16:creationId xmlns:a16="http://schemas.microsoft.com/office/drawing/2014/main" id="{8B4AC14F-24DD-7A15-E59C-05F8E70EA3DE}"/>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2" name="Picture Placeholder 97" descr="Operations">
            <a:extLst>
              <a:ext uri="{FF2B5EF4-FFF2-40B4-BE49-F238E27FC236}">
                <a16:creationId xmlns:a16="http://schemas.microsoft.com/office/drawing/2014/main" id="{94C2DBC6-26B4-5B8F-5CA2-3B0E040EE125}"/>
              </a:ext>
            </a:extLst>
          </p:cNvPr>
          <p:cNvGrpSpPr>
            <a:grpSpLocks noChangeAspect="1"/>
          </p:cNvGrpSpPr>
          <p:nvPr userDrawn="1"/>
        </p:nvGrpSpPr>
        <p:grpSpPr>
          <a:xfrm>
            <a:off x="7003028" y="2541305"/>
            <a:ext cx="1833280" cy="1828800"/>
            <a:chOff x="7125981" y="3179818"/>
            <a:chExt cx="600637" cy="599168"/>
          </a:xfrm>
          <a:solidFill>
            <a:schemeClr val="accent3"/>
          </a:solidFill>
        </p:grpSpPr>
        <p:sp>
          <p:nvSpPr>
            <p:cNvPr id="33" name="Picture Placeholder 97">
              <a:extLst>
                <a:ext uri="{FF2B5EF4-FFF2-40B4-BE49-F238E27FC236}">
                  <a16:creationId xmlns:a16="http://schemas.microsoft.com/office/drawing/2014/main" id="{49D95725-2E2B-F11D-11F5-A676703E4B13}"/>
                </a:ext>
              </a:extLst>
            </p:cNvPr>
            <p:cNvSpPr/>
            <p:nvPr/>
          </p:nvSpPr>
          <p:spPr>
            <a:xfrm>
              <a:off x="7276406" y="3329940"/>
              <a:ext cx="292196" cy="292196"/>
            </a:xfrm>
            <a:custGeom>
              <a:avLst/>
              <a:gdLst>
                <a:gd name="connsiteX0" fmla="*/ 146098 w 292196"/>
                <a:gd name="connsiteY0" fmla="*/ 292197 h 292196"/>
                <a:gd name="connsiteX1" fmla="*/ 0 w 292196"/>
                <a:gd name="connsiteY1" fmla="*/ 146098 h 292196"/>
                <a:gd name="connsiteX2" fmla="*/ 146098 w 292196"/>
                <a:gd name="connsiteY2" fmla="*/ 0 h 292196"/>
                <a:gd name="connsiteX3" fmla="*/ 292197 w 292196"/>
                <a:gd name="connsiteY3" fmla="*/ 146098 h 292196"/>
                <a:gd name="connsiteX4" fmla="*/ 146098 w 292196"/>
                <a:gd name="connsiteY4" fmla="*/ 292197 h 292196"/>
                <a:gd name="connsiteX5" fmla="*/ 146098 w 292196"/>
                <a:gd name="connsiteY5" fmla="*/ 15812 h 292196"/>
                <a:gd name="connsiteX6" fmla="*/ 15812 w 292196"/>
                <a:gd name="connsiteY6" fmla="*/ 146098 h 292196"/>
                <a:gd name="connsiteX7" fmla="*/ 146098 w 292196"/>
                <a:gd name="connsiteY7" fmla="*/ 276385 h 292196"/>
                <a:gd name="connsiteX8" fmla="*/ 276385 w 292196"/>
                <a:gd name="connsiteY8" fmla="*/ 146098 h 292196"/>
                <a:gd name="connsiteX9" fmla="*/ 146098 w 292196"/>
                <a:gd name="connsiteY9" fmla="*/ 15812 h 29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96" h="292196">
                  <a:moveTo>
                    <a:pt x="146098" y="292197"/>
                  </a:moveTo>
                  <a:cubicBezTo>
                    <a:pt x="65776" y="292197"/>
                    <a:pt x="0" y="226421"/>
                    <a:pt x="0" y="146098"/>
                  </a:cubicBezTo>
                  <a:cubicBezTo>
                    <a:pt x="0" y="65776"/>
                    <a:pt x="65776" y="0"/>
                    <a:pt x="146098" y="0"/>
                  </a:cubicBezTo>
                  <a:cubicBezTo>
                    <a:pt x="226421" y="0"/>
                    <a:pt x="292197" y="65776"/>
                    <a:pt x="292197" y="146098"/>
                  </a:cubicBezTo>
                  <a:cubicBezTo>
                    <a:pt x="292197" y="226421"/>
                    <a:pt x="226421" y="292197"/>
                    <a:pt x="146098" y="292197"/>
                  </a:cubicBezTo>
                  <a:close/>
                  <a:moveTo>
                    <a:pt x="146098" y="15812"/>
                  </a:moveTo>
                  <a:cubicBezTo>
                    <a:pt x="73998" y="15812"/>
                    <a:pt x="15812" y="74630"/>
                    <a:pt x="15812" y="146098"/>
                  </a:cubicBezTo>
                  <a:cubicBezTo>
                    <a:pt x="15812" y="217566"/>
                    <a:pt x="73998" y="276385"/>
                    <a:pt x="146098" y="276385"/>
                  </a:cubicBezTo>
                  <a:cubicBezTo>
                    <a:pt x="218199" y="276385"/>
                    <a:pt x="276385" y="218199"/>
                    <a:pt x="276385" y="146098"/>
                  </a:cubicBezTo>
                  <a:cubicBezTo>
                    <a:pt x="276385" y="73998"/>
                    <a:pt x="218199" y="15812"/>
                    <a:pt x="146098" y="15812"/>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4" name="Picture Placeholder 97">
              <a:extLst>
                <a:ext uri="{FF2B5EF4-FFF2-40B4-BE49-F238E27FC236}">
                  <a16:creationId xmlns:a16="http://schemas.microsoft.com/office/drawing/2014/main" id="{247BB94D-AC3A-55CF-7968-C73849F0BB45}"/>
                </a:ext>
              </a:extLst>
            </p:cNvPr>
            <p:cNvGrpSpPr/>
            <p:nvPr/>
          </p:nvGrpSpPr>
          <p:grpSpPr>
            <a:xfrm>
              <a:off x="7511149" y="3563353"/>
              <a:ext cx="215469" cy="215633"/>
              <a:chOff x="7511149" y="3563353"/>
              <a:chExt cx="215469" cy="215633"/>
            </a:xfrm>
            <a:grpFill/>
          </p:grpSpPr>
          <p:sp>
            <p:nvSpPr>
              <p:cNvPr id="55" name="Picture Placeholder 97">
                <a:extLst>
                  <a:ext uri="{FF2B5EF4-FFF2-40B4-BE49-F238E27FC236}">
                    <a16:creationId xmlns:a16="http://schemas.microsoft.com/office/drawing/2014/main" id="{ACE27663-3507-0B32-D702-977F1F719826}"/>
                  </a:ext>
                </a:extLst>
              </p:cNvPr>
              <p:cNvSpPr/>
              <p:nvPr/>
            </p:nvSpPr>
            <p:spPr>
              <a:xfrm>
                <a:off x="7511149" y="3563353"/>
                <a:ext cx="215469" cy="215633"/>
              </a:xfrm>
              <a:custGeom>
                <a:avLst/>
                <a:gdLst>
                  <a:gd name="connsiteX0" fmla="*/ 107418 w 215469"/>
                  <a:gd name="connsiteY0" fmla="*/ 215634 h 215633"/>
                  <a:gd name="connsiteX1" fmla="*/ 61249 w 215469"/>
                  <a:gd name="connsiteY1" fmla="*/ 204882 h 215633"/>
                  <a:gd name="connsiteX2" fmla="*/ 6225 w 215469"/>
                  <a:gd name="connsiteY2" fmla="*/ 143533 h 215633"/>
                  <a:gd name="connsiteX3" fmla="*/ 10652 w 215469"/>
                  <a:gd name="connsiteY3" fmla="*/ 61313 h 215633"/>
                  <a:gd name="connsiteX4" fmla="*/ 154220 w 215469"/>
                  <a:gd name="connsiteY4" fmla="*/ 10717 h 215633"/>
                  <a:gd name="connsiteX5" fmla="*/ 209244 w 215469"/>
                  <a:gd name="connsiteY5" fmla="*/ 72065 h 215633"/>
                  <a:gd name="connsiteX6" fmla="*/ 204817 w 215469"/>
                  <a:gd name="connsiteY6" fmla="*/ 154285 h 215633"/>
                  <a:gd name="connsiteX7" fmla="*/ 204817 w 215469"/>
                  <a:gd name="connsiteY7" fmla="*/ 154285 h 215633"/>
                  <a:gd name="connsiteX8" fmla="*/ 107418 w 215469"/>
                  <a:gd name="connsiteY8" fmla="*/ 215634 h 215633"/>
                  <a:gd name="connsiteX9" fmla="*/ 108051 w 215469"/>
                  <a:gd name="connsiteY9" fmla="*/ 15776 h 215633"/>
                  <a:gd name="connsiteX10" fmla="*/ 24566 w 215469"/>
                  <a:gd name="connsiteY10" fmla="*/ 68270 h 215633"/>
                  <a:gd name="connsiteX11" fmla="*/ 20771 w 215469"/>
                  <a:gd name="connsiteY11" fmla="*/ 138474 h 215633"/>
                  <a:gd name="connsiteX12" fmla="*/ 68206 w 215469"/>
                  <a:gd name="connsiteY12" fmla="*/ 190968 h 215633"/>
                  <a:gd name="connsiteX13" fmla="*/ 190903 w 215469"/>
                  <a:gd name="connsiteY13" fmla="*/ 147328 h 215633"/>
                  <a:gd name="connsiteX14" fmla="*/ 190903 w 215469"/>
                  <a:gd name="connsiteY14" fmla="*/ 147328 h 215633"/>
                  <a:gd name="connsiteX15" fmla="*/ 194698 w 215469"/>
                  <a:gd name="connsiteY15" fmla="*/ 77125 h 215633"/>
                  <a:gd name="connsiteX16" fmla="*/ 147263 w 215469"/>
                  <a:gd name="connsiteY16" fmla="*/ 24631 h 215633"/>
                  <a:gd name="connsiteX17" fmla="*/ 108051 w 215469"/>
                  <a:gd name="connsiteY17" fmla="*/ 15776 h 2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5469" h="215633">
                    <a:moveTo>
                      <a:pt x="107418" y="215634"/>
                    </a:moveTo>
                    <a:cubicBezTo>
                      <a:pt x="91607" y="215634"/>
                      <a:pt x="75795" y="212471"/>
                      <a:pt x="61249" y="204882"/>
                    </a:cubicBezTo>
                    <a:cubicBezTo>
                      <a:pt x="35318" y="192233"/>
                      <a:pt x="15712" y="170729"/>
                      <a:pt x="6225" y="143533"/>
                    </a:cubicBezTo>
                    <a:cubicBezTo>
                      <a:pt x="-3262" y="116337"/>
                      <a:pt x="-1997" y="87244"/>
                      <a:pt x="10652" y="61313"/>
                    </a:cubicBezTo>
                    <a:cubicBezTo>
                      <a:pt x="35950" y="7554"/>
                      <a:pt x="100461" y="-15214"/>
                      <a:pt x="154220" y="10717"/>
                    </a:cubicBezTo>
                    <a:cubicBezTo>
                      <a:pt x="180151" y="23366"/>
                      <a:pt x="199758" y="44869"/>
                      <a:pt x="209244" y="72065"/>
                    </a:cubicBezTo>
                    <a:cubicBezTo>
                      <a:pt x="218731" y="99261"/>
                      <a:pt x="217466" y="128354"/>
                      <a:pt x="204817" y="154285"/>
                    </a:cubicBezTo>
                    <a:lnTo>
                      <a:pt x="204817" y="154285"/>
                    </a:lnTo>
                    <a:cubicBezTo>
                      <a:pt x="186476" y="192865"/>
                      <a:pt x="147896" y="215634"/>
                      <a:pt x="107418" y="215634"/>
                    </a:cubicBezTo>
                    <a:close/>
                    <a:moveTo>
                      <a:pt x="108051" y="15776"/>
                    </a:moveTo>
                    <a:cubicBezTo>
                      <a:pt x="73898" y="15776"/>
                      <a:pt x="40378" y="35383"/>
                      <a:pt x="24566" y="68270"/>
                    </a:cubicBezTo>
                    <a:cubicBezTo>
                      <a:pt x="13814" y="90407"/>
                      <a:pt x="12549" y="115705"/>
                      <a:pt x="20771" y="138474"/>
                    </a:cubicBezTo>
                    <a:cubicBezTo>
                      <a:pt x="28993" y="161875"/>
                      <a:pt x="45437" y="180216"/>
                      <a:pt x="68206" y="190968"/>
                    </a:cubicBezTo>
                    <a:cubicBezTo>
                      <a:pt x="113743" y="213104"/>
                      <a:pt x="168767" y="193498"/>
                      <a:pt x="190903" y="147328"/>
                    </a:cubicBezTo>
                    <a:lnTo>
                      <a:pt x="190903" y="147328"/>
                    </a:lnTo>
                    <a:cubicBezTo>
                      <a:pt x="201655" y="125192"/>
                      <a:pt x="202920" y="99893"/>
                      <a:pt x="194698" y="77125"/>
                    </a:cubicBezTo>
                    <a:cubicBezTo>
                      <a:pt x="186476" y="53724"/>
                      <a:pt x="170032" y="35383"/>
                      <a:pt x="147263" y="24631"/>
                    </a:cubicBezTo>
                    <a:cubicBezTo>
                      <a:pt x="134614" y="18939"/>
                      <a:pt x="121333" y="15776"/>
                      <a:pt x="108051" y="1577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6" name="Picture Placeholder 97">
                <a:extLst>
                  <a:ext uri="{FF2B5EF4-FFF2-40B4-BE49-F238E27FC236}">
                    <a16:creationId xmlns:a16="http://schemas.microsoft.com/office/drawing/2014/main" id="{D49E156E-20C8-6912-A7AB-D33CF94ABB0E}"/>
                  </a:ext>
                </a:extLst>
              </p:cNvPr>
              <p:cNvSpPr/>
              <p:nvPr/>
            </p:nvSpPr>
            <p:spPr>
              <a:xfrm>
                <a:off x="7555321" y="3608728"/>
                <a:ext cx="111945" cy="65270"/>
              </a:xfrm>
              <a:custGeom>
                <a:avLst/>
                <a:gdLst>
                  <a:gd name="connsiteX0" fmla="*/ 60716 w 111945"/>
                  <a:gd name="connsiteY0" fmla="*/ 127 h 65270"/>
                  <a:gd name="connsiteX1" fmla="*/ 15179 w 111945"/>
                  <a:gd name="connsiteY1" fmla="*/ 24161 h 65270"/>
                  <a:gd name="connsiteX2" fmla="*/ 0 w 111945"/>
                  <a:gd name="connsiteY2" fmla="*/ 19101 h 65270"/>
                  <a:gd name="connsiteX3" fmla="*/ 10119 w 111945"/>
                  <a:gd name="connsiteY3" fmla="*/ 65271 h 65270"/>
                  <a:gd name="connsiteX4" fmla="*/ 44905 w 111945"/>
                  <a:gd name="connsiteY4" fmla="*/ 33648 h 65270"/>
                  <a:gd name="connsiteX5" fmla="*/ 31623 w 111945"/>
                  <a:gd name="connsiteY5" fmla="*/ 29853 h 65270"/>
                  <a:gd name="connsiteX6" fmla="*/ 61981 w 111945"/>
                  <a:gd name="connsiteY6" fmla="*/ 15939 h 65270"/>
                  <a:gd name="connsiteX7" fmla="*/ 99929 w 111945"/>
                  <a:gd name="connsiteY7" fmla="*/ 32383 h 65270"/>
                  <a:gd name="connsiteX8" fmla="*/ 111945 w 111945"/>
                  <a:gd name="connsiteY8" fmla="*/ 22263 h 65270"/>
                  <a:gd name="connsiteX9" fmla="*/ 60716 w 111945"/>
                  <a:gd name="connsiteY9" fmla="*/ 127 h 6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945" h="65270">
                    <a:moveTo>
                      <a:pt x="60716" y="127"/>
                    </a:moveTo>
                    <a:cubicBezTo>
                      <a:pt x="43007" y="1392"/>
                      <a:pt x="25931" y="10247"/>
                      <a:pt x="15179" y="24161"/>
                    </a:cubicBezTo>
                    <a:lnTo>
                      <a:pt x="0" y="19101"/>
                    </a:lnTo>
                    <a:lnTo>
                      <a:pt x="10119" y="65271"/>
                    </a:lnTo>
                    <a:lnTo>
                      <a:pt x="44905" y="33648"/>
                    </a:lnTo>
                    <a:lnTo>
                      <a:pt x="31623" y="29853"/>
                    </a:lnTo>
                    <a:cubicBezTo>
                      <a:pt x="39845" y="21631"/>
                      <a:pt x="50597" y="16571"/>
                      <a:pt x="61981" y="15939"/>
                    </a:cubicBezTo>
                    <a:cubicBezTo>
                      <a:pt x="76528" y="15306"/>
                      <a:pt x="90442" y="20998"/>
                      <a:pt x="99929" y="32383"/>
                    </a:cubicBezTo>
                    <a:lnTo>
                      <a:pt x="111945" y="22263"/>
                    </a:lnTo>
                    <a:cubicBezTo>
                      <a:pt x="98664" y="7084"/>
                      <a:pt x="80322" y="-1138"/>
                      <a:pt x="60716" y="127"/>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7" name="Picture Placeholder 97">
                <a:extLst>
                  <a:ext uri="{FF2B5EF4-FFF2-40B4-BE49-F238E27FC236}">
                    <a16:creationId xmlns:a16="http://schemas.microsoft.com/office/drawing/2014/main" id="{82FBC3F2-63C3-D2DD-82E6-C6D1CB9B8493}"/>
                  </a:ext>
                </a:extLst>
              </p:cNvPr>
              <p:cNvSpPr/>
              <p:nvPr/>
            </p:nvSpPr>
            <p:spPr>
              <a:xfrm>
                <a:off x="7572398" y="3667674"/>
                <a:ext cx="111945" cy="65143"/>
              </a:xfrm>
              <a:custGeom>
                <a:avLst/>
                <a:gdLst>
                  <a:gd name="connsiteX0" fmla="*/ 111945 w 111945"/>
                  <a:gd name="connsiteY0" fmla="*/ 46170 h 65143"/>
                  <a:gd name="connsiteX1" fmla="*/ 101826 w 111945"/>
                  <a:gd name="connsiteY1" fmla="*/ 0 h 65143"/>
                  <a:gd name="connsiteX2" fmla="*/ 67041 w 111945"/>
                  <a:gd name="connsiteY2" fmla="*/ 31623 h 65143"/>
                  <a:gd name="connsiteX3" fmla="*/ 80322 w 111945"/>
                  <a:gd name="connsiteY3" fmla="*/ 36050 h 65143"/>
                  <a:gd name="connsiteX4" fmla="*/ 49964 w 111945"/>
                  <a:gd name="connsiteY4" fmla="*/ 49964 h 65143"/>
                  <a:gd name="connsiteX5" fmla="*/ 12017 w 111945"/>
                  <a:gd name="connsiteY5" fmla="*/ 33520 h 65143"/>
                  <a:gd name="connsiteX6" fmla="*/ 0 w 111945"/>
                  <a:gd name="connsiteY6" fmla="*/ 43640 h 65143"/>
                  <a:gd name="connsiteX7" fmla="*/ 47435 w 111945"/>
                  <a:gd name="connsiteY7" fmla="*/ 65143 h 65143"/>
                  <a:gd name="connsiteX8" fmla="*/ 51229 w 111945"/>
                  <a:gd name="connsiteY8" fmla="*/ 65143 h 65143"/>
                  <a:gd name="connsiteX9" fmla="*/ 96766 w 111945"/>
                  <a:gd name="connsiteY9" fmla="*/ 41110 h 65143"/>
                  <a:gd name="connsiteX10" fmla="*/ 111945 w 111945"/>
                  <a:gd name="connsiteY10" fmla="*/ 46170 h 6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945" h="65143">
                    <a:moveTo>
                      <a:pt x="111945" y="46170"/>
                    </a:moveTo>
                    <a:lnTo>
                      <a:pt x="101826" y="0"/>
                    </a:lnTo>
                    <a:lnTo>
                      <a:pt x="67041" y="31623"/>
                    </a:lnTo>
                    <a:lnTo>
                      <a:pt x="80322" y="36050"/>
                    </a:lnTo>
                    <a:cubicBezTo>
                      <a:pt x="72100" y="44272"/>
                      <a:pt x="61981" y="49332"/>
                      <a:pt x="49964" y="49964"/>
                    </a:cubicBezTo>
                    <a:cubicBezTo>
                      <a:pt x="35418" y="50597"/>
                      <a:pt x="21504" y="44905"/>
                      <a:pt x="12017" y="33520"/>
                    </a:cubicBezTo>
                    <a:lnTo>
                      <a:pt x="0" y="43640"/>
                    </a:lnTo>
                    <a:cubicBezTo>
                      <a:pt x="12017" y="57554"/>
                      <a:pt x="29093" y="65143"/>
                      <a:pt x="47435" y="65143"/>
                    </a:cubicBezTo>
                    <a:cubicBezTo>
                      <a:pt x="48699" y="65143"/>
                      <a:pt x="49964" y="65143"/>
                      <a:pt x="51229" y="65143"/>
                    </a:cubicBezTo>
                    <a:cubicBezTo>
                      <a:pt x="68938" y="63878"/>
                      <a:pt x="86015" y="55024"/>
                      <a:pt x="96766" y="41110"/>
                    </a:cubicBezTo>
                    <a:lnTo>
                      <a:pt x="111945" y="4617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Picture Placeholder 97">
              <a:extLst>
                <a:ext uri="{FF2B5EF4-FFF2-40B4-BE49-F238E27FC236}">
                  <a16:creationId xmlns:a16="http://schemas.microsoft.com/office/drawing/2014/main" id="{C6E1E54F-A55E-C731-26B3-BC3F728EFF20}"/>
                </a:ext>
              </a:extLst>
            </p:cNvPr>
            <p:cNvGrpSpPr/>
            <p:nvPr/>
          </p:nvGrpSpPr>
          <p:grpSpPr>
            <a:xfrm>
              <a:off x="7125981" y="3179818"/>
              <a:ext cx="212306" cy="211470"/>
              <a:chOff x="7125981" y="3179818"/>
              <a:chExt cx="212306" cy="211470"/>
            </a:xfrm>
            <a:grpFill/>
          </p:grpSpPr>
          <p:sp>
            <p:nvSpPr>
              <p:cNvPr id="52" name="Picture Placeholder 97">
                <a:extLst>
                  <a:ext uri="{FF2B5EF4-FFF2-40B4-BE49-F238E27FC236}">
                    <a16:creationId xmlns:a16="http://schemas.microsoft.com/office/drawing/2014/main" id="{18C640A6-A4BC-5BCA-F1ED-5F12FA14FCA7}"/>
                  </a:ext>
                </a:extLst>
              </p:cNvPr>
              <p:cNvSpPr/>
              <p:nvPr/>
            </p:nvSpPr>
            <p:spPr>
              <a:xfrm>
                <a:off x="7125981" y="3179818"/>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201655 w 212306"/>
                  <a:gd name="connsiteY7" fmla="*/ 151387 h 211470"/>
                  <a:gd name="connsiteX8" fmla="*/ 106153 w 212306"/>
                  <a:gd name="connsiteY8" fmla="*/ 211471 h 211470"/>
                  <a:gd name="connsiteX9" fmla="*/ 106153 w 212306"/>
                  <a:gd name="connsiteY9" fmla="*/ 15408 h 211470"/>
                  <a:gd name="connsiteX10" fmla="*/ 24566 w 212306"/>
                  <a:gd name="connsiteY10" fmla="*/ 66637 h 211470"/>
                  <a:gd name="connsiteX11" fmla="*/ 20771 w 212306"/>
                  <a:gd name="connsiteY11" fmla="*/ 135576 h 211470"/>
                  <a:gd name="connsiteX12" fmla="*/ 66941 w 212306"/>
                  <a:gd name="connsiteY12" fmla="*/ 186805 h 211470"/>
                  <a:gd name="connsiteX13" fmla="*/ 187108 w 212306"/>
                  <a:gd name="connsiteY13" fmla="*/ 144430 h 211470"/>
                  <a:gd name="connsiteX14" fmla="*/ 187108 w 212306"/>
                  <a:gd name="connsiteY14" fmla="*/ 144430 h 211470"/>
                  <a:gd name="connsiteX15" fmla="*/ 190903 w 212306"/>
                  <a:gd name="connsiteY15" fmla="*/ 75492 h 211470"/>
                  <a:gd name="connsiteX16" fmla="*/ 144734 w 212306"/>
                  <a:gd name="connsiteY16" fmla="*/ 24263 h 211470"/>
                  <a:gd name="connsiteX17" fmla="*/ 106153 w 212306"/>
                  <a:gd name="connsiteY17"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2306"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lnTo>
                      <a:pt x="201655" y="151387"/>
                    </a:ln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6"/>
                      <a:pt x="66941" y="186805"/>
                    </a:cubicBezTo>
                    <a:cubicBezTo>
                      <a:pt x="111846" y="208309"/>
                      <a:pt x="165605" y="189335"/>
                      <a:pt x="187108" y="144430"/>
                    </a:cubicBezTo>
                    <a:lnTo>
                      <a:pt x="187108" y="144430"/>
                    </a:ln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Picture Placeholder 97">
                <a:extLst>
                  <a:ext uri="{FF2B5EF4-FFF2-40B4-BE49-F238E27FC236}">
                    <a16:creationId xmlns:a16="http://schemas.microsoft.com/office/drawing/2014/main" id="{F113D5C3-6CDC-C07C-4BBB-02567EEA061E}"/>
                  </a:ext>
                </a:extLst>
              </p:cNvPr>
              <p:cNvSpPr/>
              <p:nvPr/>
            </p:nvSpPr>
            <p:spPr>
              <a:xfrm>
                <a:off x="7190511" y="3216730"/>
                <a:ext cx="84246" cy="140406"/>
              </a:xfrm>
              <a:custGeom>
                <a:avLst/>
                <a:gdLst>
                  <a:gd name="connsiteX0" fmla="*/ 41623 w 84246"/>
                  <a:gd name="connsiteY0" fmla="*/ 140406 h 140406"/>
                  <a:gd name="connsiteX1" fmla="*/ 41623 w 84246"/>
                  <a:gd name="connsiteY1" fmla="*/ 140406 h 140406"/>
                  <a:gd name="connsiteX2" fmla="*/ 41623 w 84246"/>
                  <a:gd name="connsiteY2" fmla="*/ 140406 h 140406"/>
                  <a:gd name="connsiteX3" fmla="*/ 34666 w 84246"/>
                  <a:gd name="connsiteY3" fmla="*/ 126492 h 140406"/>
                  <a:gd name="connsiteX4" fmla="*/ 6205 w 84246"/>
                  <a:gd name="connsiteY4" fmla="*/ 69571 h 140406"/>
                  <a:gd name="connsiteX5" fmla="*/ 1146 w 84246"/>
                  <a:gd name="connsiteY5" fmla="*/ 55024 h 140406"/>
                  <a:gd name="connsiteX6" fmla="*/ 1778 w 84246"/>
                  <a:gd name="connsiteY6" fmla="*/ 30991 h 140406"/>
                  <a:gd name="connsiteX7" fmla="*/ 42256 w 84246"/>
                  <a:gd name="connsiteY7" fmla="*/ 0 h 140406"/>
                  <a:gd name="connsiteX8" fmla="*/ 82733 w 84246"/>
                  <a:gd name="connsiteY8" fmla="*/ 30991 h 140406"/>
                  <a:gd name="connsiteX9" fmla="*/ 83365 w 84246"/>
                  <a:gd name="connsiteY9" fmla="*/ 54392 h 140406"/>
                  <a:gd name="connsiteX10" fmla="*/ 83365 w 84246"/>
                  <a:gd name="connsiteY10" fmla="*/ 54392 h 140406"/>
                  <a:gd name="connsiteX11" fmla="*/ 78306 w 84246"/>
                  <a:gd name="connsiteY11" fmla="*/ 68938 h 140406"/>
                  <a:gd name="connsiteX12" fmla="*/ 41623 w 84246"/>
                  <a:gd name="connsiteY12" fmla="*/ 140406 h 140406"/>
                  <a:gd name="connsiteX13" fmla="*/ 41623 w 84246"/>
                  <a:gd name="connsiteY13" fmla="*/ 16444 h 140406"/>
                  <a:gd name="connsiteX14" fmla="*/ 16325 w 84246"/>
                  <a:gd name="connsiteY14" fmla="*/ 35418 h 140406"/>
                  <a:gd name="connsiteX15" fmla="*/ 16325 w 84246"/>
                  <a:gd name="connsiteY15" fmla="*/ 52494 h 140406"/>
                  <a:gd name="connsiteX16" fmla="*/ 20119 w 84246"/>
                  <a:gd name="connsiteY16" fmla="*/ 63246 h 140406"/>
                  <a:gd name="connsiteX17" fmla="*/ 41623 w 84246"/>
                  <a:gd name="connsiteY17" fmla="*/ 106253 h 140406"/>
                  <a:gd name="connsiteX18" fmla="*/ 63127 w 84246"/>
                  <a:gd name="connsiteY18" fmla="*/ 63246 h 140406"/>
                  <a:gd name="connsiteX19" fmla="*/ 66921 w 84246"/>
                  <a:gd name="connsiteY19" fmla="*/ 52494 h 140406"/>
                  <a:gd name="connsiteX20" fmla="*/ 66921 w 84246"/>
                  <a:gd name="connsiteY20" fmla="*/ 35418 h 140406"/>
                  <a:gd name="connsiteX21" fmla="*/ 41623 w 84246"/>
                  <a:gd name="connsiteY21" fmla="*/ 16444 h 14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246" h="140406">
                    <a:moveTo>
                      <a:pt x="41623" y="140406"/>
                    </a:moveTo>
                    <a:lnTo>
                      <a:pt x="41623" y="140406"/>
                    </a:lnTo>
                    <a:lnTo>
                      <a:pt x="41623" y="140406"/>
                    </a:lnTo>
                    <a:lnTo>
                      <a:pt x="34666" y="126492"/>
                    </a:lnTo>
                    <a:lnTo>
                      <a:pt x="6205" y="69571"/>
                    </a:lnTo>
                    <a:cubicBezTo>
                      <a:pt x="3675" y="64511"/>
                      <a:pt x="1778" y="59451"/>
                      <a:pt x="1146" y="55024"/>
                    </a:cubicBezTo>
                    <a:cubicBezTo>
                      <a:pt x="-752" y="46802"/>
                      <a:pt x="-119" y="38580"/>
                      <a:pt x="1778" y="30991"/>
                    </a:cubicBezTo>
                    <a:cubicBezTo>
                      <a:pt x="6838" y="11384"/>
                      <a:pt x="20752" y="0"/>
                      <a:pt x="42256" y="0"/>
                    </a:cubicBezTo>
                    <a:cubicBezTo>
                      <a:pt x="63759" y="0"/>
                      <a:pt x="77673" y="10752"/>
                      <a:pt x="82733" y="30991"/>
                    </a:cubicBezTo>
                    <a:cubicBezTo>
                      <a:pt x="84630" y="38580"/>
                      <a:pt x="84630" y="46802"/>
                      <a:pt x="83365" y="54392"/>
                    </a:cubicBezTo>
                    <a:lnTo>
                      <a:pt x="83365" y="54392"/>
                    </a:lnTo>
                    <a:cubicBezTo>
                      <a:pt x="82101" y="58819"/>
                      <a:pt x="80836" y="63878"/>
                      <a:pt x="78306" y="68938"/>
                    </a:cubicBezTo>
                    <a:lnTo>
                      <a:pt x="41623" y="140406"/>
                    </a:lnTo>
                    <a:close/>
                    <a:moveTo>
                      <a:pt x="41623" y="16444"/>
                    </a:moveTo>
                    <a:cubicBezTo>
                      <a:pt x="27709" y="16444"/>
                      <a:pt x="19487" y="22136"/>
                      <a:pt x="16325" y="35418"/>
                    </a:cubicBezTo>
                    <a:cubicBezTo>
                      <a:pt x="15060" y="40477"/>
                      <a:pt x="15060" y="46802"/>
                      <a:pt x="16325" y="52494"/>
                    </a:cubicBezTo>
                    <a:cubicBezTo>
                      <a:pt x="16957" y="55656"/>
                      <a:pt x="18222" y="59451"/>
                      <a:pt x="20119" y="63246"/>
                    </a:cubicBezTo>
                    <a:lnTo>
                      <a:pt x="41623" y="106253"/>
                    </a:lnTo>
                    <a:lnTo>
                      <a:pt x="63127" y="63246"/>
                    </a:lnTo>
                    <a:cubicBezTo>
                      <a:pt x="65024" y="59451"/>
                      <a:pt x="66289" y="55656"/>
                      <a:pt x="66921" y="52494"/>
                    </a:cubicBezTo>
                    <a:cubicBezTo>
                      <a:pt x="68186" y="46802"/>
                      <a:pt x="68186" y="41110"/>
                      <a:pt x="66921" y="35418"/>
                    </a:cubicBezTo>
                    <a:cubicBezTo>
                      <a:pt x="63759" y="22136"/>
                      <a:pt x="55537" y="16444"/>
                      <a:pt x="41623" y="1644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4" name="Picture Placeholder 97">
                <a:extLst>
                  <a:ext uri="{FF2B5EF4-FFF2-40B4-BE49-F238E27FC236}">
                    <a16:creationId xmlns:a16="http://schemas.microsoft.com/office/drawing/2014/main" id="{71112796-A564-A625-BEAE-F94520450F9C}"/>
                  </a:ext>
                </a:extLst>
              </p:cNvPr>
              <p:cNvSpPr/>
              <p:nvPr/>
            </p:nvSpPr>
            <p:spPr>
              <a:xfrm>
                <a:off x="7218220" y="3247720"/>
                <a:ext cx="27828" cy="27828"/>
              </a:xfrm>
              <a:custGeom>
                <a:avLst/>
                <a:gdLst>
                  <a:gd name="connsiteX0" fmla="*/ 27828 w 27828"/>
                  <a:gd name="connsiteY0" fmla="*/ 13914 h 27828"/>
                  <a:gd name="connsiteX1" fmla="*/ 13914 w 27828"/>
                  <a:gd name="connsiteY1" fmla="*/ 27828 h 27828"/>
                  <a:gd name="connsiteX2" fmla="*/ 0 w 27828"/>
                  <a:gd name="connsiteY2" fmla="*/ 13914 h 27828"/>
                  <a:gd name="connsiteX3" fmla="*/ 13914 w 27828"/>
                  <a:gd name="connsiteY3" fmla="*/ 0 h 27828"/>
                  <a:gd name="connsiteX4" fmla="*/ 27828 w 27828"/>
                  <a:gd name="connsiteY4" fmla="*/ 13914 h 27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28" h="27828">
                    <a:moveTo>
                      <a:pt x="27828" y="13914"/>
                    </a:moveTo>
                    <a:cubicBezTo>
                      <a:pt x="27828" y="21599"/>
                      <a:pt x="21599" y="27828"/>
                      <a:pt x="13914" y="27828"/>
                    </a:cubicBezTo>
                    <a:cubicBezTo>
                      <a:pt x="6230" y="27828"/>
                      <a:pt x="0" y="21599"/>
                      <a:pt x="0" y="13914"/>
                    </a:cubicBezTo>
                    <a:cubicBezTo>
                      <a:pt x="0" y="6230"/>
                      <a:pt x="6230" y="0"/>
                      <a:pt x="13914" y="0"/>
                    </a:cubicBezTo>
                    <a:cubicBezTo>
                      <a:pt x="21599" y="0"/>
                      <a:pt x="27828" y="6230"/>
                      <a:pt x="27828" y="13914"/>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6" name="Picture Placeholder 97">
              <a:extLst>
                <a:ext uri="{FF2B5EF4-FFF2-40B4-BE49-F238E27FC236}">
                  <a16:creationId xmlns:a16="http://schemas.microsoft.com/office/drawing/2014/main" id="{307C5F80-7C99-3ACA-B9C6-DFE075F9CAD2}"/>
                </a:ext>
              </a:extLst>
            </p:cNvPr>
            <p:cNvGrpSpPr/>
            <p:nvPr/>
          </p:nvGrpSpPr>
          <p:grpSpPr>
            <a:xfrm>
              <a:off x="7125981" y="3567516"/>
              <a:ext cx="212306" cy="211470"/>
              <a:chOff x="7125981" y="3567516"/>
              <a:chExt cx="212306" cy="211470"/>
            </a:xfrm>
            <a:grpFill/>
          </p:grpSpPr>
          <p:sp>
            <p:nvSpPr>
              <p:cNvPr id="47" name="Picture Placeholder 97">
                <a:extLst>
                  <a:ext uri="{FF2B5EF4-FFF2-40B4-BE49-F238E27FC236}">
                    <a16:creationId xmlns:a16="http://schemas.microsoft.com/office/drawing/2014/main" id="{DE2A41AA-8A2E-9C0A-6FE1-19603DA47710}"/>
                  </a:ext>
                </a:extLst>
              </p:cNvPr>
              <p:cNvSpPr/>
              <p:nvPr/>
            </p:nvSpPr>
            <p:spPr>
              <a:xfrm>
                <a:off x="7125981" y="3567516"/>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106153 w 212306"/>
                  <a:gd name="connsiteY7" fmla="*/ 211471 h 211470"/>
                  <a:gd name="connsiteX8" fmla="*/ 106153 w 212306"/>
                  <a:gd name="connsiteY8" fmla="*/ 15408 h 211470"/>
                  <a:gd name="connsiteX9" fmla="*/ 24566 w 212306"/>
                  <a:gd name="connsiteY9" fmla="*/ 66637 h 211470"/>
                  <a:gd name="connsiteX10" fmla="*/ 20771 w 212306"/>
                  <a:gd name="connsiteY10" fmla="*/ 135576 h 211470"/>
                  <a:gd name="connsiteX11" fmla="*/ 66941 w 212306"/>
                  <a:gd name="connsiteY11" fmla="*/ 186805 h 211470"/>
                  <a:gd name="connsiteX12" fmla="*/ 187108 w 212306"/>
                  <a:gd name="connsiteY12" fmla="*/ 144430 h 211470"/>
                  <a:gd name="connsiteX13" fmla="*/ 190903 w 212306"/>
                  <a:gd name="connsiteY13" fmla="*/ 75492 h 211470"/>
                  <a:gd name="connsiteX14" fmla="*/ 144734 w 212306"/>
                  <a:gd name="connsiteY14" fmla="*/ 24263 h 211470"/>
                  <a:gd name="connsiteX15" fmla="*/ 106153 w 212306"/>
                  <a:gd name="connsiteY15"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306" h="211470">
                    <a:moveTo>
                      <a:pt x="106153" y="211471"/>
                    </a:moveTo>
                    <a:cubicBezTo>
                      <a:pt x="90974" y="211471"/>
                      <a:pt x="75163" y="208308"/>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5"/>
                      <a:pt x="66941" y="186805"/>
                    </a:cubicBezTo>
                    <a:cubicBezTo>
                      <a:pt x="111846" y="208308"/>
                      <a:pt x="165605" y="189335"/>
                      <a:pt x="187108" y="144430"/>
                    </a:cubicBez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8" name="Picture Placeholder 97">
                <a:extLst>
                  <a:ext uri="{FF2B5EF4-FFF2-40B4-BE49-F238E27FC236}">
                    <a16:creationId xmlns:a16="http://schemas.microsoft.com/office/drawing/2014/main" id="{963EA3A5-A286-D393-D6EE-01FBE4C91CA9}"/>
                  </a:ext>
                </a:extLst>
              </p:cNvPr>
              <p:cNvSpPr/>
              <p:nvPr/>
            </p:nvSpPr>
            <p:spPr>
              <a:xfrm>
                <a:off x="7183435" y="3612650"/>
                <a:ext cx="97398" cy="36682"/>
              </a:xfrm>
              <a:custGeom>
                <a:avLst/>
                <a:gdLst>
                  <a:gd name="connsiteX0" fmla="*/ 48699 w 97398"/>
                  <a:gd name="connsiteY0" fmla="*/ 36683 h 36682"/>
                  <a:gd name="connsiteX1" fmla="*/ 0 w 97398"/>
                  <a:gd name="connsiteY1" fmla="*/ 18341 h 36682"/>
                  <a:gd name="connsiteX2" fmla="*/ 48699 w 97398"/>
                  <a:gd name="connsiteY2" fmla="*/ 0 h 36682"/>
                  <a:gd name="connsiteX3" fmla="*/ 97399 w 97398"/>
                  <a:gd name="connsiteY3" fmla="*/ 18341 h 36682"/>
                  <a:gd name="connsiteX4" fmla="*/ 48699 w 97398"/>
                  <a:gd name="connsiteY4" fmla="*/ 36683 h 36682"/>
                  <a:gd name="connsiteX5" fmla="*/ 22769 w 97398"/>
                  <a:gd name="connsiteY5" fmla="*/ 18341 h 36682"/>
                  <a:gd name="connsiteX6" fmla="*/ 48067 w 97398"/>
                  <a:gd name="connsiteY6" fmla="*/ 20871 h 36682"/>
                  <a:gd name="connsiteX7" fmla="*/ 73365 w 97398"/>
                  <a:gd name="connsiteY7" fmla="*/ 18341 h 36682"/>
                  <a:gd name="connsiteX8" fmla="*/ 48067 w 97398"/>
                  <a:gd name="connsiteY8" fmla="*/ 15812 h 36682"/>
                  <a:gd name="connsiteX9" fmla="*/ 22769 w 97398"/>
                  <a:gd name="connsiteY9" fmla="*/ 18341 h 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98" h="36682">
                    <a:moveTo>
                      <a:pt x="48699" y="36683"/>
                    </a:moveTo>
                    <a:cubicBezTo>
                      <a:pt x="34153" y="36683"/>
                      <a:pt x="0" y="34785"/>
                      <a:pt x="0" y="18341"/>
                    </a:cubicBezTo>
                    <a:cubicBezTo>
                      <a:pt x="0" y="1897"/>
                      <a:pt x="34153" y="0"/>
                      <a:pt x="48699" y="0"/>
                    </a:cubicBezTo>
                    <a:cubicBezTo>
                      <a:pt x="63246" y="0"/>
                      <a:pt x="97399" y="1897"/>
                      <a:pt x="97399" y="18341"/>
                    </a:cubicBezTo>
                    <a:cubicBezTo>
                      <a:pt x="97399" y="34785"/>
                      <a:pt x="63246" y="36683"/>
                      <a:pt x="48699" y="36683"/>
                    </a:cubicBezTo>
                    <a:close/>
                    <a:moveTo>
                      <a:pt x="22769" y="18341"/>
                    </a:moveTo>
                    <a:cubicBezTo>
                      <a:pt x="28461" y="19606"/>
                      <a:pt x="37315" y="20871"/>
                      <a:pt x="48067" y="20871"/>
                    </a:cubicBezTo>
                    <a:cubicBezTo>
                      <a:pt x="58819" y="20871"/>
                      <a:pt x="67673" y="19606"/>
                      <a:pt x="73365" y="18341"/>
                    </a:cubicBezTo>
                    <a:cubicBezTo>
                      <a:pt x="67673" y="17076"/>
                      <a:pt x="58819" y="15812"/>
                      <a:pt x="48067" y="15812"/>
                    </a:cubicBezTo>
                    <a:cubicBezTo>
                      <a:pt x="37315" y="15812"/>
                      <a:pt x="29093" y="17076"/>
                      <a:pt x="22769" y="1834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Picture Placeholder 97">
                <a:extLst>
                  <a:ext uri="{FF2B5EF4-FFF2-40B4-BE49-F238E27FC236}">
                    <a16:creationId xmlns:a16="http://schemas.microsoft.com/office/drawing/2014/main" id="{CE49F4C4-5055-F849-17E5-FA50147E579E}"/>
                  </a:ext>
                </a:extLst>
              </p:cNvPr>
              <p:cNvSpPr/>
              <p:nvPr/>
            </p:nvSpPr>
            <p:spPr>
              <a:xfrm>
                <a:off x="7183435" y="3679690"/>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Picture Placeholder 97">
                <a:extLst>
                  <a:ext uri="{FF2B5EF4-FFF2-40B4-BE49-F238E27FC236}">
                    <a16:creationId xmlns:a16="http://schemas.microsoft.com/office/drawing/2014/main" id="{48FEE31F-E183-AF73-48F6-C92B4F85B60C}"/>
                  </a:ext>
                </a:extLst>
              </p:cNvPr>
              <p:cNvSpPr/>
              <p:nvPr/>
            </p:nvSpPr>
            <p:spPr>
              <a:xfrm>
                <a:off x="7183435" y="3651862"/>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Picture Placeholder 97">
                <a:extLst>
                  <a:ext uri="{FF2B5EF4-FFF2-40B4-BE49-F238E27FC236}">
                    <a16:creationId xmlns:a16="http://schemas.microsoft.com/office/drawing/2014/main" id="{407D93D1-87CF-9827-3BD9-4352C94C086D}"/>
                  </a:ext>
                </a:extLst>
              </p:cNvPr>
              <p:cNvSpPr/>
              <p:nvPr/>
            </p:nvSpPr>
            <p:spPr>
              <a:xfrm>
                <a:off x="7183435" y="3630991"/>
                <a:ext cx="97398" cy="108150"/>
              </a:xfrm>
              <a:custGeom>
                <a:avLst/>
                <a:gdLst>
                  <a:gd name="connsiteX0" fmla="*/ 48699 w 97398"/>
                  <a:gd name="connsiteY0" fmla="*/ 108151 h 108150"/>
                  <a:gd name="connsiteX1" fmla="*/ 0 w 97398"/>
                  <a:gd name="connsiteY1" fmla="*/ 89809 h 108150"/>
                  <a:gd name="connsiteX2" fmla="*/ 0 w 97398"/>
                  <a:gd name="connsiteY2" fmla="*/ 75895 h 108150"/>
                  <a:gd name="connsiteX3" fmla="*/ 15812 w 97398"/>
                  <a:gd name="connsiteY3" fmla="*/ 75895 h 108150"/>
                  <a:gd name="connsiteX4" fmla="*/ 15812 w 97398"/>
                  <a:gd name="connsiteY4" fmla="*/ 87279 h 108150"/>
                  <a:gd name="connsiteX5" fmla="*/ 48699 w 97398"/>
                  <a:gd name="connsiteY5" fmla="*/ 92339 h 108150"/>
                  <a:gd name="connsiteX6" fmla="*/ 81587 w 97398"/>
                  <a:gd name="connsiteY6" fmla="*/ 87279 h 108150"/>
                  <a:gd name="connsiteX7" fmla="*/ 81587 w 97398"/>
                  <a:gd name="connsiteY7" fmla="*/ 0 h 108150"/>
                  <a:gd name="connsiteX8" fmla="*/ 97399 w 97398"/>
                  <a:gd name="connsiteY8" fmla="*/ 0 h 108150"/>
                  <a:gd name="connsiteX9" fmla="*/ 97399 w 97398"/>
                  <a:gd name="connsiteY9" fmla="*/ 89809 h 108150"/>
                  <a:gd name="connsiteX10" fmla="*/ 48699 w 97398"/>
                  <a:gd name="connsiteY10" fmla="*/ 108151 h 10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98" h="108150">
                    <a:moveTo>
                      <a:pt x="48699" y="108151"/>
                    </a:moveTo>
                    <a:cubicBezTo>
                      <a:pt x="34153" y="108151"/>
                      <a:pt x="0" y="106253"/>
                      <a:pt x="0" y="89809"/>
                    </a:cubicBezTo>
                    <a:lnTo>
                      <a:pt x="0" y="75895"/>
                    </a:lnTo>
                    <a:lnTo>
                      <a:pt x="15812" y="75895"/>
                    </a:lnTo>
                    <a:lnTo>
                      <a:pt x="15812" y="87279"/>
                    </a:lnTo>
                    <a:cubicBezTo>
                      <a:pt x="19606" y="89177"/>
                      <a:pt x="30991" y="92339"/>
                      <a:pt x="48699" y="92339"/>
                    </a:cubicBezTo>
                    <a:cubicBezTo>
                      <a:pt x="66408" y="92339"/>
                      <a:pt x="77793" y="89809"/>
                      <a:pt x="81587" y="87279"/>
                    </a:cubicBezTo>
                    <a:lnTo>
                      <a:pt x="81587" y="0"/>
                    </a:lnTo>
                    <a:lnTo>
                      <a:pt x="97399" y="0"/>
                    </a:lnTo>
                    <a:lnTo>
                      <a:pt x="97399" y="89809"/>
                    </a:lnTo>
                    <a:cubicBezTo>
                      <a:pt x="96766" y="106253"/>
                      <a:pt x="63246" y="108151"/>
                      <a:pt x="48699" y="108151"/>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7" name="Picture Placeholder 97">
              <a:extLst>
                <a:ext uri="{FF2B5EF4-FFF2-40B4-BE49-F238E27FC236}">
                  <a16:creationId xmlns:a16="http://schemas.microsoft.com/office/drawing/2014/main" id="{AA7E0CBF-A989-CBBF-E302-E688ED7CB995}"/>
                </a:ext>
              </a:extLst>
            </p:cNvPr>
            <p:cNvSpPr/>
            <p:nvPr/>
          </p:nvSpPr>
          <p:spPr>
            <a:xfrm rot="-2700000">
              <a:off x="7519807" y="3357569"/>
              <a:ext cx="30990" cy="15811"/>
            </a:xfrm>
            <a:custGeom>
              <a:avLst/>
              <a:gdLst>
                <a:gd name="connsiteX0" fmla="*/ 0 w 30990"/>
                <a:gd name="connsiteY0" fmla="*/ 0 h 15811"/>
                <a:gd name="connsiteX1" fmla="*/ 30990 w 30990"/>
                <a:gd name="connsiteY1" fmla="*/ 0 h 15811"/>
                <a:gd name="connsiteX2" fmla="*/ 30990 w 30990"/>
                <a:gd name="connsiteY2" fmla="*/ 15811 h 15811"/>
                <a:gd name="connsiteX3" fmla="*/ 0 w 309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0990" h="15811">
                  <a:moveTo>
                    <a:pt x="0" y="0"/>
                  </a:moveTo>
                  <a:lnTo>
                    <a:pt x="30990" y="0"/>
                  </a:lnTo>
                  <a:lnTo>
                    <a:pt x="30990"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Picture Placeholder 97">
              <a:extLst>
                <a:ext uri="{FF2B5EF4-FFF2-40B4-BE49-F238E27FC236}">
                  <a16:creationId xmlns:a16="http://schemas.microsoft.com/office/drawing/2014/main" id="{BB8899F6-8ACB-76F5-8BBE-510706245B81}"/>
                </a:ext>
              </a:extLst>
            </p:cNvPr>
            <p:cNvSpPr/>
            <p:nvPr/>
          </p:nvSpPr>
          <p:spPr>
            <a:xfrm rot="-2700486">
              <a:off x="7297780" y="3577759"/>
              <a:ext cx="32887" cy="15811"/>
            </a:xfrm>
            <a:custGeom>
              <a:avLst/>
              <a:gdLst>
                <a:gd name="connsiteX0" fmla="*/ 0 w 32887"/>
                <a:gd name="connsiteY0" fmla="*/ 0 h 15811"/>
                <a:gd name="connsiteX1" fmla="*/ 32888 w 32887"/>
                <a:gd name="connsiteY1" fmla="*/ 0 h 15811"/>
                <a:gd name="connsiteX2" fmla="*/ 32888 w 32887"/>
                <a:gd name="connsiteY2" fmla="*/ 15811 h 15811"/>
                <a:gd name="connsiteX3" fmla="*/ 0 w 3288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2887" h="15811">
                  <a:moveTo>
                    <a:pt x="0" y="0"/>
                  </a:moveTo>
                  <a:lnTo>
                    <a:pt x="32888" y="0"/>
                  </a:lnTo>
                  <a:lnTo>
                    <a:pt x="32888" y="15811"/>
                  </a:lnTo>
                  <a:lnTo>
                    <a:pt x="0" y="15811"/>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9" name="Picture Placeholder 97">
              <a:extLst>
                <a:ext uri="{FF2B5EF4-FFF2-40B4-BE49-F238E27FC236}">
                  <a16:creationId xmlns:a16="http://schemas.microsoft.com/office/drawing/2014/main" id="{0BB39BE9-A65C-7C6A-5711-9016DBEB30BD}"/>
                </a:ext>
              </a:extLst>
            </p:cNvPr>
            <p:cNvSpPr/>
            <p:nvPr/>
          </p:nvSpPr>
          <p:spPr>
            <a:xfrm rot="-2700000">
              <a:off x="7304779" y="3354826"/>
              <a:ext cx="15811" cy="30357"/>
            </a:xfrm>
            <a:custGeom>
              <a:avLst/>
              <a:gdLst>
                <a:gd name="connsiteX0" fmla="*/ 0 w 15811"/>
                <a:gd name="connsiteY0" fmla="*/ 0 h 30357"/>
                <a:gd name="connsiteX1" fmla="*/ 15811 w 15811"/>
                <a:gd name="connsiteY1" fmla="*/ 0 h 30357"/>
                <a:gd name="connsiteX2" fmla="*/ 15811 w 15811"/>
                <a:gd name="connsiteY2" fmla="*/ 30358 h 30357"/>
                <a:gd name="connsiteX3" fmla="*/ 0 w 15811"/>
                <a:gd name="connsiteY3" fmla="*/ 30358 h 30357"/>
              </a:gdLst>
              <a:ahLst/>
              <a:cxnLst>
                <a:cxn ang="0">
                  <a:pos x="connsiteX0" y="connsiteY0"/>
                </a:cxn>
                <a:cxn ang="0">
                  <a:pos x="connsiteX1" y="connsiteY1"/>
                </a:cxn>
                <a:cxn ang="0">
                  <a:pos x="connsiteX2" y="connsiteY2"/>
                </a:cxn>
                <a:cxn ang="0">
                  <a:pos x="connsiteX3" y="connsiteY3"/>
                </a:cxn>
              </a:cxnLst>
              <a:rect l="l" t="t" r="r" b="b"/>
              <a:pathLst>
                <a:path w="15811" h="30357">
                  <a:moveTo>
                    <a:pt x="0" y="0"/>
                  </a:moveTo>
                  <a:lnTo>
                    <a:pt x="15811" y="0"/>
                  </a:lnTo>
                  <a:lnTo>
                    <a:pt x="15811" y="30358"/>
                  </a:lnTo>
                  <a:lnTo>
                    <a:pt x="0" y="30358"/>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Picture Placeholder 97">
              <a:extLst>
                <a:ext uri="{FF2B5EF4-FFF2-40B4-BE49-F238E27FC236}">
                  <a16:creationId xmlns:a16="http://schemas.microsoft.com/office/drawing/2014/main" id="{96AD55FD-D08E-E4FB-E563-0C594E3EF021}"/>
                </a:ext>
              </a:extLst>
            </p:cNvPr>
            <p:cNvSpPr/>
            <p:nvPr/>
          </p:nvSpPr>
          <p:spPr>
            <a:xfrm rot="-2700000">
              <a:off x="7523720" y="3570128"/>
              <a:ext cx="15811" cy="29092"/>
            </a:xfrm>
            <a:custGeom>
              <a:avLst/>
              <a:gdLst>
                <a:gd name="connsiteX0" fmla="*/ 0 w 15811"/>
                <a:gd name="connsiteY0" fmla="*/ 0 h 29092"/>
                <a:gd name="connsiteX1" fmla="*/ 15811 w 15811"/>
                <a:gd name="connsiteY1" fmla="*/ 0 h 29092"/>
                <a:gd name="connsiteX2" fmla="*/ 15811 w 15811"/>
                <a:gd name="connsiteY2" fmla="*/ 29093 h 29092"/>
                <a:gd name="connsiteX3" fmla="*/ 0 w 15811"/>
                <a:gd name="connsiteY3" fmla="*/ 29093 h 29092"/>
              </a:gdLst>
              <a:ahLst/>
              <a:cxnLst>
                <a:cxn ang="0">
                  <a:pos x="connsiteX0" y="connsiteY0"/>
                </a:cxn>
                <a:cxn ang="0">
                  <a:pos x="connsiteX1" y="connsiteY1"/>
                </a:cxn>
                <a:cxn ang="0">
                  <a:pos x="connsiteX2" y="connsiteY2"/>
                </a:cxn>
                <a:cxn ang="0">
                  <a:pos x="connsiteX3" y="connsiteY3"/>
                </a:cxn>
              </a:cxnLst>
              <a:rect l="l" t="t" r="r" b="b"/>
              <a:pathLst>
                <a:path w="15811" h="29092">
                  <a:moveTo>
                    <a:pt x="0" y="0"/>
                  </a:moveTo>
                  <a:lnTo>
                    <a:pt x="15811" y="0"/>
                  </a:lnTo>
                  <a:lnTo>
                    <a:pt x="15811" y="29093"/>
                  </a:lnTo>
                  <a:lnTo>
                    <a:pt x="0" y="2909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Picture Placeholder 97">
              <a:extLst>
                <a:ext uri="{FF2B5EF4-FFF2-40B4-BE49-F238E27FC236}">
                  <a16:creationId xmlns:a16="http://schemas.microsoft.com/office/drawing/2014/main" id="{9D84C5E9-448B-03D6-D035-6A9CB844B5DD}"/>
                </a:ext>
              </a:extLst>
            </p:cNvPr>
            <p:cNvSpPr/>
            <p:nvPr/>
          </p:nvSpPr>
          <p:spPr>
            <a:xfrm>
              <a:off x="7332063" y="3384964"/>
              <a:ext cx="181516" cy="182780"/>
            </a:xfrm>
            <a:custGeom>
              <a:avLst/>
              <a:gdLst>
                <a:gd name="connsiteX0" fmla="*/ 181516 w 181516"/>
                <a:gd name="connsiteY0" fmla="*/ 106253 h 182780"/>
                <a:gd name="connsiteX1" fmla="*/ 172662 w 181516"/>
                <a:gd name="connsiteY1" fmla="*/ 108783 h 182780"/>
                <a:gd name="connsiteX2" fmla="*/ 163807 w 181516"/>
                <a:gd name="connsiteY2" fmla="*/ 110681 h 182780"/>
                <a:gd name="connsiteX3" fmla="*/ 160012 w 181516"/>
                <a:gd name="connsiteY3" fmla="*/ 120167 h 182780"/>
                <a:gd name="connsiteX4" fmla="*/ 155585 w 181516"/>
                <a:gd name="connsiteY4" fmla="*/ 129022 h 182780"/>
                <a:gd name="connsiteX5" fmla="*/ 160012 w 181516"/>
                <a:gd name="connsiteY5" fmla="*/ 137244 h 182780"/>
                <a:gd name="connsiteX6" fmla="*/ 165072 w 181516"/>
                <a:gd name="connsiteY6" fmla="*/ 144833 h 182780"/>
                <a:gd name="connsiteX7" fmla="*/ 144833 w 181516"/>
                <a:gd name="connsiteY7" fmla="*/ 165705 h 182780"/>
                <a:gd name="connsiteX8" fmla="*/ 128389 w 181516"/>
                <a:gd name="connsiteY8" fmla="*/ 156218 h 182780"/>
                <a:gd name="connsiteX9" fmla="*/ 110681 w 181516"/>
                <a:gd name="connsiteY9" fmla="*/ 163175 h 182780"/>
                <a:gd name="connsiteX10" fmla="*/ 107518 w 181516"/>
                <a:gd name="connsiteY10" fmla="*/ 172662 h 182780"/>
                <a:gd name="connsiteX11" fmla="*/ 104356 w 181516"/>
                <a:gd name="connsiteY11" fmla="*/ 182781 h 182780"/>
                <a:gd name="connsiteX12" fmla="*/ 76528 w 181516"/>
                <a:gd name="connsiteY12" fmla="*/ 182781 h 182780"/>
                <a:gd name="connsiteX13" fmla="*/ 73998 w 181516"/>
                <a:gd name="connsiteY13" fmla="*/ 173294 h 182780"/>
                <a:gd name="connsiteX14" fmla="*/ 71468 w 181516"/>
                <a:gd name="connsiteY14" fmla="*/ 163807 h 182780"/>
                <a:gd name="connsiteX15" fmla="*/ 53759 w 181516"/>
                <a:gd name="connsiteY15" fmla="*/ 155585 h 182780"/>
                <a:gd name="connsiteX16" fmla="*/ 44905 w 181516"/>
                <a:gd name="connsiteY16" fmla="*/ 160012 h 182780"/>
                <a:gd name="connsiteX17" fmla="*/ 36683 w 181516"/>
                <a:gd name="connsiteY17" fmla="*/ 164440 h 182780"/>
                <a:gd name="connsiteX18" fmla="*/ 16444 w 181516"/>
                <a:gd name="connsiteY18" fmla="*/ 144833 h 182780"/>
                <a:gd name="connsiteX19" fmla="*/ 25298 w 181516"/>
                <a:gd name="connsiteY19" fmla="*/ 128389 h 182780"/>
                <a:gd name="connsiteX20" fmla="*/ 21504 w 181516"/>
                <a:gd name="connsiteY20" fmla="*/ 118902 h 182780"/>
                <a:gd name="connsiteX21" fmla="*/ 18341 w 181516"/>
                <a:gd name="connsiteY21" fmla="*/ 108783 h 182780"/>
                <a:gd name="connsiteX22" fmla="*/ 8854 w 181516"/>
                <a:gd name="connsiteY22" fmla="*/ 106886 h 182780"/>
                <a:gd name="connsiteX23" fmla="*/ 0 w 181516"/>
                <a:gd name="connsiteY23" fmla="*/ 104356 h 182780"/>
                <a:gd name="connsiteX24" fmla="*/ 0 w 181516"/>
                <a:gd name="connsiteY24" fmla="*/ 76528 h 182780"/>
                <a:gd name="connsiteX25" fmla="*/ 8854 w 181516"/>
                <a:gd name="connsiteY25" fmla="*/ 73998 h 182780"/>
                <a:gd name="connsiteX26" fmla="*/ 17709 w 181516"/>
                <a:gd name="connsiteY26" fmla="*/ 72100 h 182780"/>
                <a:gd name="connsiteX27" fmla="*/ 22136 w 181516"/>
                <a:gd name="connsiteY27" fmla="*/ 62614 h 182780"/>
                <a:gd name="connsiteX28" fmla="*/ 26563 w 181516"/>
                <a:gd name="connsiteY28" fmla="*/ 53759 h 182780"/>
                <a:gd name="connsiteX29" fmla="*/ 17076 w 181516"/>
                <a:gd name="connsiteY29" fmla="*/ 37948 h 182780"/>
                <a:gd name="connsiteX30" fmla="*/ 37315 w 181516"/>
                <a:gd name="connsiteY30" fmla="*/ 17076 h 182780"/>
                <a:gd name="connsiteX31" fmla="*/ 53759 w 181516"/>
                <a:gd name="connsiteY31" fmla="*/ 26563 h 182780"/>
                <a:gd name="connsiteX32" fmla="*/ 72100 w 181516"/>
                <a:gd name="connsiteY32" fmla="*/ 19606 h 182780"/>
                <a:gd name="connsiteX33" fmla="*/ 74630 w 181516"/>
                <a:gd name="connsiteY33" fmla="*/ 9487 h 182780"/>
                <a:gd name="connsiteX34" fmla="*/ 77160 w 181516"/>
                <a:gd name="connsiteY34" fmla="*/ 0 h 182780"/>
                <a:gd name="connsiteX35" fmla="*/ 104988 w 181516"/>
                <a:gd name="connsiteY35" fmla="*/ 0 h 182780"/>
                <a:gd name="connsiteX36" fmla="*/ 110048 w 181516"/>
                <a:gd name="connsiteY36" fmla="*/ 18341 h 182780"/>
                <a:gd name="connsiteX37" fmla="*/ 118903 w 181516"/>
                <a:gd name="connsiteY37" fmla="*/ 22136 h 182780"/>
                <a:gd name="connsiteX38" fmla="*/ 127757 w 181516"/>
                <a:gd name="connsiteY38" fmla="*/ 26563 h 182780"/>
                <a:gd name="connsiteX39" fmla="*/ 136611 w 181516"/>
                <a:gd name="connsiteY39" fmla="*/ 22136 h 182780"/>
                <a:gd name="connsiteX40" fmla="*/ 144833 w 181516"/>
                <a:gd name="connsiteY40" fmla="*/ 17709 h 182780"/>
                <a:gd name="connsiteX41" fmla="*/ 155585 w 181516"/>
                <a:gd name="connsiteY41" fmla="*/ 27196 h 182780"/>
                <a:gd name="connsiteX42" fmla="*/ 165705 w 181516"/>
                <a:gd name="connsiteY42" fmla="*/ 37315 h 182780"/>
                <a:gd name="connsiteX43" fmla="*/ 156218 w 181516"/>
                <a:gd name="connsiteY43" fmla="*/ 53759 h 182780"/>
                <a:gd name="connsiteX44" fmla="*/ 163175 w 181516"/>
                <a:gd name="connsiteY44" fmla="*/ 72733 h 182780"/>
                <a:gd name="connsiteX45" fmla="*/ 172662 w 181516"/>
                <a:gd name="connsiteY45" fmla="*/ 74630 h 182780"/>
                <a:gd name="connsiteX46" fmla="*/ 181516 w 181516"/>
                <a:gd name="connsiteY46" fmla="*/ 77160 h 182780"/>
                <a:gd name="connsiteX47" fmla="*/ 181516 w 181516"/>
                <a:gd name="connsiteY47" fmla="*/ 106253 h 182780"/>
                <a:gd name="connsiteX48" fmla="*/ 141039 w 181516"/>
                <a:gd name="connsiteY48" fmla="*/ 118270 h 182780"/>
                <a:gd name="connsiteX49" fmla="*/ 147996 w 181516"/>
                <a:gd name="connsiteY49" fmla="*/ 86015 h 182780"/>
                <a:gd name="connsiteX50" fmla="*/ 137244 w 181516"/>
                <a:gd name="connsiteY50" fmla="*/ 58819 h 182780"/>
                <a:gd name="connsiteX51" fmla="*/ 114475 w 181516"/>
                <a:gd name="connsiteY51" fmla="*/ 40477 h 182780"/>
                <a:gd name="connsiteX52" fmla="*/ 86015 w 181516"/>
                <a:gd name="connsiteY52" fmla="*/ 34785 h 182780"/>
                <a:gd name="connsiteX53" fmla="*/ 50597 w 181516"/>
                <a:gd name="connsiteY53" fmla="*/ 49964 h 182780"/>
                <a:gd name="connsiteX54" fmla="*/ 34785 w 181516"/>
                <a:gd name="connsiteY54" fmla="*/ 80322 h 182780"/>
                <a:gd name="connsiteX55" fmla="*/ 38580 w 181516"/>
                <a:gd name="connsiteY55" fmla="*/ 114475 h 182780"/>
                <a:gd name="connsiteX56" fmla="*/ 61981 w 181516"/>
                <a:gd name="connsiteY56" fmla="*/ 140406 h 182780"/>
                <a:gd name="connsiteX57" fmla="*/ 107518 w 181516"/>
                <a:gd name="connsiteY57" fmla="*/ 144201 h 182780"/>
                <a:gd name="connsiteX58" fmla="*/ 141039 w 181516"/>
                <a:gd name="connsiteY58" fmla="*/ 118270 h 18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1516" h="182780">
                  <a:moveTo>
                    <a:pt x="181516" y="106253"/>
                  </a:moveTo>
                  <a:cubicBezTo>
                    <a:pt x="180251" y="106886"/>
                    <a:pt x="177089" y="107518"/>
                    <a:pt x="172662" y="108783"/>
                  </a:cubicBezTo>
                  <a:cubicBezTo>
                    <a:pt x="168867" y="110048"/>
                    <a:pt x="166337" y="110681"/>
                    <a:pt x="163807" y="110681"/>
                  </a:cubicBezTo>
                  <a:cubicBezTo>
                    <a:pt x="163175" y="111945"/>
                    <a:pt x="161277" y="115108"/>
                    <a:pt x="160012" y="120167"/>
                  </a:cubicBezTo>
                  <a:cubicBezTo>
                    <a:pt x="158747" y="124595"/>
                    <a:pt x="156850" y="127124"/>
                    <a:pt x="155585" y="129022"/>
                  </a:cubicBezTo>
                  <a:cubicBezTo>
                    <a:pt x="156218" y="129654"/>
                    <a:pt x="157483" y="132817"/>
                    <a:pt x="160012" y="137244"/>
                  </a:cubicBezTo>
                  <a:cubicBezTo>
                    <a:pt x="161910" y="140406"/>
                    <a:pt x="163807" y="142936"/>
                    <a:pt x="165072" y="144833"/>
                  </a:cubicBezTo>
                  <a:cubicBezTo>
                    <a:pt x="163175" y="147363"/>
                    <a:pt x="156850" y="154320"/>
                    <a:pt x="144833" y="165705"/>
                  </a:cubicBezTo>
                  <a:cubicBezTo>
                    <a:pt x="139141" y="163175"/>
                    <a:pt x="133449" y="160012"/>
                    <a:pt x="128389" y="156218"/>
                  </a:cubicBezTo>
                  <a:cubicBezTo>
                    <a:pt x="122065" y="160012"/>
                    <a:pt x="116373" y="161910"/>
                    <a:pt x="110681" y="163175"/>
                  </a:cubicBezTo>
                  <a:cubicBezTo>
                    <a:pt x="109416" y="165072"/>
                    <a:pt x="108151" y="168234"/>
                    <a:pt x="107518" y="172662"/>
                  </a:cubicBezTo>
                  <a:cubicBezTo>
                    <a:pt x="106253" y="177721"/>
                    <a:pt x="105621" y="180884"/>
                    <a:pt x="104356" y="182781"/>
                  </a:cubicBezTo>
                  <a:lnTo>
                    <a:pt x="76528" y="182781"/>
                  </a:lnTo>
                  <a:cubicBezTo>
                    <a:pt x="75895" y="180884"/>
                    <a:pt x="74630" y="177721"/>
                    <a:pt x="73998" y="173294"/>
                  </a:cubicBezTo>
                  <a:cubicBezTo>
                    <a:pt x="72733" y="168867"/>
                    <a:pt x="72100" y="165705"/>
                    <a:pt x="71468" y="163807"/>
                  </a:cubicBezTo>
                  <a:cubicBezTo>
                    <a:pt x="60084" y="158747"/>
                    <a:pt x="54392" y="156218"/>
                    <a:pt x="53759" y="155585"/>
                  </a:cubicBezTo>
                  <a:cubicBezTo>
                    <a:pt x="51229" y="156218"/>
                    <a:pt x="48699" y="157483"/>
                    <a:pt x="44905" y="160012"/>
                  </a:cubicBezTo>
                  <a:cubicBezTo>
                    <a:pt x="41110" y="162542"/>
                    <a:pt x="38580" y="163807"/>
                    <a:pt x="36683" y="164440"/>
                  </a:cubicBezTo>
                  <a:cubicBezTo>
                    <a:pt x="34153" y="162542"/>
                    <a:pt x="27196" y="156218"/>
                    <a:pt x="16444" y="144833"/>
                  </a:cubicBezTo>
                  <a:cubicBezTo>
                    <a:pt x="17076" y="142936"/>
                    <a:pt x="19606" y="137244"/>
                    <a:pt x="25298" y="128389"/>
                  </a:cubicBezTo>
                  <a:cubicBezTo>
                    <a:pt x="24666" y="127124"/>
                    <a:pt x="23401" y="124595"/>
                    <a:pt x="21504" y="118902"/>
                  </a:cubicBezTo>
                  <a:cubicBezTo>
                    <a:pt x="19606" y="115108"/>
                    <a:pt x="18974" y="111945"/>
                    <a:pt x="18341" y="108783"/>
                  </a:cubicBezTo>
                  <a:cubicBezTo>
                    <a:pt x="15812" y="108151"/>
                    <a:pt x="12649" y="107518"/>
                    <a:pt x="8854" y="106886"/>
                  </a:cubicBezTo>
                  <a:cubicBezTo>
                    <a:pt x="4427" y="105621"/>
                    <a:pt x="1265" y="104988"/>
                    <a:pt x="0" y="104356"/>
                  </a:cubicBezTo>
                  <a:lnTo>
                    <a:pt x="0" y="76528"/>
                  </a:lnTo>
                  <a:cubicBezTo>
                    <a:pt x="1265" y="75895"/>
                    <a:pt x="4427" y="75263"/>
                    <a:pt x="8854" y="73998"/>
                  </a:cubicBezTo>
                  <a:cubicBezTo>
                    <a:pt x="12649" y="72733"/>
                    <a:pt x="15179" y="72100"/>
                    <a:pt x="17709" y="72100"/>
                  </a:cubicBezTo>
                  <a:cubicBezTo>
                    <a:pt x="18341" y="70836"/>
                    <a:pt x="20239" y="67673"/>
                    <a:pt x="22136" y="62614"/>
                  </a:cubicBezTo>
                  <a:cubicBezTo>
                    <a:pt x="24034" y="58819"/>
                    <a:pt x="25298" y="55656"/>
                    <a:pt x="26563" y="53759"/>
                  </a:cubicBezTo>
                  <a:cubicBezTo>
                    <a:pt x="22136" y="45537"/>
                    <a:pt x="18974" y="39845"/>
                    <a:pt x="17076" y="37948"/>
                  </a:cubicBezTo>
                  <a:cubicBezTo>
                    <a:pt x="18974" y="35418"/>
                    <a:pt x="25298" y="28461"/>
                    <a:pt x="37315" y="17076"/>
                  </a:cubicBezTo>
                  <a:cubicBezTo>
                    <a:pt x="44905" y="20871"/>
                    <a:pt x="49964" y="24033"/>
                    <a:pt x="53759" y="26563"/>
                  </a:cubicBezTo>
                  <a:cubicBezTo>
                    <a:pt x="64511" y="22136"/>
                    <a:pt x="70203" y="19606"/>
                    <a:pt x="72100" y="19606"/>
                  </a:cubicBezTo>
                  <a:cubicBezTo>
                    <a:pt x="72733" y="18341"/>
                    <a:pt x="73365" y="15179"/>
                    <a:pt x="74630" y="9487"/>
                  </a:cubicBezTo>
                  <a:cubicBezTo>
                    <a:pt x="75895" y="5692"/>
                    <a:pt x="76528" y="2530"/>
                    <a:pt x="77160" y="0"/>
                  </a:cubicBezTo>
                  <a:lnTo>
                    <a:pt x="104988" y="0"/>
                  </a:lnTo>
                  <a:cubicBezTo>
                    <a:pt x="106253" y="2530"/>
                    <a:pt x="107518" y="8854"/>
                    <a:pt x="110048" y="18341"/>
                  </a:cubicBezTo>
                  <a:cubicBezTo>
                    <a:pt x="111313" y="18974"/>
                    <a:pt x="114475" y="20239"/>
                    <a:pt x="118903" y="22136"/>
                  </a:cubicBezTo>
                  <a:cubicBezTo>
                    <a:pt x="122697" y="23401"/>
                    <a:pt x="125860" y="25298"/>
                    <a:pt x="127757" y="26563"/>
                  </a:cubicBezTo>
                  <a:cubicBezTo>
                    <a:pt x="130287" y="25931"/>
                    <a:pt x="132817" y="24666"/>
                    <a:pt x="136611" y="22136"/>
                  </a:cubicBezTo>
                  <a:cubicBezTo>
                    <a:pt x="140406" y="19606"/>
                    <a:pt x="142936" y="18341"/>
                    <a:pt x="144833" y="17709"/>
                  </a:cubicBezTo>
                  <a:cubicBezTo>
                    <a:pt x="147996" y="19606"/>
                    <a:pt x="151790" y="22769"/>
                    <a:pt x="155585" y="27196"/>
                  </a:cubicBezTo>
                  <a:cubicBezTo>
                    <a:pt x="160645" y="32255"/>
                    <a:pt x="163807" y="35418"/>
                    <a:pt x="165705" y="37315"/>
                  </a:cubicBezTo>
                  <a:cubicBezTo>
                    <a:pt x="161277" y="44905"/>
                    <a:pt x="158115" y="50597"/>
                    <a:pt x="156218" y="53759"/>
                  </a:cubicBezTo>
                  <a:cubicBezTo>
                    <a:pt x="161277" y="67673"/>
                    <a:pt x="163175" y="73998"/>
                    <a:pt x="163175" y="72733"/>
                  </a:cubicBezTo>
                  <a:cubicBezTo>
                    <a:pt x="165705" y="72733"/>
                    <a:pt x="168867" y="73365"/>
                    <a:pt x="172662" y="74630"/>
                  </a:cubicBezTo>
                  <a:cubicBezTo>
                    <a:pt x="177089" y="75895"/>
                    <a:pt x="180251" y="76528"/>
                    <a:pt x="181516" y="77160"/>
                  </a:cubicBezTo>
                  <a:lnTo>
                    <a:pt x="181516" y="106253"/>
                  </a:lnTo>
                  <a:close/>
                  <a:moveTo>
                    <a:pt x="141039" y="118270"/>
                  </a:moveTo>
                  <a:cubicBezTo>
                    <a:pt x="146731" y="107518"/>
                    <a:pt x="149261" y="96766"/>
                    <a:pt x="147996" y="86015"/>
                  </a:cubicBezTo>
                  <a:cubicBezTo>
                    <a:pt x="147363" y="75895"/>
                    <a:pt x="143568" y="67041"/>
                    <a:pt x="137244" y="58819"/>
                  </a:cubicBezTo>
                  <a:cubicBezTo>
                    <a:pt x="131552" y="50597"/>
                    <a:pt x="123962" y="44905"/>
                    <a:pt x="114475" y="40477"/>
                  </a:cubicBezTo>
                  <a:cubicBezTo>
                    <a:pt x="104988" y="36050"/>
                    <a:pt x="95501" y="34153"/>
                    <a:pt x="86015" y="34785"/>
                  </a:cubicBezTo>
                  <a:cubicBezTo>
                    <a:pt x="71468" y="36050"/>
                    <a:pt x="60084" y="41110"/>
                    <a:pt x="50597" y="49964"/>
                  </a:cubicBezTo>
                  <a:cubicBezTo>
                    <a:pt x="42375" y="58186"/>
                    <a:pt x="36683" y="68306"/>
                    <a:pt x="34785" y="80322"/>
                  </a:cubicBezTo>
                  <a:cubicBezTo>
                    <a:pt x="32888" y="92339"/>
                    <a:pt x="34153" y="103723"/>
                    <a:pt x="38580" y="114475"/>
                  </a:cubicBezTo>
                  <a:cubicBezTo>
                    <a:pt x="43640" y="125860"/>
                    <a:pt x="51229" y="134714"/>
                    <a:pt x="61981" y="140406"/>
                  </a:cubicBezTo>
                  <a:cubicBezTo>
                    <a:pt x="75895" y="147996"/>
                    <a:pt x="91074" y="149261"/>
                    <a:pt x="107518" y="144201"/>
                  </a:cubicBezTo>
                  <a:cubicBezTo>
                    <a:pt x="123330" y="140406"/>
                    <a:pt x="134082" y="131552"/>
                    <a:pt x="141039" y="11827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2" name="Picture Placeholder 97">
              <a:extLst>
                <a:ext uri="{FF2B5EF4-FFF2-40B4-BE49-F238E27FC236}">
                  <a16:creationId xmlns:a16="http://schemas.microsoft.com/office/drawing/2014/main" id="{A863580B-D263-2F2A-CD2A-3DD7FBFC726F}"/>
                </a:ext>
              </a:extLst>
            </p:cNvPr>
            <p:cNvGrpSpPr/>
            <p:nvPr/>
          </p:nvGrpSpPr>
          <p:grpSpPr>
            <a:xfrm>
              <a:off x="7514311" y="3179818"/>
              <a:ext cx="212307" cy="211470"/>
              <a:chOff x="7514311" y="3179818"/>
              <a:chExt cx="212307" cy="211470"/>
            </a:xfrm>
            <a:grpFill/>
          </p:grpSpPr>
          <p:sp>
            <p:nvSpPr>
              <p:cNvPr id="43" name="Picture Placeholder 97">
                <a:extLst>
                  <a:ext uri="{FF2B5EF4-FFF2-40B4-BE49-F238E27FC236}">
                    <a16:creationId xmlns:a16="http://schemas.microsoft.com/office/drawing/2014/main" id="{17F1E54B-D746-5AA3-2CFA-99C0AB5671D4}"/>
                  </a:ext>
                </a:extLst>
              </p:cNvPr>
              <p:cNvSpPr/>
              <p:nvPr/>
            </p:nvSpPr>
            <p:spPr>
              <a:xfrm>
                <a:off x="7514311" y="3179818"/>
                <a:ext cx="212307" cy="211470"/>
              </a:xfrm>
              <a:custGeom>
                <a:avLst/>
                <a:gdLst>
                  <a:gd name="connsiteX0" fmla="*/ 106153 w 212307"/>
                  <a:gd name="connsiteY0" fmla="*/ 211471 h 211470"/>
                  <a:gd name="connsiteX1" fmla="*/ 60616 w 212307"/>
                  <a:gd name="connsiteY1" fmla="*/ 201351 h 211470"/>
                  <a:gd name="connsiteX2" fmla="*/ 6225 w 212307"/>
                  <a:gd name="connsiteY2" fmla="*/ 141268 h 211470"/>
                  <a:gd name="connsiteX3" fmla="*/ 10652 w 212307"/>
                  <a:gd name="connsiteY3" fmla="*/ 60313 h 211470"/>
                  <a:gd name="connsiteX4" fmla="*/ 151691 w 212307"/>
                  <a:gd name="connsiteY4" fmla="*/ 10349 h 211470"/>
                  <a:gd name="connsiteX5" fmla="*/ 206082 w 212307"/>
                  <a:gd name="connsiteY5" fmla="*/ 70432 h 211470"/>
                  <a:gd name="connsiteX6" fmla="*/ 201655 w 212307"/>
                  <a:gd name="connsiteY6" fmla="*/ 151387 h 211470"/>
                  <a:gd name="connsiteX7" fmla="*/ 106153 w 212307"/>
                  <a:gd name="connsiteY7" fmla="*/ 211471 h 211470"/>
                  <a:gd name="connsiteX8" fmla="*/ 106786 w 212307"/>
                  <a:gd name="connsiteY8" fmla="*/ 15408 h 211470"/>
                  <a:gd name="connsiteX9" fmla="*/ 25199 w 212307"/>
                  <a:gd name="connsiteY9" fmla="*/ 66637 h 211470"/>
                  <a:gd name="connsiteX10" fmla="*/ 21404 w 212307"/>
                  <a:gd name="connsiteY10" fmla="*/ 135576 h 211470"/>
                  <a:gd name="connsiteX11" fmla="*/ 67573 w 212307"/>
                  <a:gd name="connsiteY11" fmla="*/ 186805 h 211470"/>
                  <a:gd name="connsiteX12" fmla="*/ 187741 w 212307"/>
                  <a:gd name="connsiteY12" fmla="*/ 144430 h 211470"/>
                  <a:gd name="connsiteX13" fmla="*/ 187741 w 212307"/>
                  <a:gd name="connsiteY13" fmla="*/ 144430 h 211470"/>
                  <a:gd name="connsiteX14" fmla="*/ 191536 w 212307"/>
                  <a:gd name="connsiteY14" fmla="*/ 75492 h 211470"/>
                  <a:gd name="connsiteX15" fmla="*/ 145366 w 212307"/>
                  <a:gd name="connsiteY15" fmla="*/ 24263 h 211470"/>
                  <a:gd name="connsiteX16" fmla="*/ 106786 w 212307"/>
                  <a:gd name="connsiteY16"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07"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946" y="189335"/>
                      <a:pt x="145998" y="211471"/>
                      <a:pt x="106153" y="211471"/>
                    </a:cubicBezTo>
                    <a:close/>
                    <a:moveTo>
                      <a:pt x="106786" y="15408"/>
                    </a:moveTo>
                    <a:cubicBezTo>
                      <a:pt x="73266" y="15408"/>
                      <a:pt x="40378" y="34382"/>
                      <a:pt x="25199" y="66637"/>
                    </a:cubicBezTo>
                    <a:cubicBezTo>
                      <a:pt x="15079" y="88141"/>
                      <a:pt x="13814" y="112807"/>
                      <a:pt x="21404" y="135576"/>
                    </a:cubicBezTo>
                    <a:cubicBezTo>
                      <a:pt x="29626" y="158344"/>
                      <a:pt x="46070" y="176686"/>
                      <a:pt x="67573" y="186805"/>
                    </a:cubicBezTo>
                    <a:cubicBezTo>
                      <a:pt x="112478" y="208309"/>
                      <a:pt x="166237" y="189335"/>
                      <a:pt x="187741" y="144430"/>
                    </a:cubicBezTo>
                    <a:lnTo>
                      <a:pt x="187741" y="144430"/>
                    </a:lnTo>
                    <a:cubicBezTo>
                      <a:pt x="197860" y="122926"/>
                      <a:pt x="199125" y="98260"/>
                      <a:pt x="191536" y="75492"/>
                    </a:cubicBezTo>
                    <a:cubicBezTo>
                      <a:pt x="183314" y="52723"/>
                      <a:pt x="166870" y="34382"/>
                      <a:pt x="145366" y="24263"/>
                    </a:cubicBezTo>
                    <a:cubicBezTo>
                      <a:pt x="132717" y="17938"/>
                      <a:pt x="119435" y="15408"/>
                      <a:pt x="106786" y="15408"/>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4" name="Picture Placeholder 97">
                <a:extLst>
                  <a:ext uri="{FF2B5EF4-FFF2-40B4-BE49-F238E27FC236}">
                    <a16:creationId xmlns:a16="http://schemas.microsoft.com/office/drawing/2014/main" id="{CA11B277-4C36-E58E-F1ED-D671C7475EC6}"/>
                  </a:ext>
                </a:extLst>
              </p:cNvPr>
              <p:cNvGrpSpPr/>
              <p:nvPr/>
            </p:nvGrpSpPr>
            <p:grpSpPr>
              <a:xfrm>
                <a:off x="7584415" y="3223054"/>
                <a:ext cx="72732" cy="123962"/>
                <a:chOff x="7584415" y="3223054"/>
                <a:chExt cx="72732" cy="123962"/>
              </a:xfrm>
              <a:grpFill/>
            </p:grpSpPr>
            <p:sp>
              <p:nvSpPr>
                <p:cNvPr id="45" name="Picture Placeholder 97">
                  <a:extLst>
                    <a:ext uri="{FF2B5EF4-FFF2-40B4-BE49-F238E27FC236}">
                      <a16:creationId xmlns:a16="http://schemas.microsoft.com/office/drawing/2014/main" id="{DBA90A81-E256-0B48-7FC7-66D39D70EFCF}"/>
                    </a:ext>
                  </a:extLst>
                </p:cNvPr>
                <p:cNvSpPr/>
                <p:nvPr/>
              </p:nvSpPr>
              <p:spPr>
                <a:xfrm>
                  <a:off x="7584415" y="3281241"/>
                  <a:ext cx="72732" cy="65775"/>
                </a:xfrm>
                <a:custGeom>
                  <a:avLst/>
                  <a:gdLst>
                    <a:gd name="connsiteX0" fmla="*/ 35418 w 72732"/>
                    <a:gd name="connsiteY0" fmla="*/ 15812 h 65775"/>
                    <a:gd name="connsiteX1" fmla="*/ 56289 w 72732"/>
                    <a:gd name="connsiteY1" fmla="*/ 24666 h 65775"/>
                    <a:gd name="connsiteX2" fmla="*/ 56289 w 72732"/>
                    <a:gd name="connsiteY2" fmla="*/ 50597 h 65775"/>
                    <a:gd name="connsiteX3" fmla="*/ 15179 w 72732"/>
                    <a:gd name="connsiteY3" fmla="*/ 50597 h 65775"/>
                    <a:gd name="connsiteX4" fmla="*/ 15179 w 72732"/>
                    <a:gd name="connsiteY4" fmla="*/ 24033 h 65775"/>
                    <a:gd name="connsiteX5" fmla="*/ 35418 w 72732"/>
                    <a:gd name="connsiteY5" fmla="*/ 15812 h 65775"/>
                    <a:gd name="connsiteX6" fmla="*/ 35418 w 72732"/>
                    <a:gd name="connsiteY6" fmla="*/ 0 h 65775"/>
                    <a:gd name="connsiteX7" fmla="*/ 3162 w 72732"/>
                    <a:gd name="connsiteY7" fmla="*/ 13914 h 65775"/>
                    <a:gd name="connsiteX8" fmla="*/ 1265 w 72732"/>
                    <a:gd name="connsiteY8" fmla="*/ 16444 h 65775"/>
                    <a:gd name="connsiteX9" fmla="*/ 0 w 72732"/>
                    <a:gd name="connsiteY9" fmla="*/ 22136 h 65775"/>
                    <a:gd name="connsiteX10" fmla="*/ 0 w 72732"/>
                    <a:gd name="connsiteY10" fmla="*/ 58186 h 65775"/>
                    <a:gd name="connsiteX11" fmla="*/ 5692 w 72732"/>
                    <a:gd name="connsiteY11" fmla="*/ 65776 h 65775"/>
                    <a:gd name="connsiteX12" fmla="*/ 67041 w 72732"/>
                    <a:gd name="connsiteY12" fmla="*/ 65776 h 65775"/>
                    <a:gd name="connsiteX13" fmla="*/ 72733 w 72732"/>
                    <a:gd name="connsiteY13" fmla="*/ 58186 h 65775"/>
                    <a:gd name="connsiteX14" fmla="*/ 72733 w 72732"/>
                    <a:gd name="connsiteY14" fmla="*/ 22136 h 65775"/>
                    <a:gd name="connsiteX15" fmla="*/ 71468 w 72732"/>
                    <a:gd name="connsiteY15" fmla="*/ 17076 h 65775"/>
                    <a:gd name="connsiteX16" fmla="*/ 35418 w 72732"/>
                    <a:gd name="connsiteY16" fmla="*/ 0 h 65775"/>
                    <a:gd name="connsiteX17" fmla="*/ 35418 w 72732"/>
                    <a:gd name="connsiteY17" fmla="*/ 0 h 6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732" h="65775">
                      <a:moveTo>
                        <a:pt x="35418" y="15812"/>
                      </a:moveTo>
                      <a:cubicBezTo>
                        <a:pt x="43007" y="15812"/>
                        <a:pt x="50597" y="18974"/>
                        <a:pt x="56289" y="24666"/>
                      </a:cubicBezTo>
                      <a:lnTo>
                        <a:pt x="56289" y="50597"/>
                      </a:lnTo>
                      <a:lnTo>
                        <a:pt x="15179" y="50597"/>
                      </a:lnTo>
                      <a:lnTo>
                        <a:pt x="15179" y="24033"/>
                      </a:lnTo>
                      <a:cubicBezTo>
                        <a:pt x="21504" y="18341"/>
                        <a:pt x="28461" y="15812"/>
                        <a:pt x="35418" y="15812"/>
                      </a:cubicBezTo>
                      <a:moveTo>
                        <a:pt x="35418" y="0"/>
                      </a:moveTo>
                      <a:cubicBezTo>
                        <a:pt x="23401" y="0"/>
                        <a:pt x="12017" y="4427"/>
                        <a:pt x="3162" y="13914"/>
                      </a:cubicBezTo>
                      <a:cubicBezTo>
                        <a:pt x="2530" y="14547"/>
                        <a:pt x="1897" y="15812"/>
                        <a:pt x="1265" y="16444"/>
                      </a:cubicBezTo>
                      <a:cubicBezTo>
                        <a:pt x="632" y="17709"/>
                        <a:pt x="0" y="19606"/>
                        <a:pt x="0" y="22136"/>
                      </a:cubicBezTo>
                      <a:lnTo>
                        <a:pt x="0" y="58186"/>
                      </a:lnTo>
                      <a:cubicBezTo>
                        <a:pt x="0" y="62614"/>
                        <a:pt x="2530" y="65776"/>
                        <a:pt x="5692" y="65776"/>
                      </a:cubicBezTo>
                      <a:lnTo>
                        <a:pt x="67041" y="65776"/>
                      </a:lnTo>
                      <a:cubicBezTo>
                        <a:pt x="70203" y="65776"/>
                        <a:pt x="72733" y="61981"/>
                        <a:pt x="72733" y="58186"/>
                      </a:cubicBezTo>
                      <a:lnTo>
                        <a:pt x="72733" y="22136"/>
                      </a:lnTo>
                      <a:cubicBezTo>
                        <a:pt x="72733" y="20239"/>
                        <a:pt x="72100" y="18341"/>
                        <a:pt x="71468" y="17076"/>
                      </a:cubicBezTo>
                      <a:cubicBezTo>
                        <a:pt x="61349" y="5692"/>
                        <a:pt x="48699" y="0"/>
                        <a:pt x="35418" y="0"/>
                      </a:cubicBezTo>
                      <a:lnTo>
                        <a:pt x="35418"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Picture Placeholder 97">
                  <a:extLst>
                    <a:ext uri="{FF2B5EF4-FFF2-40B4-BE49-F238E27FC236}">
                      <a16:creationId xmlns:a16="http://schemas.microsoft.com/office/drawing/2014/main" id="{5B8D97B4-F834-F061-5B4C-076B2E2F29BB}"/>
                    </a:ext>
                  </a:extLst>
                </p:cNvPr>
                <p:cNvSpPr/>
                <p:nvPr/>
              </p:nvSpPr>
              <p:spPr>
                <a:xfrm>
                  <a:off x="7592636" y="3223054"/>
                  <a:ext cx="51861" cy="51861"/>
                </a:xfrm>
                <a:custGeom>
                  <a:avLst/>
                  <a:gdLst>
                    <a:gd name="connsiteX0" fmla="*/ 25931 w 51861"/>
                    <a:gd name="connsiteY0" fmla="*/ 15812 h 51861"/>
                    <a:gd name="connsiteX1" fmla="*/ 36050 w 51861"/>
                    <a:gd name="connsiteY1" fmla="*/ 25931 h 51861"/>
                    <a:gd name="connsiteX2" fmla="*/ 25931 w 51861"/>
                    <a:gd name="connsiteY2" fmla="*/ 36050 h 51861"/>
                    <a:gd name="connsiteX3" fmla="*/ 15812 w 51861"/>
                    <a:gd name="connsiteY3" fmla="*/ 25931 h 51861"/>
                    <a:gd name="connsiteX4" fmla="*/ 25931 w 51861"/>
                    <a:gd name="connsiteY4" fmla="*/ 15812 h 51861"/>
                    <a:gd name="connsiteX5" fmla="*/ 25931 w 51861"/>
                    <a:gd name="connsiteY5" fmla="*/ 0 h 51861"/>
                    <a:gd name="connsiteX6" fmla="*/ 0 w 51861"/>
                    <a:gd name="connsiteY6" fmla="*/ 25931 h 51861"/>
                    <a:gd name="connsiteX7" fmla="*/ 25931 w 51861"/>
                    <a:gd name="connsiteY7" fmla="*/ 51862 h 51861"/>
                    <a:gd name="connsiteX8" fmla="*/ 51862 w 51861"/>
                    <a:gd name="connsiteY8" fmla="*/ 25931 h 51861"/>
                    <a:gd name="connsiteX9" fmla="*/ 25931 w 51861"/>
                    <a:gd name="connsiteY9" fmla="*/ 0 h 51861"/>
                    <a:gd name="connsiteX10" fmla="*/ 25931 w 51861"/>
                    <a:gd name="connsiteY10" fmla="*/ 0 h 5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861" h="51861">
                      <a:moveTo>
                        <a:pt x="25931" y="15812"/>
                      </a:moveTo>
                      <a:cubicBezTo>
                        <a:pt x="31623" y="15812"/>
                        <a:pt x="36050" y="20239"/>
                        <a:pt x="36050" y="25931"/>
                      </a:cubicBezTo>
                      <a:cubicBezTo>
                        <a:pt x="36050" y="31623"/>
                        <a:pt x="31623" y="36050"/>
                        <a:pt x="25931" y="36050"/>
                      </a:cubicBezTo>
                      <a:cubicBezTo>
                        <a:pt x="20239" y="36050"/>
                        <a:pt x="15812" y="31623"/>
                        <a:pt x="15812" y="25931"/>
                      </a:cubicBezTo>
                      <a:cubicBezTo>
                        <a:pt x="15812" y="20239"/>
                        <a:pt x="20239" y="15812"/>
                        <a:pt x="25931" y="15812"/>
                      </a:cubicBezTo>
                      <a:moveTo>
                        <a:pt x="25931" y="0"/>
                      </a:moveTo>
                      <a:cubicBezTo>
                        <a:pt x="11384" y="0"/>
                        <a:pt x="0" y="11384"/>
                        <a:pt x="0" y="25931"/>
                      </a:cubicBezTo>
                      <a:cubicBezTo>
                        <a:pt x="0" y="40477"/>
                        <a:pt x="11384" y="51862"/>
                        <a:pt x="25931" y="51862"/>
                      </a:cubicBezTo>
                      <a:cubicBezTo>
                        <a:pt x="40477" y="51862"/>
                        <a:pt x="51862" y="40477"/>
                        <a:pt x="51862" y="25931"/>
                      </a:cubicBezTo>
                      <a:cubicBezTo>
                        <a:pt x="51862" y="11384"/>
                        <a:pt x="40477" y="0"/>
                        <a:pt x="25931" y="0"/>
                      </a:cubicBezTo>
                      <a:lnTo>
                        <a:pt x="25931" y="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sp>
        <p:nvSpPr>
          <p:cNvPr id="15" name="TextBox 14">
            <a:extLst>
              <a:ext uri="{FF2B5EF4-FFF2-40B4-BE49-F238E27FC236}">
                <a16:creationId xmlns:a16="http://schemas.microsoft.com/office/drawing/2014/main" id="{6F403218-11E9-5C00-2DC9-7AD1144C0B0E}"/>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9" name="Graphic 8">
            <a:extLst>
              <a:ext uri="{FF2B5EF4-FFF2-40B4-BE49-F238E27FC236}">
                <a16:creationId xmlns:a16="http://schemas.microsoft.com/office/drawing/2014/main" id="{DA8F3CDD-DA35-ECA8-6946-BEACF9F025F5}"/>
              </a:ext>
            </a:extLst>
          </p:cNvPr>
          <p:cNvGrpSpPr/>
          <p:nvPr userDrawn="1"/>
        </p:nvGrpSpPr>
        <p:grpSpPr>
          <a:xfrm>
            <a:off x="265625" y="6323271"/>
            <a:ext cx="1249223" cy="369648"/>
            <a:chOff x="265625" y="6323271"/>
            <a:chExt cx="1249223" cy="369648"/>
          </a:xfrm>
          <a:solidFill>
            <a:srgbClr val="000000"/>
          </a:solidFill>
        </p:grpSpPr>
        <p:grpSp>
          <p:nvGrpSpPr>
            <p:cNvPr id="60" name="Graphic 8">
              <a:extLst>
                <a:ext uri="{FF2B5EF4-FFF2-40B4-BE49-F238E27FC236}">
                  <a16:creationId xmlns:a16="http://schemas.microsoft.com/office/drawing/2014/main" id="{FEA26D96-DCC5-44B9-DCC1-F04A8DA65D45}"/>
                </a:ext>
              </a:extLst>
            </p:cNvPr>
            <p:cNvGrpSpPr/>
            <p:nvPr/>
          </p:nvGrpSpPr>
          <p:grpSpPr>
            <a:xfrm>
              <a:off x="745455" y="6594444"/>
              <a:ext cx="722662" cy="98475"/>
              <a:chOff x="745455" y="6594444"/>
              <a:chExt cx="722662" cy="98475"/>
            </a:xfrm>
            <a:solidFill>
              <a:srgbClr val="000000"/>
            </a:solidFill>
          </p:grpSpPr>
          <p:sp>
            <p:nvSpPr>
              <p:cNvPr id="134" name="Freeform 19">
                <a:extLst>
                  <a:ext uri="{FF2B5EF4-FFF2-40B4-BE49-F238E27FC236}">
                    <a16:creationId xmlns:a16="http://schemas.microsoft.com/office/drawing/2014/main" id="{E665FCE4-3C14-6260-F19F-347C8632444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5" name="Freeform 20">
                <a:extLst>
                  <a:ext uri="{FF2B5EF4-FFF2-40B4-BE49-F238E27FC236}">
                    <a16:creationId xmlns:a16="http://schemas.microsoft.com/office/drawing/2014/main" id="{7C18765B-3031-F731-1213-A99707F1546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6" name="Freeform 21">
                <a:extLst>
                  <a:ext uri="{FF2B5EF4-FFF2-40B4-BE49-F238E27FC236}">
                    <a16:creationId xmlns:a16="http://schemas.microsoft.com/office/drawing/2014/main" id="{DB8A8D53-4CC4-DF3A-BA18-D9DB5DF1B93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7" name="Freeform 22">
                <a:extLst>
                  <a:ext uri="{FF2B5EF4-FFF2-40B4-BE49-F238E27FC236}">
                    <a16:creationId xmlns:a16="http://schemas.microsoft.com/office/drawing/2014/main" id="{A0796472-E1AC-288B-D542-7291A19AAA5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8" name="Freeform 23">
                <a:extLst>
                  <a:ext uri="{FF2B5EF4-FFF2-40B4-BE49-F238E27FC236}">
                    <a16:creationId xmlns:a16="http://schemas.microsoft.com/office/drawing/2014/main" id="{5ECA4B10-0963-4B85-56F8-5499607A8A0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9" name="Freeform 24">
                <a:extLst>
                  <a:ext uri="{FF2B5EF4-FFF2-40B4-BE49-F238E27FC236}">
                    <a16:creationId xmlns:a16="http://schemas.microsoft.com/office/drawing/2014/main" id="{9B618098-4500-FE11-F067-EBB471D32C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40" name="Freeform 25">
                <a:extLst>
                  <a:ext uri="{FF2B5EF4-FFF2-40B4-BE49-F238E27FC236}">
                    <a16:creationId xmlns:a16="http://schemas.microsoft.com/office/drawing/2014/main" id="{EBA01472-EFE4-6E00-F42D-B8F9FCFC391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41" name="Freeform 26">
                <a:extLst>
                  <a:ext uri="{FF2B5EF4-FFF2-40B4-BE49-F238E27FC236}">
                    <a16:creationId xmlns:a16="http://schemas.microsoft.com/office/drawing/2014/main" id="{7577505E-2A27-ABED-FEE7-9504CFDA36F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42" name="Freeform 27">
                <a:extLst>
                  <a:ext uri="{FF2B5EF4-FFF2-40B4-BE49-F238E27FC236}">
                    <a16:creationId xmlns:a16="http://schemas.microsoft.com/office/drawing/2014/main" id="{30766C96-17CE-4EDF-B5A7-BB06A8800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3" name="Freeform 28">
                <a:extLst>
                  <a:ext uri="{FF2B5EF4-FFF2-40B4-BE49-F238E27FC236}">
                    <a16:creationId xmlns:a16="http://schemas.microsoft.com/office/drawing/2014/main" id="{24BED79B-AC0E-98AE-E5D7-CFAEC8AF755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1" name="Graphic 8">
              <a:extLst>
                <a:ext uri="{FF2B5EF4-FFF2-40B4-BE49-F238E27FC236}">
                  <a16:creationId xmlns:a16="http://schemas.microsoft.com/office/drawing/2014/main" id="{1B0F7D89-0D03-4D58-9934-F88B709D1FA8}"/>
                </a:ext>
              </a:extLst>
            </p:cNvPr>
            <p:cNvGrpSpPr/>
            <p:nvPr/>
          </p:nvGrpSpPr>
          <p:grpSpPr>
            <a:xfrm>
              <a:off x="265625" y="6323271"/>
              <a:ext cx="1249223" cy="190348"/>
              <a:chOff x="265625" y="6323271"/>
              <a:chExt cx="1249223" cy="190348"/>
            </a:xfrm>
            <a:solidFill>
              <a:srgbClr val="000000"/>
            </a:solidFill>
          </p:grpSpPr>
          <p:sp>
            <p:nvSpPr>
              <p:cNvPr id="62" name="Freeform 10">
                <a:extLst>
                  <a:ext uri="{FF2B5EF4-FFF2-40B4-BE49-F238E27FC236}">
                    <a16:creationId xmlns:a16="http://schemas.microsoft.com/office/drawing/2014/main" id="{FC47670E-4E2D-5A69-7C2E-C73E4C64619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3" name="Freeform 11">
                <a:extLst>
                  <a:ext uri="{FF2B5EF4-FFF2-40B4-BE49-F238E27FC236}">
                    <a16:creationId xmlns:a16="http://schemas.microsoft.com/office/drawing/2014/main" id="{D1E180CA-EF7B-F86F-38ED-DB37D4AA29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9" name="Freeform 14">
                <a:extLst>
                  <a:ext uri="{FF2B5EF4-FFF2-40B4-BE49-F238E27FC236}">
                    <a16:creationId xmlns:a16="http://schemas.microsoft.com/office/drawing/2014/main" id="{4F722D32-32EA-697E-659D-10EAA7CA3AC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0" name="Freeform 15">
                <a:extLst>
                  <a:ext uri="{FF2B5EF4-FFF2-40B4-BE49-F238E27FC236}">
                    <a16:creationId xmlns:a16="http://schemas.microsoft.com/office/drawing/2014/main" id="{AEEEC679-5C63-EAA4-66C9-00E7C815D86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1" name="Freeform 16">
                <a:extLst>
                  <a:ext uri="{FF2B5EF4-FFF2-40B4-BE49-F238E27FC236}">
                    <a16:creationId xmlns:a16="http://schemas.microsoft.com/office/drawing/2014/main" id="{5495FE3B-CD5B-967D-BBF5-125873320EE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32" name="Freeform 17">
                <a:extLst>
                  <a:ext uri="{FF2B5EF4-FFF2-40B4-BE49-F238E27FC236}">
                    <a16:creationId xmlns:a16="http://schemas.microsoft.com/office/drawing/2014/main" id="{AEBF0620-7FB7-B34B-2CCD-46D6923A1D7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3" name="Freeform 18">
                <a:extLst>
                  <a:ext uri="{FF2B5EF4-FFF2-40B4-BE49-F238E27FC236}">
                    <a16:creationId xmlns:a16="http://schemas.microsoft.com/office/drawing/2014/main" id="{CB8906A9-A9E3-B00B-47DF-4184884ACB5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8" name="TextBox 57">
            <a:extLst>
              <a:ext uri="{FF2B5EF4-FFF2-40B4-BE49-F238E27FC236}">
                <a16:creationId xmlns:a16="http://schemas.microsoft.com/office/drawing/2014/main" id="{9BDF8C01-22D8-9DE8-DC1F-3A192D7F864B}"/>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859097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ection - A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60B1DD61-9FDE-780F-69D6-81F7DA6C4664}"/>
              </a:ext>
            </a:extLst>
          </p:cNvPr>
          <p:cNvSpPr/>
          <p:nvPr userDrawn="1"/>
        </p:nvSpPr>
        <p:spPr>
          <a:xfrm>
            <a:off x="5378042" y="-1"/>
            <a:ext cx="14676689" cy="6858001"/>
          </a:xfrm>
          <a:prstGeom prst="parallelogram">
            <a:avLst>
              <a:gd name="adj" fmla="val 100124"/>
            </a:avLst>
          </a:prstGeom>
          <a:gradFill flip="none" rotWithShape="1">
            <a:gsLst>
              <a:gs pos="24000">
                <a:schemeClr val="accent4"/>
              </a:gs>
              <a:gs pos="100000">
                <a:schemeClr val="accent4">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B946C5CD-C3D8-46F5-2C55-12D47C8A48C1}"/>
              </a:ext>
            </a:extLst>
          </p:cNvPr>
          <p:cNvSpPr/>
          <p:nvPr userDrawn="1"/>
        </p:nvSpPr>
        <p:spPr>
          <a:xfrm>
            <a:off x="1840256" y="-1"/>
            <a:ext cx="12934077" cy="6470788"/>
          </a:xfrm>
          <a:prstGeom prst="parallelogram">
            <a:avLst>
              <a:gd name="adj" fmla="val 100124"/>
            </a:avLst>
          </a:prstGeom>
          <a:gradFill flip="none" rotWithShape="1">
            <a:gsLst>
              <a:gs pos="0">
                <a:schemeClr val="accent4">
                  <a:alpha val="14000"/>
                </a:schemeClr>
              </a:gs>
              <a:gs pos="97000">
                <a:schemeClr val="accent4">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539B7AE6-B6CC-2DA5-D5F4-FCF99A4A36E7}"/>
              </a:ext>
            </a:extLst>
          </p:cNvPr>
          <p:cNvSpPr/>
          <p:nvPr userDrawn="1"/>
        </p:nvSpPr>
        <p:spPr>
          <a:xfrm>
            <a:off x="5293059" y="4100725"/>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4">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3FDEBDA4-3868-5D6A-A49B-C4F2D42356E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E07D793F-7B43-0194-B315-5248F957D5C7}"/>
              </a:ext>
            </a:extLst>
          </p:cNvPr>
          <p:cNvGrpSpPr/>
          <p:nvPr userDrawn="1"/>
        </p:nvGrpSpPr>
        <p:grpSpPr>
          <a:xfrm>
            <a:off x="9491711" y="911779"/>
            <a:ext cx="1685206" cy="686138"/>
            <a:chOff x="437672" y="1280130"/>
            <a:chExt cx="2910783" cy="1185138"/>
          </a:xfrm>
        </p:grpSpPr>
        <p:sp>
          <p:nvSpPr>
            <p:cNvPr id="8" name="Freeform: Shape 187">
              <a:extLst>
                <a:ext uri="{FF2B5EF4-FFF2-40B4-BE49-F238E27FC236}">
                  <a16:creationId xmlns:a16="http://schemas.microsoft.com/office/drawing/2014/main" id="{73FAE3E3-7BAD-268B-B642-DBC7C9C1501C}"/>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B2737416-25E2-B7A6-4CF0-A4BBAA95EFEF}"/>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C1A206A6-3310-EA7E-60A7-52B4E662E852}"/>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6904CC82-8FC3-4907-D7C4-25E8CCD3B3B1}"/>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9BDA50C5-6DC2-578E-D13A-57059AADC076}"/>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7DF80A53-DEF6-4DE3-70AE-2C4E88516EB5}"/>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C42C827-27B3-D459-A335-65E91F88ABBA}"/>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C59A6058-5AB1-8234-CA24-700044CCB2C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6079931B-B490-7325-A160-7A6DE1A9A21A}"/>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5F2CFDA2-2CBF-135C-2338-BDEAD8597CF6}"/>
              </a:ext>
            </a:extLst>
          </p:cNvPr>
          <p:cNvSpPr/>
          <p:nvPr userDrawn="1"/>
        </p:nvSpPr>
        <p:spPr>
          <a:xfrm>
            <a:off x="4525077" y="5197695"/>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26BAEE59-9AED-9F97-D5FA-39C001419BAE}"/>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6E51B8FA-8550-4991-CF45-AF9BC233A4ED}"/>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6B919A6D-E9F3-238B-0545-E7C2970214F5}"/>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91AD3376-23AF-FAF7-F059-A3FF5F1447BE}"/>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67FA9BC-F299-29EB-6442-876118767C9E}"/>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62AA542-0F9E-953C-1D69-87234AEB2E01}"/>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F8EC2207-3E2B-C094-D745-681FB54929BB}"/>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36D4EC66-C4B1-4167-28C6-93D5B89E208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36E566A3-6670-19EF-B9E7-5485FB3B0FA4}"/>
              </a:ext>
            </a:extLst>
          </p:cNvPr>
          <p:cNvSpPr/>
          <p:nvPr userDrawn="1"/>
        </p:nvSpPr>
        <p:spPr>
          <a:xfrm flipV="1">
            <a:off x="6354876" y="1852997"/>
            <a:ext cx="3152006" cy="3152006"/>
          </a:xfrm>
          <a:prstGeom prst="ellipse">
            <a:avLst/>
          </a:prstGeom>
          <a:solidFill>
            <a:schemeClr val="bg1"/>
          </a:solidFill>
          <a:ln w="508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F66D5560-C575-CC2E-4C54-4AB471C116BD}"/>
              </a:ext>
            </a:extLst>
          </p:cNvPr>
          <p:cNvSpPr/>
          <p:nvPr userDrawn="1"/>
        </p:nvSpPr>
        <p:spPr>
          <a:xfrm>
            <a:off x="5893815" y="4685918"/>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8" name="Graphic 27">
            <a:extLst>
              <a:ext uri="{FF2B5EF4-FFF2-40B4-BE49-F238E27FC236}">
                <a16:creationId xmlns:a16="http://schemas.microsoft.com/office/drawing/2014/main" id="{D3C99B72-7E35-A873-43DA-C64CADFE567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74850" y="3900948"/>
            <a:ext cx="780374" cy="780374"/>
          </a:xfrm>
          <a:prstGeom prst="rect">
            <a:avLst/>
          </a:prstGeom>
        </p:spPr>
      </p:pic>
      <p:pic>
        <p:nvPicPr>
          <p:cNvPr id="29" name="Graphic 28">
            <a:extLst>
              <a:ext uri="{FF2B5EF4-FFF2-40B4-BE49-F238E27FC236}">
                <a16:creationId xmlns:a16="http://schemas.microsoft.com/office/drawing/2014/main" id="{F1EE2544-EFBA-1086-1AC2-9865D86035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33671" y="4535003"/>
            <a:ext cx="1053193" cy="1053193"/>
          </a:xfrm>
          <a:prstGeom prst="rect">
            <a:avLst/>
          </a:prstGeom>
        </p:spPr>
      </p:pic>
      <p:sp>
        <p:nvSpPr>
          <p:cNvPr id="30" name="Picture Placeholder 91" descr="Mld Model&#10;">
            <a:extLst>
              <a:ext uri="{FF2B5EF4-FFF2-40B4-BE49-F238E27FC236}">
                <a16:creationId xmlns:a16="http://schemas.microsoft.com/office/drawing/2014/main" id="{CBF211F3-F7BD-BDF9-7E50-73744BB38BD6}"/>
              </a:ext>
            </a:extLst>
          </p:cNvPr>
          <p:cNvSpPr>
            <a:spLocks noChangeAspect="1"/>
          </p:cNvSpPr>
          <p:nvPr userDrawn="1"/>
        </p:nvSpPr>
        <p:spPr>
          <a:xfrm>
            <a:off x="6980353" y="2597461"/>
            <a:ext cx="1828800" cy="1696257"/>
          </a:xfrm>
          <a:custGeom>
            <a:avLst/>
            <a:gdLst>
              <a:gd name="connsiteX0" fmla="*/ 569847 w 602101"/>
              <a:gd name="connsiteY0" fmla="*/ 177721 h 558462"/>
              <a:gd name="connsiteX1" fmla="*/ 538856 w 602101"/>
              <a:gd name="connsiteY1" fmla="*/ 201755 h 558462"/>
              <a:gd name="connsiteX2" fmla="*/ 387066 w 602101"/>
              <a:gd name="connsiteY2" fmla="*/ 201755 h 558462"/>
              <a:gd name="connsiteX3" fmla="*/ 387066 w 602101"/>
              <a:gd name="connsiteY3" fmla="*/ 108783 h 558462"/>
              <a:gd name="connsiteX4" fmla="*/ 474977 w 602101"/>
              <a:gd name="connsiteY4" fmla="*/ 108783 h 558462"/>
              <a:gd name="connsiteX5" fmla="*/ 505968 w 602101"/>
              <a:gd name="connsiteY5" fmla="*/ 132817 h 558462"/>
              <a:gd name="connsiteX6" fmla="*/ 538224 w 602101"/>
              <a:gd name="connsiteY6" fmla="*/ 100561 h 558462"/>
              <a:gd name="connsiteX7" fmla="*/ 505968 w 602101"/>
              <a:gd name="connsiteY7" fmla="*/ 68306 h 558462"/>
              <a:gd name="connsiteX8" fmla="*/ 474977 w 602101"/>
              <a:gd name="connsiteY8" fmla="*/ 92339 h 558462"/>
              <a:gd name="connsiteX9" fmla="*/ 387066 w 602101"/>
              <a:gd name="connsiteY9" fmla="*/ 92339 h 558462"/>
              <a:gd name="connsiteX10" fmla="*/ 387066 w 602101"/>
              <a:gd name="connsiteY10" fmla="*/ 27828 h 558462"/>
              <a:gd name="connsiteX11" fmla="*/ 383903 w 602101"/>
              <a:gd name="connsiteY11" fmla="*/ 25298 h 558462"/>
              <a:gd name="connsiteX12" fmla="*/ 309273 w 602101"/>
              <a:gd name="connsiteY12" fmla="*/ 0 h 558462"/>
              <a:gd name="connsiteX13" fmla="*/ 189106 w 602101"/>
              <a:gd name="connsiteY13" fmla="*/ 94869 h 558462"/>
              <a:gd name="connsiteX14" fmla="*/ 144833 w 602101"/>
              <a:gd name="connsiteY14" fmla="*/ 118902 h 558462"/>
              <a:gd name="connsiteX15" fmla="*/ 101194 w 602101"/>
              <a:gd name="connsiteY15" fmla="*/ 203020 h 558462"/>
              <a:gd name="connsiteX16" fmla="*/ 114475 w 602101"/>
              <a:gd name="connsiteY16" fmla="*/ 269428 h 558462"/>
              <a:gd name="connsiteX17" fmla="*/ 63246 w 602101"/>
              <a:gd name="connsiteY17" fmla="*/ 269428 h 558462"/>
              <a:gd name="connsiteX18" fmla="*/ 32255 w 602101"/>
              <a:gd name="connsiteY18" fmla="*/ 245394 h 558462"/>
              <a:gd name="connsiteX19" fmla="*/ 0 w 602101"/>
              <a:gd name="connsiteY19" fmla="*/ 277650 h 558462"/>
              <a:gd name="connsiteX20" fmla="*/ 32255 w 602101"/>
              <a:gd name="connsiteY20" fmla="*/ 309905 h 558462"/>
              <a:gd name="connsiteX21" fmla="*/ 63246 w 602101"/>
              <a:gd name="connsiteY21" fmla="*/ 285872 h 558462"/>
              <a:gd name="connsiteX22" fmla="*/ 113843 w 602101"/>
              <a:gd name="connsiteY22" fmla="*/ 285872 h 558462"/>
              <a:gd name="connsiteX23" fmla="*/ 118902 w 602101"/>
              <a:gd name="connsiteY23" fmla="*/ 406039 h 558462"/>
              <a:gd name="connsiteX24" fmla="*/ 187208 w 602101"/>
              <a:gd name="connsiteY24" fmla="*/ 459166 h 558462"/>
              <a:gd name="connsiteX25" fmla="*/ 187208 w 602101"/>
              <a:gd name="connsiteY25" fmla="*/ 457901 h 558462"/>
              <a:gd name="connsiteX26" fmla="*/ 308640 w 602101"/>
              <a:gd name="connsiteY26" fmla="*/ 558462 h 558462"/>
              <a:gd name="connsiteX27" fmla="*/ 383271 w 602101"/>
              <a:gd name="connsiteY27" fmla="*/ 533164 h 558462"/>
              <a:gd name="connsiteX28" fmla="*/ 386433 w 602101"/>
              <a:gd name="connsiteY28" fmla="*/ 530634 h 558462"/>
              <a:gd name="connsiteX29" fmla="*/ 386433 w 602101"/>
              <a:gd name="connsiteY29" fmla="*/ 436397 h 558462"/>
              <a:gd name="connsiteX30" fmla="*/ 434500 w 602101"/>
              <a:gd name="connsiteY30" fmla="*/ 436397 h 558462"/>
              <a:gd name="connsiteX31" fmla="*/ 465491 w 602101"/>
              <a:gd name="connsiteY31" fmla="*/ 460431 h 558462"/>
              <a:gd name="connsiteX32" fmla="*/ 497746 w 602101"/>
              <a:gd name="connsiteY32" fmla="*/ 428175 h 558462"/>
              <a:gd name="connsiteX33" fmla="*/ 465491 w 602101"/>
              <a:gd name="connsiteY33" fmla="*/ 395920 h 558462"/>
              <a:gd name="connsiteX34" fmla="*/ 434500 w 602101"/>
              <a:gd name="connsiteY34" fmla="*/ 419953 h 558462"/>
              <a:gd name="connsiteX35" fmla="*/ 386433 w 602101"/>
              <a:gd name="connsiteY35" fmla="*/ 419953 h 558462"/>
              <a:gd name="connsiteX36" fmla="*/ 386433 w 602101"/>
              <a:gd name="connsiteY36" fmla="*/ 326982 h 558462"/>
              <a:gd name="connsiteX37" fmla="*/ 503438 w 602101"/>
              <a:gd name="connsiteY37" fmla="*/ 326982 h 558462"/>
              <a:gd name="connsiteX38" fmla="*/ 534429 w 602101"/>
              <a:gd name="connsiteY38" fmla="*/ 351015 h 558462"/>
              <a:gd name="connsiteX39" fmla="*/ 566684 w 602101"/>
              <a:gd name="connsiteY39" fmla="*/ 318760 h 558462"/>
              <a:gd name="connsiteX40" fmla="*/ 534429 w 602101"/>
              <a:gd name="connsiteY40" fmla="*/ 286504 h 558462"/>
              <a:gd name="connsiteX41" fmla="*/ 503438 w 602101"/>
              <a:gd name="connsiteY41" fmla="*/ 310538 h 558462"/>
              <a:gd name="connsiteX42" fmla="*/ 387066 w 602101"/>
              <a:gd name="connsiteY42" fmla="*/ 310538 h 558462"/>
              <a:gd name="connsiteX43" fmla="*/ 387066 w 602101"/>
              <a:gd name="connsiteY43" fmla="*/ 218199 h 558462"/>
              <a:gd name="connsiteX44" fmla="*/ 538856 w 602101"/>
              <a:gd name="connsiteY44" fmla="*/ 218199 h 558462"/>
              <a:gd name="connsiteX45" fmla="*/ 569847 w 602101"/>
              <a:gd name="connsiteY45" fmla="*/ 242232 h 558462"/>
              <a:gd name="connsiteX46" fmla="*/ 602102 w 602101"/>
              <a:gd name="connsiteY46" fmla="*/ 209977 h 558462"/>
              <a:gd name="connsiteX47" fmla="*/ 569847 w 602101"/>
              <a:gd name="connsiteY47" fmla="*/ 177721 h 558462"/>
              <a:gd name="connsiteX48" fmla="*/ 309273 w 602101"/>
              <a:gd name="connsiteY48" fmla="*/ 542018 h 558462"/>
              <a:gd name="connsiteX49" fmla="*/ 201755 w 602101"/>
              <a:gd name="connsiteY49" fmla="*/ 434500 h 558462"/>
              <a:gd name="connsiteX50" fmla="*/ 185943 w 602101"/>
              <a:gd name="connsiteY50" fmla="*/ 434500 h 558462"/>
              <a:gd name="connsiteX51" fmla="*/ 185943 w 602101"/>
              <a:gd name="connsiteY51" fmla="*/ 440825 h 558462"/>
              <a:gd name="connsiteX52" fmla="*/ 132817 w 602101"/>
              <a:gd name="connsiteY52" fmla="*/ 397185 h 558462"/>
              <a:gd name="connsiteX53" fmla="*/ 167602 w 602101"/>
              <a:gd name="connsiteY53" fmla="*/ 249189 h 558462"/>
              <a:gd name="connsiteX54" fmla="*/ 187208 w 602101"/>
              <a:gd name="connsiteY54" fmla="*/ 239702 h 558462"/>
              <a:gd name="connsiteX55" fmla="*/ 181516 w 602101"/>
              <a:gd name="connsiteY55" fmla="*/ 224523 h 558462"/>
              <a:gd name="connsiteX56" fmla="*/ 158747 w 602101"/>
              <a:gd name="connsiteY56" fmla="*/ 235275 h 558462"/>
              <a:gd name="connsiteX57" fmla="*/ 128389 w 602101"/>
              <a:gd name="connsiteY57" fmla="*/ 261838 h 558462"/>
              <a:gd name="connsiteX58" fmla="*/ 117005 w 602101"/>
              <a:gd name="connsiteY58" fmla="*/ 204285 h 558462"/>
              <a:gd name="connsiteX59" fmla="*/ 154953 w 602101"/>
              <a:gd name="connsiteY59" fmla="*/ 131552 h 558462"/>
              <a:gd name="connsiteX60" fmla="*/ 233378 w 602101"/>
              <a:gd name="connsiteY60" fmla="*/ 106886 h 558462"/>
              <a:gd name="connsiteX61" fmla="*/ 254881 w 602101"/>
              <a:gd name="connsiteY61" fmla="*/ 110680 h 558462"/>
              <a:gd name="connsiteX62" fmla="*/ 259309 w 602101"/>
              <a:gd name="connsiteY62" fmla="*/ 95501 h 558462"/>
              <a:gd name="connsiteX63" fmla="*/ 234643 w 602101"/>
              <a:gd name="connsiteY63" fmla="*/ 91074 h 558462"/>
              <a:gd name="connsiteX64" fmla="*/ 206182 w 602101"/>
              <a:gd name="connsiteY64" fmla="*/ 92339 h 558462"/>
              <a:gd name="connsiteX65" fmla="*/ 308640 w 602101"/>
              <a:gd name="connsiteY65" fmla="*/ 17076 h 558462"/>
              <a:gd name="connsiteX66" fmla="*/ 370622 w 602101"/>
              <a:gd name="connsiteY66" fmla="*/ 36683 h 558462"/>
              <a:gd name="connsiteX67" fmla="*/ 370622 w 602101"/>
              <a:gd name="connsiteY67" fmla="*/ 93604 h 558462"/>
              <a:gd name="connsiteX68" fmla="*/ 328247 w 602101"/>
              <a:gd name="connsiteY68" fmla="*/ 93604 h 558462"/>
              <a:gd name="connsiteX69" fmla="*/ 328247 w 602101"/>
              <a:gd name="connsiteY69" fmla="*/ 109416 h 558462"/>
              <a:gd name="connsiteX70" fmla="*/ 370622 w 602101"/>
              <a:gd name="connsiteY70" fmla="*/ 109416 h 558462"/>
              <a:gd name="connsiteX71" fmla="*/ 370622 w 602101"/>
              <a:gd name="connsiteY71" fmla="*/ 201755 h 558462"/>
              <a:gd name="connsiteX72" fmla="*/ 262471 w 602101"/>
              <a:gd name="connsiteY72" fmla="*/ 201755 h 558462"/>
              <a:gd name="connsiteX73" fmla="*/ 230215 w 602101"/>
              <a:gd name="connsiteY73" fmla="*/ 169499 h 558462"/>
              <a:gd name="connsiteX74" fmla="*/ 214404 w 602101"/>
              <a:gd name="connsiteY74" fmla="*/ 169499 h 558462"/>
              <a:gd name="connsiteX75" fmla="*/ 262471 w 602101"/>
              <a:gd name="connsiteY75" fmla="*/ 217566 h 558462"/>
              <a:gd name="connsiteX76" fmla="*/ 371254 w 602101"/>
              <a:gd name="connsiteY76" fmla="*/ 217566 h 558462"/>
              <a:gd name="connsiteX77" fmla="*/ 371254 w 602101"/>
              <a:gd name="connsiteY77" fmla="*/ 310538 h 558462"/>
              <a:gd name="connsiteX78" fmla="*/ 232745 w 602101"/>
              <a:gd name="connsiteY78" fmla="*/ 310538 h 558462"/>
              <a:gd name="connsiteX79" fmla="*/ 184678 w 602101"/>
              <a:gd name="connsiteY79" fmla="*/ 362400 h 558462"/>
              <a:gd name="connsiteX80" fmla="*/ 200490 w 602101"/>
              <a:gd name="connsiteY80" fmla="*/ 362400 h 558462"/>
              <a:gd name="connsiteX81" fmla="*/ 232745 w 602101"/>
              <a:gd name="connsiteY81" fmla="*/ 326349 h 558462"/>
              <a:gd name="connsiteX82" fmla="*/ 371254 w 602101"/>
              <a:gd name="connsiteY82" fmla="*/ 326349 h 558462"/>
              <a:gd name="connsiteX83" fmla="*/ 371254 w 602101"/>
              <a:gd name="connsiteY83" fmla="*/ 419953 h 558462"/>
              <a:gd name="connsiteX84" fmla="*/ 321290 w 602101"/>
              <a:gd name="connsiteY84" fmla="*/ 419953 h 558462"/>
              <a:gd name="connsiteX85" fmla="*/ 273223 w 602101"/>
              <a:gd name="connsiteY85" fmla="*/ 471815 h 558462"/>
              <a:gd name="connsiteX86" fmla="*/ 289034 w 602101"/>
              <a:gd name="connsiteY86" fmla="*/ 471815 h 558462"/>
              <a:gd name="connsiteX87" fmla="*/ 321290 w 602101"/>
              <a:gd name="connsiteY87" fmla="*/ 435765 h 558462"/>
              <a:gd name="connsiteX88" fmla="*/ 371254 w 602101"/>
              <a:gd name="connsiteY88" fmla="*/ 435765 h 558462"/>
              <a:gd name="connsiteX89" fmla="*/ 371254 w 602101"/>
              <a:gd name="connsiteY89" fmla="*/ 521147 h 558462"/>
              <a:gd name="connsiteX90" fmla="*/ 309273 w 602101"/>
              <a:gd name="connsiteY90" fmla="*/ 542018 h 55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2101" h="558462">
                <a:moveTo>
                  <a:pt x="569847" y="177721"/>
                </a:moveTo>
                <a:cubicBezTo>
                  <a:pt x="554667" y="177721"/>
                  <a:pt x="542651" y="187841"/>
                  <a:pt x="538856" y="201755"/>
                </a:cubicBezTo>
                <a:lnTo>
                  <a:pt x="387066" y="201755"/>
                </a:lnTo>
                <a:lnTo>
                  <a:pt x="387066" y="108783"/>
                </a:lnTo>
                <a:lnTo>
                  <a:pt x="474977" y="108783"/>
                </a:lnTo>
                <a:cubicBezTo>
                  <a:pt x="478772" y="122697"/>
                  <a:pt x="490789" y="132817"/>
                  <a:pt x="505968" y="132817"/>
                </a:cubicBezTo>
                <a:cubicBezTo>
                  <a:pt x="523677" y="132817"/>
                  <a:pt x="538224" y="118270"/>
                  <a:pt x="538224" y="100561"/>
                </a:cubicBezTo>
                <a:cubicBezTo>
                  <a:pt x="538224" y="82852"/>
                  <a:pt x="523677" y="68306"/>
                  <a:pt x="505968" y="68306"/>
                </a:cubicBezTo>
                <a:cubicBezTo>
                  <a:pt x="490789" y="68306"/>
                  <a:pt x="478772" y="78425"/>
                  <a:pt x="474977" y="92339"/>
                </a:cubicBezTo>
                <a:lnTo>
                  <a:pt x="387066" y="92339"/>
                </a:lnTo>
                <a:lnTo>
                  <a:pt x="387066" y="27828"/>
                </a:lnTo>
                <a:lnTo>
                  <a:pt x="383903" y="25298"/>
                </a:lnTo>
                <a:cubicBezTo>
                  <a:pt x="362400" y="8854"/>
                  <a:pt x="336469" y="0"/>
                  <a:pt x="309273" y="0"/>
                </a:cubicBezTo>
                <a:cubicBezTo>
                  <a:pt x="252352" y="0"/>
                  <a:pt x="202387" y="39845"/>
                  <a:pt x="189106" y="94869"/>
                </a:cubicBezTo>
                <a:cubicBezTo>
                  <a:pt x="173294" y="99929"/>
                  <a:pt x="158115" y="107518"/>
                  <a:pt x="144833" y="118902"/>
                </a:cubicBezTo>
                <a:cubicBezTo>
                  <a:pt x="119535" y="140406"/>
                  <a:pt x="104356" y="170132"/>
                  <a:pt x="101194" y="203020"/>
                </a:cubicBezTo>
                <a:cubicBezTo>
                  <a:pt x="99296" y="225788"/>
                  <a:pt x="103723" y="249189"/>
                  <a:pt x="114475" y="269428"/>
                </a:cubicBezTo>
                <a:lnTo>
                  <a:pt x="63246" y="269428"/>
                </a:lnTo>
                <a:cubicBezTo>
                  <a:pt x="59451" y="255514"/>
                  <a:pt x="47435" y="245394"/>
                  <a:pt x="32255" y="245394"/>
                </a:cubicBezTo>
                <a:cubicBezTo>
                  <a:pt x="14547" y="245394"/>
                  <a:pt x="0" y="259941"/>
                  <a:pt x="0" y="277650"/>
                </a:cubicBezTo>
                <a:cubicBezTo>
                  <a:pt x="0" y="295359"/>
                  <a:pt x="14547" y="309905"/>
                  <a:pt x="32255" y="309905"/>
                </a:cubicBezTo>
                <a:cubicBezTo>
                  <a:pt x="47435" y="309905"/>
                  <a:pt x="59451" y="299786"/>
                  <a:pt x="63246" y="285872"/>
                </a:cubicBezTo>
                <a:lnTo>
                  <a:pt x="113843" y="285872"/>
                </a:lnTo>
                <a:cubicBezTo>
                  <a:pt x="95501" y="323187"/>
                  <a:pt x="96134" y="368092"/>
                  <a:pt x="118902" y="406039"/>
                </a:cubicBezTo>
                <a:cubicBezTo>
                  <a:pt x="134714" y="431338"/>
                  <a:pt x="158747" y="450312"/>
                  <a:pt x="187208" y="459166"/>
                </a:cubicBezTo>
                <a:lnTo>
                  <a:pt x="187208" y="457901"/>
                </a:lnTo>
                <a:cubicBezTo>
                  <a:pt x="197960" y="515455"/>
                  <a:pt x="247924" y="558462"/>
                  <a:pt x="308640" y="558462"/>
                </a:cubicBezTo>
                <a:cubicBezTo>
                  <a:pt x="335836" y="558462"/>
                  <a:pt x="361767" y="549608"/>
                  <a:pt x="383271" y="533164"/>
                </a:cubicBezTo>
                <a:lnTo>
                  <a:pt x="386433" y="530634"/>
                </a:lnTo>
                <a:lnTo>
                  <a:pt x="386433" y="436397"/>
                </a:lnTo>
                <a:lnTo>
                  <a:pt x="434500" y="436397"/>
                </a:lnTo>
                <a:cubicBezTo>
                  <a:pt x="438295" y="450312"/>
                  <a:pt x="450312" y="460431"/>
                  <a:pt x="465491" y="460431"/>
                </a:cubicBezTo>
                <a:cubicBezTo>
                  <a:pt x="483199" y="460431"/>
                  <a:pt x="497746" y="445884"/>
                  <a:pt x="497746" y="428175"/>
                </a:cubicBezTo>
                <a:cubicBezTo>
                  <a:pt x="497746" y="410467"/>
                  <a:pt x="483199" y="395920"/>
                  <a:pt x="465491" y="395920"/>
                </a:cubicBezTo>
                <a:cubicBezTo>
                  <a:pt x="450312" y="395920"/>
                  <a:pt x="438295" y="406039"/>
                  <a:pt x="434500" y="419953"/>
                </a:cubicBezTo>
                <a:lnTo>
                  <a:pt x="386433" y="419953"/>
                </a:lnTo>
                <a:lnTo>
                  <a:pt x="386433" y="326982"/>
                </a:lnTo>
                <a:lnTo>
                  <a:pt x="503438" y="326982"/>
                </a:lnTo>
                <a:cubicBezTo>
                  <a:pt x="507233" y="340896"/>
                  <a:pt x="519250" y="351015"/>
                  <a:pt x="534429" y="351015"/>
                </a:cubicBezTo>
                <a:cubicBezTo>
                  <a:pt x="552138" y="351015"/>
                  <a:pt x="566684" y="336469"/>
                  <a:pt x="566684" y="318760"/>
                </a:cubicBezTo>
                <a:cubicBezTo>
                  <a:pt x="566684" y="301051"/>
                  <a:pt x="552138" y="286504"/>
                  <a:pt x="534429" y="286504"/>
                </a:cubicBezTo>
                <a:cubicBezTo>
                  <a:pt x="519250" y="286504"/>
                  <a:pt x="507233" y="296624"/>
                  <a:pt x="503438" y="310538"/>
                </a:cubicBezTo>
                <a:lnTo>
                  <a:pt x="387066" y="310538"/>
                </a:lnTo>
                <a:lnTo>
                  <a:pt x="387066" y="218199"/>
                </a:lnTo>
                <a:lnTo>
                  <a:pt x="538856" y="218199"/>
                </a:lnTo>
                <a:cubicBezTo>
                  <a:pt x="542651" y="232113"/>
                  <a:pt x="554667" y="242232"/>
                  <a:pt x="569847" y="242232"/>
                </a:cubicBezTo>
                <a:cubicBezTo>
                  <a:pt x="587555" y="242232"/>
                  <a:pt x="602102" y="227686"/>
                  <a:pt x="602102" y="209977"/>
                </a:cubicBezTo>
                <a:cubicBezTo>
                  <a:pt x="602102" y="192268"/>
                  <a:pt x="587555" y="177721"/>
                  <a:pt x="569847" y="177721"/>
                </a:cubicBezTo>
                <a:close/>
                <a:moveTo>
                  <a:pt x="309273" y="542018"/>
                </a:moveTo>
                <a:cubicBezTo>
                  <a:pt x="249822" y="542018"/>
                  <a:pt x="201755" y="493951"/>
                  <a:pt x="201755" y="434500"/>
                </a:cubicBezTo>
                <a:lnTo>
                  <a:pt x="185943" y="434500"/>
                </a:lnTo>
                <a:cubicBezTo>
                  <a:pt x="185943" y="436397"/>
                  <a:pt x="185943" y="438295"/>
                  <a:pt x="185943" y="440825"/>
                </a:cubicBezTo>
                <a:cubicBezTo>
                  <a:pt x="163807" y="432603"/>
                  <a:pt x="145466" y="417424"/>
                  <a:pt x="132817" y="397185"/>
                </a:cubicBezTo>
                <a:cubicBezTo>
                  <a:pt x="101826" y="346588"/>
                  <a:pt x="117005" y="280812"/>
                  <a:pt x="167602" y="249189"/>
                </a:cubicBezTo>
                <a:cubicBezTo>
                  <a:pt x="173927" y="245394"/>
                  <a:pt x="180251" y="242232"/>
                  <a:pt x="187208" y="239702"/>
                </a:cubicBezTo>
                <a:lnTo>
                  <a:pt x="181516" y="224523"/>
                </a:lnTo>
                <a:cubicBezTo>
                  <a:pt x="173927" y="227686"/>
                  <a:pt x="166337" y="230848"/>
                  <a:pt x="158747" y="235275"/>
                </a:cubicBezTo>
                <a:cubicBezTo>
                  <a:pt x="146731" y="242865"/>
                  <a:pt x="136611" y="251719"/>
                  <a:pt x="128389" y="261838"/>
                </a:cubicBezTo>
                <a:cubicBezTo>
                  <a:pt x="119535" y="244130"/>
                  <a:pt x="115108" y="223891"/>
                  <a:pt x="117005" y="204285"/>
                </a:cubicBezTo>
                <a:cubicBezTo>
                  <a:pt x="119535" y="175824"/>
                  <a:pt x="132817" y="149893"/>
                  <a:pt x="154953" y="131552"/>
                </a:cubicBezTo>
                <a:cubicBezTo>
                  <a:pt x="177089" y="113210"/>
                  <a:pt x="204917" y="104356"/>
                  <a:pt x="233378" y="106886"/>
                </a:cubicBezTo>
                <a:cubicBezTo>
                  <a:pt x="240335" y="107518"/>
                  <a:pt x="247924" y="108783"/>
                  <a:pt x="254881" y="110680"/>
                </a:cubicBezTo>
                <a:lnTo>
                  <a:pt x="259309" y="95501"/>
                </a:lnTo>
                <a:cubicBezTo>
                  <a:pt x="251087" y="92972"/>
                  <a:pt x="242865" y="91707"/>
                  <a:pt x="234643" y="91074"/>
                </a:cubicBezTo>
                <a:cubicBezTo>
                  <a:pt x="225156" y="90442"/>
                  <a:pt x="215669" y="90442"/>
                  <a:pt x="206182" y="92339"/>
                </a:cubicBezTo>
                <a:cubicBezTo>
                  <a:pt x="220096" y="48067"/>
                  <a:pt x="261206" y="17076"/>
                  <a:pt x="308640" y="17076"/>
                </a:cubicBezTo>
                <a:cubicBezTo>
                  <a:pt x="330777" y="17076"/>
                  <a:pt x="352280" y="24033"/>
                  <a:pt x="370622" y="36683"/>
                </a:cubicBezTo>
                <a:lnTo>
                  <a:pt x="370622" y="93604"/>
                </a:lnTo>
                <a:lnTo>
                  <a:pt x="328247" y="93604"/>
                </a:lnTo>
                <a:lnTo>
                  <a:pt x="328247" y="109416"/>
                </a:lnTo>
                <a:lnTo>
                  <a:pt x="370622" y="109416"/>
                </a:lnTo>
                <a:lnTo>
                  <a:pt x="370622" y="201755"/>
                </a:lnTo>
                <a:lnTo>
                  <a:pt x="262471" y="201755"/>
                </a:lnTo>
                <a:cubicBezTo>
                  <a:pt x="244762" y="201755"/>
                  <a:pt x="230215" y="187208"/>
                  <a:pt x="230215" y="169499"/>
                </a:cubicBezTo>
                <a:lnTo>
                  <a:pt x="214404" y="169499"/>
                </a:lnTo>
                <a:cubicBezTo>
                  <a:pt x="214404" y="196063"/>
                  <a:pt x="235908" y="217566"/>
                  <a:pt x="262471" y="217566"/>
                </a:cubicBezTo>
                <a:lnTo>
                  <a:pt x="371254" y="217566"/>
                </a:lnTo>
                <a:lnTo>
                  <a:pt x="371254" y="310538"/>
                </a:lnTo>
                <a:lnTo>
                  <a:pt x="232745" y="310538"/>
                </a:lnTo>
                <a:cubicBezTo>
                  <a:pt x="206182" y="310538"/>
                  <a:pt x="184678" y="333939"/>
                  <a:pt x="184678" y="362400"/>
                </a:cubicBezTo>
                <a:lnTo>
                  <a:pt x="200490" y="362400"/>
                </a:lnTo>
                <a:cubicBezTo>
                  <a:pt x="200490" y="342793"/>
                  <a:pt x="215036" y="326349"/>
                  <a:pt x="232745" y="326349"/>
                </a:cubicBezTo>
                <a:lnTo>
                  <a:pt x="371254" y="326349"/>
                </a:lnTo>
                <a:lnTo>
                  <a:pt x="371254" y="419953"/>
                </a:lnTo>
                <a:lnTo>
                  <a:pt x="321290" y="419953"/>
                </a:lnTo>
                <a:cubicBezTo>
                  <a:pt x="294726" y="419953"/>
                  <a:pt x="273223" y="443354"/>
                  <a:pt x="273223" y="471815"/>
                </a:cubicBezTo>
                <a:lnTo>
                  <a:pt x="289034" y="471815"/>
                </a:lnTo>
                <a:cubicBezTo>
                  <a:pt x="289034" y="452209"/>
                  <a:pt x="303581" y="435765"/>
                  <a:pt x="321290" y="435765"/>
                </a:cubicBezTo>
                <a:lnTo>
                  <a:pt x="371254" y="435765"/>
                </a:lnTo>
                <a:lnTo>
                  <a:pt x="371254" y="521147"/>
                </a:lnTo>
                <a:cubicBezTo>
                  <a:pt x="352913" y="535061"/>
                  <a:pt x="331409" y="542018"/>
                  <a:pt x="309273" y="542018"/>
                </a:cubicBezTo>
                <a:close/>
              </a:path>
            </a:pathLst>
          </a:custGeom>
          <a:solidFill>
            <a:schemeClr val="accent4"/>
          </a:solid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TextBox 30">
            <a:extLst>
              <a:ext uri="{FF2B5EF4-FFF2-40B4-BE49-F238E27FC236}">
                <a16:creationId xmlns:a16="http://schemas.microsoft.com/office/drawing/2014/main" id="{31D605C2-B2A9-BBA3-69C3-986B0687CFAB}"/>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33" name="Graphic 8">
            <a:extLst>
              <a:ext uri="{FF2B5EF4-FFF2-40B4-BE49-F238E27FC236}">
                <a16:creationId xmlns:a16="http://schemas.microsoft.com/office/drawing/2014/main" id="{4140B847-1351-6D2C-E8FC-B4748542F87A}"/>
              </a:ext>
            </a:extLst>
          </p:cNvPr>
          <p:cNvGrpSpPr/>
          <p:nvPr userDrawn="1"/>
        </p:nvGrpSpPr>
        <p:grpSpPr>
          <a:xfrm>
            <a:off x="265625" y="6323271"/>
            <a:ext cx="1249223" cy="369648"/>
            <a:chOff x="265625" y="6323271"/>
            <a:chExt cx="1249223" cy="369648"/>
          </a:xfrm>
          <a:solidFill>
            <a:srgbClr val="000000"/>
          </a:solidFill>
        </p:grpSpPr>
        <p:grpSp>
          <p:nvGrpSpPr>
            <p:cNvPr id="34" name="Graphic 8">
              <a:extLst>
                <a:ext uri="{FF2B5EF4-FFF2-40B4-BE49-F238E27FC236}">
                  <a16:creationId xmlns:a16="http://schemas.microsoft.com/office/drawing/2014/main" id="{2662E0BA-5338-F821-5B7A-EEF82B54A8AC}"/>
                </a:ext>
              </a:extLst>
            </p:cNvPr>
            <p:cNvGrpSpPr/>
            <p:nvPr/>
          </p:nvGrpSpPr>
          <p:grpSpPr>
            <a:xfrm>
              <a:off x="745455" y="6594444"/>
              <a:ext cx="722662" cy="98475"/>
              <a:chOff x="745455" y="6594444"/>
              <a:chExt cx="722662" cy="98475"/>
            </a:xfrm>
            <a:solidFill>
              <a:srgbClr val="000000"/>
            </a:solidFill>
          </p:grpSpPr>
          <p:sp>
            <p:nvSpPr>
              <p:cNvPr id="43" name="Freeform 19">
                <a:extLst>
                  <a:ext uri="{FF2B5EF4-FFF2-40B4-BE49-F238E27FC236}">
                    <a16:creationId xmlns:a16="http://schemas.microsoft.com/office/drawing/2014/main" id="{61003CDA-DAF1-038F-9A89-C221CD5633A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4" name="Freeform 20">
                <a:extLst>
                  <a:ext uri="{FF2B5EF4-FFF2-40B4-BE49-F238E27FC236}">
                    <a16:creationId xmlns:a16="http://schemas.microsoft.com/office/drawing/2014/main" id="{D7A3E0F4-986A-8803-166F-BD704C4A55D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5" name="Freeform 21">
                <a:extLst>
                  <a:ext uri="{FF2B5EF4-FFF2-40B4-BE49-F238E27FC236}">
                    <a16:creationId xmlns:a16="http://schemas.microsoft.com/office/drawing/2014/main" id="{1FC37E74-E709-5AB5-6A7C-A9ADC384D8D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6" name="Freeform 22">
                <a:extLst>
                  <a:ext uri="{FF2B5EF4-FFF2-40B4-BE49-F238E27FC236}">
                    <a16:creationId xmlns:a16="http://schemas.microsoft.com/office/drawing/2014/main" id="{C38D5A9A-EA7E-53D1-3277-EC0136F9E8E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7" name="Freeform 23">
                <a:extLst>
                  <a:ext uri="{FF2B5EF4-FFF2-40B4-BE49-F238E27FC236}">
                    <a16:creationId xmlns:a16="http://schemas.microsoft.com/office/drawing/2014/main" id="{7CFFF5EB-100C-0340-A546-74B2410D0A50}"/>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24">
                <a:extLst>
                  <a:ext uri="{FF2B5EF4-FFF2-40B4-BE49-F238E27FC236}">
                    <a16:creationId xmlns:a16="http://schemas.microsoft.com/office/drawing/2014/main" id="{EFBEACE8-6DDE-F5FE-CA0E-68DDAF66B8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9" name="Freeform 25">
                <a:extLst>
                  <a:ext uri="{FF2B5EF4-FFF2-40B4-BE49-F238E27FC236}">
                    <a16:creationId xmlns:a16="http://schemas.microsoft.com/office/drawing/2014/main" id="{628DE9C2-4952-D567-E51D-39E0E115561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0" name="Freeform 26">
                <a:extLst>
                  <a:ext uri="{FF2B5EF4-FFF2-40B4-BE49-F238E27FC236}">
                    <a16:creationId xmlns:a16="http://schemas.microsoft.com/office/drawing/2014/main" id="{3E0F5CBD-4926-A4B5-1A16-1296DD6DFC1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1" name="Freeform 27">
                <a:extLst>
                  <a:ext uri="{FF2B5EF4-FFF2-40B4-BE49-F238E27FC236}">
                    <a16:creationId xmlns:a16="http://schemas.microsoft.com/office/drawing/2014/main" id="{40160548-6D70-E13A-BF7B-4F1AFF14EE8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2" name="Freeform 28">
                <a:extLst>
                  <a:ext uri="{FF2B5EF4-FFF2-40B4-BE49-F238E27FC236}">
                    <a16:creationId xmlns:a16="http://schemas.microsoft.com/office/drawing/2014/main" id="{C71BDB84-F96B-F8BA-606A-CA865B97F4E3}"/>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35" name="Graphic 8">
              <a:extLst>
                <a:ext uri="{FF2B5EF4-FFF2-40B4-BE49-F238E27FC236}">
                  <a16:creationId xmlns:a16="http://schemas.microsoft.com/office/drawing/2014/main" id="{410178EF-C59A-C3E2-4AA5-54038CACD20E}"/>
                </a:ext>
              </a:extLst>
            </p:cNvPr>
            <p:cNvGrpSpPr/>
            <p:nvPr/>
          </p:nvGrpSpPr>
          <p:grpSpPr>
            <a:xfrm>
              <a:off x="265625" y="6323271"/>
              <a:ext cx="1249223" cy="190348"/>
              <a:chOff x="265625" y="6323271"/>
              <a:chExt cx="1249223" cy="190348"/>
            </a:xfrm>
            <a:solidFill>
              <a:srgbClr val="000000"/>
            </a:solidFill>
          </p:grpSpPr>
          <p:sp>
            <p:nvSpPr>
              <p:cNvPr id="36" name="Freeform 10">
                <a:extLst>
                  <a:ext uri="{FF2B5EF4-FFF2-40B4-BE49-F238E27FC236}">
                    <a16:creationId xmlns:a16="http://schemas.microsoft.com/office/drawing/2014/main" id="{0B47B1D5-AEA5-3D63-B5D5-33FE936871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7" name="Freeform 11">
                <a:extLst>
                  <a:ext uri="{FF2B5EF4-FFF2-40B4-BE49-F238E27FC236}">
                    <a16:creationId xmlns:a16="http://schemas.microsoft.com/office/drawing/2014/main" id="{6F4F17AA-8E5A-3E61-AF81-E06E0EBE2E7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8" name="Freeform 14">
                <a:extLst>
                  <a:ext uri="{FF2B5EF4-FFF2-40B4-BE49-F238E27FC236}">
                    <a16:creationId xmlns:a16="http://schemas.microsoft.com/office/drawing/2014/main" id="{CCB91B0B-A941-9840-E098-DA9CED50C89E}"/>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9" name="Freeform 15">
                <a:extLst>
                  <a:ext uri="{FF2B5EF4-FFF2-40B4-BE49-F238E27FC236}">
                    <a16:creationId xmlns:a16="http://schemas.microsoft.com/office/drawing/2014/main" id="{4F741117-4AE4-872D-7FDA-962E0569BCCA}"/>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0" name="Freeform 16">
                <a:extLst>
                  <a:ext uri="{FF2B5EF4-FFF2-40B4-BE49-F238E27FC236}">
                    <a16:creationId xmlns:a16="http://schemas.microsoft.com/office/drawing/2014/main" id="{961B0062-30D4-4F70-3AC6-CBD2710370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1" name="Freeform 17">
                <a:extLst>
                  <a:ext uri="{FF2B5EF4-FFF2-40B4-BE49-F238E27FC236}">
                    <a16:creationId xmlns:a16="http://schemas.microsoft.com/office/drawing/2014/main" id="{D9CCED73-F84F-DD9B-4450-06769598FD7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42" name="Freeform 18">
                <a:extLst>
                  <a:ext uri="{FF2B5EF4-FFF2-40B4-BE49-F238E27FC236}">
                    <a16:creationId xmlns:a16="http://schemas.microsoft.com/office/drawing/2014/main" id="{53106FC1-E6C6-1255-7921-78947EEEDF6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2" name="TextBox 31">
            <a:extLst>
              <a:ext uri="{FF2B5EF4-FFF2-40B4-BE49-F238E27FC236}">
                <a16:creationId xmlns:a16="http://schemas.microsoft.com/office/drawing/2014/main" id="{F47AAEFE-7796-57E3-88AA-33BD897DB3A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2394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ection - Workload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D20B508B-2485-CEA2-02EC-9EF73F94C63B}"/>
              </a:ext>
            </a:extLst>
          </p:cNvPr>
          <p:cNvSpPr/>
          <p:nvPr userDrawn="1"/>
        </p:nvSpPr>
        <p:spPr>
          <a:xfrm>
            <a:off x="5406003" y="-1"/>
            <a:ext cx="14676689" cy="6858001"/>
          </a:xfrm>
          <a:prstGeom prst="parallelogram">
            <a:avLst>
              <a:gd name="adj" fmla="val 100124"/>
            </a:avLst>
          </a:prstGeom>
          <a:gradFill flip="none" rotWithShape="1">
            <a:gsLst>
              <a:gs pos="29000">
                <a:schemeClr val="accent3">
                  <a:lumMod val="75000"/>
                </a:schemeClr>
              </a:gs>
              <a:gs pos="100000">
                <a:schemeClr val="accent3"/>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2FB26765-CA09-3A08-7425-BF28B4C66D58}"/>
              </a:ext>
            </a:extLst>
          </p:cNvPr>
          <p:cNvSpPr/>
          <p:nvPr userDrawn="1"/>
        </p:nvSpPr>
        <p:spPr>
          <a:xfrm>
            <a:off x="1840256" y="-1"/>
            <a:ext cx="12934077" cy="6470788"/>
          </a:xfrm>
          <a:prstGeom prst="parallelogram">
            <a:avLst>
              <a:gd name="adj" fmla="val 100124"/>
            </a:avLst>
          </a:prstGeom>
          <a:gradFill flip="none" rotWithShape="1">
            <a:gsLst>
              <a:gs pos="0">
                <a:schemeClr val="accent3">
                  <a:alpha val="28846"/>
                </a:schemeClr>
              </a:gs>
              <a:gs pos="97000">
                <a:schemeClr val="accent3">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4A95738A-D27B-7397-A22D-FDFE6ECD1B33}"/>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3">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01C3016C-4124-9DEF-66EC-B8D545CF778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0092" y="3681343"/>
            <a:ext cx="3124591" cy="1207366"/>
          </a:xfrm>
          <a:prstGeom prst="rect">
            <a:avLst/>
          </a:prstGeom>
        </p:spPr>
      </p:pic>
      <p:grpSp>
        <p:nvGrpSpPr>
          <p:cNvPr id="7" name="Group 6">
            <a:extLst>
              <a:ext uri="{FF2B5EF4-FFF2-40B4-BE49-F238E27FC236}">
                <a16:creationId xmlns:a16="http://schemas.microsoft.com/office/drawing/2014/main" id="{C008A753-BA72-ACB3-82D3-416692BF9F12}"/>
              </a:ext>
            </a:extLst>
          </p:cNvPr>
          <p:cNvGrpSpPr/>
          <p:nvPr userDrawn="1"/>
        </p:nvGrpSpPr>
        <p:grpSpPr>
          <a:xfrm>
            <a:off x="9274356" y="594854"/>
            <a:ext cx="1685206" cy="686138"/>
            <a:chOff x="437672" y="1280130"/>
            <a:chExt cx="2910783" cy="1185138"/>
          </a:xfrm>
        </p:grpSpPr>
        <p:sp>
          <p:nvSpPr>
            <p:cNvPr id="8" name="Freeform: Shape 187">
              <a:extLst>
                <a:ext uri="{FF2B5EF4-FFF2-40B4-BE49-F238E27FC236}">
                  <a16:creationId xmlns:a16="http://schemas.microsoft.com/office/drawing/2014/main" id="{38081A5D-2B55-278D-2F4B-AAC5EE4830B5}"/>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7017ABBE-74D5-8542-6DA3-C0889037986A}"/>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884A1986-A8FC-356C-21C7-E73C0999F517}"/>
              </a:ext>
            </a:extLst>
          </p:cNvPr>
          <p:cNvGrpSpPr/>
          <p:nvPr userDrawn="1"/>
        </p:nvGrpSpPr>
        <p:grpSpPr>
          <a:xfrm>
            <a:off x="7658062" y="759262"/>
            <a:ext cx="747561" cy="1467875"/>
            <a:chOff x="7819347" y="302010"/>
            <a:chExt cx="1311782" cy="2575749"/>
          </a:xfrm>
          <a:noFill/>
        </p:grpSpPr>
        <p:sp>
          <p:nvSpPr>
            <p:cNvPr id="11" name="Freeform: Shape 232">
              <a:extLst>
                <a:ext uri="{FF2B5EF4-FFF2-40B4-BE49-F238E27FC236}">
                  <a16:creationId xmlns:a16="http://schemas.microsoft.com/office/drawing/2014/main" id="{7BBBA99C-0B19-969D-4985-82790A55D3FB}"/>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953E530E-9271-2AFB-1EE8-D2803FDA8679}"/>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B1A5A93-5415-4DAE-A148-BE065E11314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2D512040-A52D-3AD2-0C3E-3D9AE33B3BC2}"/>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38278814-E50C-EA27-75E7-6DFA29F26FE8}"/>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6" name="Graphic 133">
            <a:extLst>
              <a:ext uri="{FF2B5EF4-FFF2-40B4-BE49-F238E27FC236}">
                <a16:creationId xmlns:a16="http://schemas.microsoft.com/office/drawing/2014/main" id="{83DCBA45-6B7A-1486-8354-23D89A46ACFF}"/>
              </a:ext>
            </a:extLst>
          </p:cNvPr>
          <p:cNvGrpSpPr/>
          <p:nvPr userDrawn="1"/>
        </p:nvGrpSpPr>
        <p:grpSpPr>
          <a:xfrm>
            <a:off x="9686766" y="1690151"/>
            <a:ext cx="1219568" cy="1127081"/>
            <a:chOff x="10028194" y="3612804"/>
            <a:chExt cx="1409223" cy="1302353"/>
          </a:xfrm>
          <a:noFill/>
        </p:grpSpPr>
        <p:sp>
          <p:nvSpPr>
            <p:cNvPr id="17" name="Freeform: Shape 238">
              <a:extLst>
                <a:ext uri="{FF2B5EF4-FFF2-40B4-BE49-F238E27FC236}">
                  <a16:creationId xmlns:a16="http://schemas.microsoft.com/office/drawing/2014/main" id="{8BD98648-F7B1-CB60-E9E9-8C28F65BB1B2}"/>
                </a:ext>
              </a:extLst>
            </p:cNvPr>
            <p:cNvSpPr/>
            <p:nvPr/>
          </p:nvSpPr>
          <p:spPr>
            <a:xfrm>
              <a:off x="10091154" y="4203164"/>
              <a:ext cx="1007554" cy="711993"/>
            </a:xfrm>
            <a:custGeom>
              <a:avLst/>
              <a:gdLst>
                <a:gd name="connsiteX0" fmla="*/ 1007555 w 1007554"/>
                <a:gd name="connsiteY0" fmla="*/ 605980 h 711993"/>
                <a:gd name="connsiteX1" fmla="*/ 651224 w 1007554"/>
                <a:gd name="connsiteY1" fmla="*/ 711994 h 711993"/>
                <a:gd name="connsiteX2" fmla="*/ 0 w 1007554"/>
                <a:gd name="connsiteY2" fmla="*/ 60770 h 711993"/>
                <a:gd name="connsiteX3" fmla="*/ 2762 w 1007554"/>
                <a:gd name="connsiteY3" fmla="*/ 0 h 711993"/>
              </a:gdLst>
              <a:ahLst/>
              <a:cxnLst>
                <a:cxn ang="0">
                  <a:pos x="connsiteX0" y="connsiteY0"/>
                </a:cxn>
                <a:cxn ang="0">
                  <a:pos x="connsiteX1" y="connsiteY1"/>
                </a:cxn>
                <a:cxn ang="0">
                  <a:pos x="connsiteX2" y="connsiteY2"/>
                </a:cxn>
                <a:cxn ang="0">
                  <a:pos x="connsiteX3" y="connsiteY3"/>
                </a:cxn>
              </a:cxnLst>
              <a:rect l="l" t="t" r="r" b="b"/>
              <a:pathLst>
                <a:path w="1007554" h="711993">
                  <a:moveTo>
                    <a:pt x="1007555" y="605980"/>
                  </a:moveTo>
                  <a:cubicBezTo>
                    <a:pt x="905161" y="673037"/>
                    <a:pt x="782765" y="711994"/>
                    <a:pt x="651224" y="711994"/>
                  </a:cubicBezTo>
                  <a:cubicBezTo>
                    <a:pt x="291560" y="711994"/>
                    <a:pt x="0" y="420433"/>
                    <a:pt x="0" y="60770"/>
                  </a:cubicBezTo>
                  <a:cubicBezTo>
                    <a:pt x="0" y="40291"/>
                    <a:pt x="953" y="20003"/>
                    <a:pt x="2762" y="0"/>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39">
              <a:extLst>
                <a:ext uri="{FF2B5EF4-FFF2-40B4-BE49-F238E27FC236}">
                  <a16:creationId xmlns:a16="http://schemas.microsoft.com/office/drawing/2014/main" id="{1A81888F-9DF8-CF32-2694-9565C9B96263}"/>
                </a:ext>
              </a:extLst>
            </p:cNvPr>
            <p:cNvSpPr/>
            <p:nvPr/>
          </p:nvSpPr>
          <p:spPr>
            <a:xfrm>
              <a:off x="11191958" y="4393187"/>
              <a:ext cx="188880" cy="342042"/>
            </a:xfrm>
            <a:custGeom>
              <a:avLst/>
              <a:gdLst>
                <a:gd name="connsiteX0" fmla="*/ 188881 w 188880"/>
                <a:gd name="connsiteY0" fmla="*/ 0 h 342042"/>
                <a:gd name="connsiteX1" fmla="*/ 0 w 188880"/>
                <a:gd name="connsiteY1" fmla="*/ 342043 h 342042"/>
              </a:gdLst>
              <a:ahLst/>
              <a:cxnLst>
                <a:cxn ang="0">
                  <a:pos x="connsiteX0" y="connsiteY0"/>
                </a:cxn>
                <a:cxn ang="0">
                  <a:pos x="connsiteX1" y="connsiteY1"/>
                </a:cxn>
              </a:cxnLst>
              <a:rect l="l" t="t" r="r" b="b"/>
              <a:pathLst>
                <a:path w="188880" h="342042">
                  <a:moveTo>
                    <a:pt x="188881" y="0"/>
                  </a:moveTo>
                  <a:cubicBezTo>
                    <a:pt x="162116" y="133255"/>
                    <a:pt x="94583" y="251746"/>
                    <a:pt x="0" y="342043"/>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40">
              <a:extLst>
                <a:ext uri="{FF2B5EF4-FFF2-40B4-BE49-F238E27FC236}">
                  <a16:creationId xmlns:a16="http://schemas.microsoft.com/office/drawing/2014/main" id="{58EB731D-881F-E14C-68D3-32BFCF7FB1FC}"/>
                </a:ext>
              </a:extLst>
            </p:cNvPr>
            <p:cNvSpPr/>
            <p:nvPr/>
          </p:nvSpPr>
          <p:spPr>
            <a:xfrm>
              <a:off x="11147477" y="3754060"/>
              <a:ext cx="246125" cy="528351"/>
            </a:xfrm>
            <a:custGeom>
              <a:avLst/>
              <a:gdLst>
                <a:gd name="connsiteX0" fmla="*/ 0 w 246125"/>
                <a:gd name="connsiteY0" fmla="*/ 0 h 528351"/>
                <a:gd name="connsiteX1" fmla="*/ 246126 w 246125"/>
                <a:gd name="connsiteY1" fmla="*/ 509873 h 528351"/>
                <a:gd name="connsiteX2" fmla="*/ 245840 w 246125"/>
                <a:gd name="connsiteY2" fmla="*/ 528352 h 528351"/>
              </a:gdLst>
              <a:ahLst/>
              <a:cxnLst>
                <a:cxn ang="0">
                  <a:pos x="connsiteX0" y="connsiteY0"/>
                </a:cxn>
                <a:cxn ang="0">
                  <a:pos x="connsiteX1" y="connsiteY1"/>
                </a:cxn>
                <a:cxn ang="0">
                  <a:pos x="connsiteX2" y="connsiteY2"/>
                </a:cxn>
              </a:cxnLst>
              <a:rect l="l" t="t" r="r" b="b"/>
              <a:pathLst>
                <a:path w="246125" h="528351">
                  <a:moveTo>
                    <a:pt x="0" y="0"/>
                  </a:moveTo>
                  <a:cubicBezTo>
                    <a:pt x="150019" y="119348"/>
                    <a:pt x="246126" y="303371"/>
                    <a:pt x="246126" y="509873"/>
                  </a:cubicBezTo>
                  <a:cubicBezTo>
                    <a:pt x="246126" y="516064"/>
                    <a:pt x="246126" y="522160"/>
                    <a:pt x="245840" y="528352"/>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 name="Freeform: Shape 241">
              <a:extLst>
                <a:ext uri="{FF2B5EF4-FFF2-40B4-BE49-F238E27FC236}">
                  <a16:creationId xmlns:a16="http://schemas.microsoft.com/office/drawing/2014/main" id="{240B3D94-4AD2-56B7-4295-E1CF46D4EF04}"/>
                </a:ext>
              </a:extLst>
            </p:cNvPr>
            <p:cNvSpPr/>
            <p:nvPr/>
          </p:nvSpPr>
          <p:spPr>
            <a:xfrm>
              <a:off x="10114681" y="3612804"/>
              <a:ext cx="938212" cy="477488"/>
            </a:xfrm>
            <a:custGeom>
              <a:avLst/>
              <a:gdLst>
                <a:gd name="connsiteX0" fmla="*/ 0 w 938212"/>
                <a:gd name="connsiteY0" fmla="*/ 477488 h 477488"/>
                <a:gd name="connsiteX1" fmla="*/ 627793 w 938212"/>
                <a:gd name="connsiteY1" fmla="*/ 0 h 477488"/>
                <a:gd name="connsiteX2" fmla="*/ 938213 w 938212"/>
                <a:gd name="connsiteY2" fmla="*/ 78581 h 477488"/>
              </a:gdLst>
              <a:ahLst/>
              <a:cxnLst>
                <a:cxn ang="0">
                  <a:pos x="connsiteX0" y="connsiteY0"/>
                </a:cxn>
                <a:cxn ang="0">
                  <a:pos x="connsiteX1" y="connsiteY1"/>
                </a:cxn>
                <a:cxn ang="0">
                  <a:pos x="connsiteX2" y="connsiteY2"/>
                </a:cxn>
              </a:cxnLst>
              <a:rect l="l" t="t" r="r" b="b"/>
              <a:pathLst>
                <a:path w="938212" h="477488">
                  <a:moveTo>
                    <a:pt x="0" y="477488"/>
                  </a:moveTo>
                  <a:cubicBezTo>
                    <a:pt x="76010" y="202216"/>
                    <a:pt x="328327" y="0"/>
                    <a:pt x="627793" y="0"/>
                  </a:cubicBezTo>
                  <a:cubicBezTo>
                    <a:pt x="740188" y="0"/>
                    <a:pt x="845915" y="28480"/>
                    <a:pt x="938213" y="78581"/>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 name="Freeform: Shape 242">
              <a:extLst>
                <a:ext uri="{FF2B5EF4-FFF2-40B4-BE49-F238E27FC236}">
                  <a16:creationId xmlns:a16="http://schemas.microsoft.com/office/drawing/2014/main" id="{45AA716D-22BD-E8D3-EF6C-EC00EBAF84A8}"/>
                </a:ext>
              </a:extLst>
            </p:cNvPr>
            <p:cNvSpPr/>
            <p:nvPr/>
          </p:nvSpPr>
          <p:spPr>
            <a:xfrm>
              <a:off x="10141065" y="4182304"/>
              <a:ext cx="817530" cy="200406"/>
            </a:xfrm>
            <a:custGeom>
              <a:avLst/>
              <a:gdLst>
                <a:gd name="connsiteX0" fmla="*/ 0 w 817530"/>
                <a:gd name="connsiteY0" fmla="*/ 0 h 200406"/>
                <a:gd name="connsiteX1" fmla="*/ 817531 w 817530"/>
                <a:gd name="connsiteY1" fmla="*/ 200406 h 200406"/>
              </a:gdLst>
              <a:ahLst/>
              <a:cxnLst>
                <a:cxn ang="0">
                  <a:pos x="connsiteX0" y="connsiteY0"/>
                </a:cxn>
                <a:cxn ang="0">
                  <a:pos x="connsiteX1" y="connsiteY1"/>
                </a:cxn>
              </a:cxnLst>
              <a:rect l="l" t="t" r="r" b="b"/>
              <a:pathLst>
                <a:path w="817530" h="200406">
                  <a:moveTo>
                    <a:pt x="0" y="0"/>
                  </a:moveTo>
                  <a:cubicBezTo>
                    <a:pt x="95536" y="61055"/>
                    <a:pt x="360712" y="198120"/>
                    <a:pt x="817531" y="200406"/>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43">
              <a:extLst>
                <a:ext uri="{FF2B5EF4-FFF2-40B4-BE49-F238E27FC236}">
                  <a16:creationId xmlns:a16="http://schemas.microsoft.com/office/drawing/2014/main" id="{39F7BE27-0DA9-2522-6D06-0AE5775037C9}"/>
                </a:ext>
              </a:extLst>
            </p:cNvPr>
            <p:cNvSpPr/>
            <p:nvPr/>
          </p:nvSpPr>
          <p:spPr>
            <a:xfrm>
              <a:off x="10141065" y="4055812"/>
              <a:ext cx="249078" cy="56102"/>
            </a:xfrm>
            <a:custGeom>
              <a:avLst/>
              <a:gdLst>
                <a:gd name="connsiteX0" fmla="*/ 249079 w 249078"/>
                <a:gd name="connsiteY0" fmla="*/ 0 h 56102"/>
                <a:gd name="connsiteX1" fmla="*/ 0 w 249078"/>
                <a:gd name="connsiteY1" fmla="*/ 56102 h 56102"/>
              </a:gdLst>
              <a:ahLst/>
              <a:cxnLst>
                <a:cxn ang="0">
                  <a:pos x="connsiteX0" y="connsiteY0"/>
                </a:cxn>
                <a:cxn ang="0">
                  <a:pos x="connsiteX1" y="connsiteY1"/>
                </a:cxn>
              </a:cxnLst>
              <a:rect l="l" t="t" r="r" b="b"/>
              <a:pathLst>
                <a:path w="249078" h="56102">
                  <a:moveTo>
                    <a:pt x="249079" y="0"/>
                  </a:moveTo>
                  <a:cubicBezTo>
                    <a:pt x="190024" y="6191"/>
                    <a:pt x="84868" y="21431"/>
                    <a:pt x="0" y="56102"/>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44">
              <a:extLst>
                <a:ext uri="{FF2B5EF4-FFF2-40B4-BE49-F238E27FC236}">
                  <a16:creationId xmlns:a16="http://schemas.microsoft.com/office/drawing/2014/main" id="{FFD78FFD-CDB7-E2FA-496E-93C5A0D64FA1}"/>
                </a:ext>
              </a:extLst>
            </p:cNvPr>
            <p:cNvSpPr/>
            <p:nvPr/>
          </p:nvSpPr>
          <p:spPr>
            <a:xfrm>
              <a:off x="10549878" y="4421477"/>
              <a:ext cx="430053" cy="206692"/>
            </a:xfrm>
            <a:custGeom>
              <a:avLst/>
              <a:gdLst>
                <a:gd name="connsiteX0" fmla="*/ 430054 w 430053"/>
                <a:gd name="connsiteY0" fmla="*/ 0 h 206692"/>
                <a:gd name="connsiteX1" fmla="*/ 0 w 430053"/>
                <a:gd name="connsiteY1" fmla="*/ 206693 h 206692"/>
              </a:gdLst>
              <a:ahLst/>
              <a:cxnLst>
                <a:cxn ang="0">
                  <a:pos x="connsiteX0" y="connsiteY0"/>
                </a:cxn>
                <a:cxn ang="0">
                  <a:pos x="connsiteX1" y="connsiteY1"/>
                </a:cxn>
              </a:cxnLst>
              <a:rect l="l" t="t" r="r" b="b"/>
              <a:pathLst>
                <a:path w="430053" h="206692">
                  <a:moveTo>
                    <a:pt x="430054" y="0"/>
                  </a:moveTo>
                  <a:cubicBezTo>
                    <a:pt x="321183" y="117348"/>
                    <a:pt x="169545" y="194501"/>
                    <a:pt x="0" y="206693"/>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45">
              <a:extLst>
                <a:ext uri="{FF2B5EF4-FFF2-40B4-BE49-F238E27FC236}">
                  <a16:creationId xmlns:a16="http://schemas.microsoft.com/office/drawing/2014/main" id="{DEB1512C-F257-A30A-31EE-349D21193831}"/>
                </a:ext>
              </a:extLst>
            </p:cNvPr>
            <p:cNvSpPr/>
            <p:nvPr/>
          </p:nvSpPr>
          <p:spPr>
            <a:xfrm>
              <a:off x="11044893" y="3768252"/>
              <a:ext cx="108775" cy="570833"/>
            </a:xfrm>
            <a:custGeom>
              <a:avLst/>
              <a:gdLst>
                <a:gd name="connsiteX0" fmla="*/ 74009 w 108775"/>
                <a:gd name="connsiteY0" fmla="*/ 0 h 570833"/>
                <a:gd name="connsiteX1" fmla="*/ 108775 w 108775"/>
                <a:gd name="connsiteY1" fmla="*/ 210407 h 570833"/>
                <a:gd name="connsiteX2" fmla="*/ 0 w 108775"/>
                <a:gd name="connsiteY2" fmla="*/ 570833 h 570833"/>
              </a:gdLst>
              <a:ahLst/>
              <a:cxnLst>
                <a:cxn ang="0">
                  <a:pos x="connsiteX0" y="connsiteY0"/>
                </a:cxn>
                <a:cxn ang="0">
                  <a:pos x="connsiteX1" y="connsiteY1"/>
                </a:cxn>
                <a:cxn ang="0">
                  <a:pos x="connsiteX2" y="connsiteY2"/>
                </a:cxn>
              </a:cxnLst>
              <a:rect l="l" t="t" r="r" b="b"/>
              <a:pathLst>
                <a:path w="108775" h="570833">
                  <a:moveTo>
                    <a:pt x="74009" y="0"/>
                  </a:moveTo>
                  <a:cubicBezTo>
                    <a:pt x="96488" y="66008"/>
                    <a:pt x="108775" y="136779"/>
                    <a:pt x="108775" y="210407"/>
                  </a:cubicBezTo>
                  <a:cubicBezTo>
                    <a:pt x="108775" y="343757"/>
                    <a:pt x="68675" y="467678"/>
                    <a:pt x="0" y="570833"/>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46">
              <a:extLst>
                <a:ext uri="{FF2B5EF4-FFF2-40B4-BE49-F238E27FC236}">
                  <a16:creationId xmlns:a16="http://schemas.microsoft.com/office/drawing/2014/main" id="{A5DD1CE3-792F-150F-2D72-525E519721F7}"/>
                </a:ext>
              </a:extLst>
            </p:cNvPr>
            <p:cNvSpPr/>
            <p:nvPr/>
          </p:nvSpPr>
          <p:spPr>
            <a:xfrm>
              <a:off x="10622268" y="3612804"/>
              <a:ext cx="71437" cy="269843"/>
            </a:xfrm>
            <a:custGeom>
              <a:avLst/>
              <a:gdLst>
                <a:gd name="connsiteX0" fmla="*/ 0 w 71437"/>
                <a:gd name="connsiteY0" fmla="*/ 269843 h 269843"/>
                <a:gd name="connsiteX1" fmla="*/ 71438 w 71437"/>
                <a:gd name="connsiteY1" fmla="*/ 0 h 269843"/>
              </a:gdLst>
              <a:ahLst/>
              <a:cxnLst>
                <a:cxn ang="0">
                  <a:pos x="connsiteX0" y="connsiteY0"/>
                </a:cxn>
                <a:cxn ang="0">
                  <a:pos x="connsiteX1" y="connsiteY1"/>
                </a:cxn>
              </a:cxnLst>
              <a:rect l="l" t="t" r="r" b="b"/>
              <a:pathLst>
                <a:path w="71437" h="269843">
                  <a:moveTo>
                    <a:pt x="0" y="269843"/>
                  </a:moveTo>
                  <a:cubicBezTo>
                    <a:pt x="9049" y="178308"/>
                    <a:pt x="32576" y="87249"/>
                    <a:pt x="71438" y="0"/>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47">
              <a:extLst>
                <a:ext uri="{FF2B5EF4-FFF2-40B4-BE49-F238E27FC236}">
                  <a16:creationId xmlns:a16="http://schemas.microsoft.com/office/drawing/2014/main" id="{51870EF0-B8A3-FD6B-CAD9-2408A5815332}"/>
                </a:ext>
              </a:extLst>
            </p:cNvPr>
            <p:cNvSpPr/>
            <p:nvPr/>
          </p:nvSpPr>
          <p:spPr>
            <a:xfrm>
              <a:off x="10618077" y="3978660"/>
              <a:ext cx="483679" cy="775906"/>
            </a:xfrm>
            <a:custGeom>
              <a:avLst/>
              <a:gdLst>
                <a:gd name="connsiteX0" fmla="*/ 483680 w 483679"/>
                <a:gd name="connsiteY0" fmla="*/ 775906 h 775906"/>
                <a:gd name="connsiteX1" fmla="*/ 422529 w 483679"/>
                <a:gd name="connsiteY1" fmla="*/ 741997 h 775906"/>
                <a:gd name="connsiteX2" fmla="*/ 0 w 483679"/>
                <a:gd name="connsiteY2" fmla="*/ 0 h 775906"/>
              </a:gdLst>
              <a:ahLst/>
              <a:cxnLst>
                <a:cxn ang="0">
                  <a:pos x="connsiteX0" y="connsiteY0"/>
                </a:cxn>
                <a:cxn ang="0">
                  <a:pos x="connsiteX1" y="connsiteY1"/>
                </a:cxn>
                <a:cxn ang="0">
                  <a:pos x="connsiteX2" y="connsiteY2"/>
                </a:cxn>
              </a:cxnLst>
              <a:rect l="l" t="t" r="r" b="b"/>
              <a:pathLst>
                <a:path w="483679" h="775906">
                  <a:moveTo>
                    <a:pt x="483680" y="775906"/>
                  </a:moveTo>
                  <a:cubicBezTo>
                    <a:pt x="463010" y="765524"/>
                    <a:pt x="442627" y="754189"/>
                    <a:pt x="422529" y="741997"/>
                  </a:cubicBezTo>
                  <a:cubicBezTo>
                    <a:pt x="153353" y="578358"/>
                    <a:pt x="3334" y="293370"/>
                    <a:pt x="0" y="0"/>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 name="Freeform: Shape 248">
              <a:extLst>
                <a:ext uri="{FF2B5EF4-FFF2-40B4-BE49-F238E27FC236}">
                  <a16:creationId xmlns:a16="http://schemas.microsoft.com/office/drawing/2014/main" id="{3F23E025-B23D-7A0B-8CE1-48DFC0F5DF5D}"/>
                </a:ext>
              </a:extLst>
            </p:cNvPr>
            <p:cNvSpPr/>
            <p:nvPr/>
          </p:nvSpPr>
          <p:spPr>
            <a:xfrm>
              <a:off x="10667036" y="3930082"/>
              <a:ext cx="690181" cy="360425"/>
            </a:xfrm>
            <a:custGeom>
              <a:avLst/>
              <a:gdLst>
                <a:gd name="connsiteX0" fmla="*/ 0 w 690181"/>
                <a:gd name="connsiteY0" fmla="*/ 0 h 360425"/>
                <a:gd name="connsiteX1" fmla="*/ 334518 w 690181"/>
                <a:gd name="connsiteY1" fmla="*/ 74581 h 360425"/>
                <a:gd name="connsiteX2" fmla="*/ 690181 w 690181"/>
                <a:gd name="connsiteY2" fmla="*/ 360426 h 360425"/>
              </a:gdLst>
              <a:ahLst/>
              <a:cxnLst>
                <a:cxn ang="0">
                  <a:pos x="connsiteX0" y="connsiteY0"/>
                </a:cxn>
                <a:cxn ang="0">
                  <a:pos x="connsiteX1" y="connsiteY1"/>
                </a:cxn>
                <a:cxn ang="0">
                  <a:pos x="connsiteX2" y="connsiteY2"/>
                </a:cxn>
              </a:cxnLst>
              <a:rect l="l" t="t" r="r" b="b"/>
              <a:pathLst>
                <a:path w="690181" h="360425">
                  <a:moveTo>
                    <a:pt x="0" y="0"/>
                  </a:moveTo>
                  <a:cubicBezTo>
                    <a:pt x="112109" y="2477"/>
                    <a:pt x="225552" y="26575"/>
                    <a:pt x="334518" y="74581"/>
                  </a:cubicBezTo>
                  <a:cubicBezTo>
                    <a:pt x="481489" y="139255"/>
                    <a:pt x="601885" y="239363"/>
                    <a:pt x="690181" y="360426"/>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8" name="Freeform: Shape 249">
              <a:extLst>
                <a:ext uri="{FF2B5EF4-FFF2-40B4-BE49-F238E27FC236}">
                  <a16:creationId xmlns:a16="http://schemas.microsoft.com/office/drawing/2014/main" id="{483BB38F-5E1D-BD24-6C19-69F655EC8395}"/>
                </a:ext>
              </a:extLst>
            </p:cNvPr>
            <p:cNvSpPr/>
            <p:nvPr/>
          </p:nvSpPr>
          <p:spPr>
            <a:xfrm>
              <a:off x="11125379" y="4603690"/>
              <a:ext cx="24669" cy="114776"/>
            </a:xfrm>
            <a:custGeom>
              <a:avLst/>
              <a:gdLst>
                <a:gd name="connsiteX0" fmla="*/ 0 w 24669"/>
                <a:gd name="connsiteY0" fmla="*/ 0 h 114776"/>
                <a:gd name="connsiteX1" fmla="*/ 24670 w 24669"/>
                <a:gd name="connsiteY1" fmla="*/ 114776 h 114776"/>
              </a:gdLst>
              <a:ahLst/>
              <a:cxnLst>
                <a:cxn ang="0">
                  <a:pos x="connsiteX0" y="connsiteY0"/>
                </a:cxn>
                <a:cxn ang="0">
                  <a:pos x="connsiteX1" y="connsiteY1"/>
                </a:cxn>
              </a:cxnLst>
              <a:rect l="l" t="t" r="r" b="b"/>
              <a:pathLst>
                <a:path w="24669" h="114776">
                  <a:moveTo>
                    <a:pt x="0" y="0"/>
                  </a:moveTo>
                  <a:cubicBezTo>
                    <a:pt x="7715" y="29242"/>
                    <a:pt x="17336" y="69913"/>
                    <a:pt x="24670" y="114776"/>
                  </a:cubicBez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50">
              <a:extLst>
                <a:ext uri="{FF2B5EF4-FFF2-40B4-BE49-F238E27FC236}">
                  <a16:creationId xmlns:a16="http://schemas.microsoft.com/office/drawing/2014/main" id="{75AD5E31-E933-A93E-A1BD-E3737FEA2C8E}"/>
                </a:ext>
              </a:extLst>
            </p:cNvPr>
            <p:cNvSpPr/>
            <p:nvPr/>
          </p:nvSpPr>
          <p:spPr>
            <a:xfrm>
              <a:off x="11049941" y="3670716"/>
              <a:ext cx="97536" cy="97536"/>
            </a:xfrm>
            <a:custGeom>
              <a:avLst/>
              <a:gdLst>
                <a:gd name="connsiteX0" fmla="*/ 97536 w 97536"/>
                <a:gd name="connsiteY0" fmla="*/ 48768 h 97536"/>
                <a:gd name="connsiteX1" fmla="*/ 48768 w 97536"/>
                <a:gd name="connsiteY1" fmla="*/ 97536 h 97536"/>
                <a:gd name="connsiteX2" fmla="*/ 0 w 97536"/>
                <a:gd name="connsiteY2" fmla="*/ 48768 h 97536"/>
                <a:gd name="connsiteX3" fmla="*/ 48768 w 97536"/>
                <a:gd name="connsiteY3" fmla="*/ 0 h 97536"/>
                <a:gd name="connsiteX4" fmla="*/ 97536 w 97536"/>
                <a:gd name="connsiteY4" fmla="*/ 48768 h 97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36" h="97536">
                  <a:moveTo>
                    <a:pt x="97536" y="48768"/>
                  </a:moveTo>
                  <a:cubicBezTo>
                    <a:pt x="97536" y="75702"/>
                    <a:pt x="75702" y="97536"/>
                    <a:pt x="48768" y="97536"/>
                  </a:cubicBezTo>
                  <a:cubicBezTo>
                    <a:pt x="21834" y="97536"/>
                    <a:pt x="0" y="75702"/>
                    <a:pt x="0" y="48768"/>
                  </a:cubicBezTo>
                  <a:cubicBezTo>
                    <a:pt x="0" y="21834"/>
                    <a:pt x="21834" y="0"/>
                    <a:pt x="48768" y="0"/>
                  </a:cubicBezTo>
                  <a:cubicBezTo>
                    <a:pt x="75702" y="0"/>
                    <a:pt x="97536" y="21834"/>
                    <a:pt x="97536" y="48768"/>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251">
              <a:extLst>
                <a:ext uri="{FF2B5EF4-FFF2-40B4-BE49-F238E27FC236}">
                  <a16:creationId xmlns:a16="http://schemas.microsoft.com/office/drawing/2014/main" id="{FFE02DED-EE84-748A-3752-368E2B1BDC1F}"/>
                </a:ext>
              </a:extLst>
            </p:cNvPr>
            <p:cNvSpPr/>
            <p:nvPr/>
          </p:nvSpPr>
          <p:spPr>
            <a:xfrm>
              <a:off x="10965645" y="4335466"/>
              <a:ext cx="89916" cy="89916"/>
            </a:xfrm>
            <a:custGeom>
              <a:avLst/>
              <a:gdLst>
                <a:gd name="connsiteX0" fmla="*/ 89916 w 89916"/>
                <a:gd name="connsiteY0" fmla="*/ 44958 h 89916"/>
                <a:gd name="connsiteX1" fmla="*/ 44958 w 89916"/>
                <a:gd name="connsiteY1" fmla="*/ 89916 h 89916"/>
                <a:gd name="connsiteX2" fmla="*/ 0 w 89916"/>
                <a:gd name="connsiteY2" fmla="*/ 44958 h 89916"/>
                <a:gd name="connsiteX3" fmla="*/ 44958 w 89916"/>
                <a:gd name="connsiteY3" fmla="*/ 0 h 89916"/>
                <a:gd name="connsiteX4" fmla="*/ 89916 w 89916"/>
                <a:gd name="connsiteY4" fmla="*/ 44958 h 89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16" h="89916">
                  <a:moveTo>
                    <a:pt x="89916" y="44958"/>
                  </a:moveTo>
                  <a:cubicBezTo>
                    <a:pt x="89916" y="69788"/>
                    <a:pt x="69788" y="89916"/>
                    <a:pt x="44958" y="89916"/>
                  </a:cubicBezTo>
                  <a:cubicBezTo>
                    <a:pt x="20128" y="89916"/>
                    <a:pt x="0" y="69788"/>
                    <a:pt x="0" y="44958"/>
                  </a:cubicBezTo>
                  <a:cubicBezTo>
                    <a:pt x="0" y="20128"/>
                    <a:pt x="20128" y="0"/>
                    <a:pt x="44958" y="0"/>
                  </a:cubicBezTo>
                  <a:cubicBezTo>
                    <a:pt x="69788" y="0"/>
                    <a:pt x="89916" y="20128"/>
                    <a:pt x="89916" y="44958"/>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252">
              <a:extLst>
                <a:ext uri="{FF2B5EF4-FFF2-40B4-BE49-F238E27FC236}">
                  <a16:creationId xmlns:a16="http://schemas.microsoft.com/office/drawing/2014/main" id="{81560183-5E0E-6F03-7C5D-D1732D03E4A0}"/>
                </a:ext>
              </a:extLst>
            </p:cNvPr>
            <p:cNvSpPr/>
            <p:nvPr/>
          </p:nvSpPr>
          <p:spPr>
            <a:xfrm>
              <a:off x="10436055" y="4577496"/>
              <a:ext cx="100202" cy="100202"/>
            </a:xfrm>
            <a:custGeom>
              <a:avLst/>
              <a:gdLst>
                <a:gd name="connsiteX0" fmla="*/ 100203 w 100202"/>
                <a:gd name="connsiteY0" fmla="*/ 50102 h 100202"/>
                <a:gd name="connsiteX1" fmla="*/ 50101 w 100202"/>
                <a:gd name="connsiteY1" fmla="*/ 100203 h 100202"/>
                <a:gd name="connsiteX2" fmla="*/ 0 w 100202"/>
                <a:gd name="connsiteY2" fmla="*/ 50102 h 100202"/>
                <a:gd name="connsiteX3" fmla="*/ 50101 w 100202"/>
                <a:gd name="connsiteY3" fmla="*/ 0 h 100202"/>
                <a:gd name="connsiteX4" fmla="*/ 100203 w 100202"/>
                <a:gd name="connsiteY4" fmla="*/ 50102 h 100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02" h="100202">
                  <a:moveTo>
                    <a:pt x="100203" y="50102"/>
                  </a:moveTo>
                  <a:cubicBezTo>
                    <a:pt x="100203" y="77772"/>
                    <a:pt x="77772" y="100203"/>
                    <a:pt x="50101" y="100203"/>
                  </a:cubicBezTo>
                  <a:cubicBezTo>
                    <a:pt x="22431" y="100203"/>
                    <a:pt x="0" y="77772"/>
                    <a:pt x="0" y="50102"/>
                  </a:cubicBezTo>
                  <a:cubicBezTo>
                    <a:pt x="0" y="22431"/>
                    <a:pt x="22431" y="0"/>
                    <a:pt x="50101" y="0"/>
                  </a:cubicBezTo>
                  <a:cubicBezTo>
                    <a:pt x="77772" y="0"/>
                    <a:pt x="100203" y="22431"/>
                    <a:pt x="100203" y="50102"/>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53">
              <a:extLst>
                <a:ext uri="{FF2B5EF4-FFF2-40B4-BE49-F238E27FC236}">
                  <a16:creationId xmlns:a16="http://schemas.microsoft.com/office/drawing/2014/main" id="{3C949242-1F61-374E-54A6-8E530AD88E84}"/>
                </a:ext>
              </a:extLst>
            </p:cNvPr>
            <p:cNvSpPr/>
            <p:nvPr/>
          </p:nvSpPr>
          <p:spPr>
            <a:xfrm>
              <a:off x="10559118" y="3882647"/>
              <a:ext cx="96012" cy="96012"/>
            </a:xfrm>
            <a:custGeom>
              <a:avLst/>
              <a:gdLst>
                <a:gd name="connsiteX0" fmla="*/ 96012 w 96012"/>
                <a:gd name="connsiteY0" fmla="*/ 48006 h 96012"/>
                <a:gd name="connsiteX1" fmla="*/ 48006 w 96012"/>
                <a:gd name="connsiteY1" fmla="*/ 96012 h 96012"/>
                <a:gd name="connsiteX2" fmla="*/ 0 w 96012"/>
                <a:gd name="connsiteY2" fmla="*/ 48006 h 96012"/>
                <a:gd name="connsiteX3" fmla="*/ 48006 w 96012"/>
                <a:gd name="connsiteY3" fmla="*/ 0 h 96012"/>
                <a:gd name="connsiteX4" fmla="*/ 96012 w 96012"/>
                <a:gd name="connsiteY4" fmla="*/ 48006 h 96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2" h="96012">
                  <a:moveTo>
                    <a:pt x="96012" y="48006"/>
                  </a:moveTo>
                  <a:cubicBezTo>
                    <a:pt x="96012" y="74519"/>
                    <a:pt x="74519" y="96012"/>
                    <a:pt x="48006" y="96012"/>
                  </a:cubicBezTo>
                  <a:cubicBezTo>
                    <a:pt x="21493" y="96012"/>
                    <a:pt x="0" y="74519"/>
                    <a:pt x="0" y="48006"/>
                  </a:cubicBezTo>
                  <a:cubicBezTo>
                    <a:pt x="0" y="21493"/>
                    <a:pt x="21493" y="0"/>
                    <a:pt x="48006" y="0"/>
                  </a:cubicBezTo>
                  <a:cubicBezTo>
                    <a:pt x="74519" y="0"/>
                    <a:pt x="96012" y="21493"/>
                    <a:pt x="96012" y="4800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54">
              <a:extLst>
                <a:ext uri="{FF2B5EF4-FFF2-40B4-BE49-F238E27FC236}">
                  <a16:creationId xmlns:a16="http://schemas.microsoft.com/office/drawing/2014/main" id="{1AC2BDDD-7BC5-273E-0616-9F6917C8B4C7}"/>
                </a:ext>
              </a:extLst>
            </p:cNvPr>
            <p:cNvSpPr/>
            <p:nvPr/>
          </p:nvSpPr>
          <p:spPr>
            <a:xfrm>
              <a:off x="11340072" y="4290508"/>
              <a:ext cx="97345" cy="97345"/>
            </a:xfrm>
            <a:custGeom>
              <a:avLst/>
              <a:gdLst>
                <a:gd name="connsiteX0" fmla="*/ 97346 w 97345"/>
                <a:gd name="connsiteY0" fmla="*/ 48673 h 97345"/>
                <a:gd name="connsiteX1" fmla="*/ 48673 w 97345"/>
                <a:gd name="connsiteY1" fmla="*/ 97345 h 97345"/>
                <a:gd name="connsiteX2" fmla="*/ 0 w 97345"/>
                <a:gd name="connsiteY2" fmla="*/ 48673 h 97345"/>
                <a:gd name="connsiteX3" fmla="*/ 48673 w 97345"/>
                <a:gd name="connsiteY3" fmla="*/ 0 h 97345"/>
                <a:gd name="connsiteX4" fmla="*/ 97346 w 97345"/>
                <a:gd name="connsiteY4" fmla="*/ 48673 h 9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45" h="97345">
                  <a:moveTo>
                    <a:pt x="97346" y="48673"/>
                  </a:moveTo>
                  <a:cubicBezTo>
                    <a:pt x="97346" y="75554"/>
                    <a:pt x="75554" y="97345"/>
                    <a:pt x="48673" y="97345"/>
                  </a:cubicBezTo>
                  <a:cubicBezTo>
                    <a:pt x="21792" y="97345"/>
                    <a:pt x="0" y="75554"/>
                    <a:pt x="0" y="48673"/>
                  </a:cubicBezTo>
                  <a:cubicBezTo>
                    <a:pt x="0" y="21792"/>
                    <a:pt x="21792" y="0"/>
                    <a:pt x="48673" y="0"/>
                  </a:cubicBezTo>
                  <a:cubicBezTo>
                    <a:pt x="75554" y="0"/>
                    <a:pt x="97346" y="21792"/>
                    <a:pt x="97346" y="48673"/>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255">
              <a:extLst>
                <a:ext uri="{FF2B5EF4-FFF2-40B4-BE49-F238E27FC236}">
                  <a16:creationId xmlns:a16="http://schemas.microsoft.com/office/drawing/2014/main" id="{08B62EA0-57D0-1D0C-4655-3024F753D54A}"/>
                </a:ext>
              </a:extLst>
            </p:cNvPr>
            <p:cNvSpPr/>
            <p:nvPr/>
          </p:nvSpPr>
          <p:spPr>
            <a:xfrm>
              <a:off x="10028194" y="4083625"/>
              <a:ext cx="119634" cy="119633"/>
            </a:xfrm>
            <a:custGeom>
              <a:avLst/>
              <a:gdLst>
                <a:gd name="connsiteX0" fmla="*/ 119634 w 119634"/>
                <a:gd name="connsiteY0" fmla="*/ 59817 h 119633"/>
                <a:gd name="connsiteX1" fmla="*/ 59817 w 119634"/>
                <a:gd name="connsiteY1" fmla="*/ 119634 h 119633"/>
                <a:gd name="connsiteX2" fmla="*/ 0 w 119634"/>
                <a:gd name="connsiteY2" fmla="*/ 59817 h 119633"/>
                <a:gd name="connsiteX3" fmla="*/ 59817 w 119634"/>
                <a:gd name="connsiteY3" fmla="*/ 0 h 119633"/>
                <a:gd name="connsiteX4" fmla="*/ 119634 w 119634"/>
                <a:gd name="connsiteY4" fmla="*/ 59817 h 119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34" h="119633">
                  <a:moveTo>
                    <a:pt x="119634" y="59817"/>
                  </a:moveTo>
                  <a:cubicBezTo>
                    <a:pt x="119634" y="92853"/>
                    <a:pt x="92853" y="119634"/>
                    <a:pt x="59817" y="119634"/>
                  </a:cubicBezTo>
                  <a:cubicBezTo>
                    <a:pt x="26781" y="119634"/>
                    <a:pt x="0" y="92853"/>
                    <a:pt x="0" y="59817"/>
                  </a:cubicBezTo>
                  <a:cubicBezTo>
                    <a:pt x="0" y="26781"/>
                    <a:pt x="26781" y="0"/>
                    <a:pt x="59817" y="0"/>
                  </a:cubicBezTo>
                  <a:cubicBezTo>
                    <a:pt x="92853" y="0"/>
                    <a:pt x="119634" y="26781"/>
                    <a:pt x="119634" y="5981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256">
              <a:extLst>
                <a:ext uri="{FF2B5EF4-FFF2-40B4-BE49-F238E27FC236}">
                  <a16:creationId xmlns:a16="http://schemas.microsoft.com/office/drawing/2014/main" id="{B4FD8343-FC43-A742-667E-62589B01B842}"/>
                </a:ext>
              </a:extLst>
            </p:cNvPr>
            <p:cNvSpPr/>
            <p:nvPr/>
          </p:nvSpPr>
          <p:spPr>
            <a:xfrm>
              <a:off x="10397288" y="4013140"/>
              <a:ext cx="77533" cy="77533"/>
            </a:xfrm>
            <a:custGeom>
              <a:avLst/>
              <a:gdLst>
                <a:gd name="connsiteX0" fmla="*/ 77534 w 77533"/>
                <a:gd name="connsiteY0" fmla="*/ 38767 h 77533"/>
                <a:gd name="connsiteX1" fmla="*/ 38767 w 77533"/>
                <a:gd name="connsiteY1" fmla="*/ 77534 h 77533"/>
                <a:gd name="connsiteX2" fmla="*/ 0 w 77533"/>
                <a:gd name="connsiteY2" fmla="*/ 38767 h 77533"/>
                <a:gd name="connsiteX3" fmla="*/ 38767 w 77533"/>
                <a:gd name="connsiteY3" fmla="*/ 0 h 77533"/>
                <a:gd name="connsiteX4" fmla="*/ 77534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4" y="38767"/>
                  </a:moveTo>
                  <a:cubicBezTo>
                    <a:pt x="77534" y="60177"/>
                    <a:pt x="60177" y="77534"/>
                    <a:pt x="38767" y="77534"/>
                  </a:cubicBezTo>
                  <a:cubicBezTo>
                    <a:pt x="17356" y="77534"/>
                    <a:pt x="0" y="60177"/>
                    <a:pt x="0" y="38767"/>
                  </a:cubicBezTo>
                  <a:cubicBezTo>
                    <a:pt x="0" y="17356"/>
                    <a:pt x="17356" y="0"/>
                    <a:pt x="38767" y="0"/>
                  </a:cubicBezTo>
                  <a:cubicBezTo>
                    <a:pt x="60177" y="0"/>
                    <a:pt x="77534" y="17356"/>
                    <a:pt x="77534" y="3876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257">
              <a:extLst>
                <a:ext uri="{FF2B5EF4-FFF2-40B4-BE49-F238E27FC236}">
                  <a16:creationId xmlns:a16="http://schemas.microsoft.com/office/drawing/2014/main" id="{FC4A927B-3DD1-477B-DF49-F9A7C80E58D4}"/>
                </a:ext>
              </a:extLst>
            </p:cNvPr>
            <p:cNvSpPr/>
            <p:nvPr/>
          </p:nvSpPr>
          <p:spPr>
            <a:xfrm>
              <a:off x="11073468" y="4519013"/>
              <a:ext cx="77533" cy="77533"/>
            </a:xfrm>
            <a:custGeom>
              <a:avLst/>
              <a:gdLst>
                <a:gd name="connsiteX0" fmla="*/ 77533 w 77533"/>
                <a:gd name="connsiteY0" fmla="*/ 38767 h 77533"/>
                <a:gd name="connsiteX1" fmla="*/ 38767 w 77533"/>
                <a:gd name="connsiteY1" fmla="*/ 77533 h 77533"/>
                <a:gd name="connsiteX2" fmla="*/ 0 w 77533"/>
                <a:gd name="connsiteY2" fmla="*/ 38767 h 77533"/>
                <a:gd name="connsiteX3" fmla="*/ 38767 w 77533"/>
                <a:gd name="connsiteY3" fmla="*/ 0 h 77533"/>
                <a:gd name="connsiteX4" fmla="*/ 77533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3" y="38767"/>
                  </a:moveTo>
                  <a:cubicBezTo>
                    <a:pt x="77533" y="60177"/>
                    <a:pt x="60177" y="77533"/>
                    <a:pt x="38767" y="77533"/>
                  </a:cubicBezTo>
                  <a:cubicBezTo>
                    <a:pt x="17356" y="77533"/>
                    <a:pt x="0" y="60177"/>
                    <a:pt x="0" y="38767"/>
                  </a:cubicBezTo>
                  <a:cubicBezTo>
                    <a:pt x="0" y="17356"/>
                    <a:pt x="17356" y="0"/>
                    <a:pt x="38767" y="0"/>
                  </a:cubicBezTo>
                  <a:cubicBezTo>
                    <a:pt x="60177" y="0"/>
                    <a:pt x="77533" y="17356"/>
                    <a:pt x="77533" y="3876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258">
              <a:extLst>
                <a:ext uri="{FF2B5EF4-FFF2-40B4-BE49-F238E27FC236}">
                  <a16:creationId xmlns:a16="http://schemas.microsoft.com/office/drawing/2014/main" id="{1E6D80E8-7D3F-6E8E-9FDA-07C1A37CBE27}"/>
                </a:ext>
              </a:extLst>
            </p:cNvPr>
            <p:cNvSpPr/>
            <p:nvPr/>
          </p:nvSpPr>
          <p:spPr>
            <a:xfrm>
              <a:off x="11097756" y="4724372"/>
              <a:ext cx="99441" cy="99441"/>
            </a:xfrm>
            <a:custGeom>
              <a:avLst/>
              <a:gdLst>
                <a:gd name="connsiteX0" fmla="*/ 99441 w 99441"/>
                <a:gd name="connsiteY0" fmla="*/ 49721 h 99441"/>
                <a:gd name="connsiteX1" fmla="*/ 49721 w 99441"/>
                <a:gd name="connsiteY1" fmla="*/ 99441 h 99441"/>
                <a:gd name="connsiteX2" fmla="*/ 0 w 99441"/>
                <a:gd name="connsiteY2" fmla="*/ 49721 h 99441"/>
                <a:gd name="connsiteX3" fmla="*/ 49721 w 99441"/>
                <a:gd name="connsiteY3" fmla="*/ 0 h 99441"/>
                <a:gd name="connsiteX4" fmla="*/ 99441 w 99441"/>
                <a:gd name="connsiteY4" fmla="*/ 49721 h 99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 h="99441">
                  <a:moveTo>
                    <a:pt x="99441" y="49721"/>
                  </a:moveTo>
                  <a:cubicBezTo>
                    <a:pt x="99441" y="77181"/>
                    <a:pt x="77180" y="99441"/>
                    <a:pt x="49721" y="99441"/>
                  </a:cubicBezTo>
                  <a:cubicBezTo>
                    <a:pt x="22261" y="99441"/>
                    <a:pt x="0" y="77181"/>
                    <a:pt x="0" y="49721"/>
                  </a:cubicBezTo>
                  <a:cubicBezTo>
                    <a:pt x="0" y="22261"/>
                    <a:pt x="22261" y="0"/>
                    <a:pt x="49721" y="0"/>
                  </a:cubicBezTo>
                  <a:cubicBezTo>
                    <a:pt x="77180" y="0"/>
                    <a:pt x="99441" y="22261"/>
                    <a:pt x="99441" y="49721"/>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8" name="Graphic 133">
            <a:extLst>
              <a:ext uri="{FF2B5EF4-FFF2-40B4-BE49-F238E27FC236}">
                <a16:creationId xmlns:a16="http://schemas.microsoft.com/office/drawing/2014/main" id="{A8855F58-6B8B-77E0-1B20-BF603AA3D491}"/>
              </a:ext>
            </a:extLst>
          </p:cNvPr>
          <p:cNvGrpSpPr/>
          <p:nvPr userDrawn="1"/>
        </p:nvGrpSpPr>
        <p:grpSpPr>
          <a:xfrm flipV="1">
            <a:off x="9134596" y="2819653"/>
            <a:ext cx="1402365" cy="926306"/>
            <a:chOff x="9582043" y="2686498"/>
            <a:chExt cx="1402365" cy="926306"/>
          </a:xfrm>
          <a:noFill/>
        </p:grpSpPr>
        <p:sp>
          <p:nvSpPr>
            <p:cNvPr id="39" name="Freeform: Shape 260">
              <a:extLst>
                <a:ext uri="{FF2B5EF4-FFF2-40B4-BE49-F238E27FC236}">
                  <a16:creationId xmlns:a16="http://schemas.microsoft.com/office/drawing/2014/main" id="{61A9CC5C-957B-0692-CD16-A2523EB4C128}"/>
                </a:ext>
              </a:extLst>
            </p:cNvPr>
            <p:cNvSpPr/>
            <p:nvPr/>
          </p:nvSpPr>
          <p:spPr>
            <a:xfrm>
              <a:off x="10526637" y="2686498"/>
              <a:ext cx="457771" cy="457771"/>
            </a:xfrm>
            <a:custGeom>
              <a:avLst/>
              <a:gdLst>
                <a:gd name="connsiteX0" fmla="*/ 457772 w 457771"/>
                <a:gd name="connsiteY0" fmla="*/ 228886 h 457771"/>
                <a:gd name="connsiteX1" fmla="*/ 228886 w 457771"/>
                <a:gd name="connsiteY1" fmla="*/ 457771 h 457771"/>
                <a:gd name="connsiteX2" fmla="*/ 0 w 457771"/>
                <a:gd name="connsiteY2" fmla="*/ 228886 h 457771"/>
                <a:gd name="connsiteX3" fmla="*/ 228886 w 457771"/>
                <a:gd name="connsiteY3" fmla="*/ 0 h 457771"/>
                <a:gd name="connsiteX4" fmla="*/ 457772 w 457771"/>
                <a:gd name="connsiteY4" fmla="*/ 228886 h 4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771" h="457771">
                  <a:moveTo>
                    <a:pt x="457772" y="228886"/>
                  </a:moveTo>
                  <a:cubicBezTo>
                    <a:pt x="457772" y="355296"/>
                    <a:pt x="355296" y="457771"/>
                    <a:pt x="228886" y="457771"/>
                  </a:cubicBezTo>
                  <a:cubicBezTo>
                    <a:pt x="102476" y="457771"/>
                    <a:pt x="0" y="355296"/>
                    <a:pt x="0" y="228886"/>
                  </a:cubicBezTo>
                  <a:cubicBezTo>
                    <a:pt x="0" y="102476"/>
                    <a:pt x="102476" y="0"/>
                    <a:pt x="228886" y="0"/>
                  </a:cubicBezTo>
                  <a:cubicBezTo>
                    <a:pt x="355296" y="0"/>
                    <a:pt x="457772" y="102476"/>
                    <a:pt x="457772" y="22888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261">
              <a:extLst>
                <a:ext uri="{FF2B5EF4-FFF2-40B4-BE49-F238E27FC236}">
                  <a16:creationId xmlns:a16="http://schemas.microsoft.com/office/drawing/2014/main" id="{8B7477D2-B944-CDC0-B6EA-24F94EC67E24}"/>
                </a:ext>
              </a:extLst>
            </p:cNvPr>
            <p:cNvSpPr/>
            <p:nvPr/>
          </p:nvSpPr>
          <p:spPr>
            <a:xfrm>
              <a:off x="9844552" y="2918146"/>
              <a:ext cx="779716" cy="9525"/>
            </a:xfrm>
            <a:custGeom>
              <a:avLst/>
              <a:gdLst>
                <a:gd name="connsiteX0" fmla="*/ 0 w 779716"/>
                <a:gd name="connsiteY0" fmla="*/ 0 h 9525"/>
                <a:gd name="connsiteX1" fmla="*/ 779717 w 779716"/>
                <a:gd name="connsiteY1" fmla="*/ 0 h 9525"/>
              </a:gdLst>
              <a:ahLst/>
              <a:cxnLst>
                <a:cxn ang="0">
                  <a:pos x="connsiteX0" y="connsiteY0"/>
                </a:cxn>
                <a:cxn ang="0">
                  <a:pos x="connsiteX1" y="connsiteY1"/>
                </a:cxn>
              </a:cxnLst>
              <a:rect l="l" t="t" r="r" b="b"/>
              <a:pathLst>
                <a:path w="779716" h="9525">
                  <a:moveTo>
                    <a:pt x="0" y="0"/>
                  </a:moveTo>
                  <a:lnTo>
                    <a:pt x="779717" y="0"/>
                  </a:lnTo>
                </a:path>
              </a:pathLst>
            </a:custGeom>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262">
              <a:extLst>
                <a:ext uri="{FF2B5EF4-FFF2-40B4-BE49-F238E27FC236}">
                  <a16:creationId xmlns:a16="http://schemas.microsoft.com/office/drawing/2014/main" id="{435AA0E4-D6F9-FF97-6727-3854BFE726A4}"/>
                </a:ext>
              </a:extLst>
            </p:cNvPr>
            <p:cNvSpPr/>
            <p:nvPr/>
          </p:nvSpPr>
          <p:spPr>
            <a:xfrm>
              <a:off x="10624269" y="2786892"/>
              <a:ext cx="262508" cy="262508"/>
            </a:xfrm>
            <a:custGeom>
              <a:avLst/>
              <a:gdLst>
                <a:gd name="connsiteX0" fmla="*/ 262509 w 262508"/>
                <a:gd name="connsiteY0" fmla="*/ 131255 h 262508"/>
                <a:gd name="connsiteX1" fmla="*/ 131255 w 262508"/>
                <a:gd name="connsiteY1" fmla="*/ 262509 h 262508"/>
                <a:gd name="connsiteX2" fmla="*/ 0 w 262508"/>
                <a:gd name="connsiteY2" fmla="*/ 131255 h 262508"/>
                <a:gd name="connsiteX3" fmla="*/ 131255 w 262508"/>
                <a:gd name="connsiteY3" fmla="*/ 0 h 262508"/>
                <a:gd name="connsiteX4" fmla="*/ 262509 w 262508"/>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8" h="262508">
                  <a:moveTo>
                    <a:pt x="262509" y="131255"/>
                  </a:moveTo>
                  <a:cubicBezTo>
                    <a:pt x="262509" y="203744"/>
                    <a:pt x="203744" y="262509"/>
                    <a:pt x="131255" y="262509"/>
                  </a:cubicBezTo>
                  <a:cubicBezTo>
                    <a:pt x="58765" y="262509"/>
                    <a:pt x="0" y="203744"/>
                    <a:pt x="0" y="131255"/>
                  </a:cubicBezTo>
                  <a:cubicBezTo>
                    <a:pt x="0" y="58765"/>
                    <a:pt x="58765" y="0"/>
                    <a:pt x="131255" y="0"/>
                  </a:cubicBezTo>
                  <a:cubicBezTo>
                    <a:pt x="203744" y="0"/>
                    <a:pt x="262509" y="58765"/>
                    <a:pt x="262509" y="13125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2" name="Freeform: Shape 263">
              <a:extLst>
                <a:ext uri="{FF2B5EF4-FFF2-40B4-BE49-F238E27FC236}">
                  <a16:creationId xmlns:a16="http://schemas.microsoft.com/office/drawing/2014/main" id="{1C380E53-AAFC-85BC-F6FF-D2D1E6399872}"/>
                </a:ext>
              </a:extLst>
            </p:cNvPr>
            <p:cNvSpPr/>
            <p:nvPr/>
          </p:nvSpPr>
          <p:spPr>
            <a:xfrm>
              <a:off x="9582043" y="2786892"/>
              <a:ext cx="262509" cy="262508"/>
            </a:xfrm>
            <a:custGeom>
              <a:avLst/>
              <a:gdLst>
                <a:gd name="connsiteX0" fmla="*/ 262509 w 262509"/>
                <a:gd name="connsiteY0" fmla="*/ 131255 h 262508"/>
                <a:gd name="connsiteX1" fmla="*/ 131254 w 262509"/>
                <a:gd name="connsiteY1" fmla="*/ 262509 h 262508"/>
                <a:gd name="connsiteX2" fmla="*/ 0 w 262509"/>
                <a:gd name="connsiteY2" fmla="*/ 131255 h 262508"/>
                <a:gd name="connsiteX3" fmla="*/ 131254 w 262509"/>
                <a:gd name="connsiteY3" fmla="*/ 0 h 262508"/>
                <a:gd name="connsiteX4" fmla="*/ 262509 w 262509"/>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9" h="262508">
                  <a:moveTo>
                    <a:pt x="262509" y="131255"/>
                  </a:moveTo>
                  <a:cubicBezTo>
                    <a:pt x="262509" y="203744"/>
                    <a:pt x="203744" y="262509"/>
                    <a:pt x="131254" y="262509"/>
                  </a:cubicBezTo>
                  <a:cubicBezTo>
                    <a:pt x="58765" y="262509"/>
                    <a:pt x="0" y="203744"/>
                    <a:pt x="0" y="131255"/>
                  </a:cubicBezTo>
                  <a:cubicBezTo>
                    <a:pt x="0" y="58765"/>
                    <a:pt x="58765" y="0"/>
                    <a:pt x="131254" y="0"/>
                  </a:cubicBezTo>
                  <a:cubicBezTo>
                    <a:pt x="203744" y="0"/>
                    <a:pt x="262509" y="58765"/>
                    <a:pt x="262509" y="13125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264">
              <a:extLst>
                <a:ext uri="{FF2B5EF4-FFF2-40B4-BE49-F238E27FC236}">
                  <a16:creationId xmlns:a16="http://schemas.microsoft.com/office/drawing/2014/main" id="{4DBDDBBA-958F-1277-4284-C44B084A6828}"/>
                </a:ext>
              </a:extLst>
            </p:cNvPr>
            <p:cNvSpPr/>
            <p:nvPr/>
          </p:nvSpPr>
          <p:spPr>
            <a:xfrm>
              <a:off x="10755523" y="3144270"/>
              <a:ext cx="9525" cy="468534"/>
            </a:xfrm>
            <a:custGeom>
              <a:avLst/>
              <a:gdLst>
                <a:gd name="connsiteX0" fmla="*/ 0 w 9525"/>
                <a:gd name="connsiteY0" fmla="*/ 0 h 468534"/>
                <a:gd name="connsiteX1" fmla="*/ 0 w 9525"/>
                <a:gd name="connsiteY1" fmla="*/ 468535 h 468534"/>
              </a:gdLst>
              <a:ahLst/>
              <a:cxnLst>
                <a:cxn ang="0">
                  <a:pos x="connsiteX0" y="connsiteY0"/>
                </a:cxn>
                <a:cxn ang="0">
                  <a:pos x="connsiteX1" y="connsiteY1"/>
                </a:cxn>
              </a:cxnLst>
              <a:rect l="l" t="t" r="r" b="b"/>
              <a:pathLst>
                <a:path w="9525" h="468534">
                  <a:moveTo>
                    <a:pt x="0" y="0"/>
                  </a:moveTo>
                  <a:lnTo>
                    <a:pt x="0" y="468535"/>
                  </a:lnTo>
                </a:path>
              </a:pathLst>
            </a:custGeom>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4" name="Freeform: Shape 265">
            <a:extLst>
              <a:ext uri="{FF2B5EF4-FFF2-40B4-BE49-F238E27FC236}">
                <a16:creationId xmlns:a16="http://schemas.microsoft.com/office/drawing/2014/main" id="{F7C6FD1A-B2B0-3267-885E-DCC53C98F330}"/>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Freeform: Shape 269">
            <a:extLst>
              <a:ext uri="{FF2B5EF4-FFF2-40B4-BE49-F238E27FC236}">
                <a16:creationId xmlns:a16="http://schemas.microsoft.com/office/drawing/2014/main" id="{745CFBED-5657-9FA2-871E-686AC9D005FF}"/>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285">
            <a:extLst>
              <a:ext uri="{FF2B5EF4-FFF2-40B4-BE49-F238E27FC236}">
                <a16:creationId xmlns:a16="http://schemas.microsoft.com/office/drawing/2014/main" id="{8E7AAEEB-66C4-8582-DB55-605B78CEBBBF}"/>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286">
            <a:extLst>
              <a:ext uri="{FF2B5EF4-FFF2-40B4-BE49-F238E27FC236}">
                <a16:creationId xmlns:a16="http://schemas.microsoft.com/office/drawing/2014/main" id="{7B07BE64-0FEB-105B-532C-B451305DD39A}"/>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8" name="Graphic 133">
            <a:extLst>
              <a:ext uri="{FF2B5EF4-FFF2-40B4-BE49-F238E27FC236}">
                <a16:creationId xmlns:a16="http://schemas.microsoft.com/office/drawing/2014/main" id="{225D3D06-0410-493F-2044-18F7C16802B1}"/>
              </a:ext>
            </a:extLst>
          </p:cNvPr>
          <p:cNvGrpSpPr/>
          <p:nvPr userDrawn="1"/>
        </p:nvGrpSpPr>
        <p:grpSpPr>
          <a:xfrm rot="15300000">
            <a:off x="4917142" y="1961725"/>
            <a:ext cx="1311782" cy="2575749"/>
            <a:chOff x="7819347" y="302010"/>
            <a:chExt cx="1311782" cy="2575749"/>
          </a:xfrm>
          <a:noFill/>
        </p:grpSpPr>
        <p:sp>
          <p:nvSpPr>
            <p:cNvPr id="49" name="Freeform: Shape 288">
              <a:extLst>
                <a:ext uri="{FF2B5EF4-FFF2-40B4-BE49-F238E27FC236}">
                  <a16:creationId xmlns:a16="http://schemas.microsoft.com/office/drawing/2014/main" id="{A8C9B2D1-0AB0-6540-2833-A5CF9CD906E8}"/>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Freeform: Shape 289">
              <a:extLst>
                <a:ext uri="{FF2B5EF4-FFF2-40B4-BE49-F238E27FC236}">
                  <a16:creationId xmlns:a16="http://schemas.microsoft.com/office/drawing/2014/main" id="{A9B7C5DE-688A-13E5-BF40-6F0FE7716B40}"/>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Freeform: Shape 290">
              <a:extLst>
                <a:ext uri="{FF2B5EF4-FFF2-40B4-BE49-F238E27FC236}">
                  <a16:creationId xmlns:a16="http://schemas.microsoft.com/office/drawing/2014/main" id="{D572A5D7-1308-8161-C560-67A731CF15C3}"/>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2" name="Freeform: Shape 291">
              <a:extLst>
                <a:ext uri="{FF2B5EF4-FFF2-40B4-BE49-F238E27FC236}">
                  <a16:creationId xmlns:a16="http://schemas.microsoft.com/office/drawing/2014/main" id="{A4DEFCCC-D6B3-5F8E-42BB-A396201F7253}"/>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Freeform: Shape 292">
              <a:extLst>
                <a:ext uri="{FF2B5EF4-FFF2-40B4-BE49-F238E27FC236}">
                  <a16:creationId xmlns:a16="http://schemas.microsoft.com/office/drawing/2014/main" id="{D1366F4B-2384-29DA-7E67-92B9B0C81293}"/>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54" name="Oval 53">
            <a:extLst>
              <a:ext uri="{FF2B5EF4-FFF2-40B4-BE49-F238E27FC236}">
                <a16:creationId xmlns:a16="http://schemas.microsoft.com/office/drawing/2014/main" id="{F158BDAF-D49A-D3E9-26E2-23DBF9A1D917}"/>
              </a:ext>
            </a:extLst>
          </p:cNvPr>
          <p:cNvSpPr/>
          <p:nvPr userDrawn="1"/>
        </p:nvSpPr>
        <p:spPr>
          <a:xfrm flipV="1">
            <a:off x="6354876" y="1852997"/>
            <a:ext cx="3152006" cy="3152006"/>
          </a:xfrm>
          <a:prstGeom prst="ellipse">
            <a:avLst/>
          </a:prstGeom>
          <a:solidFill>
            <a:schemeClr val="bg1"/>
          </a:solidFill>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5" name="Freeform: Shape 298">
            <a:extLst>
              <a:ext uri="{FF2B5EF4-FFF2-40B4-BE49-F238E27FC236}">
                <a16:creationId xmlns:a16="http://schemas.microsoft.com/office/drawing/2014/main" id="{066CAEBB-AF92-6D05-D9F3-42BB57093F1E}"/>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6" name="Graphic 133">
            <a:extLst>
              <a:ext uri="{FF2B5EF4-FFF2-40B4-BE49-F238E27FC236}">
                <a16:creationId xmlns:a16="http://schemas.microsoft.com/office/drawing/2014/main" id="{9FF65BFA-580C-DCA7-C668-2CA14DE5BBE7}"/>
              </a:ext>
            </a:extLst>
          </p:cNvPr>
          <p:cNvGrpSpPr/>
          <p:nvPr userDrawn="1"/>
        </p:nvGrpSpPr>
        <p:grpSpPr>
          <a:xfrm>
            <a:off x="6411279" y="5443017"/>
            <a:ext cx="492164" cy="535997"/>
            <a:chOff x="8799755" y="943899"/>
            <a:chExt cx="839533" cy="914304"/>
          </a:xfrm>
          <a:noFill/>
        </p:grpSpPr>
        <p:sp>
          <p:nvSpPr>
            <p:cNvPr id="57" name="Freeform: Shape 300">
              <a:extLst>
                <a:ext uri="{FF2B5EF4-FFF2-40B4-BE49-F238E27FC236}">
                  <a16:creationId xmlns:a16="http://schemas.microsoft.com/office/drawing/2014/main" id="{52100AD9-54F6-7550-022D-1B629B339DB5}"/>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8" name="Freeform: Shape 301">
              <a:extLst>
                <a:ext uri="{FF2B5EF4-FFF2-40B4-BE49-F238E27FC236}">
                  <a16:creationId xmlns:a16="http://schemas.microsoft.com/office/drawing/2014/main" id="{524B3441-3CEB-FBF9-6A62-068A8B44C403}"/>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3">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59" name="Group 58" descr="Container&#10;">
            <a:extLst>
              <a:ext uri="{FF2B5EF4-FFF2-40B4-BE49-F238E27FC236}">
                <a16:creationId xmlns:a16="http://schemas.microsoft.com/office/drawing/2014/main" id="{7B897225-91E1-F8AA-70B8-7827D2A9126D}"/>
              </a:ext>
            </a:extLst>
          </p:cNvPr>
          <p:cNvGrpSpPr>
            <a:grpSpLocks noChangeAspect="1"/>
          </p:cNvGrpSpPr>
          <p:nvPr userDrawn="1"/>
        </p:nvGrpSpPr>
        <p:grpSpPr>
          <a:xfrm>
            <a:off x="7105553" y="2627829"/>
            <a:ext cx="1645920" cy="1645920"/>
            <a:chOff x="530529" y="4420064"/>
            <a:chExt cx="600837" cy="600837"/>
          </a:xfrm>
          <a:solidFill>
            <a:schemeClr val="accent3"/>
          </a:solidFill>
        </p:grpSpPr>
        <p:sp>
          <p:nvSpPr>
            <p:cNvPr id="60" name="Picture Placeholder 113">
              <a:extLst>
                <a:ext uri="{FF2B5EF4-FFF2-40B4-BE49-F238E27FC236}">
                  <a16:creationId xmlns:a16="http://schemas.microsoft.com/office/drawing/2014/main" id="{0B233153-F204-3DB6-5C03-EDABB51A8042}"/>
                </a:ext>
              </a:extLst>
            </p:cNvPr>
            <p:cNvSpPr/>
            <p:nvPr/>
          </p:nvSpPr>
          <p:spPr>
            <a:xfrm>
              <a:off x="530529" y="4420064"/>
              <a:ext cx="600837" cy="600837"/>
            </a:xfrm>
            <a:custGeom>
              <a:avLst/>
              <a:gdLst>
                <a:gd name="connsiteX0" fmla="*/ 554920 w 600837"/>
                <a:gd name="connsiteY0" fmla="*/ 15938 h 600837"/>
                <a:gd name="connsiteX1" fmla="*/ 585026 w 600837"/>
                <a:gd name="connsiteY1" fmla="*/ 46043 h 600837"/>
                <a:gd name="connsiteX2" fmla="*/ 585026 w 600837"/>
                <a:gd name="connsiteY2" fmla="*/ 555110 h 600837"/>
                <a:gd name="connsiteX3" fmla="*/ 554920 w 600837"/>
                <a:gd name="connsiteY3" fmla="*/ 585152 h 600837"/>
                <a:gd name="connsiteX4" fmla="*/ 45917 w 600837"/>
                <a:gd name="connsiteY4" fmla="*/ 585152 h 600837"/>
                <a:gd name="connsiteX5" fmla="*/ 15812 w 600837"/>
                <a:gd name="connsiteY5" fmla="*/ 555110 h 600837"/>
                <a:gd name="connsiteX6" fmla="*/ 15812 w 600837"/>
                <a:gd name="connsiteY6" fmla="*/ 45917 h 600837"/>
                <a:gd name="connsiteX7" fmla="*/ 45917 w 600837"/>
                <a:gd name="connsiteY7" fmla="*/ 15938 h 600837"/>
                <a:gd name="connsiteX8" fmla="*/ 554920 w 600837"/>
                <a:gd name="connsiteY8" fmla="*/ 15938 h 600837"/>
                <a:gd name="connsiteX9" fmla="*/ 554920 w 600837"/>
                <a:gd name="connsiteY9" fmla="*/ 126 h 600837"/>
                <a:gd name="connsiteX10" fmla="*/ 45917 w 600837"/>
                <a:gd name="connsiteY10" fmla="*/ 126 h 600837"/>
                <a:gd name="connsiteX11" fmla="*/ 0 w 600837"/>
                <a:gd name="connsiteY11" fmla="*/ 45917 h 600837"/>
                <a:gd name="connsiteX12" fmla="*/ 0 w 600837"/>
                <a:gd name="connsiteY12" fmla="*/ 554984 h 600837"/>
                <a:gd name="connsiteX13" fmla="*/ 45917 w 600837"/>
                <a:gd name="connsiteY13" fmla="*/ 600837 h 600837"/>
                <a:gd name="connsiteX14" fmla="*/ 554920 w 600837"/>
                <a:gd name="connsiteY14" fmla="*/ 600837 h 600837"/>
                <a:gd name="connsiteX15" fmla="*/ 600837 w 600837"/>
                <a:gd name="connsiteY15" fmla="*/ 554984 h 600837"/>
                <a:gd name="connsiteX16" fmla="*/ 600837 w 600837"/>
                <a:gd name="connsiteY16" fmla="*/ 45917 h 600837"/>
                <a:gd name="connsiteX17" fmla="*/ 554920 w 600837"/>
                <a:gd name="connsiteY17" fmla="*/ 0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0837" h="600837">
                  <a:moveTo>
                    <a:pt x="554920" y="15938"/>
                  </a:moveTo>
                  <a:cubicBezTo>
                    <a:pt x="571548" y="15938"/>
                    <a:pt x="585026" y="29416"/>
                    <a:pt x="585026" y="46043"/>
                  </a:cubicBezTo>
                  <a:lnTo>
                    <a:pt x="585026" y="555110"/>
                  </a:lnTo>
                  <a:cubicBezTo>
                    <a:pt x="584988" y="571712"/>
                    <a:pt x="571522" y="585152"/>
                    <a:pt x="554920" y="585152"/>
                  </a:cubicBezTo>
                  <a:lnTo>
                    <a:pt x="45917" y="585152"/>
                  </a:lnTo>
                  <a:cubicBezTo>
                    <a:pt x="29315" y="585152"/>
                    <a:pt x="15846" y="571712"/>
                    <a:pt x="15812" y="555110"/>
                  </a:cubicBezTo>
                  <a:lnTo>
                    <a:pt x="15812" y="45917"/>
                  </a:lnTo>
                  <a:cubicBezTo>
                    <a:pt x="15881" y="29339"/>
                    <a:pt x="29339" y="15938"/>
                    <a:pt x="45917" y="15938"/>
                  </a:cubicBezTo>
                  <a:lnTo>
                    <a:pt x="554920" y="15938"/>
                  </a:lnTo>
                  <a:moveTo>
                    <a:pt x="554920" y="126"/>
                  </a:moveTo>
                  <a:lnTo>
                    <a:pt x="45917" y="126"/>
                  </a:lnTo>
                  <a:cubicBezTo>
                    <a:pt x="20607" y="126"/>
                    <a:pt x="70" y="20607"/>
                    <a:pt x="0" y="45917"/>
                  </a:cubicBezTo>
                  <a:lnTo>
                    <a:pt x="0" y="554984"/>
                  </a:lnTo>
                  <a:cubicBezTo>
                    <a:pt x="35" y="580320"/>
                    <a:pt x="20582" y="600837"/>
                    <a:pt x="45917" y="600837"/>
                  </a:cubicBezTo>
                  <a:lnTo>
                    <a:pt x="554920" y="600837"/>
                  </a:lnTo>
                  <a:cubicBezTo>
                    <a:pt x="580257" y="600837"/>
                    <a:pt x="600799" y="580320"/>
                    <a:pt x="600837" y="554984"/>
                  </a:cubicBezTo>
                  <a:lnTo>
                    <a:pt x="600837" y="45917"/>
                  </a:lnTo>
                  <a:cubicBezTo>
                    <a:pt x="600837" y="20557"/>
                    <a:pt x="580282" y="0"/>
                    <a:pt x="554920"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1" name="Picture Placeholder 113">
              <a:extLst>
                <a:ext uri="{FF2B5EF4-FFF2-40B4-BE49-F238E27FC236}">
                  <a16:creationId xmlns:a16="http://schemas.microsoft.com/office/drawing/2014/main" id="{1555F2BD-E3F8-19AB-3761-B86DD375DDEE}"/>
                </a:ext>
              </a:extLst>
            </p:cNvPr>
            <p:cNvSpPr/>
            <p:nvPr/>
          </p:nvSpPr>
          <p:spPr>
            <a:xfrm>
              <a:off x="768207" y="4826672"/>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13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15 h 126492"/>
                <a:gd name="connsiteX12" fmla="*/ 126808 w 126808"/>
                <a:gd name="connsiteY12" fmla="*/ 9613 h 126492"/>
                <a:gd name="connsiteX13" fmla="*/ 117195 w 126808"/>
                <a:gd name="connsiteY13"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57" y="0"/>
                    <a:pt x="35" y="4294"/>
                    <a:pt x="0" y="9613"/>
                  </a:cubicBezTo>
                  <a:lnTo>
                    <a:pt x="0" y="116815"/>
                  </a:lnTo>
                  <a:cubicBezTo>
                    <a:pt x="35" y="122145"/>
                    <a:pt x="4347" y="126457"/>
                    <a:pt x="9677" y="126492"/>
                  </a:cubicBezTo>
                  <a:lnTo>
                    <a:pt x="117195" y="126492"/>
                  </a:lnTo>
                  <a:cubicBezTo>
                    <a:pt x="122514" y="126457"/>
                    <a:pt x="126808" y="122135"/>
                    <a:pt x="126808" y="116815"/>
                  </a:cubicBezTo>
                  <a:lnTo>
                    <a:pt x="126808" y="9613"/>
                  </a:lnTo>
                  <a:cubicBezTo>
                    <a:pt x="126808" y="4304"/>
                    <a:pt x="122504" y="0"/>
                    <a:pt x="11719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2" name="Picture Placeholder 113">
              <a:extLst>
                <a:ext uri="{FF2B5EF4-FFF2-40B4-BE49-F238E27FC236}">
                  <a16:creationId xmlns:a16="http://schemas.microsoft.com/office/drawing/2014/main" id="{7826D8A7-BBCA-4296-C714-6692F52E032D}"/>
                </a:ext>
              </a:extLst>
            </p:cNvPr>
            <p:cNvSpPr/>
            <p:nvPr/>
          </p:nvSpPr>
          <p:spPr>
            <a:xfrm>
              <a:off x="807926" y="4866201"/>
              <a:ext cx="47434" cy="47434"/>
            </a:xfrm>
            <a:custGeom>
              <a:avLst/>
              <a:gdLst>
                <a:gd name="connsiteX0" fmla="*/ 43829 w 47434"/>
                <a:gd name="connsiteY0" fmla="*/ 0 h 47434"/>
                <a:gd name="connsiteX1" fmla="*/ 47435 w 47434"/>
                <a:gd name="connsiteY1" fmla="*/ 0 h 47434"/>
                <a:gd name="connsiteX2" fmla="*/ 47435 w 47434"/>
                <a:gd name="connsiteY2" fmla="*/ 47434 h 47434"/>
                <a:gd name="connsiteX3" fmla="*/ 43829 w 47434"/>
                <a:gd name="connsiteY3" fmla="*/ 47434 h 47434"/>
                <a:gd name="connsiteX4" fmla="*/ 3605 w 47434"/>
                <a:gd name="connsiteY4" fmla="*/ 47434 h 47434"/>
                <a:gd name="connsiteX5" fmla="*/ 0 w 47434"/>
                <a:gd name="connsiteY5" fmla="*/ 47434 h 47434"/>
                <a:gd name="connsiteX6" fmla="*/ 0 w 47434"/>
                <a:gd name="connsiteY6" fmla="*/ 0 h 47434"/>
                <a:gd name="connsiteX7" fmla="*/ 3605 w 47434"/>
                <a:gd name="connsiteY7" fmla="*/ 0 h 47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 h="47434">
                  <a:moveTo>
                    <a:pt x="43829" y="0"/>
                  </a:moveTo>
                  <a:cubicBezTo>
                    <a:pt x="45820" y="0"/>
                    <a:pt x="47435" y="0"/>
                    <a:pt x="47435" y="0"/>
                  </a:cubicBezTo>
                  <a:lnTo>
                    <a:pt x="47435" y="47434"/>
                  </a:lnTo>
                  <a:cubicBezTo>
                    <a:pt x="47435" y="47434"/>
                    <a:pt x="45820" y="47434"/>
                    <a:pt x="43829" y="47434"/>
                  </a:cubicBezTo>
                  <a:lnTo>
                    <a:pt x="3605" y="47434"/>
                  </a:lnTo>
                  <a:cubicBezTo>
                    <a:pt x="1614" y="47434"/>
                    <a:pt x="0" y="47434"/>
                    <a:pt x="0" y="47434"/>
                  </a:cubicBezTo>
                  <a:lnTo>
                    <a:pt x="0" y="0"/>
                  </a:lnTo>
                  <a:cubicBezTo>
                    <a:pt x="0" y="0"/>
                    <a:pt x="1614" y="0"/>
                    <a:pt x="360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3" name="Picture Placeholder 113">
              <a:extLst>
                <a:ext uri="{FF2B5EF4-FFF2-40B4-BE49-F238E27FC236}">
                  <a16:creationId xmlns:a16="http://schemas.microsoft.com/office/drawing/2014/main" id="{E523FC37-9285-BD96-3DED-5D92CD07E316}"/>
                </a:ext>
              </a:extLst>
            </p:cNvPr>
            <p:cNvSpPr/>
            <p:nvPr/>
          </p:nvSpPr>
          <p:spPr>
            <a:xfrm>
              <a:off x="768207" y="4492480"/>
              <a:ext cx="126808" cy="126492"/>
            </a:xfrm>
            <a:custGeom>
              <a:avLst/>
              <a:gdLst>
                <a:gd name="connsiteX0" fmla="*/ 110870 w 126808"/>
                <a:gd name="connsiteY0" fmla="*/ 15812 h 126492"/>
                <a:gd name="connsiteX1" fmla="*/ 110870 w 126808"/>
                <a:gd name="connsiteY1" fmla="*/ 110681 h 126492"/>
                <a:gd name="connsiteX2" fmla="*/ 16001 w 126808"/>
                <a:gd name="connsiteY2" fmla="*/ 110681 h 126492"/>
                <a:gd name="connsiteX3" fmla="*/ 16001 w 126808"/>
                <a:gd name="connsiteY3" fmla="*/ 15812 h 126492"/>
                <a:gd name="connsiteX4" fmla="*/ 110870 w 126808"/>
                <a:gd name="connsiteY4" fmla="*/ 15812 h 126492"/>
                <a:gd name="connsiteX5" fmla="*/ 117195 w 126808"/>
                <a:gd name="connsiteY5" fmla="*/ 0 h 126492"/>
                <a:gd name="connsiteX6" fmla="*/ 9677 w 126808"/>
                <a:gd name="connsiteY6" fmla="*/ 0 h 126492"/>
                <a:gd name="connsiteX7" fmla="*/ 0 w 126808"/>
                <a:gd name="connsiteY7" fmla="*/ 9677 h 126492"/>
                <a:gd name="connsiteX8" fmla="*/ 0 w 126808"/>
                <a:gd name="connsiteY8" fmla="*/ 116815 h 126492"/>
                <a:gd name="connsiteX9" fmla="*/ 9677 w 126808"/>
                <a:gd name="connsiteY9" fmla="*/ 126492 h 126492"/>
                <a:gd name="connsiteX10" fmla="*/ 117195 w 126808"/>
                <a:gd name="connsiteY10" fmla="*/ 126492 h 126492"/>
                <a:gd name="connsiteX11" fmla="*/ 126808 w 126808"/>
                <a:gd name="connsiteY11" fmla="*/ 116879 h 126492"/>
                <a:gd name="connsiteX12" fmla="*/ 126808 w 126808"/>
                <a:gd name="connsiteY12" fmla="*/ 116815 h 126492"/>
                <a:gd name="connsiteX13" fmla="*/ 126808 w 126808"/>
                <a:gd name="connsiteY13" fmla="*/ 9677 h 126492"/>
                <a:gd name="connsiteX14" fmla="*/ 117258 w 126808"/>
                <a:gd name="connsiteY14" fmla="*/ 0 h 126492"/>
                <a:gd name="connsiteX15" fmla="*/ 117195 w 126808"/>
                <a:gd name="connsiteY15"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808" h="126492">
                  <a:moveTo>
                    <a:pt x="110870" y="15812"/>
                  </a:moveTo>
                  <a:lnTo>
                    <a:pt x="110870" y="110681"/>
                  </a:lnTo>
                  <a:lnTo>
                    <a:pt x="16001" y="110681"/>
                  </a:lnTo>
                  <a:lnTo>
                    <a:pt x="16001" y="15812"/>
                  </a:lnTo>
                  <a:lnTo>
                    <a:pt x="110870" y="15812"/>
                  </a:lnTo>
                  <a:moveTo>
                    <a:pt x="117195" y="0"/>
                  </a:moveTo>
                  <a:lnTo>
                    <a:pt x="9677" y="0"/>
                  </a:lnTo>
                  <a:cubicBezTo>
                    <a:pt x="4332" y="0"/>
                    <a:pt x="0" y="4332"/>
                    <a:pt x="0" y="9677"/>
                  </a:cubicBezTo>
                  <a:lnTo>
                    <a:pt x="0" y="116815"/>
                  </a:lnTo>
                  <a:cubicBezTo>
                    <a:pt x="0" y="122160"/>
                    <a:pt x="4332" y="126492"/>
                    <a:pt x="9677" y="126492"/>
                  </a:cubicBezTo>
                  <a:lnTo>
                    <a:pt x="117195" y="126492"/>
                  </a:lnTo>
                  <a:cubicBezTo>
                    <a:pt x="122504" y="126492"/>
                    <a:pt x="126808" y="122188"/>
                    <a:pt x="126808" y="116879"/>
                  </a:cubicBezTo>
                  <a:cubicBezTo>
                    <a:pt x="126808" y="116858"/>
                    <a:pt x="126808" y="116836"/>
                    <a:pt x="126808" y="116815"/>
                  </a:cubicBezTo>
                  <a:lnTo>
                    <a:pt x="126808" y="9677"/>
                  </a:lnTo>
                  <a:cubicBezTo>
                    <a:pt x="126843" y="4367"/>
                    <a:pt x="122568" y="35"/>
                    <a:pt x="117258" y="0"/>
                  </a:cubicBezTo>
                  <a:cubicBezTo>
                    <a:pt x="117237" y="0"/>
                    <a:pt x="117216" y="0"/>
                    <a:pt x="11719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9" name="Picture Placeholder 113">
              <a:extLst>
                <a:ext uri="{FF2B5EF4-FFF2-40B4-BE49-F238E27FC236}">
                  <a16:creationId xmlns:a16="http://schemas.microsoft.com/office/drawing/2014/main" id="{8F26385B-159B-3E56-B2D4-E33C6D10046D}"/>
                </a:ext>
              </a:extLst>
            </p:cNvPr>
            <p:cNvSpPr/>
            <p:nvPr/>
          </p:nvSpPr>
          <p:spPr>
            <a:xfrm>
              <a:off x="942829" y="4828127"/>
              <a:ext cx="126492" cy="126492"/>
            </a:xfrm>
            <a:custGeom>
              <a:avLst/>
              <a:gdLst>
                <a:gd name="connsiteX0" fmla="*/ 110681 w 126492"/>
                <a:gd name="connsiteY0" fmla="*/ 15938 h 126492"/>
                <a:gd name="connsiteX1" fmla="*/ 110681 w 126492"/>
                <a:gd name="connsiteY1" fmla="*/ 110807 h 126492"/>
                <a:gd name="connsiteX2" fmla="*/ 15812 w 126492"/>
                <a:gd name="connsiteY2" fmla="*/ 110807 h 126492"/>
                <a:gd name="connsiteX3" fmla="*/ 15812 w 126492"/>
                <a:gd name="connsiteY3" fmla="*/ 15938 h 126492"/>
                <a:gd name="connsiteX4" fmla="*/ 110681 w 126492"/>
                <a:gd name="connsiteY4" fmla="*/ 15938 h 126492"/>
                <a:gd name="connsiteX5" fmla="*/ 117005 w 126492"/>
                <a:gd name="connsiteY5" fmla="*/ 126 h 126492"/>
                <a:gd name="connsiteX6" fmla="*/ 9677 w 126492"/>
                <a:gd name="connsiteY6" fmla="*/ 126 h 126492"/>
                <a:gd name="connsiteX7" fmla="*/ 0 w 126492"/>
                <a:gd name="connsiteY7" fmla="*/ 9676 h 126492"/>
                <a:gd name="connsiteX8" fmla="*/ 0 w 126492"/>
                <a:gd name="connsiteY8" fmla="*/ 9803 h 126492"/>
                <a:gd name="connsiteX9" fmla="*/ 0 w 126492"/>
                <a:gd name="connsiteY9" fmla="*/ 116942 h 126492"/>
                <a:gd name="connsiteX10" fmla="*/ 9676 w 126492"/>
                <a:gd name="connsiteY10" fmla="*/ 126492 h 126492"/>
                <a:gd name="connsiteX11" fmla="*/ 9677 w 126492"/>
                <a:gd name="connsiteY11" fmla="*/ 126492 h 126492"/>
                <a:gd name="connsiteX12" fmla="*/ 116815 w 126492"/>
                <a:gd name="connsiteY12" fmla="*/ 126492 h 126492"/>
                <a:gd name="connsiteX13" fmla="*/ 126492 w 126492"/>
                <a:gd name="connsiteY13" fmla="*/ 116815 h 126492"/>
                <a:gd name="connsiteX14" fmla="*/ 126492 w 126492"/>
                <a:gd name="connsiteY14" fmla="*/ 9803 h 126492"/>
                <a:gd name="connsiteX15" fmla="*/ 116942 w 126492"/>
                <a:gd name="connsiteY15" fmla="*/ 1 h 126492"/>
                <a:gd name="connsiteX16" fmla="*/ 116815 w 126492"/>
                <a:gd name="connsiteY16"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2" h="126492">
                  <a:moveTo>
                    <a:pt x="110681" y="15938"/>
                  </a:moveTo>
                  <a:lnTo>
                    <a:pt x="110681" y="110807"/>
                  </a:lnTo>
                  <a:lnTo>
                    <a:pt x="15812" y="110807"/>
                  </a:lnTo>
                  <a:lnTo>
                    <a:pt x="15812" y="15938"/>
                  </a:lnTo>
                  <a:lnTo>
                    <a:pt x="110681" y="15938"/>
                  </a:lnTo>
                  <a:moveTo>
                    <a:pt x="117005" y="126"/>
                  </a:moveTo>
                  <a:lnTo>
                    <a:pt x="9677" y="126"/>
                  </a:lnTo>
                  <a:cubicBezTo>
                    <a:pt x="4367" y="92"/>
                    <a:pt x="35" y="4367"/>
                    <a:pt x="0" y="9676"/>
                  </a:cubicBezTo>
                  <a:cubicBezTo>
                    <a:pt x="0" y="9718"/>
                    <a:pt x="0" y="9761"/>
                    <a:pt x="0" y="9803"/>
                  </a:cubicBezTo>
                  <a:lnTo>
                    <a:pt x="0" y="116942"/>
                  </a:lnTo>
                  <a:cubicBezTo>
                    <a:pt x="35" y="122251"/>
                    <a:pt x="4367" y="126527"/>
                    <a:pt x="9676" y="126492"/>
                  </a:cubicBezTo>
                  <a:cubicBezTo>
                    <a:pt x="9677" y="126492"/>
                    <a:pt x="9677" y="126492"/>
                    <a:pt x="9677" y="126492"/>
                  </a:cubicBezTo>
                  <a:lnTo>
                    <a:pt x="116815" y="126492"/>
                  </a:lnTo>
                  <a:cubicBezTo>
                    <a:pt x="122160" y="126492"/>
                    <a:pt x="126492" y="122160"/>
                    <a:pt x="126492" y="116815"/>
                  </a:cubicBezTo>
                  <a:lnTo>
                    <a:pt x="126492" y="9803"/>
                  </a:lnTo>
                  <a:cubicBezTo>
                    <a:pt x="126562" y="4459"/>
                    <a:pt x="122287" y="71"/>
                    <a:pt x="116942" y="1"/>
                  </a:cubicBezTo>
                  <a:cubicBezTo>
                    <a:pt x="116900" y="1"/>
                    <a:pt x="116858" y="0"/>
                    <a:pt x="116815"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Picture Placeholder 113">
              <a:extLst>
                <a:ext uri="{FF2B5EF4-FFF2-40B4-BE49-F238E27FC236}">
                  <a16:creationId xmlns:a16="http://schemas.microsoft.com/office/drawing/2014/main" id="{6222FD66-1D4F-F45A-6E26-DE89D6A24891}"/>
                </a:ext>
              </a:extLst>
            </p:cNvPr>
            <p:cNvSpPr/>
            <p:nvPr/>
          </p:nvSpPr>
          <p:spPr>
            <a:xfrm>
              <a:off x="942795" y="4657995"/>
              <a:ext cx="126496" cy="126816"/>
            </a:xfrm>
            <a:custGeom>
              <a:avLst/>
              <a:gdLst>
                <a:gd name="connsiteX0" fmla="*/ 63280 w 126496"/>
                <a:gd name="connsiteY0" fmla="*/ 19290 h 126816"/>
                <a:gd name="connsiteX1" fmla="*/ 107552 w 126496"/>
                <a:gd name="connsiteY1" fmla="*/ 63562 h 126816"/>
                <a:gd name="connsiteX2" fmla="*/ 63280 w 126496"/>
                <a:gd name="connsiteY2" fmla="*/ 107518 h 126816"/>
                <a:gd name="connsiteX3" fmla="*/ 19008 w 126496"/>
                <a:gd name="connsiteY3" fmla="*/ 63562 h 126816"/>
                <a:gd name="connsiteX4" fmla="*/ 63280 w 126496"/>
                <a:gd name="connsiteY4" fmla="*/ 19290 h 126816"/>
                <a:gd name="connsiteX5" fmla="*/ 63280 w 126496"/>
                <a:gd name="connsiteY5" fmla="*/ 316 h 126816"/>
                <a:gd name="connsiteX6" fmla="*/ 58031 w 126496"/>
                <a:gd name="connsiteY6" fmla="*/ 2467 h 126816"/>
                <a:gd name="connsiteX7" fmla="*/ 2184 w 126496"/>
                <a:gd name="connsiteY7" fmla="*/ 58313 h 126816"/>
                <a:gd name="connsiteX8" fmla="*/ 2150 w 126496"/>
                <a:gd name="connsiteY8" fmla="*/ 68778 h 126816"/>
                <a:gd name="connsiteX9" fmla="*/ 2184 w 126496"/>
                <a:gd name="connsiteY9" fmla="*/ 68812 h 126816"/>
                <a:gd name="connsiteX10" fmla="*/ 58031 w 126496"/>
                <a:gd name="connsiteY10" fmla="*/ 124658 h 126816"/>
                <a:gd name="connsiteX11" fmla="*/ 68529 w 126496"/>
                <a:gd name="connsiteY11" fmla="*/ 124658 h 126816"/>
                <a:gd name="connsiteX12" fmla="*/ 124312 w 126496"/>
                <a:gd name="connsiteY12" fmla="*/ 68812 h 126816"/>
                <a:gd name="connsiteX13" fmla="*/ 124347 w 126496"/>
                <a:gd name="connsiteY13" fmla="*/ 58347 h 126816"/>
                <a:gd name="connsiteX14" fmla="*/ 124312 w 126496"/>
                <a:gd name="connsiteY14" fmla="*/ 58313 h 126816"/>
                <a:gd name="connsiteX15" fmla="*/ 68403 w 126496"/>
                <a:gd name="connsiteY15" fmla="*/ 2151 h 126816"/>
                <a:gd name="connsiteX16" fmla="*/ 63154 w 126496"/>
                <a:gd name="connsiteY16" fmla="*/ 0 h 126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6496" h="126816">
                  <a:moveTo>
                    <a:pt x="63280" y="19290"/>
                  </a:moveTo>
                  <a:lnTo>
                    <a:pt x="107552" y="63562"/>
                  </a:lnTo>
                  <a:lnTo>
                    <a:pt x="63280" y="107518"/>
                  </a:lnTo>
                  <a:lnTo>
                    <a:pt x="19008" y="63562"/>
                  </a:lnTo>
                  <a:lnTo>
                    <a:pt x="63280" y="19290"/>
                  </a:lnTo>
                  <a:moveTo>
                    <a:pt x="63280" y="316"/>
                  </a:moveTo>
                  <a:cubicBezTo>
                    <a:pt x="61312" y="301"/>
                    <a:pt x="59421" y="1075"/>
                    <a:pt x="58031" y="2467"/>
                  </a:cubicBezTo>
                  <a:lnTo>
                    <a:pt x="2184" y="58313"/>
                  </a:lnTo>
                  <a:cubicBezTo>
                    <a:pt x="-715" y="61193"/>
                    <a:pt x="-730" y="65879"/>
                    <a:pt x="2150" y="68778"/>
                  </a:cubicBezTo>
                  <a:cubicBezTo>
                    <a:pt x="2162" y="68789"/>
                    <a:pt x="2173" y="68801"/>
                    <a:pt x="2184" y="68812"/>
                  </a:cubicBezTo>
                  <a:lnTo>
                    <a:pt x="58031" y="124658"/>
                  </a:lnTo>
                  <a:cubicBezTo>
                    <a:pt x="60939" y="127536"/>
                    <a:pt x="65621" y="127536"/>
                    <a:pt x="68529" y="124658"/>
                  </a:cubicBezTo>
                  <a:lnTo>
                    <a:pt x="124312" y="68812"/>
                  </a:lnTo>
                  <a:cubicBezTo>
                    <a:pt x="127212" y="65932"/>
                    <a:pt x="127227" y="61246"/>
                    <a:pt x="124347" y="58347"/>
                  </a:cubicBezTo>
                  <a:cubicBezTo>
                    <a:pt x="124335" y="58336"/>
                    <a:pt x="124324" y="58324"/>
                    <a:pt x="124312" y="58313"/>
                  </a:cubicBezTo>
                  <a:lnTo>
                    <a:pt x="68403" y="2151"/>
                  </a:lnTo>
                  <a:cubicBezTo>
                    <a:pt x="67012" y="759"/>
                    <a:pt x="65121" y="-16"/>
                    <a:pt x="63154"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1" name="Picture Placeholder 113">
              <a:extLst>
                <a:ext uri="{FF2B5EF4-FFF2-40B4-BE49-F238E27FC236}">
                  <a16:creationId xmlns:a16="http://schemas.microsoft.com/office/drawing/2014/main" id="{DF245A4A-605D-B354-C5D8-A0ADB53E7EA9}"/>
                </a:ext>
              </a:extLst>
            </p:cNvPr>
            <p:cNvSpPr/>
            <p:nvPr/>
          </p:nvSpPr>
          <p:spPr>
            <a:xfrm>
              <a:off x="592383" y="4663814"/>
              <a:ext cx="126491" cy="126491"/>
            </a:xfrm>
            <a:custGeom>
              <a:avLst/>
              <a:gdLst>
                <a:gd name="connsiteX0" fmla="*/ 63246 w 126491"/>
                <a:gd name="connsiteY0" fmla="*/ 15812 h 126491"/>
                <a:gd name="connsiteX1" fmla="*/ 110680 w 126491"/>
                <a:gd name="connsiteY1" fmla="*/ 63246 h 126491"/>
                <a:gd name="connsiteX2" fmla="*/ 63246 w 126491"/>
                <a:gd name="connsiteY2" fmla="*/ 110680 h 126491"/>
                <a:gd name="connsiteX3" fmla="*/ 15812 w 126491"/>
                <a:gd name="connsiteY3" fmla="*/ 63246 h 126491"/>
                <a:gd name="connsiteX4" fmla="*/ 63246 w 126491"/>
                <a:gd name="connsiteY4" fmla="*/ 15812 h 126491"/>
                <a:gd name="connsiteX5" fmla="*/ 63246 w 126491"/>
                <a:gd name="connsiteY5" fmla="*/ 0 h 126491"/>
                <a:gd name="connsiteX6" fmla="*/ 0 w 126491"/>
                <a:gd name="connsiteY6" fmla="*/ 63246 h 126491"/>
                <a:gd name="connsiteX7" fmla="*/ 63246 w 126491"/>
                <a:gd name="connsiteY7" fmla="*/ 126492 h 126491"/>
                <a:gd name="connsiteX8" fmla="*/ 126492 w 126491"/>
                <a:gd name="connsiteY8" fmla="*/ 63246 h 126491"/>
                <a:gd name="connsiteX9" fmla="*/ 63246 w 126491"/>
                <a:gd name="connsiteY9" fmla="*/ 0 h 12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1" h="126491">
                  <a:moveTo>
                    <a:pt x="63246" y="15812"/>
                  </a:moveTo>
                  <a:cubicBezTo>
                    <a:pt x="89443" y="15812"/>
                    <a:pt x="110680" y="37049"/>
                    <a:pt x="110680" y="63246"/>
                  </a:cubicBezTo>
                  <a:cubicBezTo>
                    <a:pt x="110680" y="89443"/>
                    <a:pt x="89443" y="110680"/>
                    <a:pt x="63246" y="110680"/>
                  </a:cubicBezTo>
                  <a:cubicBezTo>
                    <a:pt x="37049" y="110680"/>
                    <a:pt x="15812" y="89443"/>
                    <a:pt x="15812" y="63246"/>
                  </a:cubicBezTo>
                  <a:cubicBezTo>
                    <a:pt x="15881" y="37077"/>
                    <a:pt x="37077" y="15881"/>
                    <a:pt x="63246" y="15812"/>
                  </a:cubicBezTo>
                  <a:moveTo>
                    <a:pt x="63246" y="0"/>
                  </a:moveTo>
                  <a:cubicBezTo>
                    <a:pt x="28316" y="0"/>
                    <a:pt x="0" y="28316"/>
                    <a:pt x="0" y="63246"/>
                  </a:cubicBezTo>
                  <a:cubicBezTo>
                    <a:pt x="0" y="98176"/>
                    <a:pt x="28316" y="126492"/>
                    <a:pt x="63246" y="126492"/>
                  </a:cubicBezTo>
                  <a:cubicBezTo>
                    <a:pt x="98175" y="126492"/>
                    <a:pt x="126492" y="98176"/>
                    <a:pt x="126492" y="63246"/>
                  </a:cubicBezTo>
                  <a:cubicBezTo>
                    <a:pt x="126492" y="28316"/>
                    <a:pt x="98175" y="0"/>
                    <a:pt x="63246"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Picture Placeholder 113">
              <a:extLst>
                <a:ext uri="{FF2B5EF4-FFF2-40B4-BE49-F238E27FC236}">
                  <a16:creationId xmlns:a16="http://schemas.microsoft.com/office/drawing/2014/main" id="{8B687F50-50B6-7E2C-550C-D8757D8ECCDA}"/>
                </a:ext>
              </a:extLst>
            </p:cNvPr>
            <p:cNvSpPr/>
            <p:nvPr/>
          </p:nvSpPr>
          <p:spPr>
            <a:xfrm>
              <a:off x="942450" y="4492480"/>
              <a:ext cx="126492" cy="126492"/>
            </a:xfrm>
            <a:custGeom>
              <a:avLst/>
              <a:gdLst>
                <a:gd name="connsiteX0" fmla="*/ 63246 w 126492"/>
                <a:gd name="connsiteY0" fmla="*/ 15812 h 126492"/>
                <a:gd name="connsiteX1" fmla="*/ 110681 w 126492"/>
                <a:gd name="connsiteY1" fmla="*/ 63246 h 126492"/>
                <a:gd name="connsiteX2" fmla="*/ 63246 w 126492"/>
                <a:gd name="connsiteY2" fmla="*/ 110681 h 126492"/>
                <a:gd name="connsiteX3" fmla="*/ 15812 w 126492"/>
                <a:gd name="connsiteY3" fmla="*/ 63246 h 126492"/>
                <a:gd name="connsiteX4" fmla="*/ 63246 w 126492"/>
                <a:gd name="connsiteY4" fmla="*/ 15812 h 126492"/>
                <a:gd name="connsiteX5" fmla="*/ 63246 w 126492"/>
                <a:gd name="connsiteY5" fmla="*/ 0 h 126492"/>
                <a:gd name="connsiteX6" fmla="*/ 0 w 126492"/>
                <a:gd name="connsiteY6" fmla="*/ 63246 h 126492"/>
                <a:gd name="connsiteX7" fmla="*/ 63246 w 126492"/>
                <a:gd name="connsiteY7" fmla="*/ 126492 h 126492"/>
                <a:gd name="connsiteX8" fmla="*/ 126492 w 126492"/>
                <a:gd name="connsiteY8" fmla="*/ 63246 h 126492"/>
                <a:gd name="connsiteX9" fmla="*/ 63246 w 126492"/>
                <a:gd name="connsiteY9" fmla="*/ 0 h 126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492" h="126492">
                  <a:moveTo>
                    <a:pt x="63246" y="15812"/>
                  </a:moveTo>
                  <a:cubicBezTo>
                    <a:pt x="89443" y="15812"/>
                    <a:pt x="110681" y="37049"/>
                    <a:pt x="110681" y="63246"/>
                  </a:cubicBezTo>
                  <a:cubicBezTo>
                    <a:pt x="110681" y="89443"/>
                    <a:pt x="89443" y="110681"/>
                    <a:pt x="63246" y="110681"/>
                  </a:cubicBezTo>
                  <a:cubicBezTo>
                    <a:pt x="37049" y="110681"/>
                    <a:pt x="15812" y="89443"/>
                    <a:pt x="15812" y="63246"/>
                  </a:cubicBezTo>
                  <a:cubicBezTo>
                    <a:pt x="15812" y="37049"/>
                    <a:pt x="37049" y="15812"/>
                    <a:pt x="63246" y="15812"/>
                  </a:cubicBezTo>
                  <a:moveTo>
                    <a:pt x="63246" y="0"/>
                  </a:moveTo>
                  <a:cubicBezTo>
                    <a:pt x="28316" y="0"/>
                    <a:pt x="0" y="28316"/>
                    <a:pt x="0" y="63246"/>
                  </a:cubicBezTo>
                  <a:cubicBezTo>
                    <a:pt x="0" y="98176"/>
                    <a:pt x="28316" y="126492"/>
                    <a:pt x="63246" y="126492"/>
                  </a:cubicBezTo>
                  <a:cubicBezTo>
                    <a:pt x="98176" y="126492"/>
                    <a:pt x="126492" y="98176"/>
                    <a:pt x="126492" y="63246"/>
                  </a:cubicBezTo>
                  <a:cubicBezTo>
                    <a:pt x="126492" y="28316"/>
                    <a:pt x="98176" y="0"/>
                    <a:pt x="63246"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3" name="Picture Placeholder 113">
              <a:extLst>
                <a:ext uri="{FF2B5EF4-FFF2-40B4-BE49-F238E27FC236}">
                  <a16:creationId xmlns:a16="http://schemas.microsoft.com/office/drawing/2014/main" id="{7D134840-66EE-C3DB-0FFD-3484455755DF}"/>
                </a:ext>
              </a:extLst>
            </p:cNvPr>
            <p:cNvSpPr/>
            <p:nvPr/>
          </p:nvSpPr>
          <p:spPr>
            <a:xfrm>
              <a:off x="974073" y="4524103"/>
              <a:ext cx="63246" cy="63246"/>
            </a:xfrm>
            <a:custGeom>
              <a:avLst/>
              <a:gdLst>
                <a:gd name="connsiteX0" fmla="*/ 31623 w 63246"/>
                <a:gd name="connsiteY0" fmla="*/ 15812 h 63246"/>
                <a:gd name="connsiteX1" fmla="*/ 47435 w 63246"/>
                <a:gd name="connsiteY1" fmla="*/ 31623 h 63246"/>
                <a:gd name="connsiteX2" fmla="*/ 31623 w 63246"/>
                <a:gd name="connsiteY2" fmla="*/ 47435 h 63246"/>
                <a:gd name="connsiteX3" fmla="*/ 15812 w 63246"/>
                <a:gd name="connsiteY3" fmla="*/ 31623 h 63246"/>
                <a:gd name="connsiteX4" fmla="*/ 31623 w 63246"/>
                <a:gd name="connsiteY4" fmla="*/ 15812 h 63246"/>
                <a:gd name="connsiteX5" fmla="*/ 31623 w 63246"/>
                <a:gd name="connsiteY5" fmla="*/ 0 h 63246"/>
                <a:gd name="connsiteX6" fmla="*/ 0 w 63246"/>
                <a:gd name="connsiteY6" fmla="*/ 31623 h 63246"/>
                <a:gd name="connsiteX7" fmla="*/ 31623 w 63246"/>
                <a:gd name="connsiteY7" fmla="*/ 63246 h 63246"/>
                <a:gd name="connsiteX8" fmla="*/ 63246 w 63246"/>
                <a:gd name="connsiteY8" fmla="*/ 31623 h 63246"/>
                <a:gd name="connsiteX9" fmla="*/ 31623 w 63246"/>
                <a:gd name="connsiteY9" fmla="*/ 0 h 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246" h="63246">
                  <a:moveTo>
                    <a:pt x="31623" y="15812"/>
                  </a:moveTo>
                  <a:cubicBezTo>
                    <a:pt x="40355" y="15812"/>
                    <a:pt x="47435" y="22891"/>
                    <a:pt x="47435" y="31623"/>
                  </a:cubicBezTo>
                  <a:cubicBezTo>
                    <a:pt x="47435" y="40355"/>
                    <a:pt x="40355" y="47435"/>
                    <a:pt x="31623" y="47435"/>
                  </a:cubicBezTo>
                  <a:cubicBezTo>
                    <a:pt x="22891" y="47435"/>
                    <a:pt x="15812" y="40355"/>
                    <a:pt x="15812" y="31623"/>
                  </a:cubicBezTo>
                  <a:cubicBezTo>
                    <a:pt x="15812" y="22891"/>
                    <a:pt x="22891" y="15812"/>
                    <a:pt x="31623" y="15812"/>
                  </a:cubicBezTo>
                  <a:moveTo>
                    <a:pt x="31623" y="0"/>
                  </a:moveTo>
                  <a:cubicBezTo>
                    <a:pt x="14158" y="0"/>
                    <a:pt x="0" y="14158"/>
                    <a:pt x="0" y="31623"/>
                  </a:cubicBezTo>
                  <a:cubicBezTo>
                    <a:pt x="0" y="49088"/>
                    <a:pt x="14158" y="63246"/>
                    <a:pt x="31623" y="63246"/>
                  </a:cubicBezTo>
                  <a:cubicBezTo>
                    <a:pt x="49088" y="63246"/>
                    <a:pt x="63246" y="49088"/>
                    <a:pt x="63246" y="31623"/>
                  </a:cubicBezTo>
                  <a:cubicBezTo>
                    <a:pt x="63246" y="14158"/>
                    <a:pt x="49088" y="0"/>
                    <a:pt x="31623" y="0"/>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Picture Placeholder 113">
              <a:extLst>
                <a:ext uri="{FF2B5EF4-FFF2-40B4-BE49-F238E27FC236}">
                  <a16:creationId xmlns:a16="http://schemas.microsoft.com/office/drawing/2014/main" id="{FC86B001-2811-A376-6007-23BCEBA471A0}"/>
                </a:ext>
              </a:extLst>
            </p:cNvPr>
            <p:cNvSpPr/>
            <p:nvPr/>
          </p:nvSpPr>
          <p:spPr>
            <a:xfrm>
              <a:off x="976224" y="4858798"/>
              <a:ext cx="63254" cy="63248"/>
            </a:xfrm>
            <a:custGeom>
              <a:avLst/>
              <a:gdLst>
                <a:gd name="connsiteX0" fmla="*/ 31685 w 63254"/>
                <a:gd name="connsiteY0" fmla="*/ 63249 h 63248"/>
                <a:gd name="connsiteX1" fmla="*/ 27764 w 63254"/>
                <a:gd name="connsiteY1" fmla="*/ 63249 h 63248"/>
                <a:gd name="connsiteX2" fmla="*/ 20693 w 63254"/>
                <a:gd name="connsiteY2" fmla="*/ 54588 h 63248"/>
                <a:gd name="connsiteX3" fmla="*/ 29353 w 63254"/>
                <a:gd name="connsiteY3" fmla="*/ 47518 h 63248"/>
                <a:gd name="connsiteX4" fmla="*/ 29725 w 63254"/>
                <a:gd name="connsiteY4" fmla="*/ 47564 h 63248"/>
                <a:gd name="connsiteX5" fmla="*/ 47339 w 63254"/>
                <a:gd name="connsiteY5" fmla="*/ 33645 h 63248"/>
                <a:gd name="connsiteX6" fmla="*/ 46928 w 63254"/>
                <a:gd name="connsiteY6" fmla="*/ 27768 h 63248"/>
                <a:gd name="connsiteX7" fmla="*/ 39528 w 63254"/>
                <a:gd name="connsiteY7" fmla="*/ 18154 h 63248"/>
                <a:gd name="connsiteX8" fmla="*/ 17998 w 63254"/>
                <a:gd name="connsiteY8" fmla="*/ 23852 h 63248"/>
                <a:gd name="connsiteX9" fmla="*/ 16000 w 63254"/>
                <a:gd name="connsiteY9" fmla="*/ 33839 h 63248"/>
                <a:gd name="connsiteX10" fmla="*/ 9265 w 63254"/>
                <a:gd name="connsiteY10" fmla="*/ 42789 h 63248"/>
                <a:gd name="connsiteX11" fmla="*/ 315 w 63254"/>
                <a:gd name="connsiteY11" fmla="*/ 36053 h 63248"/>
                <a:gd name="connsiteX12" fmla="*/ 27201 w 63254"/>
                <a:gd name="connsiteY12" fmla="*/ 315 h 63248"/>
                <a:gd name="connsiteX13" fmla="*/ 62939 w 63254"/>
                <a:gd name="connsiteY13" fmla="*/ 27202 h 63248"/>
                <a:gd name="connsiteX14" fmla="*/ 36052 w 63254"/>
                <a:gd name="connsiteY14" fmla="*/ 62939 h 63248"/>
                <a:gd name="connsiteX15" fmla="*/ 31938 w 63254"/>
                <a:gd name="connsiteY15" fmla="*/ 63249 h 6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254" h="63248">
                  <a:moveTo>
                    <a:pt x="31685" y="63249"/>
                  </a:moveTo>
                  <a:cubicBezTo>
                    <a:pt x="30357" y="63249"/>
                    <a:pt x="29092" y="63249"/>
                    <a:pt x="27764" y="63249"/>
                  </a:cubicBezTo>
                  <a:cubicBezTo>
                    <a:pt x="23420" y="62810"/>
                    <a:pt x="20254" y="58932"/>
                    <a:pt x="20693" y="54588"/>
                  </a:cubicBezTo>
                  <a:cubicBezTo>
                    <a:pt x="21132" y="50244"/>
                    <a:pt x="25009" y="47079"/>
                    <a:pt x="29353" y="47518"/>
                  </a:cubicBezTo>
                  <a:cubicBezTo>
                    <a:pt x="29477" y="47530"/>
                    <a:pt x="29601" y="47545"/>
                    <a:pt x="29725" y="47564"/>
                  </a:cubicBezTo>
                  <a:cubicBezTo>
                    <a:pt x="38432" y="48584"/>
                    <a:pt x="46319" y="42353"/>
                    <a:pt x="47339" y="33645"/>
                  </a:cubicBezTo>
                  <a:cubicBezTo>
                    <a:pt x="47570" y="31678"/>
                    <a:pt x="47430" y="29684"/>
                    <a:pt x="46928" y="27768"/>
                  </a:cubicBezTo>
                  <a:cubicBezTo>
                    <a:pt x="45863" y="23694"/>
                    <a:pt x="43194" y="20226"/>
                    <a:pt x="39528" y="18154"/>
                  </a:cubicBezTo>
                  <a:cubicBezTo>
                    <a:pt x="32009" y="13782"/>
                    <a:pt x="22370" y="16333"/>
                    <a:pt x="17998" y="23852"/>
                  </a:cubicBezTo>
                  <a:cubicBezTo>
                    <a:pt x="16244" y="26868"/>
                    <a:pt x="15542" y="30381"/>
                    <a:pt x="16000" y="33839"/>
                  </a:cubicBezTo>
                  <a:cubicBezTo>
                    <a:pt x="16611" y="38170"/>
                    <a:pt x="13596" y="42177"/>
                    <a:pt x="9265" y="42789"/>
                  </a:cubicBezTo>
                  <a:cubicBezTo>
                    <a:pt x="4933" y="43400"/>
                    <a:pt x="926" y="40384"/>
                    <a:pt x="315" y="36053"/>
                  </a:cubicBezTo>
                  <a:cubicBezTo>
                    <a:pt x="-2129" y="18760"/>
                    <a:pt x="9908" y="2760"/>
                    <a:pt x="27201" y="315"/>
                  </a:cubicBezTo>
                  <a:cubicBezTo>
                    <a:pt x="44495" y="-2129"/>
                    <a:pt x="60494" y="9908"/>
                    <a:pt x="62939" y="27202"/>
                  </a:cubicBezTo>
                  <a:cubicBezTo>
                    <a:pt x="65383" y="44494"/>
                    <a:pt x="53346" y="60495"/>
                    <a:pt x="36052" y="62939"/>
                  </a:cubicBezTo>
                  <a:cubicBezTo>
                    <a:pt x="34689" y="63132"/>
                    <a:pt x="33315" y="63235"/>
                    <a:pt x="31938" y="63249"/>
                  </a:cubicBez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5" name="Picture Placeholder 113">
              <a:extLst>
                <a:ext uri="{FF2B5EF4-FFF2-40B4-BE49-F238E27FC236}">
                  <a16:creationId xmlns:a16="http://schemas.microsoft.com/office/drawing/2014/main" id="{08B81653-4B9C-4459-EAD7-ADE39B5D2B9E}"/>
                </a:ext>
              </a:extLst>
            </p:cNvPr>
            <p:cNvSpPr/>
            <p:nvPr/>
          </p:nvSpPr>
          <p:spPr>
            <a:xfrm>
              <a:off x="592383" y="4492475"/>
              <a:ext cx="126808" cy="126497"/>
            </a:xfrm>
            <a:custGeom>
              <a:avLst/>
              <a:gdLst>
                <a:gd name="connsiteX0" fmla="*/ 116816 w 126808"/>
                <a:gd name="connsiteY0" fmla="*/ 5 h 126497"/>
                <a:gd name="connsiteX1" fmla="*/ 9614 w 126808"/>
                <a:gd name="connsiteY1" fmla="*/ 5 h 126497"/>
                <a:gd name="connsiteX2" fmla="*/ 0 w 126808"/>
                <a:gd name="connsiteY2" fmla="*/ 9618 h 126497"/>
                <a:gd name="connsiteX3" fmla="*/ 0 w 126808"/>
                <a:gd name="connsiteY3" fmla="*/ 9682 h 126497"/>
                <a:gd name="connsiteX4" fmla="*/ 0 w 126808"/>
                <a:gd name="connsiteY4" fmla="*/ 116820 h 126497"/>
                <a:gd name="connsiteX5" fmla="*/ 9550 w 126808"/>
                <a:gd name="connsiteY5" fmla="*/ 126497 h 126497"/>
                <a:gd name="connsiteX6" fmla="*/ 9614 w 126808"/>
                <a:gd name="connsiteY6" fmla="*/ 126497 h 126497"/>
                <a:gd name="connsiteX7" fmla="*/ 117132 w 126808"/>
                <a:gd name="connsiteY7" fmla="*/ 126497 h 126497"/>
                <a:gd name="connsiteX8" fmla="*/ 126808 w 126808"/>
                <a:gd name="connsiteY8" fmla="*/ 116820 h 126497"/>
                <a:gd name="connsiteX9" fmla="*/ 126808 w 126808"/>
                <a:gd name="connsiteY9" fmla="*/ 9682 h 126497"/>
                <a:gd name="connsiteX10" fmla="*/ 117137 w 126808"/>
                <a:gd name="connsiteY10" fmla="*/ 0 h 126497"/>
                <a:gd name="connsiteX11" fmla="*/ 116816 w 126808"/>
                <a:gd name="connsiteY11" fmla="*/ 5 h 126497"/>
                <a:gd name="connsiteX12" fmla="*/ 70140 w 126808"/>
                <a:gd name="connsiteY12" fmla="*/ 110686 h 126497"/>
                <a:gd name="connsiteX13" fmla="*/ 70140 w 126808"/>
                <a:gd name="connsiteY13" fmla="*/ 82225 h 126497"/>
                <a:gd name="connsiteX14" fmla="*/ 54329 w 126808"/>
                <a:gd name="connsiteY14" fmla="*/ 82225 h 126497"/>
                <a:gd name="connsiteX15" fmla="*/ 54329 w 126808"/>
                <a:gd name="connsiteY15" fmla="*/ 110686 h 126497"/>
                <a:gd name="connsiteX16" fmla="*/ 15812 w 126808"/>
                <a:gd name="connsiteY16" fmla="*/ 110686 h 126497"/>
                <a:gd name="connsiteX17" fmla="*/ 15812 w 126808"/>
                <a:gd name="connsiteY17" fmla="*/ 15817 h 126497"/>
                <a:gd name="connsiteX18" fmla="*/ 54329 w 126808"/>
                <a:gd name="connsiteY18" fmla="*/ 15817 h 126497"/>
                <a:gd name="connsiteX19" fmla="*/ 54329 w 126808"/>
                <a:gd name="connsiteY19" fmla="*/ 46048 h 126497"/>
                <a:gd name="connsiteX20" fmla="*/ 70140 w 126808"/>
                <a:gd name="connsiteY20" fmla="*/ 46048 h 126497"/>
                <a:gd name="connsiteX21" fmla="*/ 70140 w 126808"/>
                <a:gd name="connsiteY21" fmla="*/ 15817 h 126497"/>
                <a:gd name="connsiteX22" fmla="*/ 110681 w 126808"/>
                <a:gd name="connsiteY22" fmla="*/ 15817 h 126497"/>
                <a:gd name="connsiteX23" fmla="*/ 110681 w 126808"/>
                <a:gd name="connsiteY23" fmla="*/ 55915 h 126497"/>
                <a:gd name="connsiteX24" fmla="*/ 16571 w 126808"/>
                <a:gd name="connsiteY24" fmla="*/ 55915 h 126497"/>
                <a:gd name="connsiteX25" fmla="*/ 16571 w 126808"/>
                <a:gd name="connsiteY25" fmla="*/ 71726 h 126497"/>
                <a:gd name="connsiteX26" fmla="*/ 110681 w 126808"/>
                <a:gd name="connsiteY26" fmla="*/ 71726 h 126497"/>
                <a:gd name="connsiteX27" fmla="*/ 110681 w 126808"/>
                <a:gd name="connsiteY27" fmla="*/ 110686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808" h="126497">
                  <a:moveTo>
                    <a:pt x="116816" y="5"/>
                  </a:moveTo>
                  <a:lnTo>
                    <a:pt x="9614" y="5"/>
                  </a:lnTo>
                  <a:cubicBezTo>
                    <a:pt x="4304" y="5"/>
                    <a:pt x="0" y="4309"/>
                    <a:pt x="0" y="9618"/>
                  </a:cubicBezTo>
                  <a:cubicBezTo>
                    <a:pt x="0" y="9639"/>
                    <a:pt x="0" y="9661"/>
                    <a:pt x="0" y="9682"/>
                  </a:cubicBezTo>
                  <a:lnTo>
                    <a:pt x="0" y="116820"/>
                  </a:lnTo>
                  <a:cubicBezTo>
                    <a:pt x="-35" y="122130"/>
                    <a:pt x="4241" y="126462"/>
                    <a:pt x="9550" y="126497"/>
                  </a:cubicBezTo>
                  <a:cubicBezTo>
                    <a:pt x="9571" y="126497"/>
                    <a:pt x="9593" y="126497"/>
                    <a:pt x="9614" y="126497"/>
                  </a:cubicBezTo>
                  <a:lnTo>
                    <a:pt x="117132" y="126497"/>
                  </a:lnTo>
                  <a:cubicBezTo>
                    <a:pt x="122476" y="126497"/>
                    <a:pt x="126808" y="122165"/>
                    <a:pt x="126808" y="116820"/>
                  </a:cubicBezTo>
                  <a:lnTo>
                    <a:pt x="126808" y="9682"/>
                  </a:lnTo>
                  <a:cubicBezTo>
                    <a:pt x="126812" y="4337"/>
                    <a:pt x="122481" y="3"/>
                    <a:pt x="117137" y="0"/>
                  </a:cubicBezTo>
                  <a:cubicBezTo>
                    <a:pt x="117030" y="0"/>
                    <a:pt x="116922" y="1"/>
                    <a:pt x="116816" y="5"/>
                  </a:cubicBezTo>
                  <a:close/>
                  <a:moveTo>
                    <a:pt x="70140" y="110686"/>
                  </a:moveTo>
                  <a:lnTo>
                    <a:pt x="70140" y="82225"/>
                  </a:lnTo>
                  <a:lnTo>
                    <a:pt x="54329" y="82225"/>
                  </a:lnTo>
                  <a:lnTo>
                    <a:pt x="54329" y="110686"/>
                  </a:lnTo>
                  <a:lnTo>
                    <a:pt x="15812" y="110686"/>
                  </a:lnTo>
                  <a:lnTo>
                    <a:pt x="15812" y="15817"/>
                  </a:lnTo>
                  <a:lnTo>
                    <a:pt x="54329" y="15817"/>
                  </a:lnTo>
                  <a:lnTo>
                    <a:pt x="54329" y="46048"/>
                  </a:lnTo>
                  <a:lnTo>
                    <a:pt x="70140" y="46048"/>
                  </a:lnTo>
                  <a:lnTo>
                    <a:pt x="70140" y="15817"/>
                  </a:lnTo>
                  <a:lnTo>
                    <a:pt x="110681" y="15817"/>
                  </a:lnTo>
                  <a:lnTo>
                    <a:pt x="110681" y="55915"/>
                  </a:lnTo>
                  <a:lnTo>
                    <a:pt x="16571" y="55915"/>
                  </a:lnTo>
                  <a:lnTo>
                    <a:pt x="16571" y="71726"/>
                  </a:lnTo>
                  <a:lnTo>
                    <a:pt x="110681" y="71726"/>
                  </a:lnTo>
                  <a:lnTo>
                    <a:pt x="110681" y="110686"/>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6" name="Picture Placeholder 113">
              <a:extLst>
                <a:ext uri="{FF2B5EF4-FFF2-40B4-BE49-F238E27FC236}">
                  <a16:creationId xmlns:a16="http://schemas.microsoft.com/office/drawing/2014/main" id="{2285A649-3A2E-0EBE-0C04-76E74B369F6A}"/>
                </a:ext>
              </a:extLst>
            </p:cNvPr>
            <p:cNvSpPr/>
            <p:nvPr/>
          </p:nvSpPr>
          <p:spPr>
            <a:xfrm>
              <a:off x="768081" y="4659323"/>
              <a:ext cx="126808" cy="126808"/>
            </a:xfrm>
            <a:custGeom>
              <a:avLst/>
              <a:gdLst>
                <a:gd name="connsiteX0" fmla="*/ 117195 w 126808"/>
                <a:gd name="connsiteY0" fmla="*/ 0 h 126808"/>
                <a:gd name="connsiteX1" fmla="*/ 9677 w 126808"/>
                <a:gd name="connsiteY1" fmla="*/ 0 h 126808"/>
                <a:gd name="connsiteX2" fmla="*/ 0 w 126808"/>
                <a:gd name="connsiteY2" fmla="*/ 9613 h 126808"/>
                <a:gd name="connsiteX3" fmla="*/ 0 w 126808"/>
                <a:gd name="connsiteY3" fmla="*/ 117132 h 126808"/>
                <a:gd name="connsiteX4" fmla="*/ 9677 w 126808"/>
                <a:gd name="connsiteY4" fmla="*/ 126808 h 126808"/>
                <a:gd name="connsiteX5" fmla="*/ 117195 w 126808"/>
                <a:gd name="connsiteY5" fmla="*/ 126808 h 126808"/>
                <a:gd name="connsiteX6" fmla="*/ 126808 w 126808"/>
                <a:gd name="connsiteY6" fmla="*/ 117132 h 126808"/>
                <a:gd name="connsiteX7" fmla="*/ 126808 w 126808"/>
                <a:gd name="connsiteY7" fmla="*/ 9613 h 126808"/>
                <a:gd name="connsiteX8" fmla="*/ 117195 w 126808"/>
                <a:gd name="connsiteY8" fmla="*/ 0 h 126808"/>
                <a:gd name="connsiteX9" fmla="*/ 16001 w 126808"/>
                <a:gd name="connsiteY9" fmla="*/ 110680 h 126808"/>
                <a:gd name="connsiteX10" fmla="*/ 16001 w 126808"/>
                <a:gd name="connsiteY10" fmla="*/ 15812 h 126808"/>
                <a:gd name="connsiteX11" fmla="*/ 103217 w 126808"/>
                <a:gd name="connsiteY11" fmla="*/ 15812 h 126808"/>
                <a:gd name="connsiteX12" fmla="*/ 29915 w 126808"/>
                <a:gd name="connsiteY12" fmla="*/ 82093 h 126808"/>
                <a:gd name="connsiteX13" fmla="*/ 29294 w 126808"/>
                <a:gd name="connsiteY13" fmla="*/ 93167 h 126808"/>
                <a:gd name="connsiteX14" fmla="*/ 29346 w 126808"/>
                <a:gd name="connsiteY14" fmla="*/ 93225 h 126808"/>
                <a:gd name="connsiteX15" fmla="*/ 35228 w 126808"/>
                <a:gd name="connsiteY15" fmla="*/ 95881 h 126808"/>
                <a:gd name="connsiteX16" fmla="*/ 40477 w 126808"/>
                <a:gd name="connsiteY16" fmla="*/ 93794 h 126808"/>
                <a:gd name="connsiteX17" fmla="*/ 110997 w 126808"/>
                <a:gd name="connsiteY17" fmla="*/ 30042 h 126808"/>
                <a:gd name="connsiteX18" fmla="*/ 110997 w 126808"/>
                <a:gd name="connsiteY18" fmla="*/ 110680 h 12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6808" h="126808">
                  <a:moveTo>
                    <a:pt x="117195" y="0"/>
                  </a:moveTo>
                  <a:lnTo>
                    <a:pt x="9677" y="0"/>
                  </a:lnTo>
                  <a:cubicBezTo>
                    <a:pt x="4357" y="0"/>
                    <a:pt x="35" y="4294"/>
                    <a:pt x="0" y="9613"/>
                  </a:cubicBezTo>
                  <a:lnTo>
                    <a:pt x="0" y="117132"/>
                  </a:lnTo>
                  <a:cubicBezTo>
                    <a:pt x="35" y="122461"/>
                    <a:pt x="4347" y="126773"/>
                    <a:pt x="9677" y="126808"/>
                  </a:cubicBezTo>
                  <a:lnTo>
                    <a:pt x="117195" y="126808"/>
                  </a:lnTo>
                  <a:cubicBezTo>
                    <a:pt x="122514" y="126773"/>
                    <a:pt x="126808" y="122451"/>
                    <a:pt x="126808" y="117132"/>
                  </a:cubicBezTo>
                  <a:lnTo>
                    <a:pt x="126808" y="9613"/>
                  </a:lnTo>
                  <a:cubicBezTo>
                    <a:pt x="126808" y="4304"/>
                    <a:pt x="122504" y="0"/>
                    <a:pt x="117195" y="0"/>
                  </a:cubicBezTo>
                  <a:close/>
                  <a:moveTo>
                    <a:pt x="16001" y="110680"/>
                  </a:moveTo>
                  <a:lnTo>
                    <a:pt x="16001" y="15812"/>
                  </a:lnTo>
                  <a:lnTo>
                    <a:pt x="103217" y="15812"/>
                  </a:lnTo>
                  <a:lnTo>
                    <a:pt x="29915" y="82093"/>
                  </a:lnTo>
                  <a:cubicBezTo>
                    <a:pt x="26686" y="84980"/>
                    <a:pt x="26408" y="89938"/>
                    <a:pt x="29294" y="93167"/>
                  </a:cubicBezTo>
                  <a:cubicBezTo>
                    <a:pt x="29311" y="93186"/>
                    <a:pt x="29328" y="93206"/>
                    <a:pt x="29346" y="93225"/>
                  </a:cubicBezTo>
                  <a:cubicBezTo>
                    <a:pt x="30819" y="94934"/>
                    <a:pt x="32971" y="95906"/>
                    <a:pt x="35228" y="95881"/>
                  </a:cubicBezTo>
                  <a:cubicBezTo>
                    <a:pt x="37177" y="95868"/>
                    <a:pt x="39051" y="95123"/>
                    <a:pt x="40477" y="93794"/>
                  </a:cubicBezTo>
                  <a:lnTo>
                    <a:pt x="110997" y="30042"/>
                  </a:lnTo>
                  <a:lnTo>
                    <a:pt x="110997" y="110680"/>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7" name="Picture Placeholder 113">
              <a:extLst>
                <a:ext uri="{FF2B5EF4-FFF2-40B4-BE49-F238E27FC236}">
                  <a16:creationId xmlns:a16="http://schemas.microsoft.com/office/drawing/2014/main" id="{E346D427-4683-2CD2-30C0-D69E4021B3E5}"/>
                </a:ext>
              </a:extLst>
            </p:cNvPr>
            <p:cNvSpPr/>
            <p:nvPr/>
          </p:nvSpPr>
          <p:spPr>
            <a:xfrm>
              <a:off x="592383" y="4828121"/>
              <a:ext cx="126809" cy="126497"/>
            </a:xfrm>
            <a:custGeom>
              <a:avLst/>
              <a:gdLst>
                <a:gd name="connsiteX0" fmla="*/ 116815 w 126809"/>
                <a:gd name="connsiteY0" fmla="*/ 5 h 126497"/>
                <a:gd name="connsiteX1" fmla="*/ 9613 w 126809"/>
                <a:gd name="connsiteY1" fmla="*/ 5 h 126497"/>
                <a:gd name="connsiteX2" fmla="*/ 0 w 126809"/>
                <a:gd name="connsiteY2" fmla="*/ 9619 h 126497"/>
                <a:gd name="connsiteX3" fmla="*/ 0 w 126809"/>
                <a:gd name="connsiteY3" fmla="*/ 9682 h 126497"/>
                <a:gd name="connsiteX4" fmla="*/ 0 w 126809"/>
                <a:gd name="connsiteY4" fmla="*/ 116947 h 126497"/>
                <a:gd name="connsiteX5" fmla="*/ 9613 w 126809"/>
                <a:gd name="connsiteY5" fmla="*/ 126497 h 126497"/>
                <a:gd name="connsiteX6" fmla="*/ 117132 w 126809"/>
                <a:gd name="connsiteY6" fmla="*/ 126497 h 126497"/>
                <a:gd name="connsiteX7" fmla="*/ 126808 w 126809"/>
                <a:gd name="connsiteY7" fmla="*/ 116821 h 126497"/>
                <a:gd name="connsiteX8" fmla="*/ 126808 w 126809"/>
                <a:gd name="connsiteY8" fmla="*/ 9808 h 126497"/>
                <a:gd name="connsiteX9" fmla="*/ 117264 w 126809"/>
                <a:gd name="connsiteY9" fmla="*/ 1 h 126497"/>
                <a:gd name="connsiteX10" fmla="*/ 116815 w 126809"/>
                <a:gd name="connsiteY10" fmla="*/ 5 h 126497"/>
                <a:gd name="connsiteX11" fmla="*/ 15622 w 126809"/>
                <a:gd name="connsiteY11" fmla="*/ 75268 h 126497"/>
                <a:gd name="connsiteX12" fmla="*/ 47751 w 126809"/>
                <a:gd name="connsiteY12" fmla="*/ 75268 h 126497"/>
                <a:gd name="connsiteX13" fmla="*/ 47751 w 126809"/>
                <a:gd name="connsiteY13" fmla="*/ 110686 h 126497"/>
                <a:gd name="connsiteX14" fmla="*/ 15812 w 126809"/>
                <a:gd name="connsiteY14" fmla="*/ 110686 h 126497"/>
                <a:gd name="connsiteX15" fmla="*/ 110491 w 126809"/>
                <a:gd name="connsiteY15" fmla="*/ 110686 h 126497"/>
                <a:gd name="connsiteX16" fmla="*/ 63752 w 126809"/>
                <a:gd name="connsiteY16" fmla="*/ 110686 h 126497"/>
                <a:gd name="connsiteX17" fmla="*/ 63752 w 126809"/>
                <a:gd name="connsiteY17" fmla="*/ 67489 h 126497"/>
                <a:gd name="connsiteX18" fmla="*/ 55846 w 126809"/>
                <a:gd name="connsiteY18" fmla="*/ 59583 h 126497"/>
                <a:gd name="connsiteX19" fmla="*/ 15812 w 126809"/>
                <a:gd name="connsiteY19" fmla="*/ 59583 h 126497"/>
                <a:gd name="connsiteX20" fmla="*/ 15812 w 126809"/>
                <a:gd name="connsiteY20" fmla="*/ 15943 h 126497"/>
                <a:gd name="connsiteX21" fmla="*/ 110680 w 126809"/>
                <a:gd name="connsiteY21" fmla="*/ 15943 h 12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6809" h="126497">
                  <a:moveTo>
                    <a:pt x="116815" y="5"/>
                  </a:moveTo>
                  <a:lnTo>
                    <a:pt x="9613" y="5"/>
                  </a:lnTo>
                  <a:cubicBezTo>
                    <a:pt x="4304" y="5"/>
                    <a:pt x="0" y="4309"/>
                    <a:pt x="0" y="9619"/>
                  </a:cubicBezTo>
                  <a:cubicBezTo>
                    <a:pt x="0" y="9640"/>
                    <a:pt x="0" y="9661"/>
                    <a:pt x="0" y="9682"/>
                  </a:cubicBezTo>
                  <a:lnTo>
                    <a:pt x="0" y="116947"/>
                  </a:lnTo>
                  <a:cubicBezTo>
                    <a:pt x="35" y="122232"/>
                    <a:pt x="4329" y="126497"/>
                    <a:pt x="9613" y="126497"/>
                  </a:cubicBezTo>
                  <a:lnTo>
                    <a:pt x="117132" y="126497"/>
                  </a:lnTo>
                  <a:cubicBezTo>
                    <a:pt x="122476" y="126497"/>
                    <a:pt x="126808" y="122165"/>
                    <a:pt x="126808" y="116821"/>
                  </a:cubicBezTo>
                  <a:lnTo>
                    <a:pt x="126808" y="9808"/>
                  </a:lnTo>
                  <a:cubicBezTo>
                    <a:pt x="126881" y="4465"/>
                    <a:pt x="122608" y="74"/>
                    <a:pt x="117264" y="1"/>
                  </a:cubicBezTo>
                  <a:cubicBezTo>
                    <a:pt x="117115" y="-1"/>
                    <a:pt x="116965" y="0"/>
                    <a:pt x="116815" y="5"/>
                  </a:cubicBezTo>
                  <a:close/>
                  <a:moveTo>
                    <a:pt x="15622" y="75268"/>
                  </a:moveTo>
                  <a:lnTo>
                    <a:pt x="47751" y="75268"/>
                  </a:lnTo>
                  <a:lnTo>
                    <a:pt x="47751" y="110686"/>
                  </a:lnTo>
                  <a:lnTo>
                    <a:pt x="15812" y="110686"/>
                  </a:lnTo>
                  <a:close/>
                  <a:moveTo>
                    <a:pt x="110491" y="110686"/>
                  </a:moveTo>
                  <a:lnTo>
                    <a:pt x="63752" y="110686"/>
                  </a:lnTo>
                  <a:lnTo>
                    <a:pt x="63752" y="67489"/>
                  </a:lnTo>
                  <a:cubicBezTo>
                    <a:pt x="63752" y="63122"/>
                    <a:pt x="60213" y="59583"/>
                    <a:pt x="55846" y="59583"/>
                  </a:cubicBezTo>
                  <a:lnTo>
                    <a:pt x="15812" y="59583"/>
                  </a:lnTo>
                  <a:lnTo>
                    <a:pt x="15812" y="15943"/>
                  </a:lnTo>
                  <a:lnTo>
                    <a:pt x="110680" y="15943"/>
                  </a:lnTo>
                  <a:close/>
                </a:path>
              </a:pathLst>
            </a:custGeom>
            <a:grpFill/>
            <a:ln w="627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38" name="TextBox 137">
            <a:extLst>
              <a:ext uri="{FF2B5EF4-FFF2-40B4-BE49-F238E27FC236}">
                <a16:creationId xmlns:a16="http://schemas.microsoft.com/office/drawing/2014/main" id="{385543AF-0B72-99A7-1507-AAF2AB855DAA}"/>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0" name="Graphic 8">
            <a:extLst>
              <a:ext uri="{FF2B5EF4-FFF2-40B4-BE49-F238E27FC236}">
                <a16:creationId xmlns:a16="http://schemas.microsoft.com/office/drawing/2014/main" id="{FCD63A0E-0608-2836-F404-491E8C1D3CE7}"/>
              </a:ext>
            </a:extLst>
          </p:cNvPr>
          <p:cNvGrpSpPr/>
          <p:nvPr userDrawn="1"/>
        </p:nvGrpSpPr>
        <p:grpSpPr>
          <a:xfrm>
            <a:off x="265625" y="6323271"/>
            <a:ext cx="1249223" cy="369648"/>
            <a:chOff x="265625" y="6323271"/>
            <a:chExt cx="1249223" cy="369648"/>
          </a:xfrm>
          <a:solidFill>
            <a:srgbClr val="000000"/>
          </a:solidFill>
        </p:grpSpPr>
        <p:grpSp>
          <p:nvGrpSpPr>
            <p:cNvPr id="141" name="Graphic 8">
              <a:extLst>
                <a:ext uri="{FF2B5EF4-FFF2-40B4-BE49-F238E27FC236}">
                  <a16:creationId xmlns:a16="http://schemas.microsoft.com/office/drawing/2014/main" id="{6BC2395B-D8CB-C63C-F0D8-2737A8B21A75}"/>
                </a:ext>
              </a:extLst>
            </p:cNvPr>
            <p:cNvGrpSpPr/>
            <p:nvPr/>
          </p:nvGrpSpPr>
          <p:grpSpPr>
            <a:xfrm>
              <a:off x="745455" y="6594444"/>
              <a:ext cx="722662" cy="98475"/>
              <a:chOff x="745455" y="6594444"/>
              <a:chExt cx="722662" cy="98475"/>
            </a:xfrm>
            <a:solidFill>
              <a:srgbClr val="000000"/>
            </a:solidFill>
          </p:grpSpPr>
          <p:sp>
            <p:nvSpPr>
              <p:cNvPr id="150" name="Freeform 19">
                <a:extLst>
                  <a:ext uri="{FF2B5EF4-FFF2-40B4-BE49-F238E27FC236}">
                    <a16:creationId xmlns:a16="http://schemas.microsoft.com/office/drawing/2014/main" id="{056F31B8-2026-36E0-067E-7DCE03ADF92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51" name="Freeform 20">
                <a:extLst>
                  <a:ext uri="{FF2B5EF4-FFF2-40B4-BE49-F238E27FC236}">
                    <a16:creationId xmlns:a16="http://schemas.microsoft.com/office/drawing/2014/main" id="{BBAA5AE4-B41E-001B-45A2-1D84200AE27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52" name="Freeform 21">
                <a:extLst>
                  <a:ext uri="{FF2B5EF4-FFF2-40B4-BE49-F238E27FC236}">
                    <a16:creationId xmlns:a16="http://schemas.microsoft.com/office/drawing/2014/main" id="{B2219A1E-A71F-7F3E-A0BF-5DC43B01064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53" name="Freeform 22">
                <a:extLst>
                  <a:ext uri="{FF2B5EF4-FFF2-40B4-BE49-F238E27FC236}">
                    <a16:creationId xmlns:a16="http://schemas.microsoft.com/office/drawing/2014/main" id="{10BD39B3-96C7-40BB-A9CC-FFB8919DC31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54" name="Freeform 23">
                <a:extLst>
                  <a:ext uri="{FF2B5EF4-FFF2-40B4-BE49-F238E27FC236}">
                    <a16:creationId xmlns:a16="http://schemas.microsoft.com/office/drawing/2014/main" id="{5407F7BB-02E4-02F9-82BC-0249B3665C0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5" name="Freeform 24">
                <a:extLst>
                  <a:ext uri="{FF2B5EF4-FFF2-40B4-BE49-F238E27FC236}">
                    <a16:creationId xmlns:a16="http://schemas.microsoft.com/office/drawing/2014/main" id="{2CCC3231-F265-0AC9-61C8-8506B76932D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56" name="Freeform 25">
                <a:extLst>
                  <a:ext uri="{FF2B5EF4-FFF2-40B4-BE49-F238E27FC236}">
                    <a16:creationId xmlns:a16="http://schemas.microsoft.com/office/drawing/2014/main" id="{C3E22B66-9239-A1D9-2138-8799BA49E1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57" name="Freeform 26">
                <a:extLst>
                  <a:ext uri="{FF2B5EF4-FFF2-40B4-BE49-F238E27FC236}">
                    <a16:creationId xmlns:a16="http://schemas.microsoft.com/office/drawing/2014/main" id="{3B7EC8AA-42AB-FC77-7993-B6262AA8476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58" name="Freeform 27">
                <a:extLst>
                  <a:ext uri="{FF2B5EF4-FFF2-40B4-BE49-F238E27FC236}">
                    <a16:creationId xmlns:a16="http://schemas.microsoft.com/office/drawing/2014/main" id="{86A23895-10CB-9BF4-188C-3C96E759AD6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9" name="Freeform 28">
                <a:extLst>
                  <a:ext uri="{FF2B5EF4-FFF2-40B4-BE49-F238E27FC236}">
                    <a16:creationId xmlns:a16="http://schemas.microsoft.com/office/drawing/2014/main" id="{DB58AE0D-D3F2-054A-4FA2-21B58E8AB98B}"/>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2" name="Graphic 8">
              <a:extLst>
                <a:ext uri="{FF2B5EF4-FFF2-40B4-BE49-F238E27FC236}">
                  <a16:creationId xmlns:a16="http://schemas.microsoft.com/office/drawing/2014/main" id="{C504C83F-FB06-B1AE-C934-A9AE145BE860}"/>
                </a:ext>
              </a:extLst>
            </p:cNvPr>
            <p:cNvGrpSpPr/>
            <p:nvPr/>
          </p:nvGrpSpPr>
          <p:grpSpPr>
            <a:xfrm>
              <a:off x="265625" y="6323271"/>
              <a:ext cx="1249223" cy="190348"/>
              <a:chOff x="265625" y="6323271"/>
              <a:chExt cx="1249223" cy="190348"/>
            </a:xfrm>
            <a:solidFill>
              <a:srgbClr val="000000"/>
            </a:solidFill>
          </p:grpSpPr>
          <p:sp>
            <p:nvSpPr>
              <p:cNvPr id="143" name="Freeform 10">
                <a:extLst>
                  <a:ext uri="{FF2B5EF4-FFF2-40B4-BE49-F238E27FC236}">
                    <a16:creationId xmlns:a16="http://schemas.microsoft.com/office/drawing/2014/main" id="{DD539EF3-7A7B-08F8-0012-5265977942F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4" name="Freeform 11">
                <a:extLst>
                  <a:ext uri="{FF2B5EF4-FFF2-40B4-BE49-F238E27FC236}">
                    <a16:creationId xmlns:a16="http://schemas.microsoft.com/office/drawing/2014/main" id="{DC1B0333-47E1-966B-5D76-FD55467ED12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5" name="Freeform 14">
                <a:extLst>
                  <a:ext uri="{FF2B5EF4-FFF2-40B4-BE49-F238E27FC236}">
                    <a16:creationId xmlns:a16="http://schemas.microsoft.com/office/drawing/2014/main" id="{E834E1A1-F4D2-B256-FD76-7354C4CF0F12}"/>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6" name="Freeform 15">
                <a:extLst>
                  <a:ext uri="{FF2B5EF4-FFF2-40B4-BE49-F238E27FC236}">
                    <a16:creationId xmlns:a16="http://schemas.microsoft.com/office/drawing/2014/main" id="{4E75AC14-FF7B-1FA0-3924-389C26DA18B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7" name="Freeform 16">
                <a:extLst>
                  <a:ext uri="{FF2B5EF4-FFF2-40B4-BE49-F238E27FC236}">
                    <a16:creationId xmlns:a16="http://schemas.microsoft.com/office/drawing/2014/main" id="{04B7186C-ADAD-8B6C-E5C0-8E169ECA903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8" name="Freeform 17">
                <a:extLst>
                  <a:ext uri="{FF2B5EF4-FFF2-40B4-BE49-F238E27FC236}">
                    <a16:creationId xmlns:a16="http://schemas.microsoft.com/office/drawing/2014/main" id="{E4D02732-A2AF-EB37-3B02-A21E9922B4AD}"/>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49" name="Freeform 18">
                <a:extLst>
                  <a:ext uri="{FF2B5EF4-FFF2-40B4-BE49-F238E27FC236}">
                    <a16:creationId xmlns:a16="http://schemas.microsoft.com/office/drawing/2014/main" id="{94E58605-51E3-C712-381C-825E567BC8F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139" name="TextBox 138">
            <a:extLst>
              <a:ext uri="{FF2B5EF4-FFF2-40B4-BE49-F238E27FC236}">
                <a16:creationId xmlns:a16="http://schemas.microsoft.com/office/drawing/2014/main" id="{06C391E6-D3A2-4DDE-7F6F-BBEFD44B6F6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14040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Section - Resource Mgm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89094CD1-4612-BDDC-53AB-48D233DA5E91}"/>
              </a:ext>
            </a:extLst>
          </p:cNvPr>
          <p:cNvSpPr/>
          <p:nvPr userDrawn="1"/>
        </p:nvSpPr>
        <p:spPr>
          <a:xfrm>
            <a:off x="5406003" y="-1"/>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17E42CF3-5F91-08E5-A5FC-6BC4CD78FFA2}"/>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1FF80852-0FFA-B3DA-921C-6BE23778037A}"/>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DCBA8C3C-A8F2-8915-0A23-7A09076F431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07952" y="3165709"/>
            <a:ext cx="3124591" cy="1207366"/>
          </a:xfrm>
          <a:prstGeom prst="rect">
            <a:avLst/>
          </a:prstGeom>
        </p:spPr>
      </p:pic>
      <p:grpSp>
        <p:nvGrpSpPr>
          <p:cNvPr id="7" name="Group 6">
            <a:extLst>
              <a:ext uri="{FF2B5EF4-FFF2-40B4-BE49-F238E27FC236}">
                <a16:creationId xmlns:a16="http://schemas.microsoft.com/office/drawing/2014/main" id="{52289B3A-2866-1292-4488-63364CB153AC}"/>
              </a:ext>
            </a:extLst>
          </p:cNvPr>
          <p:cNvGrpSpPr/>
          <p:nvPr userDrawn="1"/>
        </p:nvGrpSpPr>
        <p:grpSpPr>
          <a:xfrm>
            <a:off x="7416052" y="944496"/>
            <a:ext cx="1685206" cy="686138"/>
            <a:chOff x="437672" y="1280130"/>
            <a:chExt cx="2910783" cy="1185138"/>
          </a:xfrm>
        </p:grpSpPr>
        <p:sp>
          <p:nvSpPr>
            <p:cNvPr id="8" name="Freeform: Shape 187">
              <a:extLst>
                <a:ext uri="{FF2B5EF4-FFF2-40B4-BE49-F238E27FC236}">
                  <a16:creationId xmlns:a16="http://schemas.microsoft.com/office/drawing/2014/main" id="{89387517-8417-DF01-A9B6-979BB14E2FA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733422FC-3B13-B5D0-0DAF-FAEE7BC1B601}"/>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0" name="Freeform: Shape 265">
            <a:extLst>
              <a:ext uri="{FF2B5EF4-FFF2-40B4-BE49-F238E27FC236}">
                <a16:creationId xmlns:a16="http://schemas.microsoft.com/office/drawing/2014/main" id="{2CC5AB18-EC3C-D40F-1A44-A6DDBD135322}"/>
              </a:ext>
            </a:extLst>
          </p:cNvPr>
          <p:cNvSpPr/>
          <p:nvPr userDrawn="1"/>
        </p:nvSpPr>
        <p:spPr>
          <a:xfrm>
            <a:off x="11040650" y="3165709"/>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269">
            <a:extLst>
              <a:ext uri="{FF2B5EF4-FFF2-40B4-BE49-F238E27FC236}">
                <a16:creationId xmlns:a16="http://schemas.microsoft.com/office/drawing/2014/main" id="{3FAE867A-F63D-0949-D652-E831AD4245E0}"/>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85">
            <a:extLst>
              <a:ext uri="{FF2B5EF4-FFF2-40B4-BE49-F238E27FC236}">
                <a16:creationId xmlns:a16="http://schemas.microsoft.com/office/drawing/2014/main" id="{74DB3C79-1660-4F33-D3A9-76FDC73AC9A7}"/>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86">
            <a:extLst>
              <a:ext uri="{FF2B5EF4-FFF2-40B4-BE49-F238E27FC236}">
                <a16:creationId xmlns:a16="http://schemas.microsoft.com/office/drawing/2014/main" id="{872A052E-29FA-0DC3-F387-F7E9BF4876E0}"/>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14" name="Graphic 13">
            <a:extLst>
              <a:ext uri="{FF2B5EF4-FFF2-40B4-BE49-F238E27FC236}">
                <a16:creationId xmlns:a16="http://schemas.microsoft.com/office/drawing/2014/main" id="{509589C6-2C33-2634-AE49-1CCE860B9C6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147329" y="2147281"/>
            <a:ext cx="1564702" cy="1176425"/>
          </a:xfrm>
          <a:prstGeom prst="rect">
            <a:avLst/>
          </a:prstGeom>
        </p:spPr>
      </p:pic>
      <p:sp>
        <p:nvSpPr>
          <p:cNvPr id="15" name="Oval 14">
            <a:extLst>
              <a:ext uri="{FF2B5EF4-FFF2-40B4-BE49-F238E27FC236}">
                <a16:creationId xmlns:a16="http://schemas.microsoft.com/office/drawing/2014/main" id="{5EA78623-1C39-B6AF-331E-7C4FF297404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6" name="Freeform: Shape 298">
            <a:extLst>
              <a:ext uri="{FF2B5EF4-FFF2-40B4-BE49-F238E27FC236}">
                <a16:creationId xmlns:a16="http://schemas.microsoft.com/office/drawing/2014/main" id="{B1F9D95A-0D46-8579-C2E7-5C67C2F5759E}"/>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17" name="Graphic 133">
            <a:extLst>
              <a:ext uri="{FF2B5EF4-FFF2-40B4-BE49-F238E27FC236}">
                <a16:creationId xmlns:a16="http://schemas.microsoft.com/office/drawing/2014/main" id="{C0AEFB13-6955-72D8-CA28-B54C5E3B6FA9}"/>
              </a:ext>
            </a:extLst>
          </p:cNvPr>
          <p:cNvGrpSpPr/>
          <p:nvPr userDrawn="1"/>
        </p:nvGrpSpPr>
        <p:grpSpPr>
          <a:xfrm>
            <a:off x="6411279" y="5443017"/>
            <a:ext cx="492164" cy="535997"/>
            <a:chOff x="8799755" y="943899"/>
            <a:chExt cx="839533" cy="914304"/>
          </a:xfrm>
          <a:noFill/>
        </p:grpSpPr>
        <p:sp>
          <p:nvSpPr>
            <p:cNvPr id="18" name="Freeform: Shape 300">
              <a:extLst>
                <a:ext uri="{FF2B5EF4-FFF2-40B4-BE49-F238E27FC236}">
                  <a16:creationId xmlns:a16="http://schemas.microsoft.com/office/drawing/2014/main" id="{4AFDD986-9D71-582C-8F34-6C2A7D345192}"/>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301">
              <a:extLst>
                <a:ext uri="{FF2B5EF4-FFF2-40B4-BE49-F238E27FC236}">
                  <a16:creationId xmlns:a16="http://schemas.microsoft.com/office/drawing/2014/main" id="{DE096775-AD99-FA6D-6542-190E4F93467A}"/>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20" name="Graphic 19">
            <a:extLst>
              <a:ext uri="{FF2B5EF4-FFF2-40B4-BE49-F238E27FC236}">
                <a16:creationId xmlns:a16="http://schemas.microsoft.com/office/drawing/2014/main" id="{3A0FF0CB-687C-E24F-36A5-FB289981636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514997" y="3684778"/>
            <a:ext cx="388873" cy="388873"/>
          </a:xfrm>
          <a:prstGeom prst="rect">
            <a:avLst/>
          </a:prstGeom>
        </p:spPr>
      </p:pic>
      <p:pic>
        <p:nvPicPr>
          <p:cNvPr id="21" name="Graphic 20">
            <a:extLst>
              <a:ext uri="{FF2B5EF4-FFF2-40B4-BE49-F238E27FC236}">
                <a16:creationId xmlns:a16="http://schemas.microsoft.com/office/drawing/2014/main" id="{2499B8D3-8756-8591-628B-6D81BA9ECB3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683496" y="390624"/>
            <a:ext cx="1410208" cy="2480020"/>
          </a:xfrm>
          <a:prstGeom prst="rect">
            <a:avLst/>
          </a:prstGeom>
        </p:spPr>
      </p:pic>
      <p:pic>
        <p:nvPicPr>
          <p:cNvPr id="22" name="Graphic 21">
            <a:extLst>
              <a:ext uri="{FF2B5EF4-FFF2-40B4-BE49-F238E27FC236}">
                <a16:creationId xmlns:a16="http://schemas.microsoft.com/office/drawing/2014/main" id="{DE377636-735E-5072-4763-BD9AD106FF0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449352" y="838788"/>
            <a:ext cx="397256" cy="397256"/>
          </a:xfrm>
          <a:prstGeom prst="rect">
            <a:avLst/>
          </a:prstGeom>
        </p:spPr>
      </p:pic>
      <p:pic>
        <p:nvPicPr>
          <p:cNvPr id="23" name="Graphic 22">
            <a:extLst>
              <a:ext uri="{FF2B5EF4-FFF2-40B4-BE49-F238E27FC236}">
                <a16:creationId xmlns:a16="http://schemas.microsoft.com/office/drawing/2014/main" id="{EB98284C-1B5E-A8D8-8ED6-444E5E27C25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1051033" y="4987988"/>
            <a:ext cx="397256" cy="397256"/>
          </a:xfrm>
          <a:prstGeom prst="rect">
            <a:avLst/>
          </a:prstGeom>
        </p:spPr>
      </p:pic>
      <p:grpSp>
        <p:nvGrpSpPr>
          <p:cNvPr id="24" name="Group 23">
            <a:extLst>
              <a:ext uri="{FF2B5EF4-FFF2-40B4-BE49-F238E27FC236}">
                <a16:creationId xmlns:a16="http://schemas.microsoft.com/office/drawing/2014/main" id="{AA95DB9C-39E7-6DC6-E872-A8C2723826CA}"/>
              </a:ext>
            </a:extLst>
          </p:cNvPr>
          <p:cNvGrpSpPr>
            <a:grpSpLocks noChangeAspect="1"/>
          </p:cNvGrpSpPr>
          <p:nvPr userDrawn="1"/>
        </p:nvGrpSpPr>
        <p:grpSpPr>
          <a:xfrm>
            <a:off x="7072863" y="2635715"/>
            <a:ext cx="1681551" cy="1737360"/>
            <a:chOff x="7078693" y="2691028"/>
            <a:chExt cx="1634411" cy="1688655"/>
          </a:xfrm>
        </p:grpSpPr>
        <p:sp>
          <p:nvSpPr>
            <p:cNvPr id="25" name="Freeform: Shape 22">
              <a:extLst>
                <a:ext uri="{FF2B5EF4-FFF2-40B4-BE49-F238E27FC236}">
                  <a16:creationId xmlns:a16="http://schemas.microsoft.com/office/drawing/2014/main" id="{D2E0534F-69DF-F22A-6194-6DF17D92BAA2}"/>
                </a:ext>
              </a:extLst>
            </p:cNvPr>
            <p:cNvSpPr/>
            <p:nvPr/>
          </p:nvSpPr>
          <p:spPr>
            <a:xfrm>
              <a:off x="7078693" y="3540053"/>
              <a:ext cx="553370" cy="839455"/>
            </a:xfrm>
            <a:custGeom>
              <a:avLst/>
              <a:gdLst>
                <a:gd name="connsiteX0" fmla="*/ 186803 w 206004"/>
                <a:gd name="connsiteY0" fmla="*/ 0 h 312504"/>
                <a:gd name="connsiteX1" fmla="*/ 0 w 206004"/>
                <a:gd name="connsiteY1" fmla="*/ 0 h 312504"/>
                <a:gd name="connsiteX2" fmla="*/ 0 w 206004"/>
                <a:gd name="connsiteY2" fmla="*/ 16496 h 312504"/>
                <a:gd name="connsiteX3" fmla="*/ 186803 w 206004"/>
                <a:gd name="connsiteY3" fmla="*/ 16496 h 312504"/>
                <a:gd name="connsiteX4" fmla="*/ 189508 w 206004"/>
                <a:gd name="connsiteY4" fmla="*/ 19202 h 312504"/>
                <a:gd name="connsiteX5" fmla="*/ 189508 w 206004"/>
                <a:gd name="connsiteY5" fmla="*/ 312504 h 312504"/>
                <a:gd name="connsiteX6" fmla="*/ 206004 w 206004"/>
                <a:gd name="connsiteY6" fmla="*/ 312504 h 312504"/>
                <a:gd name="connsiteX7" fmla="*/ 206004 w 206004"/>
                <a:gd name="connsiteY7" fmla="*/ 19202 h 312504"/>
                <a:gd name="connsiteX8" fmla="*/ 186803 w 206004"/>
                <a:gd name="connsiteY8" fmla="*/ 0 h 31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004" h="312504">
                  <a:moveTo>
                    <a:pt x="186803" y="0"/>
                  </a:moveTo>
                  <a:lnTo>
                    <a:pt x="0" y="0"/>
                  </a:lnTo>
                  <a:lnTo>
                    <a:pt x="0" y="16496"/>
                  </a:lnTo>
                  <a:lnTo>
                    <a:pt x="186803" y="16496"/>
                  </a:lnTo>
                  <a:cubicBezTo>
                    <a:pt x="188255" y="16496"/>
                    <a:pt x="189508" y="17684"/>
                    <a:pt x="189508" y="19202"/>
                  </a:cubicBezTo>
                  <a:lnTo>
                    <a:pt x="189508" y="312504"/>
                  </a:lnTo>
                  <a:lnTo>
                    <a:pt x="206004" y="312504"/>
                  </a:lnTo>
                  <a:lnTo>
                    <a:pt x="206004" y="19202"/>
                  </a:lnTo>
                  <a:cubicBezTo>
                    <a:pt x="206004" y="8644"/>
                    <a:pt x="197426" y="0"/>
                    <a:pt x="186803" y="0"/>
                  </a:cubicBezTo>
                  <a:close/>
                </a:path>
              </a:pathLst>
            </a:custGeom>
            <a:solidFill>
              <a:schemeClr val="accent5"/>
            </a:solidFill>
            <a:ln w="0" cap="flat">
              <a:noFill/>
              <a:prstDash val="solid"/>
              <a:miter/>
            </a:ln>
          </p:spPr>
          <p:txBody>
            <a:bodyPr lIns="46818" tIns="23409" rIns="46818" bIns="2340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23">
              <a:extLst>
                <a:ext uri="{FF2B5EF4-FFF2-40B4-BE49-F238E27FC236}">
                  <a16:creationId xmlns:a16="http://schemas.microsoft.com/office/drawing/2014/main" id="{916BEADB-2B89-3793-74C3-B4E68ECBD0D3}"/>
                </a:ext>
              </a:extLst>
            </p:cNvPr>
            <p:cNvSpPr/>
            <p:nvPr/>
          </p:nvSpPr>
          <p:spPr>
            <a:xfrm>
              <a:off x="8162393" y="3540053"/>
              <a:ext cx="550711" cy="839455"/>
            </a:xfrm>
            <a:custGeom>
              <a:avLst/>
              <a:gdLst>
                <a:gd name="connsiteX0" fmla="*/ 19202 w 205014"/>
                <a:gd name="connsiteY0" fmla="*/ 0 h 312504"/>
                <a:gd name="connsiteX1" fmla="*/ 0 w 205014"/>
                <a:gd name="connsiteY1" fmla="*/ 19202 h 312504"/>
                <a:gd name="connsiteX2" fmla="*/ 0 w 205014"/>
                <a:gd name="connsiteY2" fmla="*/ 312504 h 312504"/>
                <a:gd name="connsiteX3" fmla="*/ 16496 w 205014"/>
                <a:gd name="connsiteY3" fmla="*/ 312504 h 312504"/>
                <a:gd name="connsiteX4" fmla="*/ 16496 w 205014"/>
                <a:gd name="connsiteY4" fmla="*/ 19202 h 312504"/>
                <a:gd name="connsiteX5" fmla="*/ 19202 w 205014"/>
                <a:gd name="connsiteY5" fmla="*/ 16496 h 312504"/>
                <a:gd name="connsiteX6" fmla="*/ 205015 w 205014"/>
                <a:gd name="connsiteY6" fmla="*/ 16496 h 312504"/>
                <a:gd name="connsiteX7" fmla="*/ 205015 w 205014"/>
                <a:gd name="connsiteY7" fmla="*/ 0 h 312504"/>
                <a:gd name="connsiteX8" fmla="*/ 19202 w 205014"/>
                <a:gd name="connsiteY8" fmla="*/ 0 h 312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014" h="312504">
                  <a:moveTo>
                    <a:pt x="19202" y="0"/>
                  </a:moveTo>
                  <a:cubicBezTo>
                    <a:pt x="8644" y="0"/>
                    <a:pt x="0" y="8578"/>
                    <a:pt x="0" y="19202"/>
                  </a:cubicBezTo>
                  <a:lnTo>
                    <a:pt x="0" y="312504"/>
                  </a:lnTo>
                  <a:lnTo>
                    <a:pt x="16496" y="312504"/>
                  </a:lnTo>
                  <a:lnTo>
                    <a:pt x="16496" y="19202"/>
                  </a:lnTo>
                  <a:cubicBezTo>
                    <a:pt x="16496" y="17750"/>
                    <a:pt x="17684" y="16496"/>
                    <a:pt x="19202" y="16496"/>
                  </a:cubicBezTo>
                  <a:lnTo>
                    <a:pt x="205015" y="16496"/>
                  </a:lnTo>
                  <a:lnTo>
                    <a:pt x="205015" y="0"/>
                  </a:lnTo>
                  <a:lnTo>
                    <a:pt x="19202" y="0"/>
                  </a:lnTo>
                  <a:close/>
                </a:path>
              </a:pathLst>
            </a:custGeom>
            <a:solidFill>
              <a:schemeClr val="accent5"/>
            </a:solidFill>
            <a:ln w="0" cap="flat">
              <a:noFill/>
              <a:prstDash val="solid"/>
              <a:miter/>
            </a:ln>
          </p:spPr>
          <p:txBody>
            <a:bodyPr lIns="46818" tIns="23409" rIns="46818" bIns="23409"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7" name="Group 26">
              <a:extLst>
                <a:ext uri="{FF2B5EF4-FFF2-40B4-BE49-F238E27FC236}">
                  <a16:creationId xmlns:a16="http://schemas.microsoft.com/office/drawing/2014/main" id="{8118B40A-A09D-7557-38AE-0407BA84BA1C}"/>
                </a:ext>
              </a:extLst>
            </p:cNvPr>
            <p:cNvGrpSpPr/>
            <p:nvPr/>
          </p:nvGrpSpPr>
          <p:grpSpPr>
            <a:xfrm>
              <a:off x="7099254" y="2691028"/>
              <a:ext cx="1591520" cy="1688655"/>
              <a:chOff x="7099254" y="2691028"/>
              <a:chExt cx="1591520" cy="1688655"/>
            </a:xfrm>
            <a:solidFill>
              <a:schemeClr val="accent5"/>
            </a:solidFill>
          </p:grpSpPr>
          <p:sp>
            <p:nvSpPr>
              <p:cNvPr id="28" name="Freeform: Shape 24">
                <a:extLst>
                  <a:ext uri="{FF2B5EF4-FFF2-40B4-BE49-F238E27FC236}">
                    <a16:creationId xmlns:a16="http://schemas.microsoft.com/office/drawing/2014/main" id="{CF169628-FF3F-072F-75AE-8E9ED2901F21}"/>
                  </a:ext>
                </a:extLst>
              </p:cNvPr>
              <p:cNvSpPr/>
              <p:nvPr/>
            </p:nvSpPr>
            <p:spPr>
              <a:xfrm>
                <a:off x="7537767" y="2704497"/>
                <a:ext cx="290689" cy="290689"/>
              </a:xfrm>
              <a:custGeom>
                <a:avLst/>
                <a:gdLst>
                  <a:gd name="connsiteX0" fmla="*/ 54108 w 108215"/>
                  <a:gd name="connsiteY0" fmla="*/ 108215 h 108215"/>
                  <a:gd name="connsiteX1" fmla="*/ 108215 w 108215"/>
                  <a:gd name="connsiteY1" fmla="*/ 54108 h 108215"/>
                  <a:gd name="connsiteX2" fmla="*/ 54108 w 108215"/>
                  <a:gd name="connsiteY2" fmla="*/ 0 h 108215"/>
                  <a:gd name="connsiteX3" fmla="*/ 0 w 108215"/>
                  <a:gd name="connsiteY3" fmla="*/ 54108 h 108215"/>
                  <a:gd name="connsiteX4" fmla="*/ 54108 w 108215"/>
                  <a:gd name="connsiteY4" fmla="*/ 108215 h 108215"/>
                  <a:gd name="connsiteX5" fmla="*/ 54108 w 108215"/>
                  <a:gd name="connsiteY5" fmla="*/ 16496 h 108215"/>
                  <a:gd name="connsiteX6" fmla="*/ 91719 w 108215"/>
                  <a:gd name="connsiteY6" fmla="*/ 54108 h 108215"/>
                  <a:gd name="connsiteX7" fmla="*/ 54108 w 108215"/>
                  <a:gd name="connsiteY7" fmla="*/ 91719 h 108215"/>
                  <a:gd name="connsiteX8" fmla="*/ 16496 w 108215"/>
                  <a:gd name="connsiteY8" fmla="*/ 54108 h 108215"/>
                  <a:gd name="connsiteX9" fmla="*/ 54108 w 108215"/>
                  <a:gd name="connsiteY9" fmla="*/ 16496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54108" y="108215"/>
                    </a:moveTo>
                    <a:cubicBezTo>
                      <a:pt x="83933" y="108215"/>
                      <a:pt x="108215" y="83933"/>
                      <a:pt x="108215" y="54108"/>
                    </a:cubicBezTo>
                    <a:cubicBezTo>
                      <a:pt x="108215" y="24282"/>
                      <a:pt x="83933" y="0"/>
                      <a:pt x="54108" y="0"/>
                    </a:cubicBezTo>
                    <a:cubicBezTo>
                      <a:pt x="24282" y="0"/>
                      <a:pt x="0" y="24282"/>
                      <a:pt x="0" y="54108"/>
                    </a:cubicBezTo>
                    <a:cubicBezTo>
                      <a:pt x="0" y="83933"/>
                      <a:pt x="24282" y="108215"/>
                      <a:pt x="54108" y="108215"/>
                    </a:cubicBezTo>
                    <a:close/>
                    <a:moveTo>
                      <a:pt x="54108" y="16496"/>
                    </a:moveTo>
                    <a:cubicBezTo>
                      <a:pt x="74827" y="16496"/>
                      <a:pt x="91719" y="33388"/>
                      <a:pt x="91719" y="54108"/>
                    </a:cubicBezTo>
                    <a:cubicBezTo>
                      <a:pt x="91719" y="74827"/>
                      <a:pt x="74827" y="91719"/>
                      <a:pt x="54108" y="91719"/>
                    </a:cubicBezTo>
                    <a:cubicBezTo>
                      <a:pt x="33388" y="91719"/>
                      <a:pt x="16496" y="74827"/>
                      <a:pt x="16496" y="54108"/>
                    </a:cubicBezTo>
                    <a:cubicBezTo>
                      <a:pt x="16496" y="33388"/>
                      <a:pt x="33388" y="16496"/>
                      <a:pt x="54108" y="16496"/>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5">
                <a:extLst>
                  <a:ext uri="{FF2B5EF4-FFF2-40B4-BE49-F238E27FC236}">
                    <a16:creationId xmlns:a16="http://schemas.microsoft.com/office/drawing/2014/main" id="{5F395B14-284D-AB07-C89B-BB1C44583D43}"/>
                  </a:ext>
                </a:extLst>
              </p:cNvPr>
              <p:cNvSpPr/>
              <p:nvPr/>
            </p:nvSpPr>
            <p:spPr>
              <a:xfrm>
                <a:off x="8400085" y="2704497"/>
                <a:ext cx="290689" cy="290689"/>
              </a:xfrm>
              <a:custGeom>
                <a:avLst/>
                <a:gdLst>
                  <a:gd name="connsiteX0" fmla="*/ 54108 w 108215"/>
                  <a:gd name="connsiteY0" fmla="*/ 108215 h 108215"/>
                  <a:gd name="connsiteX1" fmla="*/ 108215 w 108215"/>
                  <a:gd name="connsiteY1" fmla="*/ 54108 h 108215"/>
                  <a:gd name="connsiteX2" fmla="*/ 54108 w 108215"/>
                  <a:gd name="connsiteY2" fmla="*/ 0 h 108215"/>
                  <a:gd name="connsiteX3" fmla="*/ 0 w 108215"/>
                  <a:gd name="connsiteY3" fmla="*/ 54108 h 108215"/>
                  <a:gd name="connsiteX4" fmla="*/ 54108 w 108215"/>
                  <a:gd name="connsiteY4" fmla="*/ 108215 h 108215"/>
                  <a:gd name="connsiteX5" fmla="*/ 54108 w 108215"/>
                  <a:gd name="connsiteY5" fmla="*/ 16496 h 108215"/>
                  <a:gd name="connsiteX6" fmla="*/ 91719 w 108215"/>
                  <a:gd name="connsiteY6" fmla="*/ 54108 h 108215"/>
                  <a:gd name="connsiteX7" fmla="*/ 54108 w 108215"/>
                  <a:gd name="connsiteY7" fmla="*/ 91719 h 108215"/>
                  <a:gd name="connsiteX8" fmla="*/ 16496 w 108215"/>
                  <a:gd name="connsiteY8" fmla="*/ 54108 h 108215"/>
                  <a:gd name="connsiteX9" fmla="*/ 54108 w 108215"/>
                  <a:gd name="connsiteY9" fmla="*/ 16496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54108" y="108215"/>
                    </a:moveTo>
                    <a:cubicBezTo>
                      <a:pt x="83933" y="108215"/>
                      <a:pt x="108215" y="83933"/>
                      <a:pt x="108215" y="54108"/>
                    </a:cubicBezTo>
                    <a:cubicBezTo>
                      <a:pt x="108215" y="24282"/>
                      <a:pt x="83933" y="0"/>
                      <a:pt x="54108" y="0"/>
                    </a:cubicBezTo>
                    <a:cubicBezTo>
                      <a:pt x="24282" y="0"/>
                      <a:pt x="0" y="24282"/>
                      <a:pt x="0" y="54108"/>
                    </a:cubicBezTo>
                    <a:cubicBezTo>
                      <a:pt x="0" y="83933"/>
                      <a:pt x="24282" y="108215"/>
                      <a:pt x="54108" y="108215"/>
                    </a:cubicBezTo>
                    <a:close/>
                    <a:moveTo>
                      <a:pt x="54108" y="16496"/>
                    </a:moveTo>
                    <a:cubicBezTo>
                      <a:pt x="74827" y="16496"/>
                      <a:pt x="91719" y="33388"/>
                      <a:pt x="91719" y="54108"/>
                    </a:cubicBezTo>
                    <a:cubicBezTo>
                      <a:pt x="91719" y="74827"/>
                      <a:pt x="74827" y="91719"/>
                      <a:pt x="54108" y="91719"/>
                    </a:cubicBezTo>
                    <a:cubicBezTo>
                      <a:pt x="33388" y="91719"/>
                      <a:pt x="16496" y="74827"/>
                      <a:pt x="16496" y="54108"/>
                    </a:cubicBezTo>
                    <a:cubicBezTo>
                      <a:pt x="16496" y="33388"/>
                      <a:pt x="33388" y="16496"/>
                      <a:pt x="54108" y="16496"/>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26">
                <a:extLst>
                  <a:ext uri="{FF2B5EF4-FFF2-40B4-BE49-F238E27FC236}">
                    <a16:creationId xmlns:a16="http://schemas.microsoft.com/office/drawing/2014/main" id="{1A55EB4A-45D9-0B9D-F08D-C85179EC8CC9}"/>
                  </a:ext>
                </a:extLst>
              </p:cNvPr>
              <p:cNvSpPr/>
              <p:nvPr/>
            </p:nvSpPr>
            <p:spPr>
              <a:xfrm>
                <a:off x="7112724" y="3081153"/>
                <a:ext cx="290689" cy="290689"/>
              </a:xfrm>
              <a:custGeom>
                <a:avLst/>
                <a:gdLst>
                  <a:gd name="connsiteX0" fmla="*/ 0 w 108215"/>
                  <a:gd name="connsiteY0" fmla="*/ 54108 h 108215"/>
                  <a:gd name="connsiteX1" fmla="*/ 54108 w 108215"/>
                  <a:gd name="connsiteY1" fmla="*/ 108215 h 108215"/>
                  <a:gd name="connsiteX2" fmla="*/ 108215 w 108215"/>
                  <a:gd name="connsiteY2" fmla="*/ 54108 h 108215"/>
                  <a:gd name="connsiteX3" fmla="*/ 54108 w 108215"/>
                  <a:gd name="connsiteY3" fmla="*/ 0 h 108215"/>
                  <a:gd name="connsiteX4" fmla="*/ 0 w 108215"/>
                  <a:gd name="connsiteY4" fmla="*/ 54108 h 108215"/>
                  <a:gd name="connsiteX5" fmla="*/ 91719 w 108215"/>
                  <a:gd name="connsiteY5" fmla="*/ 54108 h 108215"/>
                  <a:gd name="connsiteX6" fmla="*/ 54108 w 108215"/>
                  <a:gd name="connsiteY6" fmla="*/ 91719 h 108215"/>
                  <a:gd name="connsiteX7" fmla="*/ 16496 w 108215"/>
                  <a:gd name="connsiteY7" fmla="*/ 54108 h 108215"/>
                  <a:gd name="connsiteX8" fmla="*/ 54108 w 108215"/>
                  <a:gd name="connsiteY8" fmla="*/ 16496 h 108215"/>
                  <a:gd name="connsiteX9" fmla="*/ 91719 w 108215"/>
                  <a:gd name="connsiteY9" fmla="*/ 54108 h 108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215" h="108215">
                    <a:moveTo>
                      <a:pt x="0" y="54108"/>
                    </a:moveTo>
                    <a:cubicBezTo>
                      <a:pt x="0" y="83933"/>
                      <a:pt x="24282" y="108215"/>
                      <a:pt x="54108" y="108215"/>
                    </a:cubicBezTo>
                    <a:cubicBezTo>
                      <a:pt x="83933" y="108215"/>
                      <a:pt x="108215" y="83933"/>
                      <a:pt x="108215" y="54108"/>
                    </a:cubicBezTo>
                    <a:cubicBezTo>
                      <a:pt x="108215" y="24282"/>
                      <a:pt x="83933" y="0"/>
                      <a:pt x="54108" y="0"/>
                    </a:cubicBezTo>
                    <a:cubicBezTo>
                      <a:pt x="24282" y="0"/>
                      <a:pt x="0" y="24282"/>
                      <a:pt x="0" y="54108"/>
                    </a:cubicBezTo>
                    <a:close/>
                    <a:moveTo>
                      <a:pt x="91719" y="54108"/>
                    </a:moveTo>
                    <a:cubicBezTo>
                      <a:pt x="91719" y="74827"/>
                      <a:pt x="74827" y="91719"/>
                      <a:pt x="54108" y="91719"/>
                    </a:cubicBezTo>
                    <a:cubicBezTo>
                      <a:pt x="33388" y="91719"/>
                      <a:pt x="16496" y="74827"/>
                      <a:pt x="16496" y="54108"/>
                    </a:cubicBezTo>
                    <a:cubicBezTo>
                      <a:pt x="16496" y="33388"/>
                      <a:pt x="33388" y="16496"/>
                      <a:pt x="54108" y="16496"/>
                    </a:cubicBezTo>
                    <a:cubicBezTo>
                      <a:pt x="74827" y="16496"/>
                      <a:pt x="91719" y="33388"/>
                      <a:pt x="91719" y="54108"/>
                    </a:cubicBez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27">
                <a:extLst>
                  <a:ext uri="{FF2B5EF4-FFF2-40B4-BE49-F238E27FC236}">
                    <a16:creationId xmlns:a16="http://schemas.microsoft.com/office/drawing/2014/main" id="{18BE65EB-6D7D-002F-63B5-AB850291F334}"/>
                  </a:ext>
                </a:extLst>
              </p:cNvPr>
              <p:cNvSpPr/>
              <p:nvPr/>
            </p:nvSpPr>
            <p:spPr>
              <a:xfrm>
                <a:off x="7984791" y="2719564"/>
                <a:ext cx="260377" cy="260378"/>
              </a:xfrm>
              <a:custGeom>
                <a:avLst/>
                <a:gdLst>
                  <a:gd name="connsiteX0" fmla="*/ 96932 w 96931"/>
                  <a:gd name="connsiteY0" fmla="*/ 0 h 96931"/>
                  <a:gd name="connsiteX1" fmla="*/ 0 w 96931"/>
                  <a:gd name="connsiteY1" fmla="*/ 0 h 96931"/>
                  <a:gd name="connsiteX2" fmla="*/ 0 w 96931"/>
                  <a:gd name="connsiteY2" fmla="*/ 96932 h 96931"/>
                  <a:gd name="connsiteX3" fmla="*/ 96932 w 96931"/>
                  <a:gd name="connsiteY3" fmla="*/ 96932 h 96931"/>
                  <a:gd name="connsiteX4" fmla="*/ 96932 w 96931"/>
                  <a:gd name="connsiteY4" fmla="*/ 0 h 96931"/>
                  <a:gd name="connsiteX5" fmla="*/ 80435 w 96931"/>
                  <a:gd name="connsiteY5" fmla="*/ 80436 h 96931"/>
                  <a:gd name="connsiteX6" fmla="*/ 16496 w 96931"/>
                  <a:gd name="connsiteY6" fmla="*/ 80436 h 96931"/>
                  <a:gd name="connsiteX7" fmla="*/ 16496 w 96931"/>
                  <a:gd name="connsiteY7" fmla="*/ 16496 h 96931"/>
                  <a:gd name="connsiteX8" fmla="*/ 80435 w 96931"/>
                  <a:gd name="connsiteY8" fmla="*/ 16496 h 96931"/>
                  <a:gd name="connsiteX9" fmla="*/ 80435 w 96931"/>
                  <a:gd name="connsiteY9" fmla="*/ 8043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96932" y="0"/>
                    </a:moveTo>
                    <a:lnTo>
                      <a:pt x="0" y="0"/>
                    </a:lnTo>
                    <a:lnTo>
                      <a:pt x="0" y="96932"/>
                    </a:lnTo>
                    <a:lnTo>
                      <a:pt x="96932" y="96932"/>
                    </a:lnTo>
                    <a:lnTo>
                      <a:pt x="96932" y="0"/>
                    </a:lnTo>
                    <a:close/>
                    <a:moveTo>
                      <a:pt x="80435" y="80436"/>
                    </a:moveTo>
                    <a:lnTo>
                      <a:pt x="16496" y="80436"/>
                    </a:lnTo>
                    <a:lnTo>
                      <a:pt x="16496" y="16496"/>
                    </a:lnTo>
                    <a:lnTo>
                      <a:pt x="80435" y="16496"/>
                    </a:lnTo>
                    <a:lnTo>
                      <a:pt x="80435" y="8043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8">
                <a:extLst>
                  <a:ext uri="{FF2B5EF4-FFF2-40B4-BE49-F238E27FC236}">
                    <a16:creationId xmlns:a16="http://schemas.microsoft.com/office/drawing/2014/main" id="{3A9F768E-93DD-0C02-73DA-D4C24044C5E8}"/>
                  </a:ext>
                </a:extLst>
              </p:cNvPr>
              <p:cNvSpPr/>
              <p:nvPr/>
            </p:nvSpPr>
            <p:spPr>
              <a:xfrm>
                <a:off x="7552834" y="309639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9">
                <a:extLst>
                  <a:ext uri="{FF2B5EF4-FFF2-40B4-BE49-F238E27FC236}">
                    <a16:creationId xmlns:a16="http://schemas.microsoft.com/office/drawing/2014/main" id="{24A56CF1-2E93-E6CD-6517-7E45FC348BE0}"/>
                  </a:ext>
                </a:extLst>
              </p:cNvPr>
              <p:cNvSpPr/>
              <p:nvPr/>
            </p:nvSpPr>
            <p:spPr>
              <a:xfrm>
                <a:off x="7765711" y="3539344"/>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30">
                <a:extLst>
                  <a:ext uri="{FF2B5EF4-FFF2-40B4-BE49-F238E27FC236}">
                    <a16:creationId xmlns:a16="http://schemas.microsoft.com/office/drawing/2014/main" id="{FCAF6FE8-5943-9016-7798-F6BDDC61570C}"/>
                  </a:ext>
                </a:extLst>
              </p:cNvPr>
              <p:cNvSpPr/>
              <p:nvPr/>
            </p:nvSpPr>
            <p:spPr>
              <a:xfrm>
                <a:off x="7765711" y="389632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31">
                <a:extLst>
                  <a:ext uri="{FF2B5EF4-FFF2-40B4-BE49-F238E27FC236}">
                    <a16:creationId xmlns:a16="http://schemas.microsoft.com/office/drawing/2014/main" id="{87DAE894-D95F-6A53-3B93-99CDDA5285A5}"/>
                  </a:ext>
                </a:extLst>
              </p:cNvPr>
              <p:cNvSpPr/>
              <p:nvPr/>
            </p:nvSpPr>
            <p:spPr>
              <a:xfrm>
                <a:off x="7765711" y="4263056"/>
                <a:ext cx="260377" cy="116627"/>
              </a:xfrm>
              <a:custGeom>
                <a:avLst/>
                <a:gdLst>
                  <a:gd name="connsiteX0" fmla="*/ 0 w 96931"/>
                  <a:gd name="connsiteY0" fmla="*/ 43220 h 43417"/>
                  <a:gd name="connsiteX1" fmla="*/ 16496 w 96931"/>
                  <a:gd name="connsiteY1" fmla="*/ 43220 h 43417"/>
                  <a:gd name="connsiteX2" fmla="*/ 16496 w 96931"/>
                  <a:gd name="connsiteY2" fmla="*/ 16496 h 43417"/>
                  <a:gd name="connsiteX3" fmla="*/ 80435 w 96931"/>
                  <a:gd name="connsiteY3" fmla="*/ 16496 h 43417"/>
                  <a:gd name="connsiteX4" fmla="*/ 80435 w 96931"/>
                  <a:gd name="connsiteY4" fmla="*/ 43418 h 43417"/>
                  <a:gd name="connsiteX5" fmla="*/ 96932 w 96931"/>
                  <a:gd name="connsiteY5" fmla="*/ 43418 h 43417"/>
                  <a:gd name="connsiteX6" fmla="*/ 96932 w 96931"/>
                  <a:gd name="connsiteY6" fmla="*/ 0 h 43417"/>
                  <a:gd name="connsiteX7" fmla="*/ 0 w 96931"/>
                  <a:gd name="connsiteY7" fmla="*/ 0 h 43417"/>
                  <a:gd name="connsiteX8" fmla="*/ 0 w 96931"/>
                  <a:gd name="connsiteY8" fmla="*/ 43220 h 4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931" h="43417">
                    <a:moveTo>
                      <a:pt x="0" y="43220"/>
                    </a:moveTo>
                    <a:lnTo>
                      <a:pt x="16496" y="43220"/>
                    </a:lnTo>
                    <a:lnTo>
                      <a:pt x="16496" y="16496"/>
                    </a:lnTo>
                    <a:lnTo>
                      <a:pt x="80435" y="16496"/>
                    </a:lnTo>
                    <a:lnTo>
                      <a:pt x="80435" y="43418"/>
                    </a:lnTo>
                    <a:lnTo>
                      <a:pt x="96932" y="43418"/>
                    </a:lnTo>
                    <a:lnTo>
                      <a:pt x="96932" y="0"/>
                    </a:lnTo>
                    <a:lnTo>
                      <a:pt x="0" y="0"/>
                    </a:lnTo>
                    <a:lnTo>
                      <a:pt x="0" y="43220"/>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32">
                <a:extLst>
                  <a:ext uri="{FF2B5EF4-FFF2-40B4-BE49-F238E27FC236}">
                    <a16:creationId xmlns:a16="http://schemas.microsoft.com/office/drawing/2014/main" id="{DBE22D47-6610-5095-EA1F-C580C37AB401}"/>
                  </a:ext>
                </a:extLst>
              </p:cNvPr>
              <p:cNvSpPr/>
              <p:nvPr/>
            </p:nvSpPr>
            <p:spPr>
              <a:xfrm>
                <a:off x="8415329" y="3096397"/>
                <a:ext cx="260377" cy="260378"/>
              </a:xfrm>
              <a:custGeom>
                <a:avLst/>
                <a:gdLst>
                  <a:gd name="connsiteX0" fmla="*/ 0 w 96931"/>
                  <a:gd name="connsiteY0" fmla="*/ 96932 h 96931"/>
                  <a:gd name="connsiteX1" fmla="*/ 96932 w 96931"/>
                  <a:gd name="connsiteY1" fmla="*/ 96932 h 96931"/>
                  <a:gd name="connsiteX2" fmla="*/ 96932 w 96931"/>
                  <a:gd name="connsiteY2" fmla="*/ 0 h 96931"/>
                  <a:gd name="connsiteX3" fmla="*/ 0 w 96931"/>
                  <a:gd name="connsiteY3" fmla="*/ 0 h 96931"/>
                  <a:gd name="connsiteX4" fmla="*/ 0 w 96931"/>
                  <a:gd name="connsiteY4" fmla="*/ 96932 h 96931"/>
                  <a:gd name="connsiteX5" fmla="*/ 16496 w 96931"/>
                  <a:gd name="connsiteY5" fmla="*/ 16496 h 96931"/>
                  <a:gd name="connsiteX6" fmla="*/ 80435 w 96931"/>
                  <a:gd name="connsiteY6" fmla="*/ 16496 h 96931"/>
                  <a:gd name="connsiteX7" fmla="*/ 80435 w 96931"/>
                  <a:gd name="connsiteY7" fmla="*/ 80436 h 96931"/>
                  <a:gd name="connsiteX8" fmla="*/ 16496 w 96931"/>
                  <a:gd name="connsiteY8" fmla="*/ 80436 h 96931"/>
                  <a:gd name="connsiteX9" fmla="*/ 16496 w 96931"/>
                  <a:gd name="connsiteY9" fmla="*/ 16496 h 9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31" h="96931">
                    <a:moveTo>
                      <a:pt x="0" y="96932"/>
                    </a:moveTo>
                    <a:lnTo>
                      <a:pt x="96932" y="96932"/>
                    </a:lnTo>
                    <a:lnTo>
                      <a:pt x="96932" y="0"/>
                    </a:lnTo>
                    <a:lnTo>
                      <a:pt x="0" y="0"/>
                    </a:lnTo>
                    <a:lnTo>
                      <a:pt x="0" y="96932"/>
                    </a:lnTo>
                    <a:close/>
                    <a:moveTo>
                      <a:pt x="16496" y="16496"/>
                    </a:moveTo>
                    <a:lnTo>
                      <a:pt x="80435" y="16496"/>
                    </a:lnTo>
                    <a:lnTo>
                      <a:pt x="80435" y="80436"/>
                    </a:lnTo>
                    <a:lnTo>
                      <a:pt x="16496" y="80436"/>
                    </a:lnTo>
                    <a:lnTo>
                      <a:pt x="16496" y="16496"/>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33">
                <a:extLst>
                  <a:ext uri="{FF2B5EF4-FFF2-40B4-BE49-F238E27FC236}">
                    <a16:creationId xmlns:a16="http://schemas.microsoft.com/office/drawing/2014/main" id="{AC66B9D6-057B-6EE1-2E07-628F6B93507C}"/>
                  </a:ext>
                </a:extLst>
              </p:cNvPr>
              <p:cNvSpPr/>
              <p:nvPr/>
            </p:nvSpPr>
            <p:spPr>
              <a:xfrm>
                <a:off x="7099254" y="2691028"/>
                <a:ext cx="317629" cy="317629"/>
              </a:xfrm>
              <a:custGeom>
                <a:avLst/>
                <a:gdLst>
                  <a:gd name="connsiteX0" fmla="*/ 118179 w 118244"/>
                  <a:gd name="connsiteY0" fmla="*/ 59122 h 118244"/>
                  <a:gd name="connsiteX1" fmla="*/ 59122 w 118244"/>
                  <a:gd name="connsiteY1" fmla="*/ 0 h 118244"/>
                  <a:gd name="connsiteX2" fmla="*/ 0 w 118244"/>
                  <a:gd name="connsiteY2" fmla="*/ 59122 h 118244"/>
                  <a:gd name="connsiteX3" fmla="*/ 59122 w 118244"/>
                  <a:gd name="connsiteY3" fmla="*/ 118245 h 118244"/>
                  <a:gd name="connsiteX4" fmla="*/ 118245 w 118244"/>
                  <a:gd name="connsiteY4" fmla="*/ 59122 h 118244"/>
                  <a:gd name="connsiteX5" fmla="*/ 59122 w 118244"/>
                  <a:gd name="connsiteY5" fmla="*/ 23359 h 118244"/>
                  <a:gd name="connsiteX6" fmla="*/ 94886 w 118244"/>
                  <a:gd name="connsiteY6" fmla="*/ 59122 h 118244"/>
                  <a:gd name="connsiteX7" fmla="*/ 59122 w 118244"/>
                  <a:gd name="connsiteY7" fmla="*/ 94886 h 118244"/>
                  <a:gd name="connsiteX8" fmla="*/ 23359 w 118244"/>
                  <a:gd name="connsiteY8" fmla="*/ 59122 h 118244"/>
                  <a:gd name="connsiteX9" fmla="*/ 59122 w 118244"/>
                  <a:gd name="connsiteY9" fmla="*/ 23359 h 11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244" h="118244">
                    <a:moveTo>
                      <a:pt x="118179" y="59122"/>
                    </a:moveTo>
                    <a:lnTo>
                      <a:pt x="59122" y="0"/>
                    </a:lnTo>
                    <a:lnTo>
                      <a:pt x="0" y="59122"/>
                    </a:lnTo>
                    <a:lnTo>
                      <a:pt x="59122" y="118245"/>
                    </a:lnTo>
                    <a:lnTo>
                      <a:pt x="118245" y="59122"/>
                    </a:lnTo>
                    <a:close/>
                    <a:moveTo>
                      <a:pt x="59122" y="23359"/>
                    </a:moveTo>
                    <a:lnTo>
                      <a:pt x="94886" y="59122"/>
                    </a:lnTo>
                    <a:lnTo>
                      <a:pt x="59122" y="94886"/>
                    </a:lnTo>
                    <a:lnTo>
                      <a:pt x="23359" y="59122"/>
                    </a:lnTo>
                    <a:lnTo>
                      <a:pt x="59122" y="23359"/>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34">
                <a:extLst>
                  <a:ext uri="{FF2B5EF4-FFF2-40B4-BE49-F238E27FC236}">
                    <a16:creationId xmlns:a16="http://schemas.microsoft.com/office/drawing/2014/main" id="{36B9C124-D768-EA55-4559-2887555F0ECC}"/>
                  </a:ext>
                </a:extLst>
              </p:cNvPr>
              <p:cNvSpPr/>
              <p:nvPr/>
            </p:nvSpPr>
            <p:spPr>
              <a:xfrm>
                <a:off x="7956076" y="3067859"/>
                <a:ext cx="317629" cy="317629"/>
              </a:xfrm>
              <a:custGeom>
                <a:avLst/>
                <a:gdLst>
                  <a:gd name="connsiteX0" fmla="*/ 59122 w 118244"/>
                  <a:gd name="connsiteY0" fmla="*/ 0 h 118244"/>
                  <a:gd name="connsiteX1" fmla="*/ 0 w 118244"/>
                  <a:gd name="connsiteY1" fmla="*/ 59122 h 118244"/>
                  <a:gd name="connsiteX2" fmla="*/ 59122 w 118244"/>
                  <a:gd name="connsiteY2" fmla="*/ 118245 h 118244"/>
                  <a:gd name="connsiteX3" fmla="*/ 118245 w 118244"/>
                  <a:gd name="connsiteY3" fmla="*/ 59122 h 118244"/>
                  <a:gd name="connsiteX4" fmla="*/ 59122 w 118244"/>
                  <a:gd name="connsiteY4" fmla="*/ 0 h 118244"/>
                  <a:gd name="connsiteX5" fmla="*/ 23359 w 118244"/>
                  <a:gd name="connsiteY5" fmla="*/ 59122 h 118244"/>
                  <a:gd name="connsiteX6" fmla="*/ 59122 w 118244"/>
                  <a:gd name="connsiteY6" fmla="*/ 23359 h 118244"/>
                  <a:gd name="connsiteX7" fmla="*/ 94886 w 118244"/>
                  <a:gd name="connsiteY7" fmla="*/ 59122 h 118244"/>
                  <a:gd name="connsiteX8" fmla="*/ 59122 w 118244"/>
                  <a:gd name="connsiteY8" fmla="*/ 94886 h 118244"/>
                  <a:gd name="connsiteX9" fmla="*/ 23359 w 118244"/>
                  <a:gd name="connsiteY9" fmla="*/ 59122 h 118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244" h="118244">
                    <a:moveTo>
                      <a:pt x="59122" y="0"/>
                    </a:moveTo>
                    <a:lnTo>
                      <a:pt x="0" y="59122"/>
                    </a:lnTo>
                    <a:lnTo>
                      <a:pt x="59122" y="118245"/>
                    </a:lnTo>
                    <a:lnTo>
                      <a:pt x="118245" y="59122"/>
                    </a:lnTo>
                    <a:lnTo>
                      <a:pt x="59122" y="0"/>
                    </a:lnTo>
                    <a:close/>
                    <a:moveTo>
                      <a:pt x="23359" y="59122"/>
                    </a:moveTo>
                    <a:lnTo>
                      <a:pt x="59122" y="23359"/>
                    </a:lnTo>
                    <a:lnTo>
                      <a:pt x="94886" y="59122"/>
                    </a:lnTo>
                    <a:lnTo>
                      <a:pt x="59122" y="94886"/>
                    </a:lnTo>
                    <a:lnTo>
                      <a:pt x="23359" y="59122"/>
                    </a:lnTo>
                    <a:close/>
                  </a:path>
                </a:pathLst>
              </a:custGeom>
              <a:grpFill/>
              <a:ln w="6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39" name="TextBox 38">
            <a:extLst>
              <a:ext uri="{FF2B5EF4-FFF2-40B4-BE49-F238E27FC236}">
                <a16:creationId xmlns:a16="http://schemas.microsoft.com/office/drawing/2014/main" id="{92A294C6-C909-C316-AAF7-3C62BB69C3CA}"/>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1" name="Graphic 8">
            <a:extLst>
              <a:ext uri="{FF2B5EF4-FFF2-40B4-BE49-F238E27FC236}">
                <a16:creationId xmlns:a16="http://schemas.microsoft.com/office/drawing/2014/main" id="{892D436A-9CF8-71EB-2706-2608558983A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35C93C08-A4A6-BB98-4129-973240CA30B9}"/>
                </a:ext>
              </a:extLst>
            </p:cNvPr>
            <p:cNvGrpSpPr/>
            <p:nvPr/>
          </p:nvGrpSpPr>
          <p:grpSpPr>
            <a:xfrm>
              <a:off x="745455" y="6594444"/>
              <a:ext cx="722662" cy="98475"/>
              <a:chOff x="745455" y="6594444"/>
              <a:chExt cx="722662" cy="98475"/>
            </a:xfrm>
            <a:solidFill>
              <a:srgbClr val="000000"/>
            </a:solidFill>
          </p:grpSpPr>
          <p:sp>
            <p:nvSpPr>
              <p:cNvPr id="51" name="Freeform 19">
                <a:extLst>
                  <a:ext uri="{FF2B5EF4-FFF2-40B4-BE49-F238E27FC236}">
                    <a16:creationId xmlns:a16="http://schemas.microsoft.com/office/drawing/2014/main" id="{D964A917-2142-E043-7D9A-1FED1CA5FD1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2" name="Freeform 20">
                <a:extLst>
                  <a:ext uri="{FF2B5EF4-FFF2-40B4-BE49-F238E27FC236}">
                    <a16:creationId xmlns:a16="http://schemas.microsoft.com/office/drawing/2014/main" id="{07FB8CFB-F8BB-7695-B609-5108322681CB}"/>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3" name="Freeform 21">
                <a:extLst>
                  <a:ext uri="{FF2B5EF4-FFF2-40B4-BE49-F238E27FC236}">
                    <a16:creationId xmlns:a16="http://schemas.microsoft.com/office/drawing/2014/main" id="{6EEFC953-799D-C005-0947-6547DF07DAF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4" name="Freeform 22">
                <a:extLst>
                  <a:ext uri="{FF2B5EF4-FFF2-40B4-BE49-F238E27FC236}">
                    <a16:creationId xmlns:a16="http://schemas.microsoft.com/office/drawing/2014/main" id="{C992F0AB-B0D9-CA64-45C4-4150373E130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5" name="Freeform 23">
                <a:extLst>
                  <a:ext uri="{FF2B5EF4-FFF2-40B4-BE49-F238E27FC236}">
                    <a16:creationId xmlns:a16="http://schemas.microsoft.com/office/drawing/2014/main" id="{442C4985-7171-F625-9238-92598218578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6" name="Freeform 24">
                <a:extLst>
                  <a:ext uri="{FF2B5EF4-FFF2-40B4-BE49-F238E27FC236}">
                    <a16:creationId xmlns:a16="http://schemas.microsoft.com/office/drawing/2014/main" id="{D154FC48-E995-2BC8-6C63-14513EA0450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7" name="Freeform 25">
                <a:extLst>
                  <a:ext uri="{FF2B5EF4-FFF2-40B4-BE49-F238E27FC236}">
                    <a16:creationId xmlns:a16="http://schemas.microsoft.com/office/drawing/2014/main" id="{EE9B05EA-F748-6830-086D-BE51F42604E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8" name="Freeform 26">
                <a:extLst>
                  <a:ext uri="{FF2B5EF4-FFF2-40B4-BE49-F238E27FC236}">
                    <a16:creationId xmlns:a16="http://schemas.microsoft.com/office/drawing/2014/main" id="{2B91EF22-DECB-2992-FC33-C98F4D64644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9" name="Freeform 27">
                <a:extLst>
                  <a:ext uri="{FF2B5EF4-FFF2-40B4-BE49-F238E27FC236}">
                    <a16:creationId xmlns:a16="http://schemas.microsoft.com/office/drawing/2014/main" id="{12D8F48E-1B8A-2AC4-6E86-B7DDA640E4F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0" name="Freeform 28">
                <a:extLst>
                  <a:ext uri="{FF2B5EF4-FFF2-40B4-BE49-F238E27FC236}">
                    <a16:creationId xmlns:a16="http://schemas.microsoft.com/office/drawing/2014/main" id="{B3968019-A78B-4F5B-276F-28321B52B28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3" name="Graphic 8">
              <a:extLst>
                <a:ext uri="{FF2B5EF4-FFF2-40B4-BE49-F238E27FC236}">
                  <a16:creationId xmlns:a16="http://schemas.microsoft.com/office/drawing/2014/main" id="{A8286F36-561E-3FA6-F31C-400982C33B7A}"/>
                </a:ext>
              </a:extLst>
            </p:cNvPr>
            <p:cNvGrpSpPr/>
            <p:nvPr/>
          </p:nvGrpSpPr>
          <p:grpSpPr>
            <a:xfrm>
              <a:off x="265625" y="6323271"/>
              <a:ext cx="1249223" cy="190348"/>
              <a:chOff x="265625" y="6323271"/>
              <a:chExt cx="1249223" cy="190348"/>
            </a:xfrm>
            <a:solidFill>
              <a:srgbClr val="000000"/>
            </a:solidFill>
          </p:grpSpPr>
          <p:sp>
            <p:nvSpPr>
              <p:cNvPr id="44" name="Freeform 10">
                <a:extLst>
                  <a:ext uri="{FF2B5EF4-FFF2-40B4-BE49-F238E27FC236}">
                    <a16:creationId xmlns:a16="http://schemas.microsoft.com/office/drawing/2014/main" id="{4242B9E4-5A2D-B4B8-E9CE-DB3559A7D5B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5" name="Freeform 11">
                <a:extLst>
                  <a:ext uri="{FF2B5EF4-FFF2-40B4-BE49-F238E27FC236}">
                    <a16:creationId xmlns:a16="http://schemas.microsoft.com/office/drawing/2014/main" id="{084222A9-7BF6-F3DE-D5EA-9465CAC34E8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6" name="Freeform 14">
                <a:extLst>
                  <a:ext uri="{FF2B5EF4-FFF2-40B4-BE49-F238E27FC236}">
                    <a16:creationId xmlns:a16="http://schemas.microsoft.com/office/drawing/2014/main" id="{568061FF-3D3F-BC91-697E-F81586770B5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7" name="Freeform 15">
                <a:extLst>
                  <a:ext uri="{FF2B5EF4-FFF2-40B4-BE49-F238E27FC236}">
                    <a16:creationId xmlns:a16="http://schemas.microsoft.com/office/drawing/2014/main" id="{161136C6-3C73-C985-BCA9-A7002206885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8" name="Freeform 16">
                <a:extLst>
                  <a:ext uri="{FF2B5EF4-FFF2-40B4-BE49-F238E27FC236}">
                    <a16:creationId xmlns:a16="http://schemas.microsoft.com/office/drawing/2014/main" id="{F72427CA-B877-4CB5-F604-0EC292761D2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9" name="Freeform 17">
                <a:extLst>
                  <a:ext uri="{FF2B5EF4-FFF2-40B4-BE49-F238E27FC236}">
                    <a16:creationId xmlns:a16="http://schemas.microsoft.com/office/drawing/2014/main" id="{B7EB85A9-5305-B000-F4A2-DB45DF066FD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0" name="Freeform 18">
                <a:extLst>
                  <a:ext uri="{FF2B5EF4-FFF2-40B4-BE49-F238E27FC236}">
                    <a16:creationId xmlns:a16="http://schemas.microsoft.com/office/drawing/2014/main" id="{ECCF61CD-6D3F-5060-39BE-657A848A9A3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0" name="TextBox 39">
            <a:extLst>
              <a:ext uri="{FF2B5EF4-FFF2-40B4-BE49-F238E27FC236}">
                <a16:creationId xmlns:a16="http://schemas.microsoft.com/office/drawing/2014/main" id="{9509A734-D739-9650-4AEE-CBE983D5246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5491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Section - Availabil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4F7016CB-D59E-EB51-025D-1289057FBE7D}"/>
              </a:ext>
            </a:extLst>
          </p:cNvPr>
          <p:cNvSpPr/>
          <p:nvPr userDrawn="1"/>
        </p:nvSpPr>
        <p:spPr>
          <a:xfrm>
            <a:off x="5406003" y="0"/>
            <a:ext cx="14676689" cy="6858001"/>
          </a:xfrm>
          <a:prstGeom prst="parallelogram">
            <a:avLst>
              <a:gd name="adj" fmla="val 100124"/>
            </a:avLst>
          </a:prstGeom>
          <a:gradFill flip="none" rotWithShape="1">
            <a:gsLst>
              <a:gs pos="30000">
                <a:schemeClr val="accent2"/>
              </a:gs>
              <a:gs pos="100000">
                <a:schemeClr val="accent1"/>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7E9E863D-1DAA-BB55-6231-59FAB26FEE4B}"/>
              </a:ext>
            </a:extLst>
          </p:cNvPr>
          <p:cNvSpPr/>
          <p:nvPr userDrawn="1"/>
        </p:nvSpPr>
        <p:spPr>
          <a:xfrm>
            <a:off x="1840256" y="-1"/>
            <a:ext cx="12934077" cy="6470788"/>
          </a:xfrm>
          <a:prstGeom prst="parallelogram">
            <a:avLst>
              <a:gd name="adj" fmla="val 100124"/>
            </a:avLst>
          </a:prstGeom>
          <a:gradFill flip="none" rotWithShape="1">
            <a:gsLst>
              <a:gs pos="0">
                <a:schemeClr val="accent2">
                  <a:lumMod val="60000"/>
                  <a:lumOff val="40000"/>
                  <a:alpha val="25000"/>
                </a:schemeClr>
              </a:gs>
              <a:gs pos="74000">
                <a:schemeClr val="accent2">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A976FCD3-AC7B-0793-2363-B3A40057C53E}"/>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2">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5FB9E571-88B1-7CC6-11BF-3E907A0F32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4F1634E2-8058-C555-3943-FD1ADC8838C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0FDBA61F-F67A-5815-162E-B6C33A29E7D2}"/>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A4FC251F-49D7-9469-E4A5-AAE2124E6B09}"/>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88C96766-B074-E6B0-DB30-1210E51F7777}"/>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D4C48364-B88B-DC56-E5FE-438032A60D50}"/>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725730B3-3C14-88AC-6894-5153EEF9151E}"/>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755B9BD9-7CD3-DE32-91C9-37EF0D3ADE41}"/>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7063CD81-2F95-431F-2824-F93E019FDFA0}"/>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25D8D3CB-436C-B532-88F8-B2A754EA8B47}"/>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4DC63BCB-2424-FA0B-B016-9DB0081CC73D}"/>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16235C33-BD07-1AB2-75EC-2A600351BEF2}"/>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211AC89D-61D2-C7B7-49D9-67C9509B9417}"/>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758304ED-089F-DA5F-03FB-67D09C210941}"/>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EE9E5ECA-73AE-3E40-A370-02B8CD76AA5D}"/>
              </a:ext>
            </a:extLst>
          </p:cNvPr>
          <p:cNvGrpSpPr/>
          <p:nvPr userDrawn="1"/>
        </p:nvGrpSpPr>
        <p:grpSpPr>
          <a:xfrm rot="15300000">
            <a:off x="9138526" y="3220264"/>
            <a:ext cx="1311783" cy="2575750"/>
            <a:chOff x="7819347" y="302010"/>
            <a:chExt cx="1311783" cy="2575750"/>
          </a:xfrm>
          <a:noFill/>
        </p:grpSpPr>
        <p:sp>
          <p:nvSpPr>
            <p:cNvPr id="21" name="Freeform: Shape 288">
              <a:extLst>
                <a:ext uri="{FF2B5EF4-FFF2-40B4-BE49-F238E27FC236}">
                  <a16:creationId xmlns:a16="http://schemas.microsoft.com/office/drawing/2014/main" id="{D47A122D-DF7C-8F26-FE45-93D33BE57298}"/>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ABBADE66-E75F-53A1-DE3D-F2FDF7140C7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8046C844-E80C-F924-5DCC-C02527CEB385}"/>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4EE9FF86-9A1F-C918-ECBE-284AC28F34D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B0198D9D-AE1D-88FA-10CF-494B56B3F1C2}"/>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2B9F8834-0DC1-6106-31A0-939ED0E7573C}"/>
              </a:ext>
            </a:extLst>
          </p:cNvPr>
          <p:cNvSpPr/>
          <p:nvPr userDrawn="1"/>
        </p:nvSpPr>
        <p:spPr>
          <a:xfrm flipV="1">
            <a:off x="6354876" y="1852997"/>
            <a:ext cx="3152006" cy="3152006"/>
          </a:xfrm>
          <a:prstGeom prst="ellipse">
            <a:avLst/>
          </a:prstGeom>
          <a:solidFill>
            <a:schemeClr val="bg1"/>
          </a:solidFill>
          <a:ln w="508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46EF116-4B78-19A3-F578-E0723508E51F}"/>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8" name="Graphic 133">
            <a:extLst>
              <a:ext uri="{FF2B5EF4-FFF2-40B4-BE49-F238E27FC236}">
                <a16:creationId xmlns:a16="http://schemas.microsoft.com/office/drawing/2014/main" id="{05048551-D2BA-0849-5D9E-1F6D5107A14D}"/>
              </a:ext>
            </a:extLst>
          </p:cNvPr>
          <p:cNvGrpSpPr/>
          <p:nvPr userDrawn="1"/>
        </p:nvGrpSpPr>
        <p:grpSpPr>
          <a:xfrm>
            <a:off x="6411279" y="5443017"/>
            <a:ext cx="492164" cy="535997"/>
            <a:chOff x="8799755" y="943899"/>
            <a:chExt cx="839533" cy="914304"/>
          </a:xfrm>
          <a:noFill/>
        </p:grpSpPr>
        <p:sp>
          <p:nvSpPr>
            <p:cNvPr id="29" name="Freeform: Shape 300">
              <a:extLst>
                <a:ext uri="{FF2B5EF4-FFF2-40B4-BE49-F238E27FC236}">
                  <a16:creationId xmlns:a16="http://schemas.microsoft.com/office/drawing/2014/main" id="{FE19AA27-B0B8-C09E-332C-C634977F95F2}"/>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301">
              <a:extLst>
                <a:ext uri="{FF2B5EF4-FFF2-40B4-BE49-F238E27FC236}">
                  <a16:creationId xmlns:a16="http://schemas.microsoft.com/office/drawing/2014/main" id="{17AA15B6-EAD5-B8F3-694F-CAEA21541004}"/>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31" name="Graphic 30">
            <a:extLst>
              <a:ext uri="{FF2B5EF4-FFF2-40B4-BE49-F238E27FC236}">
                <a16:creationId xmlns:a16="http://schemas.microsoft.com/office/drawing/2014/main" id="{2DEDDD0F-0568-74C8-C067-FAC13B27676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99087" y="3195829"/>
            <a:ext cx="695325" cy="695325"/>
          </a:xfrm>
          <a:prstGeom prst="rect">
            <a:avLst/>
          </a:prstGeom>
        </p:spPr>
      </p:pic>
      <p:pic>
        <p:nvPicPr>
          <p:cNvPr id="32" name="Graphic 31">
            <a:extLst>
              <a:ext uri="{FF2B5EF4-FFF2-40B4-BE49-F238E27FC236}">
                <a16:creationId xmlns:a16="http://schemas.microsoft.com/office/drawing/2014/main" id="{7F93159D-A0D8-6681-B211-57BF8B24392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92950" y="1045130"/>
            <a:ext cx="930016" cy="930016"/>
          </a:xfrm>
          <a:prstGeom prst="rect">
            <a:avLst/>
          </a:prstGeom>
        </p:spPr>
      </p:pic>
      <p:grpSp>
        <p:nvGrpSpPr>
          <p:cNvPr id="33" name="Group 32">
            <a:extLst>
              <a:ext uri="{FF2B5EF4-FFF2-40B4-BE49-F238E27FC236}">
                <a16:creationId xmlns:a16="http://schemas.microsoft.com/office/drawing/2014/main" id="{CD7218DF-79B8-B84A-C655-37F70007680B}"/>
              </a:ext>
            </a:extLst>
          </p:cNvPr>
          <p:cNvGrpSpPr/>
          <p:nvPr userDrawn="1"/>
        </p:nvGrpSpPr>
        <p:grpSpPr>
          <a:xfrm>
            <a:off x="7052468" y="2553893"/>
            <a:ext cx="1758055" cy="1758055"/>
            <a:chOff x="7865264" y="1822400"/>
            <a:chExt cx="366384" cy="366384"/>
          </a:xfrm>
          <a:solidFill>
            <a:schemeClr val="accent2"/>
          </a:solidFill>
        </p:grpSpPr>
        <p:sp>
          <p:nvSpPr>
            <p:cNvPr id="34" name="Freeform: Shape 10">
              <a:extLst>
                <a:ext uri="{FF2B5EF4-FFF2-40B4-BE49-F238E27FC236}">
                  <a16:creationId xmlns:a16="http://schemas.microsoft.com/office/drawing/2014/main" id="{C85E388D-6ED6-016C-3C0F-D5049190D4F0}"/>
                </a:ext>
              </a:extLst>
            </p:cNvPr>
            <p:cNvSpPr/>
            <p:nvPr/>
          </p:nvSpPr>
          <p:spPr>
            <a:xfrm>
              <a:off x="7954330" y="1858452"/>
              <a:ext cx="277318" cy="190816"/>
            </a:xfrm>
            <a:custGeom>
              <a:avLst/>
              <a:gdLst>
                <a:gd name="connsiteX0" fmla="*/ 33907 w 1312589"/>
                <a:gd name="connsiteY0" fmla="*/ 423929 h 902070"/>
                <a:gd name="connsiteX1" fmla="*/ 0 w 1312589"/>
                <a:gd name="connsiteY1" fmla="*/ 457836 h 902070"/>
                <a:gd name="connsiteX2" fmla="*/ 444235 w 1312589"/>
                <a:gd name="connsiteY2" fmla="*/ 902070 h 902070"/>
                <a:gd name="connsiteX3" fmla="*/ 1312589 w 1312589"/>
                <a:gd name="connsiteY3" fmla="*/ 33715 h 902070"/>
                <a:gd name="connsiteX4" fmla="*/ 1278683 w 1312589"/>
                <a:gd name="connsiteY4" fmla="*/ 0 h 902070"/>
                <a:gd name="connsiteX5" fmla="*/ 444235 w 1312589"/>
                <a:gd name="connsiteY5" fmla="*/ 834257 h 90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2589" h="902070">
                  <a:moveTo>
                    <a:pt x="33907" y="423929"/>
                  </a:moveTo>
                  <a:lnTo>
                    <a:pt x="0" y="457836"/>
                  </a:lnTo>
                  <a:lnTo>
                    <a:pt x="444235" y="902070"/>
                  </a:lnTo>
                  <a:lnTo>
                    <a:pt x="1312589" y="33715"/>
                  </a:lnTo>
                  <a:lnTo>
                    <a:pt x="1278683" y="0"/>
                  </a:lnTo>
                  <a:lnTo>
                    <a:pt x="444235" y="834257"/>
                  </a:lnTo>
                  <a:close/>
                </a:path>
              </a:pathLst>
            </a:custGeom>
            <a:grpFill/>
            <a:ln w="19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19">
              <a:extLst>
                <a:ext uri="{FF2B5EF4-FFF2-40B4-BE49-F238E27FC236}">
                  <a16:creationId xmlns:a16="http://schemas.microsoft.com/office/drawing/2014/main" id="{6D376E54-6A3F-53F6-9B3E-05CA9D8A3570}"/>
                </a:ext>
              </a:extLst>
            </p:cNvPr>
            <p:cNvSpPr/>
            <p:nvPr/>
          </p:nvSpPr>
          <p:spPr>
            <a:xfrm>
              <a:off x="7865264" y="1822400"/>
              <a:ext cx="365961" cy="366384"/>
            </a:xfrm>
            <a:custGeom>
              <a:avLst/>
              <a:gdLst>
                <a:gd name="connsiteX0" fmla="*/ 1630330 w 1732155"/>
                <a:gd name="connsiteY0" fmla="*/ 458161 h 1732055"/>
                <a:gd name="connsiteX1" fmla="*/ 1587994 w 1732155"/>
                <a:gd name="connsiteY1" fmla="*/ 480766 h 1732055"/>
                <a:gd name="connsiteX2" fmla="*/ 1683584 w 1732155"/>
                <a:gd name="connsiteY2" fmla="*/ 838414 h 1732055"/>
                <a:gd name="connsiteX3" fmla="*/ 1463478 w 1732155"/>
                <a:gd name="connsiteY3" fmla="*/ 1424597 h 1732055"/>
                <a:gd name="connsiteX4" fmla="*/ 893387 w 1732155"/>
                <a:gd name="connsiteY4" fmla="*/ 1683590 h 1732055"/>
                <a:gd name="connsiteX5" fmla="*/ 48403 w 1732155"/>
                <a:gd name="connsiteY5" fmla="*/ 893584 h 1732055"/>
                <a:gd name="connsiteX6" fmla="*/ 268508 w 1732155"/>
                <a:gd name="connsiteY6" fmla="*/ 307401 h 1732055"/>
                <a:gd name="connsiteX7" fmla="*/ 838600 w 1732155"/>
                <a:gd name="connsiteY7" fmla="*/ 48217 h 1732055"/>
                <a:gd name="connsiteX8" fmla="*/ 1422101 w 1732155"/>
                <a:gd name="connsiteY8" fmla="*/ 265832 h 1732055"/>
                <a:gd name="connsiteX9" fmla="*/ 1454666 w 1732155"/>
                <a:gd name="connsiteY9" fmla="*/ 230776 h 1732055"/>
                <a:gd name="connsiteX10" fmla="*/ 836876 w 1732155"/>
                <a:gd name="connsiteY10" fmla="*/ 517 h 1732055"/>
                <a:gd name="connsiteX11" fmla="*/ 233452 w 1732155"/>
                <a:gd name="connsiteY11" fmla="*/ 274644 h 1732055"/>
                <a:gd name="connsiteX12" fmla="*/ 512 w 1732155"/>
                <a:gd name="connsiteY12" fmla="*/ 895117 h 1732055"/>
                <a:gd name="connsiteX13" fmla="*/ 865610 w 1732155"/>
                <a:gd name="connsiteY13" fmla="*/ 1732055 h 1732055"/>
                <a:gd name="connsiteX14" fmla="*/ 895111 w 1732155"/>
                <a:gd name="connsiteY14" fmla="*/ 1731481 h 1732055"/>
                <a:gd name="connsiteX15" fmla="*/ 1498726 w 1732155"/>
                <a:gd name="connsiteY15" fmla="*/ 1457354 h 1732055"/>
                <a:gd name="connsiteX16" fmla="*/ 1731666 w 1732155"/>
                <a:gd name="connsiteY16" fmla="*/ 836881 h 1732055"/>
                <a:gd name="connsiteX17" fmla="*/ 1630330 w 1732155"/>
                <a:gd name="connsiteY17" fmla="*/ 458161 h 17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32155" h="1732055">
                  <a:moveTo>
                    <a:pt x="1630330" y="458161"/>
                  </a:moveTo>
                  <a:lnTo>
                    <a:pt x="1587994" y="480766"/>
                  </a:lnTo>
                  <a:cubicBezTo>
                    <a:pt x="1647187" y="591681"/>
                    <a:pt x="1679370" y="711982"/>
                    <a:pt x="1683584" y="838414"/>
                  </a:cubicBezTo>
                  <a:cubicBezTo>
                    <a:pt x="1690863" y="1056796"/>
                    <a:pt x="1612706" y="1265025"/>
                    <a:pt x="1463478" y="1424597"/>
                  </a:cubicBezTo>
                  <a:cubicBezTo>
                    <a:pt x="1314251" y="1584169"/>
                    <a:pt x="1111769" y="1676119"/>
                    <a:pt x="893387" y="1683590"/>
                  </a:cubicBezTo>
                  <a:cubicBezTo>
                    <a:pt x="442448" y="1699490"/>
                    <a:pt x="63536" y="1344332"/>
                    <a:pt x="48403" y="893584"/>
                  </a:cubicBezTo>
                  <a:cubicBezTo>
                    <a:pt x="41123" y="675202"/>
                    <a:pt x="119281" y="466973"/>
                    <a:pt x="268508" y="307401"/>
                  </a:cubicBezTo>
                  <a:cubicBezTo>
                    <a:pt x="417544" y="147638"/>
                    <a:pt x="620026" y="55687"/>
                    <a:pt x="838600" y="48217"/>
                  </a:cubicBezTo>
                  <a:cubicBezTo>
                    <a:pt x="1055641" y="40937"/>
                    <a:pt x="1262912" y="118137"/>
                    <a:pt x="1422101" y="265832"/>
                  </a:cubicBezTo>
                  <a:lnTo>
                    <a:pt x="1454666" y="230776"/>
                  </a:lnTo>
                  <a:cubicBezTo>
                    <a:pt x="1286091" y="74461"/>
                    <a:pt x="1066368" y="-7337"/>
                    <a:pt x="836876" y="517"/>
                  </a:cubicBezTo>
                  <a:cubicBezTo>
                    <a:pt x="605659" y="8371"/>
                    <a:pt x="391300" y="105685"/>
                    <a:pt x="233452" y="274644"/>
                  </a:cubicBezTo>
                  <a:cubicBezTo>
                    <a:pt x="75413" y="443603"/>
                    <a:pt x="-7342" y="663900"/>
                    <a:pt x="512" y="895117"/>
                  </a:cubicBezTo>
                  <a:cubicBezTo>
                    <a:pt x="16220" y="1362530"/>
                    <a:pt x="401453" y="1732055"/>
                    <a:pt x="865610" y="1732055"/>
                  </a:cubicBezTo>
                  <a:cubicBezTo>
                    <a:pt x="875380" y="1732055"/>
                    <a:pt x="885341" y="1731864"/>
                    <a:pt x="895111" y="1731481"/>
                  </a:cubicBezTo>
                  <a:cubicBezTo>
                    <a:pt x="1126327" y="1723627"/>
                    <a:pt x="1340686" y="1626313"/>
                    <a:pt x="1498726" y="1457354"/>
                  </a:cubicBezTo>
                  <a:cubicBezTo>
                    <a:pt x="1656765" y="1288395"/>
                    <a:pt x="1739329" y="1068098"/>
                    <a:pt x="1731666" y="836881"/>
                  </a:cubicBezTo>
                  <a:cubicBezTo>
                    <a:pt x="1727069" y="702979"/>
                    <a:pt x="1692971" y="575589"/>
                    <a:pt x="1630330" y="458161"/>
                  </a:cubicBezTo>
                  <a:close/>
                </a:path>
              </a:pathLst>
            </a:custGeom>
            <a:grpFill/>
            <a:ln w="191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6" name="TextBox 35">
            <a:extLst>
              <a:ext uri="{FF2B5EF4-FFF2-40B4-BE49-F238E27FC236}">
                <a16:creationId xmlns:a16="http://schemas.microsoft.com/office/drawing/2014/main" id="{6B1AA7EA-5E22-2B80-E29C-2032453F4134}"/>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38" name="Graphic 8">
            <a:extLst>
              <a:ext uri="{FF2B5EF4-FFF2-40B4-BE49-F238E27FC236}">
                <a16:creationId xmlns:a16="http://schemas.microsoft.com/office/drawing/2014/main" id="{EEE6FDE1-91DD-65C8-6BE7-D19E81438780}"/>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ACE55440-ED7B-0CEB-0F09-B6BAA1CE4F86}"/>
                </a:ext>
              </a:extLst>
            </p:cNvPr>
            <p:cNvGrpSpPr/>
            <p:nvPr/>
          </p:nvGrpSpPr>
          <p:grpSpPr>
            <a:xfrm>
              <a:off x="745455" y="6594444"/>
              <a:ext cx="722662" cy="98475"/>
              <a:chOff x="745455" y="6594444"/>
              <a:chExt cx="722662" cy="98475"/>
            </a:xfrm>
            <a:solidFill>
              <a:srgbClr val="000000"/>
            </a:solidFill>
          </p:grpSpPr>
          <p:sp>
            <p:nvSpPr>
              <p:cNvPr id="48" name="Freeform 19">
                <a:extLst>
                  <a:ext uri="{FF2B5EF4-FFF2-40B4-BE49-F238E27FC236}">
                    <a16:creationId xmlns:a16="http://schemas.microsoft.com/office/drawing/2014/main" id="{A43B6D68-18C2-E9B1-5E57-86628B236F6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9" name="Freeform 20">
                <a:extLst>
                  <a:ext uri="{FF2B5EF4-FFF2-40B4-BE49-F238E27FC236}">
                    <a16:creationId xmlns:a16="http://schemas.microsoft.com/office/drawing/2014/main" id="{DDB3CD3E-CADF-384A-4424-04C01F9C03E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0" name="Freeform 21">
                <a:extLst>
                  <a:ext uri="{FF2B5EF4-FFF2-40B4-BE49-F238E27FC236}">
                    <a16:creationId xmlns:a16="http://schemas.microsoft.com/office/drawing/2014/main" id="{1A9575B6-0DF6-9EB0-D2FC-B2467DD56A6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1" name="Freeform 22">
                <a:extLst>
                  <a:ext uri="{FF2B5EF4-FFF2-40B4-BE49-F238E27FC236}">
                    <a16:creationId xmlns:a16="http://schemas.microsoft.com/office/drawing/2014/main" id="{1B38A66E-2472-4AD2-3D89-B24A07EB692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2" name="Freeform 23">
                <a:extLst>
                  <a:ext uri="{FF2B5EF4-FFF2-40B4-BE49-F238E27FC236}">
                    <a16:creationId xmlns:a16="http://schemas.microsoft.com/office/drawing/2014/main" id="{838FFDF2-32E4-7CE1-0E34-71D0624BC29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3" name="Freeform 24">
                <a:extLst>
                  <a:ext uri="{FF2B5EF4-FFF2-40B4-BE49-F238E27FC236}">
                    <a16:creationId xmlns:a16="http://schemas.microsoft.com/office/drawing/2014/main" id="{F4E4D6C5-6B5E-42D5-EC45-9A86F1C53AF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4" name="Freeform 25">
                <a:extLst>
                  <a:ext uri="{FF2B5EF4-FFF2-40B4-BE49-F238E27FC236}">
                    <a16:creationId xmlns:a16="http://schemas.microsoft.com/office/drawing/2014/main" id="{92837331-31E4-014B-BB30-5C8AF1BE2FB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5" name="Freeform 26">
                <a:extLst>
                  <a:ext uri="{FF2B5EF4-FFF2-40B4-BE49-F238E27FC236}">
                    <a16:creationId xmlns:a16="http://schemas.microsoft.com/office/drawing/2014/main" id="{9B74DC74-9115-9CB6-6C94-93050E07332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6" name="Freeform 27">
                <a:extLst>
                  <a:ext uri="{FF2B5EF4-FFF2-40B4-BE49-F238E27FC236}">
                    <a16:creationId xmlns:a16="http://schemas.microsoft.com/office/drawing/2014/main" id="{DEA60CEB-D608-C18A-3553-2BEBB078C36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7" name="Freeform 28">
                <a:extLst>
                  <a:ext uri="{FF2B5EF4-FFF2-40B4-BE49-F238E27FC236}">
                    <a16:creationId xmlns:a16="http://schemas.microsoft.com/office/drawing/2014/main" id="{2A0D508A-64EF-51BE-D09A-DF2B3BBCEC9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0" name="Graphic 8">
              <a:extLst>
                <a:ext uri="{FF2B5EF4-FFF2-40B4-BE49-F238E27FC236}">
                  <a16:creationId xmlns:a16="http://schemas.microsoft.com/office/drawing/2014/main" id="{62DECAB8-8056-3209-AAEE-A075D8873A35}"/>
                </a:ext>
              </a:extLst>
            </p:cNvPr>
            <p:cNvGrpSpPr/>
            <p:nvPr/>
          </p:nvGrpSpPr>
          <p:grpSpPr>
            <a:xfrm>
              <a:off x="265625" y="6323271"/>
              <a:ext cx="1249223" cy="190348"/>
              <a:chOff x="265625" y="6323271"/>
              <a:chExt cx="1249223" cy="190348"/>
            </a:xfrm>
            <a:solidFill>
              <a:srgbClr val="000000"/>
            </a:solidFill>
          </p:grpSpPr>
          <p:sp>
            <p:nvSpPr>
              <p:cNvPr id="41" name="Freeform 10">
                <a:extLst>
                  <a:ext uri="{FF2B5EF4-FFF2-40B4-BE49-F238E27FC236}">
                    <a16:creationId xmlns:a16="http://schemas.microsoft.com/office/drawing/2014/main" id="{96BC81C2-8E5C-1CEC-BDFB-88D895CFB93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2" name="Freeform 11">
                <a:extLst>
                  <a:ext uri="{FF2B5EF4-FFF2-40B4-BE49-F238E27FC236}">
                    <a16:creationId xmlns:a16="http://schemas.microsoft.com/office/drawing/2014/main" id="{340DF54E-276F-8B20-0571-5504176D3B0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3" name="Freeform 14">
                <a:extLst>
                  <a:ext uri="{FF2B5EF4-FFF2-40B4-BE49-F238E27FC236}">
                    <a16:creationId xmlns:a16="http://schemas.microsoft.com/office/drawing/2014/main" id="{B707DDF2-DF96-BAA4-80B4-5354E71AA92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4" name="Freeform 15">
                <a:extLst>
                  <a:ext uri="{FF2B5EF4-FFF2-40B4-BE49-F238E27FC236}">
                    <a16:creationId xmlns:a16="http://schemas.microsoft.com/office/drawing/2014/main" id="{C6FFAE2E-DC2E-9A6B-0418-3CD360748F8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5" name="Freeform 16">
                <a:extLst>
                  <a:ext uri="{FF2B5EF4-FFF2-40B4-BE49-F238E27FC236}">
                    <a16:creationId xmlns:a16="http://schemas.microsoft.com/office/drawing/2014/main" id="{054BE156-7B3C-CF84-0946-DCE83B09730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6" name="Freeform 17">
                <a:extLst>
                  <a:ext uri="{FF2B5EF4-FFF2-40B4-BE49-F238E27FC236}">
                    <a16:creationId xmlns:a16="http://schemas.microsoft.com/office/drawing/2014/main" id="{896A5FCF-531D-3F07-E047-81314B10C0C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47" name="Freeform 18">
                <a:extLst>
                  <a:ext uri="{FF2B5EF4-FFF2-40B4-BE49-F238E27FC236}">
                    <a16:creationId xmlns:a16="http://schemas.microsoft.com/office/drawing/2014/main" id="{1CE78466-6580-0951-D19C-D8BE39D0A72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7" name="TextBox 36">
            <a:extLst>
              <a:ext uri="{FF2B5EF4-FFF2-40B4-BE49-F238E27FC236}">
                <a16:creationId xmlns:a16="http://schemas.microsoft.com/office/drawing/2014/main" id="{46263DFB-1E84-F8B5-009C-4FC929DE5F6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7973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ection - Secur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F582BB52-6A3E-24F3-5A49-BEE5A167F13B}"/>
              </a:ext>
            </a:extLst>
          </p:cNvPr>
          <p:cNvSpPr/>
          <p:nvPr userDrawn="1"/>
        </p:nvSpPr>
        <p:spPr>
          <a:xfrm>
            <a:off x="5406003" y="-1"/>
            <a:ext cx="14676689" cy="6858001"/>
          </a:xfrm>
          <a:prstGeom prst="parallelogram">
            <a:avLst>
              <a:gd name="adj" fmla="val 100124"/>
            </a:avLst>
          </a:prstGeom>
          <a:gradFill flip="none" rotWithShape="1">
            <a:gsLst>
              <a:gs pos="35000">
                <a:schemeClr val="accent1"/>
              </a:gs>
              <a:gs pos="100000">
                <a:schemeClr val="accent1">
                  <a:alpha val="66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72B93CFE-64D4-FECC-42EC-18400A295E1B}"/>
              </a:ext>
            </a:extLst>
          </p:cNvPr>
          <p:cNvSpPr/>
          <p:nvPr userDrawn="1"/>
        </p:nvSpPr>
        <p:spPr>
          <a:xfrm>
            <a:off x="1840256" y="-1"/>
            <a:ext cx="12934077" cy="6470788"/>
          </a:xfrm>
          <a:prstGeom prst="parallelogram">
            <a:avLst>
              <a:gd name="adj" fmla="val 100124"/>
            </a:avLst>
          </a:prstGeom>
          <a:gradFill flip="none" rotWithShape="1">
            <a:gsLst>
              <a:gs pos="0">
                <a:schemeClr val="accent1">
                  <a:alpha val="19000"/>
                </a:schemeClr>
              </a:gs>
              <a:gs pos="73000">
                <a:schemeClr val="accent1">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E8DF72B4-3B82-BCAD-A6A6-77A5BAB6C216}"/>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1">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855041E8-21EB-9E5A-38FA-B419088D456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aphic 133">
            <a:extLst>
              <a:ext uri="{FF2B5EF4-FFF2-40B4-BE49-F238E27FC236}">
                <a16:creationId xmlns:a16="http://schemas.microsoft.com/office/drawing/2014/main" id="{969F323B-C841-ED07-7650-ACB057A00779}"/>
              </a:ext>
            </a:extLst>
          </p:cNvPr>
          <p:cNvGrpSpPr/>
          <p:nvPr userDrawn="1"/>
        </p:nvGrpSpPr>
        <p:grpSpPr>
          <a:xfrm rot="5400000">
            <a:off x="9360520" y="3679450"/>
            <a:ext cx="747561" cy="1467873"/>
            <a:chOff x="7819347" y="302010"/>
            <a:chExt cx="1311783" cy="2575750"/>
          </a:xfrm>
          <a:noFill/>
        </p:grpSpPr>
        <p:sp>
          <p:nvSpPr>
            <p:cNvPr id="8" name="Freeform: Shape 232">
              <a:extLst>
                <a:ext uri="{FF2B5EF4-FFF2-40B4-BE49-F238E27FC236}">
                  <a16:creationId xmlns:a16="http://schemas.microsoft.com/office/drawing/2014/main" id="{72D1B530-36E7-072E-07FE-C9E9E1AAFA89}"/>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233">
              <a:extLst>
                <a:ext uri="{FF2B5EF4-FFF2-40B4-BE49-F238E27FC236}">
                  <a16:creationId xmlns:a16="http://schemas.microsoft.com/office/drawing/2014/main" id="{4438C008-69DB-1944-5C6D-CF9525B39BAC}"/>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 name="Freeform: Shape 234">
              <a:extLst>
                <a:ext uri="{FF2B5EF4-FFF2-40B4-BE49-F238E27FC236}">
                  <a16:creationId xmlns:a16="http://schemas.microsoft.com/office/drawing/2014/main" id="{9B1F3FFD-D92A-070E-19F8-05D7CA2FC780}"/>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235">
              <a:extLst>
                <a:ext uri="{FF2B5EF4-FFF2-40B4-BE49-F238E27FC236}">
                  <a16:creationId xmlns:a16="http://schemas.microsoft.com/office/drawing/2014/main" id="{DF687985-6D04-960D-D849-14FF3D910DCB}"/>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6">
              <a:extLst>
                <a:ext uri="{FF2B5EF4-FFF2-40B4-BE49-F238E27FC236}">
                  <a16:creationId xmlns:a16="http://schemas.microsoft.com/office/drawing/2014/main" id="{DE33F0D6-8755-81DD-C78F-CE0A6CFC5322}"/>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3" name="Freeform: Shape 265">
            <a:extLst>
              <a:ext uri="{FF2B5EF4-FFF2-40B4-BE49-F238E27FC236}">
                <a16:creationId xmlns:a16="http://schemas.microsoft.com/office/drawing/2014/main" id="{D4FFBD2E-F3E1-C69E-7E0E-EE171A01449A}"/>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69">
            <a:extLst>
              <a:ext uri="{FF2B5EF4-FFF2-40B4-BE49-F238E27FC236}">
                <a16:creationId xmlns:a16="http://schemas.microsoft.com/office/drawing/2014/main" id="{093074EE-F2F9-0FDE-EA9C-7FD09291D2C5}"/>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2">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85">
            <a:extLst>
              <a:ext uri="{FF2B5EF4-FFF2-40B4-BE49-F238E27FC236}">
                <a16:creationId xmlns:a16="http://schemas.microsoft.com/office/drawing/2014/main" id="{9CECCA90-58BC-CBD2-A128-54D6FEFFFE35}"/>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286">
            <a:extLst>
              <a:ext uri="{FF2B5EF4-FFF2-40B4-BE49-F238E27FC236}">
                <a16:creationId xmlns:a16="http://schemas.microsoft.com/office/drawing/2014/main" id="{545C46B5-EF60-5060-9B95-B5ACD0C8A7F7}"/>
              </a:ext>
            </a:extLst>
          </p:cNvPr>
          <p:cNvSpPr/>
          <p:nvPr userDrawn="1"/>
        </p:nvSpPr>
        <p:spPr>
          <a:xfrm>
            <a:off x="11119385" y="1192454"/>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Oval 16">
            <a:extLst>
              <a:ext uri="{FF2B5EF4-FFF2-40B4-BE49-F238E27FC236}">
                <a16:creationId xmlns:a16="http://schemas.microsoft.com/office/drawing/2014/main" id="{98B2635D-3B82-0427-0D21-AB9B1504A8E5}"/>
              </a:ext>
            </a:extLst>
          </p:cNvPr>
          <p:cNvSpPr/>
          <p:nvPr userDrawn="1"/>
        </p:nvSpPr>
        <p:spPr>
          <a:xfrm flipV="1">
            <a:off x="6354876" y="1852997"/>
            <a:ext cx="3152006" cy="3152006"/>
          </a:xfrm>
          <a:prstGeom prst="ellipse">
            <a:avLst/>
          </a:prstGeom>
          <a:solidFill>
            <a:schemeClr val="bg1"/>
          </a:solidFill>
          <a:ln w="508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8" name="Freeform: Shape 298">
            <a:extLst>
              <a:ext uri="{FF2B5EF4-FFF2-40B4-BE49-F238E27FC236}">
                <a16:creationId xmlns:a16="http://schemas.microsoft.com/office/drawing/2014/main" id="{313376CF-6EFF-3B8D-F3BE-9CE1629DA1C0}"/>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page number">
            <a:extLst>
              <a:ext uri="{FF2B5EF4-FFF2-40B4-BE49-F238E27FC236}">
                <a16:creationId xmlns:a16="http://schemas.microsoft.com/office/drawing/2014/main" id="{35B56995-88B0-8A20-29F5-FDEF9678864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98785D4F-6528-22FB-9AAC-C04A73B18455}"/>
              </a:ext>
            </a:extLst>
          </p:cNvPr>
          <p:cNvGrpSpPr/>
          <p:nvPr userDrawn="1"/>
        </p:nvGrpSpPr>
        <p:grpSpPr>
          <a:xfrm>
            <a:off x="7857746" y="325264"/>
            <a:ext cx="2070249" cy="1375245"/>
            <a:chOff x="9416736" y="375238"/>
            <a:chExt cx="2070249" cy="1375245"/>
          </a:xfrm>
        </p:grpSpPr>
        <p:sp>
          <p:nvSpPr>
            <p:cNvPr id="21" name="Freeform: Shape 15">
              <a:extLst>
                <a:ext uri="{FF2B5EF4-FFF2-40B4-BE49-F238E27FC236}">
                  <a16:creationId xmlns:a16="http://schemas.microsoft.com/office/drawing/2014/main" id="{8D042576-63AE-F687-192B-DFE5DDCC0BB2}"/>
                </a:ext>
              </a:extLst>
            </p:cNvPr>
            <p:cNvSpPr/>
            <p:nvPr/>
          </p:nvSpPr>
          <p:spPr>
            <a:xfrm>
              <a:off x="9416736" y="375238"/>
              <a:ext cx="2070249" cy="822428"/>
            </a:xfrm>
            <a:custGeom>
              <a:avLst/>
              <a:gdLst>
                <a:gd name="connsiteX0" fmla="*/ 1092971 w 2070249"/>
                <a:gd name="connsiteY0" fmla="*/ 822428 h 822428"/>
                <a:gd name="connsiteX1" fmla="*/ 2070250 w 2070249"/>
                <a:gd name="connsiteY1" fmla="*/ 822428 h 822428"/>
                <a:gd name="connsiteX2" fmla="*/ 1938630 w 2070249"/>
                <a:gd name="connsiteY2" fmla="*/ 530519 h 822428"/>
                <a:gd name="connsiteX3" fmla="*/ 1938630 w 2070249"/>
                <a:gd name="connsiteY3" fmla="*/ 530519 h 822428"/>
                <a:gd name="connsiteX4" fmla="*/ 1538411 w 2070249"/>
                <a:gd name="connsiteY4" fmla="*/ 404726 h 822428"/>
                <a:gd name="connsiteX5" fmla="*/ 1009213 w 2070249"/>
                <a:gd name="connsiteY5" fmla="*/ 0 h 822428"/>
                <a:gd name="connsiteX6" fmla="*/ 474965 w 2070249"/>
                <a:gd name="connsiteY6" fmla="*/ 425005 h 822428"/>
                <a:gd name="connsiteX7" fmla="*/ 397500 w 2070249"/>
                <a:gd name="connsiteY7" fmla="*/ 425005 h 822428"/>
                <a:gd name="connsiteX8" fmla="*/ 0 w 2070249"/>
                <a:gd name="connsiteY8" fmla="*/ 822428 h 822428"/>
                <a:gd name="connsiteX9" fmla="*/ 125015 w 2070249"/>
                <a:gd name="connsiteY9" fmla="*/ 822428 h 82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0249" h="822428">
                  <a:moveTo>
                    <a:pt x="1092971" y="822428"/>
                  </a:moveTo>
                  <a:lnTo>
                    <a:pt x="2070250" y="822428"/>
                  </a:lnTo>
                  <a:cubicBezTo>
                    <a:pt x="2063413" y="715905"/>
                    <a:pt x="2019514" y="611479"/>
                    <a:pt x="1938630" y="530519"/>
                  </a:cubicBezTo>
                  <a:lnTo>
                    <a:pt x="1938630" y="530519"/>
                  </a:lnTo>
                  <a:cubicBezTo>
                    <a:pt x="1830242" y="422131"/>
                    <a:pt x="1679587" y="380174"/>
                    <a:pt x="1538411" y="404726"/>
                  </a:cubicBezTo>
                  <a:cubicBezTo>
                    <a:pt x="1475243" y="171556"/>
                    <a:pt x="1262274" y="0"/>
                    <a:pt x="1009213" y="0"/>
                  </a:cubicBezTo>
                  <a:cubicBezTo>
                    <a:pt x="756152" y="0"/>
                    <a:pt x="530907" y="181579"/>
                    <a:pt x="474965" y="425005"/>
                  </a:cubicBezTo>
                  <a:lnTo>
                    <a:pt x="397500" y="425005"/>
                  </a:lnTo>
                  <a:cubicBezTo>
                    <a:pt x="178005" y="425005"/>
                    <a:pt x="0" y="602855"/>
                    <a:pt x="0" y="822428"/>
                  </a:cubicBezTo>
                  <a:lnTo>
                    <a:pt x="125015" y="822428"/>
                  </a:lnTo>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2" name="Graphic 6">
              <a:extLst>
                <a:ext uri="{FF2B5EF4-FFF2-40B4-BE49-F238E27FC236}">
                  <a16:creationId xmlns:a16="http://schemas.microsoft.com/office/drawing/2014/main" id="{CF0B4F2D-8403-C622-BEC6-96F06459630D}"/>
                </a:ext>
              </a:extLst>
            </p:cNvPr>
            <p:cNvGrpSpPr/>
            <p:nvPr/>
          </p:nvGrpSpPr>
          <p:grpSpPr>
            <a:xfrm>
              <a:off x="9677489" y="984075"/>
              <a:ext cx="696635" cy="766408"/>
              <a:chOff x="9677489" y="984075"/>
              <a:chExt cx="696635" cy="766408"/>
            </a:xfrm>
            <a:noFill/>
          </p:grpSpPr>
          <p:sp>
            <p:nvSpPr>
              <p:cNvPr id="23" name="Freeform: Shape 17">
                <a:extLst>
                  <a:ext uri="{FF2B5EF4-FFF2-40B4-BE49-F238E27FC236}">
                    <a16:creationId xmlns:a16="http://schemas.microsoft.com/office/drawing/2014/main" id="{39DF948A-9D9C-3625-16AD-77929EF7D3D4}"/>
                  </a:ext>
                </a:extLst>
              </p:cNvPr>
              <p:cNvSpPr/>
              <p:nvPr/>
            </p:nvSpPr>
            <p:spPr>
              <a:xfrm>
                <a:off x="9677489" y="984075"/>
                <a:ext cx="696635" cy="766408"/>
              </a:xfrm>
              <a:custGeom>
                <a:avLst/>
                <a:gdLst>
                  <a:gd name="connsiteX0" fmla="*/ 0 w 696635"/>
                  <a:gd name="connsiteY0" fmla="*/ 0 h 766408"/>
                  <a:gd name="connsiteX1" fmla="*/ 696636 w 696635"/>
                  <a:gd name="connsiteY1" fmla="*/ 0 h 766408"/>
                  <a:gd name="connsiteX2" fmla="*/ 696636 w 696635"/>
                  <a:gd name="connsiteY2" fmla="*/ 207608 h 766408"/>
                  <a:gd name="connsiteX3" fmla="*/ 0 w 696635"/>
                  <a:gd name="connsiteY3" fmla="*/ 207608 h 766408"/>
                  <a:gd name="connsiteX4" fmla="*/ 0 w 696635"/>
                  <a:gd name="connsiteY4" fmla="*/ 0 h 766408"/>
                  <a:gd name="connsiteX5" fmla="*/ 0 w 696635"/>
                  <a:gd name="connsiteY5" fmla="*/ 487008 h 766408"/>
                  <a:gd name="connsiteX6" fmla="*/ 696636 w 696635"/>
                  <a:gd name="connsiteY6" fmla="*/ 487008 h 766408"/>
                  <a:gd name="connsiteX7" fmla="*/ 696636 w 696635"/>
                  <a:gd name="connsiteY7" fmla="*/ 279400 h 766408"/>
                  <a:gd name="connsiteX8" fmla="*/ 0 w 696635"/>
                  <a:gd name="connsiteY8" fmla="*/ 279400 h 766408"/>
                  <a:gd name="connsiteX9" fmla="*/ 0 w 696635"/>
                  <a:gd name="connsiteY9" fmla="*/ 487008 h 766408"/>
                  <a:gd name="connsiteX10" fmla="*/ 0 w 696635"/>
                  <a:gd name="connsiteY10" fmla="*/ 766408 h 766408"/>
                  <a:gd name="connsiteX11" fmla="*/ 696636 w 696635"/>
                  <a:gd name="connsiteY11" fmla="*/ 766408 h 766408"/>
                  <a:gd name="connsiteX12" fmla="*/ 696636 w 696635"/>
                  <a:gd name="connsiteY12" fmla="*/ 558801 h 766408"/>
                  <a:gd name="connsiteX13" fmla="*/ 0 w 696635"/>
                  <a:gd name="connsiteY13" fmla="*/ 558801 h 766408"/>
                  <a:gd name="connsiteX14" fmla="*/ 0 w 696635"/>
                  <a:gd name="connsiteY14" fmla="*/ 766408 h 766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6635" h="766408">
                    <a:moveTo>
                      <a:pt x="0" y="0"/>
                    </a:moveTo>
                    <a:lnTo>
                      <a:pt x="696636" y="0"/>
                    </a:lnTo>
                    <a:cubicBezTo>
                      <a:pt x="696636" y="0"/>
                      <a:pt x="696636" y="207608"/>
                      <a:pt x="696636" y="207608"/>
                    </a:cubicBezTo>
                    <a:lnTo>
                      <a:pt x="0" y="207608"/>
                    </a:lnTo>
                    <a:cubicBezTo>
                      <a:pt x="0" y="207608"/>
                      <a:pt x="0" y="0"/>
                      <a:pt x="0" y="0"/>
                    </a:cubicBezTo>
                    <a:close/>
                    <a:moveTo>
                      <a:pt x="0" y="487008"/>
                    </a:moveTo>
                    <a:lnTo>
                      <a:pt x="696636" y="487008"/>
                    </a:lnTo>
                    <a:lnTo>
                      <a:pt x="696636" y="279400"/>
                    </a:lnTo>
                    <a:lnTo>
                      <a:pt x="0" y="279400"/>
                    </a:lnTo>
                    <a:lnTo>
                      <a:pt x="0" y="487008"/>
                    </a:lnTo>
                    <a:close/>
                    <a:moveTo>
                      <a:pt x="0" y="766408"/>
                    </a:moveTo>
                    <a:lnTo>
                      <a:pt x="696636" y="766408"/>
                    </a:lnTo>
                    <a:lnTo>
                      <a:pt x="696636" y="558801"/>
                    </a:lnTo>
                    <a:lnTo>
                      <a:pt x="0" y="558801"/>
                    </a:lnTo>
                    <a:lnTo>
                      <a:pt x="0" y="766408"/>
                    </a:ln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4" name="Graphic 6">
                <a:extLst>
                  <a:ext uri="{FF2B5EF4-FFF2-40B4-BE49-F238E27FC236}">
                    <a16:creationId xmlns:a16="http://schemas.microsoft.com/office/drawing/2014/main" id="{1CE6C42C-9828-DF0F-703C-BE23033C3E7F}"/>
                  </a:ext>
                </a:extLst>
              </p:cNvPr>
              <p:cNvGrpSpPr/>
              <p:nvPr/>
            </p:nvGrpSpPr>
            <p:grpSpPr>
              <a:xfrm>
                <a:off x="9708413" y="1191683"/>
                <a:ext cx="634788" cy="71792"/>
                <a:chOff x="9708413" y="1191683"/>
                <a:chExt cx="634788" cy="71792"/>
              </a:xfrm>
            </p:grpSpPr>
            <p:sp>
              <p:nvSpPr>
                <p:cNvPr id="28" name="Freeform: Shape 20">
                  <a:extLst>
                    <a:ext uri="{FF2B5EF4-FFF2-40B4-BE49-F238E27FC236}">
                      <a16:creationId xmlns:a16="http://schemas.microsoft.com/office/drawing/2014/main" id="{3904B872-AACF-26F9-039E-E55FC2B8D0FB}"/>
                    </a:ext>
                  </a:extLst>
                </p:cNvPr>
                <p:cNvSpPr/>
                <p:nvPr/>
              </p:nvSpPr>
              <p:spPr>
                <a:xfrm>
                  <a:off x="9708413" y="11916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21">
                  <a:extLst>
                    <a:ext uri="{FF2B5EF4-FFF2-40B4-BE49-F238E27FC236}">
                      <a16:creationId xmlns:a16="http://schemas.microsoft.com/office/drawing/2014/main" id="{917267C0-29A6-FD56-85E1-7AB86D559513}"/>
                    </a:ext>
                  </a:extLst>
                </p:cNvPr>
                <p:cNvSpPr/>
                <p:nvPr/>
              </p:nvSpPr>
              <p:spPr>
                <a:xfrm>
                  <a:off x="10343201" y="11916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5" name="Graphic 6">
                <a:extLst>
                  <a:ext uri="{FF2B5EF4-FFF2-40B4-BE49-F238E27FC236}">
                    <a16:creationId xmlns:a16="http://schemas.microsoft.com/office/drawing/2014/main" id="{1AA147BB-3B92-C41F-A404-01B7A4D2F9A5}"/>
                  </a:ext>
                </a:extLst>
              </p:cNvPr>
              <p:cNvGrpSpPr/>
              <p:nvPr/>
            </p:nvGrpSpPr>
            <p:grpSpPr>
              <a:xfrm>
                <a:off x="9708413" y="1471083"/>
                <a:ext cx="634788" cy="71792"/>
                <a:chOff x="9708413" y="1471083"/>
                <a:chExt cx="634788" cy="71792"/>
              </a:xfrm>
            </p:grpSpPr>
            <p:sp>
              <p:nvSpPr>
                <p:cNvPr id="26" name="Freeform: Shape 23">
                  <a:extLst>
                    <a:ext uri="{FF2B5EF4-FFF2-40B4-BE49-F238E27FC236}">
                      <a16:creationId xmlns:a16="http://schemas.microsoft.com/office/drawing/2014/main" id="{3A2A53D5-8723-B8B7-1BC2-F939331BC953}"/>
                    </a:ext>
                  </a:extLst>
                </p:cNvPr>
                <p:cNvSpPr/>
                <p:nvPr/>
              </p:nvSpPr>
              <p:spPr>
                <a:xfrm>
                  <a:off x="9708413" y="14710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7" name="Freeform: Shape 24">
                  <a:extLst>
                    <a:ext uri="{FF2B5EF4-FFF2-40B4-BE49-F238E27FC236}">
                      <a16:creationId xmlns:a16="http://schemas.microsoft.com/office/drawing/2014/main" id="{A200D62B-9CB7-2F5B-32B8-6512E099E00E}"/>
                    </a:ext>
                  </a:extLst>
                </p:cNvPr>
                <p:cNvSpPr/>
                <p:nvPr/>
              </p:nvSpPr>
              <p:spPr>
                <a:xfrm>
                  <a:off x="10343201" y="1471083"/>
                  <a:ext cx="7769" cy="71792"/>
                </a:xfrm>
                <a:custGeom>
                  <a:avLst/>
                  <a:gdLst>
                    <a:gd name="connsiteX0" fmla="*/ 0 w 7769"/>
                    <a:gd name="connsiteY0" fmla="*/ 0 h 71792"/>
                    <a:gd name="connsiteX1" fmla="*/ 0 w 7769"/>
                    <a:gd name="connsiteY1" fmla="*/ 71793 h 71792"/>
                  </a:gdLst>
                  <a:ahLst/>
                  <a:cxnLst>
                    <a:cxn ang="0">
                      <a:pos x="connsiteX0" y="connsiteY0"/>
                    </a:cxn>
                    <a:cxn ang="0">
                      <a:pos x="connsiteX1" y="connsiteY1"/>
                    </a:cxn>
                  </a:cxnLst>
                  <a:rect l="l" t="t" r="r" b="b"/>
                  <a:pathLst>
                    <a:path w="7769" h="71792">
                      <a:moveTo>
                        <a:pt x="0" y="0"/>
                      </a:moveTo>
                      <a:lnTo>
                        <a:pt x="0" y="71793"/>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grpSp>
      <p:grpSp>
        <p:nvGrpSpPr>
          <p:cNvPr id="30" name="Graphic 6">
            <a:extLst>
              <a:ext uri="{FF2B5EF4-FFF2-40B4-BE49-F238E27FC236}">
                <a16:creationId xmlns:a16="http://schemas.microsoft.com/office/drawing/2014/main" id="{D3DBBD83-24B6-9E44-FBED-70CE4903E5A4}"/>
              </a:ext>
            </a:extLst>
          </p:cNvPr>
          <p:cNvGrpSpPr/>
          <p:nvPr userDrawn="1"/>
        </p:nvGrpSpPr>
        <p:grpSpPr>
          <a:xfrm flipH="1">
            <a:off x="9311265" y="1317305"/>
            <a:ext cx="857003" cy="1684948"/>
            <a:chOff x="9209673" y="1578772"/>
            <a:chExt cx="857003" cy="1684948"/>
          </a:xfrm>
          <a:noFill/>
        </p:grpSpPr>
        <p:sp>
          <p:nvSpPr>
            <p:cNvPr id="31" name="Freeform: Shape 26">
              <a:extLst>
                <a:ext uri="{FF2B5EF4-FFF2-40B4-BE49-F238E27FC236}">
                  <a16:creationId xmlns:a16="http://schemas.microsoft.com/office/drawing/2014/main" id="{2D8242BB-B5DB-CA77-CC66-4A79CCDC29A9}"/>
                </a:ext>
              </a:extLst>
            </p:cNvPr>
            <p:cNvSpPr/>
            <p:nvPr/>
          </p:nvSpPr>
          <p:spPr>
            <a:xfrm>
              <a:off x="9219929" y="2995042"/>
              <a:ext cx="268677" cy="268678"/>
            </a:xfrm>
            <a:custGeom>
              <a:avLst/>
              <a:gdLst>
                <a:gd name="connsiteX0" fmla="*/ 268678 w 268677"/>
                <a:gd name="connsiteY0" fmla="*/ 134339 h 268678"/>
                <a:gd name="connsiteX1" fmla="*/ 134339 w 268677"/>
                <a:gd name="connsiteY1" fmla="*/ 268678 h 268678"/>
                <a:gd name="connsiteX2" fmla="*/ 0 w 268677"/>
                <a:gd name="connsiteY2" fmla="*/ 134339 h 268678"/>
                <a:gd name="connsiteX3" fmla="*/ 134339 w 268677"/>
                <a:gd name="connsiteY3" fmla="*/ 0 h 268678"/>
                <a:gd name="connsiteX4" fmla="*/ 268678 w 268677"/>
                <a:gd name="connsiteY4" fmla="*/ 134339 h 268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77" h="268678">
                  <a:moveTo>
                    <a:pt x="268678" y="134339"/>
                  </a:moveTo>
                  <a:cubicBezTo>
                    <a:pt x="268678" y="208532"/>
                    <a:pt x="208532" y="268678"/>
                    <a:pt x="134339" y="268678"/>
                  </a:cubicBezTo>
                  <a:cubicBezTo>
                    <a:pt x="60146" y="268678"/>
                    <a:pt x="0" y="208532"/>
                    <a:pt x="0" y="134339"/>
                  </a:cubicBezTo>
                  <a:cubicBezTo>
                    <a:pt x="0" y="60146"/>
                    <a:pt x="60146" y="0"/>
                    <a:pt x="134339" y="0"/>
                  </a:cubicBezTo>
                  <a:cubicBezTo>
                    <a:pt x="208532" y="0"/>
                    <a:pt x="268678" y="60146"/>
                    <a:pt x="268678" y="134339"/>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7">
              <a:extLst>
                <a:ext uri="{FF2B5EF4-FFF2-40B4-BE49-F238E27FC236}">
                  <a16:creationId xmlns:a16="http://schemas.microsoft.com/office/drawing/2014/main" id="{8E75D678-8EAC-A882-3B1A-B5089EC68384}"/>
                </a:ext>
              </a:extLst>
            </p:cNvPr>
            <p:cNvSpPr/>
            <p:nvPr/>
          </p:nvSpPr>
          <p:spPr>
            <a:xfrm>
              <a:off x="9209673" y="2137573"/>
              <a:ext cx="326018" cy="326018"/>
            </a:xfrm>
            <a:custGeom>
              <a:avLst/>
              <a:gdLst>
                <a:gd name="connsiteX0" fmla="*/ 326019 w 326018"/>
                <a:gd name="connsiteY0" fmla="*/ 163009 h 326018"/>
                <a:gd name="connsiteX1" fmla="*/ 163009 w 326018"/>
                <a:gd name="connsiteY1" fmla="*/ 326019 h 326018"/>
                <a:gd name="connsiteX2" fmla="*/ 0 w 326018"/>
                <a:gd name="connsiteY2" fmla="*/ 163009 h 326018"/>
                <a:gd name="connsiteX3" fmla="*/ 163009 w 326018"/>
                <a:gd name="connsiteY3" fmla="*/ 0 h 326018"/>
                <a:gd name="connsiteX4" fmla="*/ 326019 w 326018"/>
                <a:gd name="connsiteY4" fmla="*/ 163009 h 32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018" h="326018">
                  <a:moveTo>
                    <a:pt x="326019" y="163009"/>
                  </a:moveTo>
                  <a:cubicBezTo>
                    <a:pt x="326019" y="253037"/>
                    <a:pt x="253037" y="326019"/>
                    <a:pt x="163009" y="326019"/>
                  </a:cubicBezTo>
                  <a:cubicBezTo>
                    <a:pt x="72982" y="326019"/>
                    <a:pt x="0" y="253037"/>
                    <a:pt x="0" y="163009"/>
                  </a:cubicBezTo>
                  <a:cubicBezTo>
                    <a:pt x="0" y="72982"/>
                    <a:pt x="72982" y="0"/>
                    <a:pt x="163009" y="0"/>
                  </a:cubicBezTo>
                  <a:cubicBezTo>
                    <a:pt x="253037" y="0"/>
                    <a:pt x="326019" y="72982"/>
                    <a:pt x="326019" y="163009"/>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8">
              <a:extLst>
                <a:ext uri="{FF2B5EF4-FFF2-40B4-BE49-F238E27FC236}">
                  <a16:creationId xmlns:a16="http://schemas.microsoft.com/office/drawing/2014/main" id="{43CDCE9A-BBD0-2A60-66B0-A31CECCF8413}"/>
                </a:ext>
              </a:extLst>
            </p:cNvPr>
            <p:cNvSpPr/>
            <p:nvPr/>
          </p:nvSpPr>
          <p:spPr>
            <a:xfrm>
              <a:off x="9489617" y="1713033"/>
              <a:ext cx="470691" cy="470691"/>
            </a:xfrm>
            <a:custGeom>
              <a:avLst/>
              <a:gdLst>
                <a:gd name="connsiteX0" fmla="*/ 470691 w 470691"/>
                <a:gd name="connsiteY0" fmla="*/ 0 h 470691"/>
                <a:gd name="connsiteX1" fmla="*/ 0 w 470691"/>
                <a:gd name="connsiteY1" fmla="*/ 470692 h 470691"/>
              </a:gdLst>
              <a:ahLst/>
              <a:cxnLst>
                <a:cxn ang="0">
                  <a:pos x="connsiteX0" y="connsiteY0"/>
                </a:cxn>
                <a:cxn ang="0">
                  <a:pos x="connsiteX1" y="connsiteY1"/>
                </a:cxn>
              </a:cxnLst>
              <a:rect l="l" t="t" r="r" b="b"/>
              <a:pathLst>
                <a:path w="470691" h="470691">
                  <a:moveTo>
                    <a:pt x="470691" y="0"/>
                  </a:moveTo>
                  <a:lnTo>
                    <a:pt x="0" y="470692"/>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29">
              <a:extLst>
                <a:ext uri="{FF2B5EF4-FFF2-40B4-BE49-F238E27FC236}">
                  <a16:creationId xmlns:a16="http://schemas.microsoft.com/office/drawing/2014/main" id="{D5033284-4E48-6011-D60A-DC18F9C82377}"/>
                </a:ext>
              </a:extLst>
            </p:cNvPr>
            <p:cNvSpPr/>
            <p:nvPr/>
          </p:nvSpPr>
          <p:spPr>
            <a:xfrm>
              <a:off x="9926044" y="1578772"/>
              <a:ext cx="140632" cy="140632"/>
            </a:xfrm>
            <a:custGeom>
              <a:avLst/>
              <a:gdLst>
                <a:gd name="connsiteX0" fmla="*/ 140632 w 140632"/>
                <a:gd name="connsiteY0" fmla="*/ 70316 h 140632"/>
                <a:gd name="connsiteX1" fmla="*/ 70316 w 140632"/>
                <a:gd name="connsiteY1" fmla="*/ 140633 h 140632"/>
                <a:gd name="connsiteX2" fmla="*/ 0 w 140632"/>
                <a:gd name="connsiteY2" fmla="*/ 70316 h 140632"/>
                <a:gd name="connsiteX3" fmla="*/ 70316 w 140632"/>
                <a:gd name="connsiteY3" fmla="*/ 0 h 140632"/>
                <a:gd name="connsiteX4" fmla="*/ 140632 w 140632"/>
                <a:gd name="connsiteY4" fmla="*/ 70316 h 140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632" h="140632">
                  <a:moveTo>
                    <a:pt x="140632" y="70316"/>
                  </a:moveTo>
                  <a:cubicBezTo>
                    <a:pt x="140632" y="109151"/>
                    <a:pt x="109151" y="140633"/>
                    <a:pt x="70316" y="140633"/>
                  </a:cubicBezTo>
                  <a:cubicBezTo>
                    <a:pt x="31482" y="140633"/>
                    <a:pt x="0" y="109151"/>
                    <a:pt x="0" y="70316"/>
                  </a:cubicBezTo>
                  <a:cubicBezTo>
                    <a:pt x="0" y="31482"/>
                    <a:pt x="31482" y="0"/>
                    <a:pt x="70316" y="0"/>
                  </a:cubicBezTo>
                  <a:cubicBezTo>
                    <a:pt x="109151" y="0"/>
                    <a:pt x="140632" y="31482"/>
                    <a:pt x="140632" y="70316"/>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30">
              <a:extLst>
                <a:ext uri="{FF2B5EF4-FFF2-40B4-BE49-F238E27FC236}">
                  <a16:creationId xmlns:a16="http://schemas.microsoft.com/office/drawing/2014/main" id="{1D47BB34-7228-3D78-1228-7212A78CF7A6}"/>
                </a:ext>
              </a:extLst>
            </p:cNvPr>
            <p:cNvSpPr/>
            <p:nvPr/>
          </p:nvSpPr>
          <p:spPr>
            <a:xfrm>
              <a:off x="9357065" y="2462892"/>
              <a:ext cx="7769" cy="532227"/>
            </a:xfrm>
            <a:custGeom>
              <a:avLst/>
              <a:gdLst>
                <a:gd name="connsiteX0" fmla="*/ 0 w 7769"/>
                <a:gd name="connsiteY0" fmla="*/ 0 h 532227"/>
                <a:gd name="connsiteX1" fmla="*/ 0 w 7769"/>
                <a:gd name="connsiteY1" fmla="*/ 532228 h 532227"/>
              </a:gdLst>
              <a:ahLst/>
              <a:cxnLst>
                <a:cxn ang="0">
                  <a:pos x="connsiteX0" y="connsiteY0"/>
                </a:cxn>
                <a:cxn ang="0">
                  <a:pos x="connsiteX1" y="connsiteY1"/>
                </a:cxn>
              </a:cxnLst>
              <a:rect l="l" t="t" r="r" b="b"/>
              <a:pathLst>
                <a:path w="7769" h="532227">
                  <a:moveTo>
                    <a:pt x="0" y="0"/>
                  </a:moveTo>
                  <a:lnTo>
                    <a:pt x="0" y="532228"/>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6" name="Graphic 133">
            <a:extLst>
              <a:ext uri="{FF2B5EF4-FFF2-40B4-BE49-F238E27FC236}">
                <a16:creationId xmlns:a16="http://schemas.microsoft.com/office/drawing/2014/main" id="{A449B654-BF6C-7B21-AE20-93B88638C581}"/>
              </a:ext>
            </a:extLst>
          </p:cNvPr>
          <p:cNvGrpSpPr/>
          <p:nvPr userDrawn="1"/>
        </p:nvGrpSpPr>
        <p:grpSpPr>
          <a:xfrm>
            <a:off x="6464888" y="5263236"/>
            <a:ext cx="803510" cy="875072"/>
            <a:chOff x="8799755" y="943899"/>
            <a:chExt cx="839533" cy="914304"/>
          </a:xfrm>
          <a:noFill/>
        </p:grpSpPr>
        <p:sp>
          <p:nvSpPr>
            <p:cNvPr id="37" name="Freeform: Shape 8">
              <a:extLst>
                <a:ext uri="{FF2B5EF4-FFF2-40B4-BE49-F238E27FC236}">
                  <a16:creationId xmlns:a16="http://schemas.microsoft.com/office/drawing/2014/main" id="{677E842F-8A37-F2FB-7124-9C9D690E2F81}"/>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noFill/>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10">
              <a:extLst>
                <a:ext uri="{FF2B5EF4-FFF2-40B4-BE49-F238E27FC236}">
                  <a16:creationId xmlns:a16="http://schemas.microsoft.com/office/drawing/2014/main" id="{ED21D8F0-B178-264F-6DFD-1962D2506E7E}"/>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ln w="25400" cap="rnd">
              <a:solidFill>
                <a:schemeClr val="accent1">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39" name="Graphic 38">
            <a:extLst>
              <a:ext uri="{FF2B5EF4-FFF2-40B4-BE49-F238E27FC236}">
                <a16:creationId xmlns:a16="http://schemas.microsoft.com/office/drawing/2014/main" id="{41FBF9EA-65A7-F9C5-404A-2359ED09B23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297477" y="3195829"/>
            <a:ext cx="728552" cy="1067991"/>
          </a:xfrm>
          <a:prstGeom prst="rect">
            <a:avLst/>
          </a:prstGeom>
        </p:spPr>
      </p:pic>
      <p:pic>
        <p:nvPicPr>
          <p:cNvPr id="40" name="Graphic 39">
            <a:extLst>
              <a:ext uri="{FF2B5EF4-FFF2-40B4-BE49-F238E27FC236}">
                <a16:creationId xmlns:a16="http://schemas.microsoft.com/office/drawing/2014/main" id="{78D3284F-3DB4-A439-A125-DC842584EE4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092849" y="2517477"/>
            <a:ext cx="1653352" cy="1939113"/>
          </a:xfrm>
          <a:prstGeom prst="rect">
            <a:avLst/>
          </a:prstGeom>
        </p:spPr>
      </p:pic>
      <p:sp>
        <p:nvSpPr>
          <p:cNvPr id="41" name="TextBox 40">
            <a:extLst>
              <a:ext uri="{FF2B5EF4-FFF2-40B4-BE49-F238E27FC236}">
                <a16:creationId xmlns:a16="http://schemas.microsoft.com/office/drawing/2014/main" id="{FC2ECAA8-4EAD-737C-8595-54CB9DC35C30}"/>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43" name="Graphic 8">
            <a:extLst>
              <a:ext uri="{FF2B5EF4-FFF2-40B4-BE49-F238E27FC236}">
                <a16:creationId xmlns:a16="http://schemas.microsoft.com/office/drawing/2014/main" id="{DA16C0CD-F52E-9F90-FDB3-E7F44C68F901}"/>
              </a:ext>
            </a:extLst>
          </p:cNvPr>
          <p:cNvGrpSpPr/>
          <p:nvPr userDrawn="1"/>
        </p:nvGrpSpPr>
        <p:grpSpPr>
          <a:xfrm>
            <a:off x="265625" y="6323271"/>
            <a:ext cx="1249223" cy="369648"/>
            <a:chOff x="265625" y="6323271"/>
            <a:chExt cx="1249223" cy="369648"/>
          </a:xfrm>
          <a:solidFill>
            <a:srgbClr val="000000"/>
          </a:solidFill>
        </p:grpSpPr>
        <p:grpSp>
          <p:nvGrpSpPr>
            <p:cNvPr id="44" name="Graphic 8">
              <a:extLst>
                <a:ext uri="{FF2B5EF4-FFF2-40B4-BE49-F238E27FC236}">
                  <a16:creationId xmlns:a16="http://schemas.microsoft.com/office/drawing/2014/main" id="{10F140DB-E04A-D28E-7FBF-9CAA07F47D0F}"/>
                </a:ext>
              </a:extLst>
            </p:cNvPr>
            <p:cNvGrpSpPr/>
            <p:nvPr/>
          </p:nvGrpSpPr>
          <p:grpSpPr>
            <a:xfrm>
              <a:off x="745455" y="6594444"/>
              <a:ext cx="722662" cy="98475"/>
              <a:chOff x="745455" y="6594444"/>
              <a:chExt cx="722662" cy="98475"/>
            </a:xfrm>
            <a:solidFill>
              <a:srgbClr val="000000"/>
            </a:solidFill>
          </p:grpSpPr>
          <p:sp>
            <p:nvSpPr>
              <p:cNvPr id="53" name="Freeform 19">
                <a:extLst>
                  <a:ext uri="{FF2B5EF4-FFF2-40B4-BE49-F238E27FC236}">
                    <a16:creationId xmlns:a16="http://schemas.microsoft.com/office/drawing/2014/main" id="{5054016D-C3DA-23D9-216A-528A061DC8E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4" name="Freeform 20">
                <a:extLst>
                  <a:ext uri="{FF2B5EF4-FFF2-40B4-BE49-F238E27FC236}">
                    <a16:creationId xmlns:a16="http://schemas.microsoft.com/office/drawing/2014/main" id="{D52049C5-E133-80A0-8B4C-99C694465EF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5" name="Freeform 21">
                <a:extLst>
                  <a:ext uri="{FF2B5EF4-FFF2-40B4-BE49-F238E27FC236}">
                    <a16:creationId xmlns:a16="http://schemas.microsoft.com/office/drawing/2014/main" id="{B02D6D02-E0B3-FCA7-9301-9E3049CEC0C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6" name="Freeform 22">
                <a:extLst>
                  <a:ext uri="{FF2B5EF4-FFF2-40B4-BE49-F238E27FC236}">
                    <a16:creationId xmlns:a16="http://schemas.microsoft.com/office/drawing/2014/main" id="{4D4434E3-62A0-418C-A8F5-824BC86608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7" name="Freeform 23">
                <a:extLst>
                  <a:ext uri="{FF2B5EF4-FFF2-40B4-BE49-F238E27FC236}">
                    <a16:creationId xmlns:a16="http://schemas.microsoft.com/office/drawing/2014/main" id="{FD2199D3-9094-F66A-11B1-F3CCE310A65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8" name="Freeform 24">
                <a:extLst>
                  <a:ext uri="{FF2B5EF4-FFF2-40B4-BE49-F238E27FC236}">
                    <a16:creationId xmlns:a16="http://schemas.microsoft.com/office/drawing/2014/main" id="{1DF85363-4208-E6B1-C528-193FE8FBC10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9" name="Freeform 25">
                <a:extLst>
                  <a:ext uri="{FF2B5EF4-FFF2-40B4-BE49-F238E27FC236}">
                    <a16:creationId xmlns:a16="http://schemas.microsoft.com/office/drawing/2014/main" id="{A7D1499A-895E-2A8D-499D-A7AEB8597B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60" name="Freeform 26">
                <a:extLst>
                  <a:ext uri="{FF2B5EF4-FFF2-40B4-BE49-F238E27FC236}">
                    <a16:creationId xmlns:a16="http://schemas.microsoft.com/office/drawing/2014/main" id="{BD599034-3E54-615C-4B50-958B9E2AF48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61" name="Freeform 27">
                <a:extLst>
                  <a:ext uri="{FF2B5EF4-FFF2-40B4-BE49-F238E27FC236}">
                    <a16:creationId xmlns:a16="http://schemas.microsoft.com/office/drawing/2014/main" id="{E711CC30-FFB9-0CB7-D044-98FE1A025C3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62" name="Freeform 28">
                <a:extLst>
                  <a:ext uri="{FF2B5EF4-FFF2-40B4-BE49-F238E27FC236}">
                    <a16:creationId xmlns:a16="http://schemas.microsoft.com/office/drawing/2014/main" id="{B9452F95-5897-1D49-956D-67528101450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45" name="Graphic 8">
              <a:extLst>
                <a:ext uri="{FF2B5EF4-FFF2-40B4-BE49-F238E27FC236}">
                  <a16:creationId xmlns:a16="http://schemas.microsoft.com/office/drawing/2014/main" id="{306518C6-305F-0303-85A9-BA3AA4A7AC32}"/>
                </a:ext>
              </a:extLst>
            </p:cNvPr>
            <p:cNvGrpSpPr/>
            <p:nvPr/>
          </p:nvGrpSpPr>
          <p:grpSpPr>
            <a:xfrm>
              <a:off x="265625" y="6323271"/>
              <a:ext cx="1249223" cy="190348"/>
              <a:chOff x="265625" y="6323271"/>
              <a:chExt cx="1249223" cy="190348"/>
            </a:xfrm>
            <a:solidFill>
              <a:srgbClr val="000000"/>
            </a:solidFill>
          </p:grpSpPr>
          <p:sp>
            <p:nvSpPr>
              <p:cNvPr id="46" name="Freeform 10">
                <a:extLst>
                  <a:ext uri="{FF2B5EF4-FFF2-40B4-BE49-F238E27FC236}">
                    <a16:creationId xmlns:a16="http://schemas.microsoft.com/office/drawing/2014/main" id="{847EB4C3-7CF5-98AC-D84C-C3B0D3A64F0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47" name="Freeform 11">
                <a:extLst>
                  <a:ext uri="{FF2B5EF4-FFF2-40B4-BE49-F238E27FC236}">
                    <a16:creationId xmlns:a16="http://schemas.microsoft.com/office/drawing/2014/main" id="{68BD2BEF-FAFB-276E-549B-939506797EB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48" name="Freeform 14">
                <a:extLst>
                  <a:ext uri="{FF2B5EF4-FFF2-40B4-BE49-F238E27FC236}">
                    <a16:creationId xmlns:a16="http://schemas.microsoft.com/office/drawing/2014/main" id="{708FBE4B-ACF9-0B50-0B51-DDAE30BA6CF2}"/>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49" name="Freeform 15">
                <a:extLst>
                  <a:ext uri="{FF2B5EF4-FFF2-40B4-BE49-F238E27FC236}">
                    <a16:creationId xmlns:a16="http://schemas.microsoft.com/office/drawing/2014/main" id="{218989C7-AABF-7343-B385-C6AF363A103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0" name="Freeform 16">
                <a:extLst>
                  <a:ext uri="{FF2B5EF4-FFF2-40B4-BE49-F238E27FC236}">
                    <a16:creationId xmlns:a16="http://schemas.microsoft.com/office/drawing/2014/main" id="{3219AB43-876A-0728-FEEE-B41D0B96AE4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1" name="Freeform 17">
                <a:extLst>
                  <a:ext uri="{FF2B5EF4-FFF2-40B4-BE49-F238E27FC236}">
                    <a16:creationId xmlns:a16="http://schemas.microsoft.com/office/drawing/2014/main" id="{FC1609E2-25C4-B92A-9E4D-6BE1FA33388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52" name="Freeform 18">
                <a:extLst>
                  <a:ext uri="{FF2B5EF4-FFF2-40B4-BE49-F238E27FC236}">
                    <a16:creationId xmlns:a16="http://schemas.microsoft.com/office/drawing/2014/main" id="{9C0FBAA7-20B5-4DF6-8261-E9128930B100}"/>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42" name="TextBox 41">
            <a:extLst>
              <a:ext uri="{FF2B5EF4-FFF2-40B4-BE49-F238E27FC236}">
                <a16:creationId xmlns:a16="http://schemas.microsoft.com/office/drawing/2014/main" id="{127F3F6D-8C42-EC76-2E05-9C2CCF64C690}"/>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26116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ection - Network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6B7C6C2D-764B-67CE-F274-909BE3736A5A}"/>
              </a:ext>
            </a:extLst>
          </p:cNvPr>
          <p:cNvSpPr/>
          <p:nvPr userDrawn="1"/>
        </p:nvSpPr>
        <p:spPr>
          <a:xfrm>
            <a:off x="5406003" y="0"/>
            <a:ext cx="14676689" cy="6858001"/>
          </a:xfrm>
          <a:prstGeom prst="parallelogram">
            <a:avLst>
              <a:gd name="adj" fmla="val 100124"/>
            </a:avLst>
          </a:prstGeom>
          <a:gradFill flip="none" rotWithShape="1">
            <a:gsLst>
              <a:gs pos="35000">
                <a:schemeClr val="accent3"/>
              </a:gs>
              <a:gs pos="100000">
                <a:schemeClr val="accent1">
                  <a:alpha val="66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6BF612B5-4276-28EB-ADF6-2EB6E963BEF2}"/>
              </a:ext>
            </a:extLst>
          </p:cNvPr>
          <p:cNvSpPr/>
          <p:nvPr userDrawn="1"/>
        </p:nvSpPr>
        <p:spPr>
          <a:xfrm>
            <a:off x="1840256" y="-1"/>
            <a:ext cx="12934077" cy="6470788"/>
          </a:xfrm>
          <a:prstGeom prst="parallelogram">
            <a:avLst>
              <a:gd name="adj" fmla="val 100124"/>
            </a:avLst>
          </a:prstGeom>
          <a:gradFill flip="none" rotWithShape="1">
            <a:gsLst>
              <a:gs pos="0">
                <a:schemeClr val="accent3">
                  <a:alpha val="18000"/>
                </a:schemeClr>
              </a:gs>
              <a:gs pos="73000">
                <a:schemeClr val="accent1">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 name="Graphic 133">
            <a:extLst>
              <a:ext uri="{FF2B5EF4-FFF2-40B4-BE49-F238E27FC236}">
                <a16:creationId xmlns:a16="http://schemas.microsoft.com/office/drawing/2014/main" id="{4D0A2E48-4862-FFEB-EA22-34E155682AD1}"/>
              </a:ext>
            </a:extLst>
          </p:cNvPr>
          <p:cNvGrpSpPr/>
          <p:nvPr userDrawn="1"/>
        </p:nvGrpSpPr>
        <p:grpSpPr>
          <a:xfrm>
            <a:off x="9254261" y="4788558"/>
            <a:ext cx="1409223" cy="1302353"/>
            <a:chOff x="10028194" y="3612804"/>
            <a:chExt cx="1409223" cy="1302353"/>
          </a:xfrm>
          <a:noFill/>
        </p:grpSpPr>
        <p:sp>
          <p:nvSpPr>
            <p:cNvPr id="6" name="Freeform: Shape 19">
              <a:extLst>
                <a:ext uri="{FF2B5EF4-FFF2-40B4-BE49-F238E27FC236}">
                  <a16:creationId xmlns:a16="http://schemas.microsoft.com/office/drawing/2014/main" id="{FE9000CD-C60D-2BE4-87C2-6887BE8BEAC3}"/>
                </a:ext>
              </a:extLst>
            </p:cNvPr>
            <p:cNvSpPr/>
            <p:nvPr/>
          </p:nvSpPr>
          <p:spPr>
            <a:xfrm>
              <a:off x="10091154" y="4203164"/>
              <a:ext cx="1007554" cy="711993"/>
            </a:xfrm>
            <a:custGeom>
              <a:avLst/>
              <a:gdLst>
                <a:gd name="connsiteX0" fmla="*/ 1007555 w 1007554"/>
                <a:gd name="connsiteY0" fmla="*/ 605980 h 711993"/>
                <a:gd name="connsiteX1" fmla="*/ 651224 w 1007554"/>
                <a:gd name="connsiteY1" fmla="*/ 711994 h 711993"/>
                <a:gd name="connsiteX2" fmla="*/ 0 w 1007554"/>
                <a:gd name="connsiteY2" fmla="*/ 60770 h 711993"/>
                <a:gd name="connsiteX3" fmla="*/ 2762 w 1007554"/>
                <a:gd name="connsiteY3" fmla="*/ 0 h 711993"/>
              </a:gdLst>
              <a:ahLst/>
              <a:cxnLst>
                <a:cxn ang="0">
                  <a:pos x="connsiteX0" y="connsiteY0"/>
                </a:cxn>
                <a:cxn ang="0">
                  <a:pos x="connsiteX1" y="connsiteY1"/>
                </a:cxn>
                <a:cxn ang="0">
                  <a:pos x="connsiteX2" y="connsiteY2"/>
                </a:cxn>
                <a:cxn ang="0">
                  <a:pos x="connsiteX3" y="connsiteY3"/>
                </a:cxn>
              </a:cxnLst>
              <a:rect l="l" t="t" r="r" b="b"/>
              <a:pathLst>
                <a:path w="1007554" h="711993">
                  <a:moveTo>
                    <a:pt x="1007555" y="605980"/>
                  </a:moveTo>
                  <a:cubicBezTo>
                    <a:pt x="905161" y="673037"/>
                    <a:pt x="782765" y="711994"/>
                    <a:pt x="651224" y="711994"/>
                  </a:cubicBezTo>
                  <a:cubicBezTo>
                    <a:pt x="291560" y="711994"/>
                    <a:pt x="0" y="420433"/>
                    <a:pt x="0" y="60770"/>
                  </a:cubicBezTo>
                  <a:cubicBezTo>
                    <a:pt x="0" y="40291"/>
                    <a:pt x="953" y="20003"/>
                    <a:pt x="2762" y="0"/>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7" name="Freeform: Shape 20">
              <a:extLst>
                <a:ext uri="{FF2B5EF4-FFF2-40B4-BE49-F238E27FC236}">
                  <a16:creationId xmlns:a16="http://schemas.microsoft.com/office/drawing/2014/main" id="{70C76A2A-918A-3DF2-8340-7889D75C5CDF}"/>
                </a:ext>
              </a:extLst>
            </p:cNvPr>
            <p:cNvSpPr/>
            <p:nvPr/>
          </p:nvSpPr>
          <p:spPr>
            <a:xfrm>
              <a:off x="11191958" y="4393187"/>
              <a:ext cx="188880" cy="342042"/>
            </a:xfrm>
            <a:custGeom>
              <a:avLst/>
              <a:gdLst>
                <a:gd name="connsiteX0" fmla="*/ 188881 w 188880"/>
                <a:gd name="connsiteY0" fmla="*/ 0 h 342042"/>
                <a:gd name="connsiteX1" fmla="*/ 0 w 188880"/>
                <a:gd name="connsiteY1" fmla="*/ 342043 h 342042"/>
              </a:gdLst>
              <a:ahLst/>
              <a:cxnLst>
                <a:cxn ang="0">
                  <a:pos x="connsiteX0" y="connsiteY0"/>
                </a:cxn>
                <a:cxn ang="0">
                  <a:pos x="connsiteX1" y="connsiteY1"/>
                </a:cxn>
              </a:cxnLst>
              <a:rect l="l" t="t" r="r" b="b"/>
              <a:pathLst>
                <a:path w="188880" h="342042">
                  <a:moveTo>
                    <a:pt x="188881" y="0"/>
                  </a:moveTo>
                  <a:cubicBezTo>
                    <a:pt x="162116" y="133255"/>
                    <a:pt x="94583" y="251746"/>
                    <a:pt x="0" y="342043"/>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8" name="Freeform: Shape 36">
              <a:extLst>
                <a:ext uri="{FF2B5EF4-FFF2-40B4-BE49-F238E27FC236}">
                  <a16:creationId xmlns:a16="http://schemas.microsoft.com/office/drawing/2014/main" id="{BC329E29-3BBD-3EE3-875B-14218AAD1502}"/>
                </a:ext>
              </a:extLst>
            </p:cNvPr>
            <p:cNvSpPr/>
            <p:nvPr/>
          </p:nvSpPr>
          <p:spPr>
            <a:xfrm>
              <a:off x="11147477" y="3754060"/>
              <a:ext cx="246125" cy="528351"/>
            </a:xfrm>
            <a:custGeom>
              <a:avLst/>
              <a:gdLst>
                <a:gd name="connsiteX0" fmla="*/ 0 w 246125"/>
                <a:gd name="connsiteY0" fmla="*/ 0 h 528351"/>
                <a:gd name="connsiteX1" fmla="*/ 246126 w 246125"/>
                <a:gd name="connsiteY1" fmla="*/ 509873 h 528351"/>
                <a:gd name="connsiteX2" fmla="*/ 245840 w 246125"/>
                <a:gd name="connsiteY2" fmla="*/ 528352 h 528351"/>
              </a:gdLst>
              <a:ahLst/>
              <a:cxnLst>
                <a:cxn ang="0">
                  <a:pos x="connsiteX0" y="connsiteY0"/>
                </a:cxn>
                <a:cxn ang="0">
                  <a:pos x="connsiteX1" y="connsiteY1"/>
                </a:cxn>
                <a:cxn ang="0">
                  <a:pos x="connsiteX2" y="connsiteY2"/>
                </a:cxn>
              </a:cxnLst>
              <a:rect l="l" t="t" r="r" b="b"/>
              <a:pathLst>
                <a:path w="246125" h="528351">
                  <a:moveTo>
                    <a:pt x="0" y="0"/>
                  </a:moveTo>
                  <a:cubicBezTo>
                    <a:pt x="150019" y="119348"/>
                    <a:pt x="246126" y="303371"/>
                    <a:pt x="246126" y="509873"/>
                  </a:cubicBezTo>
                  <a:cubicBezTo>
                    <a:pt x="246126" y="516064"/>
                    <a:pt x="246126" y="522160"/>
                    <a:pt x="245840" y="528352"/>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37">
              <a:extLst>
                <a:ext uri="{FF2B5EF4-FFF2-40B4-BE49-F238E27FC236}">
                  <a16:creationId xmlns:a16="http://schemas.microsoft.com/office/drawing/2014/main" id="{73EC6DED-DBDC-4DDB-7B8C-CB0C27F02254}"/>
                </a:ext>
              </a:extLst>
            </p:cNvPr>
            <p:cNvSpPr/>
            <p:nvPr/>
          </p:nvSpPr>
          <p:spPr>
            <a:xfrm>
              <a:off x="10114681" y="3612804"/>
              <a:ext cx="938212" cy="477488"/>
            </a:xfrm>
            <a:custGeom>
              <a:avLst/>
              <a:gdLst>
                <a:gd name="connsiteX0" fmla="*/ 0 w 938212"/>
                <a:gd name="connsiteY0" fmla="*/ 477488 h 477488"/>
                <a:gd name="connsiteX1" fmla="*/ 627793 w 938212"/>
                <a:gd name="connsiteY1" fmla="*/ 0 h 477488"/>
                <a:gd name="connsiteX2" fmla="*/ 938213 w 938212"/>
                <a:gd name="connsiteY2" fmla="*/ 78581 h 477488"/>
              </a:gdLst>
              <a:ahLst/>
              <a:cxnLst>
                <a:cxn ang="0">
                  <a:pos x="connsiteX0" y="connsiteY0"/>
                </a:cxn>
                <a:cxn ang="0">
                  <a:pos x="connsiteX1" y="connsiteY1"/>
                </a:cxn>
                <a:cxn ang="0">
                  <a:pos x="connsiteX2" y="connsiteY2"/>
                </a:cxn>
              </a:cxnLst>
              <a:rect l="l" t="t" r="r" b="b"/>
              <a:pathLst>
                <a:path w="938212" h="477488">
                  <a:moveTo>
                    <a:pt x="0" y="477488"/>
                  </a:moveTo>
                  <a:cubicBezTo>
                    <a:pt x="76010" y="202216"/>
                    <a:pt x="328327" y="0"/>
                    <a:pt x="627793" y="0"/>
                  </a:cubicBezTo>
                  <a:cubicBezTo>
                    <a:pt x="740188" y="0"/>
                    <a:pt x="845915" y="28480"/>
                    <a:pt x="938213" y="78581"/>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0" name="Freeform: Shape 38">
              <a:extLst>
                <a:ext uri="{FF2B5EF4-FFF2-40B4-BE49-F238E27FC236}">
                  <a16:creationId xmlns:a16="http://schemas.microsoft.com/office/drawing/2014/main" id="{6EC8CD0D-CDB6-8B12-90F3-80B4382C01B1}"/>
                </a:ext>
              </a:extLst>
            </p:cNvPr>
            <p:cNvSpPr/>
            <p:nvPr/>
          </p:nvSpPr>
          <p:spPr>
            <a:xfrm>
              <a:off x="10141065" y="4182304"/>
              <a:ext cx="817530" cy="200406"/>
            </a:xfrm>
            <a:custGeom>
              <a:avLst/>
              <a:gdLst>
                <a:gd name="connsiteX0" fmla="*/ 0 w 817530"/>
                <a:gd name="connsiteY0" fmla="*/ 0 h 200406"/>
                <a:gd name="connsiteX1" fmla="*/ 817531 w 817530"/>
                <a:gd name="connsiteY1" fmla="*/ 200406 h 200406"/>
              </a:gdLst>
              <a:ahLst/>
              <a:cxnLst>
                <a:cxn ang="0">
                  <a:pos x="connsiteX0" y="connsiteY0"/>
                </a:cxn>
                <a:cxn ang="0">
                  <a:pos x="connsiteX1" y="connsiteY1"/>
                </a:cxn>
              </a:cxnLst>
              <a:rect l="l" t="t" r="r" b="b"/>
              <a:pathLst>
                <a:path w="817530" h="200406">
                  <a:moveTo>
                    <a:pt x="0" y="0"/>
                  </a:moveTo>
                  <a:cubicBezTo>
                    <a:pt x="95536" y="61055"/>
                    <a:pt x="360712" y="198120"/>
                    <a:pt x="817531" y="200406"/>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1" name="Freeform: Shape 39">
              <a:extLst>
                <a:ext uri="{FF2B5EF4-FFF2-40B4-BE49-F238E27FC236}">
                  <a16:creationId xmlns:a16="http://schemas.microsoft.com/office/drawing/2014/main" id="{A0E2E74F-29CC-C707-94B8-8C6E57455185}"/>
                </a:ext>
              </a:extLst>
            </p:cNvPr>
            <p:cNvSpPr/>
            <p:nvPr/>
          </p:nvSpPr>
          <p:spPr>
            <a:xfrm>
              <a:off x="10141065" y="4055812"/>
              <a:ext cx="249078" cy="56102"/>
            </a:xfrm>
            <a:custGeom>
              <a:avLst/>
              <a:gdLst>
                <a:gd name="connsiteX0" fmla="*/ 249079 w 249078"/>
                <a:gd name="connsiteY0" fmla="*/ 0 h 56102"/>
                <a:gd name="connsiteX1" fmla="*/ 0 w 249078"/>
                <a:gd name="connsiteY1" fmla="*/ 56102 h 56102"/>
              </a:gdLst>
              <a:ahLst/>
              <a:cxnLst>
                <a:cxn ang="0">
                  <a:pos x="connsiteX0" y="connsiteY0"/>
                </a:cxn>
                <a:cxn ang="0">
                  <a:pos x="connsiteX1" y="connsiteY1"/>
                </a:cxn>
              </a:cxnLst>
              <a:rect l="l" t="t" r="r" b="b"/>
              <a:pathLst>
                <a:path w="249078" h="56102">
                  <a:moveTo>
                    <a:pt x="249079" y="0"/>
                  </a:moveTo>
                  <a:cubicBezTo>
                    <a:pt x="190024" y="6191"/>
                    <a:pt x="84868" y="21431"/>
                    <a:pt x="0" y="56102"/>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40">
              <a:extLst>
                <a:ext uri="{FF2B5EF4-FFF2-40B4-BE49-F238E27FC236}">
                  <a16:creationId xmlns:a16="http://schemas.microsoft.com/office/drawing/2014/main" id="{2B0AB19D-5408-C1F6-54A8-994EC41E6233}"/>
                </a:ext>
              </a:extLst>
            </p:cNvPr>
            <p:cNvSpPr/>
            <p:nvPr/>
          </p:nvSpPr>
          <p:spPr>
            <a:xfrm>
              <a:off x="10549878" y="4421477"/>
              <a:ext cx="430053" cy="206692"/>
            </a:xfrm>
            <a:custGeom>
              <a:avLst/>
              <a:gdLst>
                <a:gd name="connsiteX0" fmla="*/ 430054 w 430053"/>
                <a:gd name="connsiteY0" fmla="*/ 0 h 206692"/>
                <a:gd name="connsiteX1" fmla="*/ 0 w 430053"/>
                <a:gd name="connsiteY1" fmla="*/ 206693 h 206692"/>
              </a:gdLst>
              <a:ahLst/>
              <a:cxnLst>
                <a:cxn ang="0">
                  <a:pos x="connsiteX0" y="connsiteY0"/>
                </a:cxn>
                <a:cxn ang="0">
                  <a:pos x="connsiteX1" y="connsiteY1"/>
                </a:cxn>
              </a:cxnLst>
              <a:rect l="l" t="t" r="r" b="b"/>
              <a:pathLst>
                <a:path w="430053" h="206692">
                  <a:moveTo>
                    <a:pt x="430054" y="0"/>
                  </a:moveTo>
                  <a:cubicBezTo>
                    <a:pt x="321183" y="117348"/>
                    <a:pt x="169545" y="194501"/>
                    <a:pt x="0" y="206693"/>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41">
              <a:extLst>
                <a:ext uri="{FF2B5EF4-FFF2-40B4-BE49-F238E27FC236}">
                  <a16:creationId xmlns:a16="http://schemas.microsoft.com/office/drawing/2014/main" id="{D18927A4-F6B8-1960-27A5-ECF05DE83694}"/>
                </a:ext>
              </a:extLst>
            </p:cNvPr>
            <p:cNvSpPr/>
            <p:nvPr/>
          </p:nvSpPr>
          <p:spPr>
            <a:xfrm>
              <a:off x="11044893" y="3768252"/>
              <a:ext cx="108775" cy="570833"/>
            </a:xfrm>
            <a:custGeom>
              <a:avLst/>
              <a:gdLst>
                <a:gd name="connsiteX0" fmla="*/ 74009 w 108775"/>
                <a:gd name="connsiteY0" fmla="*/ 0 h 570833"/>
                <a:gd name="connsiteX1" fmla="*/ 108775 w 108775"/>
                <a:gd name="connsiteY1" fmla="*/ 210407 h 570833"/>
                <a:gd name="connsiteX2" fmla="*/ 0 w 108775"/>
                <a:gd name="connsiteY2" fmla="*/ 570833 h 570833"/>
              </a:gdLst>
              <a:ahLst/>
              <a:cxnLst>
                <a:cxn ang="0">
                  <a:pos x="connsiteX0" y="connsiteY0"/>
                </a:cxn>
                <a:cxn ang="0">
                  <a:pos x="connsiteX1" y="connsiteY1"/>
                </a:cxn>
                <a:cxn ang="0">
                  <a:pos x="connsiteX2" y="connsiteY2"/>
                </a:cxn>
              </a:cxnLst>
              <a:rect l="l" t="t" r="r" b="b"/>
              <a:pathLst>
                <a:path w="108775" h="570833">
                  <a:moveTo>
                    <a:pt x="74009" y="0"/>
                  </a:moveTo>
                  <a:cubicBezTo>
                    <a:pt x="96488" y="66008"/>
                    <a:pt x="108775" y="136779"/>
                    <a:pt x="108775" y="210407"/>
                  </a:cubicBezTo>
                  <a:cubicBezTo>
                    <a:pt x="108775" y="343757"/>
                    <a:pt x="68675" y="467678"/>
                    <a:pt x="0" y="570833"/>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42">
              <a:extLst>
                <a:ext uri="{FF2B5EF4-FFF2-40B4-BE49-F238E27FC236}">
                  <a16:creationId xmlns:a16="http://schemas.microsoft.com/office/drawing/2014/main" id="{0B6634BC-527A-6A2D-8606-B17284BA77AC}"/>
                </a:ext>
              </a:extLst>
            </p:cNvPr>
            <p:cNvSpPr/>
            <p:nvPr/>
          </p:nvSpPr>
          <p:spPr>
            <a:xfrm>
              <a:off x="10622268" y="3612804"/>
              <a:ext cx="71437" cy="269843"/>
            </a:xfrm>
            <a:custGeom>
              <a:avLst/>
              <a:gdLst>
                <a:gd name="connsiteX0" fmla="*/ 0 w 71437"/>
                <a:gd name="connsiteY0" fmla="*/ 269843 h 269843"/>
                <a:gd name="connsiteX1" fmla="*/ 71438 w 71437"/>
                <a:gd name="connsiteY1" fmla="*/ 0 h 269843"/>
              </a:gdLst>
              <a:ahLst/>
              <a:cxnLst>
                <a:cxn ang="0">
                  <a:pos x="connsiteX0" y="connsiteY0"/>
                </a:cxn>
                <a:cxn ang="0">
                  <a:pos x="connsiteX1" y="connsiteY1"/>
                </a:cxn>
              </a:cxnLst>
              <a:rect l="l" t="t" r="r" b="b"/>
              <a:pathLst>
                <a:path w="71437" h="269843">
                  <a:moveTo>
                    <a:pt x="0" y="269843"/>
                  </a:moveTo>
                  <a:cubicBezTo>
                    <a:pt x="9049" y="178308"/>
                    <a:pt x="32576" y="87249"/>
                    <a:pt x="71438" y="0"/>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43">
              <a:extLst>
                <a:ext uri="{FF2B5EF4-FFF2-40B4-BE49-F238E27FC236}">
                  <a16:creationId xmlns:a16="http://schemas.microsoft.com/office/drawing/2014/main" id="{3BA90237-DD72-A077-E705-E7E9CBFE7EE2}"/>
                </a:ext>
              </a:extLst>
            </p:cNvPr>
            <p:cNvSpPr/>
            <p:nvPr/>
          </p:nvSpPr>
          <p:spPr>
            <a:xfrm>
              <a:off x="10618077" y="3978660"/>
              <a:ext cx="483679" cy="775906"/>
            </a:xfrm>
            <a:custGeom>
              <a:avLst/>
              <a:gdLst>
                <a:gd name="connsiteX0" fmla="*/ 483680 w 483679"/>
                <a:gd name="connsiteY0" fmla="*/ 775906 h 775906"/>
                <a:gd name="connsiteX1" fmla="*/ 422529 w 483679"/>
                <a:gd name="connsiteY1" fmla="*/ 741997 h 775906"/>
                <a:gd name="connsiteX2" fmla="*/ 0 w 483679"/>
                <a:gd name="connsiteY2" fmla="*/ 0 h 775906"/>
              </a:gdLst>
              <a:ahLst/>
              <a:cxnLst>
                <a:cxn ang="0">
                  <a:pos x="connsiteX0" y="connsiteY0"/>
                </a:cxn>
                <a:cxn ang="0">
                  <a:pos x="connsiteX1" y="connsiteY1"/>
                </a:cxn>
                <a:cxn ang="0">
                  <a:pos x="connsiteX2" y="connsiteY2"/>
                </a:cxn>
              </a:cxnLst>
              <a:rect l="l" t="t" r="r" b="b"/>
              <a:pathLst>
                <a:path w="483679" h="775906">
                  <a:moveTo>
                    <a:pt x="483680" y="775906"/>
                  </a:moveTo>
                  <a:cubicBezTo>
                    <a:pt x="463010" y="765524"/>
                    <a:pt x="442627" y="754189"/>
                    <a:pt x="422529" y="741997"/>
                  </a:cubicBezTo>
                  <a:cubicBezTo>
                    <a:pt x="153353" y="578358"/>
                    <a:pt x="3334" y="293370"/>
                    <a:pt x="0" y="0"/>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6" name="Freeform: Shape 47">
              <a:extLst>
                <a:ext uri="{FF2B5EF4-FFF2-40B4-BE49-F238E27FC236}">
                  <a16:creationId xmlns:a16="http://schemas.microsoft.com/office/drawing/2014/main" id="{FB456947-E020-1B5B-0C6F-9E403F73DA98}"/>
                </a:ext>
              </a:extLst>
            </p:cNvPr>
            <p:cNvSpPr/>
            <p:nvPr/>
          </p:nvSpPr>
          <p:spPr>
            <a:xfrm>
              <a:off x="10667036" y="3930082"/>
              <a:ext cx="690181" cy="360425"/>
            </a:xfrm>
            <a:custGeom>
              <a:avLst/>
              <a:gdLst>
                <a:gd name="connsiteX0" fmla="*/ 0 w 690181"/>
                <a:gd name="connsiteY0" fmla="*/ 0 h 360425"/>
                <a:gd name="connsiteX1" fmla="*/ 334518 w 690181"/>
                <a:gd name="connsiteY1" fmla="*/ 74581 h 360425"/>
                <a:gd name="connsiteX2" fmla="*/ 690181 w 690181"/>
                <a:gd name="connsiteY2" fmla="*/ 360426 h 360425"/>
              </a:gdLst>
              <a:ahLst/>
              <a:cxnLst>
                <a:cxn ang="0">
                  <a:pos x="connsiteX0" y="connsiteY0"/>
                </a:cxn>
                <a:cxn ang="0">
                  <a:pos x="connsiteX1" y="connsiteY1"/>
                </a:cxn>
                <a:cxn ang="0">
                  <a:pos x="connsiteX2" y="connsiteY2"/>
                </a:cxn>
              </a:cxnLst>
              <a:rect l="l" t="t" r="r" b="b"/>
              <a:pathLst>
                <a:path w="690181" h="360425">
                  <a:moveTo>
                    <a:pt x="0" y="0"/>
                  </a:moveTo>
                  <a:cubicBezTo>
                    <a:pt x="112109" y="2477"/>
                    <a:pt x="225552" y="26575"/>
                    <a:pt x="334518" y="74581"/>
                  </a:cubicBezTo>
                  <a:cubicBezTo>
                    <a:pt x="481489" y="139255"/>
                    <a:pt x="601885" y="239363"/>
                    <a:pt x="690181" y="360426"/>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48">
              <a:extLst>
                <a:ext uri="{FF2B5EF4-FFF2-40B4-BE49-F238E27FC236}">
                  <a16:creationId xmlns:a16="http://schemas.microsoft.com/office/drawing/2014/main" id="{700EB28D-2AB3-8DA0-490E-A5FE577AB5DB}"/>
                </a:ext>
              </a:extLst>
            </p:cNvPr>
            <p:cNvSpPr/>
            <p:nvPr/>
          </p:nvSpPr>
          <p:spPr>
            <a:xfrm>
              <a:off x="11125379" y="4603690"/>
              <a:ext cx="24669" cy="114776"/>
            </a:xfrm>
            <a:custGeom>
              <a:avLst/>
              <a:gdLst>
                <a:gd name="connsiteX0" fmla="*/ 0 w 24669"/>
                <a:gd name="connsiteY0" fmla="*/ 0 h 114776"/>
                <a:gd name="connsiteX1" fmla="*/ 24670 w 24669"/>
                <a:gd name="connsiteY1" fmla="*/ 114776 h 114776"/>
              </a:gdLst>
              <a:ahLst/>
              <a:cxnLst>
                <a:cxn ang="0">
                  <a:pos x="connsiteX0" y="connsiteY0"/>
                </a:cxn>
                <a:cxn ang="0">
                  <a:pos x="connsiteX1" y="connsiteY1"/>
                </a:cxn>
              </a:cxnLst>
              <a:rect l="l" t="t" r="r" b="b"/>
              <a:pathLst>
                <a:path w="24669" h="114776">
                  <a:moveTo>
                    <a:pt x="0" y="0"/>
                  </a:moveTo>
                  <a:cubicBezTo>
                    <a:pt x="7715" y="29242"/>
                    <a:pt x="17336" y="69913"/>
                    <a:pt x="24670" y="114776"/>
                  </a:cubicBez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49">
              <a:extLst>
                <a:ext uri="{FF2B5EF4-FFF2-40B4-BE49-F238E27FC236}">
                  <a16:creationId xmlns:a16="http://schemas.microsoft.com/office/drawing/2014/main" id="{916D1137-0452-9266-B7CF-45BF779BED16}"/>
                </a:ext>
              </a:extLst>
            </p:cNvPr>
            <p:cNvSpPr/>
            <p:nvPr/>
          </p:nvSpPr>
          <p:spPr>
            <a:xfrm>
              <a:off x="11049941" y="3670716"/>
              <a:ext cx="97536" cy="97536"/>
            </a:xfrm>
            <a:custGeom>
              <a:avLst/>
              <a:gdLst>
                <a:gd name="connsiteX0" fmla="*/ 97536 w 97536"/>
                <a:gd name="connsiteY0" fmla="*/ 48768 h 97536"/>
                <a:gd name="connsiteX1" fmla="*/ 48768 w 97536"/>
                <a:gd name="connsiteY1" fmla="*/ 97536 h 97536"/>
                <a:gd name="connsiteX2" fmla="*/ 0 w 97536"/>
                <a:gd name="connsiteY2" fmla="*/ 48768 h 97536"/>
                <a:gd name="connsiteX3" fmla="*/ 48768 w 97536"/>
                <a:gd name="connsiteY3" fmla="*/ 0 h 97536"/>
                <a:gd name="connsiteX4" fmla="*/ 97536 w 97536"/>
                <a:gd name="connsiteY4" fmla="*/ 48768 h 97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36" h="97536">
                  <a:moveTo>
                    <a:pt x="97536" y="48768"/>
                  </a:moveTo>
                  <a:cubicBezTo>
                    <a:pt x="97536" y="75702"/>
                    <a:pt x="75702" y="97536"/>
                    <a:pt x="48768" y="97536"/>
                  </a:cubicBezTo>
                  <a:cubicBezTo>
                    <a:pt x="21834" y="97536"/>
                    <a:pt x="0" y="75702"/>
                    <a:pt x="0" y="48768"/>
                  </a:cubicBezTo>
                  <a:cubicBezTo>
                    <a:pt x="0" y="21834"/>
                    <a:pt x="21834" y="0"/>
                    <a:pt x="48768" y="0"/>
                  </a:cubicBezTo>
                  <a:cubicBezTo>
                    <a:pt x="75702" y="0"/>
                    <a:pt x="97536" y="21834"/>
                    <a:pt x="97536" y="48768"/>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50">
              <a:extLst>
                <a:ext uri="{FF2B5EF4-FFF2-40B4-BE49-F238E27FC236}">
                  <a16:creationId xmlns:a16="http://schemas.microsoft.com/office/drawing/2014/main" id="{ABAACD18-2AB1-C5EA-A1BC-684547FBF7A5}"/>
                </a:ext>
              </a:extLst>
            </p:cNvPr>
            <p:cNvSpPr/>
            <p:nvPr/>
          </p:nvSpPr>
          <p:spPr>
            <a:xfrm>
              <a:off x="10965645" y="4335466"/>
              <a:ext cx="89916" cy="89916"/>
            </a:xfrm>
            <a:custGeom>
              <a:avLst/>
              <a:gdLst>
                <a:gd name="connsiteX0" fmla="*/ 89916 w 89916"/>
                <a:gd name="connsiteY0" fmla="*/ 44958 h 89916"/>
                <a:gd name="connsiteX1" fmla="*/ 44958 w 89916"/>
                <a:gd name="connsiteY1" fmla="*/ 89916 h 89916"/>
                <a:gd name="connsiteX2" fmla="*/ 0 w 89916"/>
                <a:gd name="connsiteY2" fmla="*/ 44958 h 89916"/>
                <a:gd name="connsiteX3" fmla="*/ 44958 w 89916"/>
                <a:gd name="connsiteY3" fmla="*/ 0 h 89916"/>
                <a:gd name="connsiteX4" fmla="*/ 89916 w 89916"/>
                <a:gd name="connsiteY4" fmla="*/ 44958 h 89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16" h="89916">
                  <a:moveTo>
                    <a:pt x="89916" y="44958"/>
                  </a:moveTo>
                  <a:cubicBezTo>
                    <a:pt x="89916" y="69788"/>
                    <a:pt x="69788" y="89916"/>
                    <a:pt x="44958" y="89916"/>
                  </a:cubicBezTo>
                  <a:cubicBezTo>
                    <a:pt x="20128" y="89916"/>
                    <a:pt x="0" y="69788"/>
                    <a:pt x="0" y="44958"/>
                  </a:cubicBezTo>
                  <a:cubicBezTo>
                    <a:pt x="0" y="20128"/>
                    <a:pt x="20128" y="0"/>
                    <a:pt x="44958" y="0"/>
                  </a:cubicBezTo>
                  <a:cubicBezTo>
                    <a:pt x="69788" y="0"/>
                    <a:pt x="89916" y="20128"/>
                    <a:pt x="89916" y="44958"/>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0" name="Freeform: Shape 51">
              <a:extLst>
                <a:ext uri="{FF2B5EF4-FFF2-40B4-BE49-F238E27FC236}">
                  <a16:creationId xmlns:a16="http://schemas.microsoft.com/office/drawing/2014/main" id="{53EFAD49-B9A6-05BE-6BA1-960B02614AF1}"/>
                </a:ext>
              </a:extLst>
            </p:cNvPr>
            <p:cNvSpPr/>
            <p:nvPr/>
          </p:nvSpPr>
          <p:spPr>
            <a:xfrm>
              <a:off x="10436055" y="4577496"/>
              <a:ext cx="100202" cy="100202"/>
            </a:xfrm>
            <a:custGeom>
              <a:avLst/>
              <a:gdLst>
                <a:gd name="connsiteX0" fmla="*/ 100203 w 100202"/>
                <a:gd name="connsiteY0" fmla="*/ 50102 h 100202"/>
                <a:gd name="connsiteX1" fmla="*/ 50101 w 100202"/>
                <a:gd name="connsiteY1" fmla="*/ 100203 h 100202"/>
                <a:gd name="connsiteX2" fmla="*/ 0 w 100202"/>
                <a:gd name="connsiteY2" fmla="*/ 50102 h 100202"/>
                <a:gd name="connsiteX3" fmla="*/ 50101 w 100202"/>
                <a:gd name="connsiteY3" fmla="*/ 0 h 100202"/>
                <a:gd name="connsiteX4" fmla="*/ 100203 w 100202"/>
                <a:gd name="connsiteY4" fmla="*/ 50102 h 100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02" h="100202">
                  <a:moveTo>
                    <a:pt x="100203" y="50102"/>
                  </a:moveTo>
                  <a:cubicBezTo>
                    <a:pt x="100203" y="77772"/>
                    <a:pt x="77772" y="100203"/>
                    <a:pt x="50101" y="100203"/>
                  </a:cubicBezTo>
                  <a:cubicBezTo>
                    <a:pt x="22431" y="100203"/>
                    <a:pt x="0" y="77772"/>
                    <a:pt x="0" y="50102"/>
                  </a:cubicBezTo>
                  <a:cubicBezTo>
                    <a:pt x="0" y="22431"/>
                    <a:pt x="22431" y="0"/>
                    <a:pt x="50101" y="0"/>
                  </a:cubicBezTo>
                  <a:cubicBezTo>
                    <a:pt x="77772" y="0"/>
                    <a:pt x="100203" y="22431"/>
                    <a:pt x="100203" y="50102"/>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1" name="Freeform: Shape 52">
              <a:extLst>
                <a:ext uri="{FF2B5EF4-FFF2-40B4-BE49-F238E27FC236}">
                  <a16:creationId xmlns:a16="http://schemas.microsoft.com/office/drawing/2014/main" id="{B962446A-2245-BEE9-D8F6-E8A7E4349718}"/>
                </a:ext>
              </a:extLst>
            </p:cNvPr>
            <p:cNvSpPr/>
            <p:nvPr/>
          </p:nvSpPr>
          <p:spPr>
            <a:xfrm>
              <a:off x="10559118" y="3882647"/>
              <a:ext cx="96012" cy="96012"/>
            </a:xfrm>
            <a:custGeom>
              <a:avLst/>
              <a:gdLst>
                <a:gd name="connsiteX0" fmla="*/ 96012 w 96012"/>
                <a:gd name="connsiteY0" fmla="*/ 48006 h 96012"/>
                <a:gd name="connsiteX1" fmla="*/ 48006 w 96012"/>
                <a:gd name="connsiteY1" fmla="*/ 96012 h 96012"/>
                <a:gd name="connsiteX2" fmla="*/ 0 w 96012"/>
                <a:gd name="connsiteY2" fmla="*/ 48006 h 96012"/>
                <a:gd name="connsiteX3" fmla="*/ 48006 w 96012"/>
                <a:gd name="connsiteY3" fmla="*/ 0 h 96012"/>
                <a:gd name="connsiteX4" fmla="*/ 96012 w 96012"/>
                <a:gd name="connsiteY4" fmla="*/ 48006 h 96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2" h="96012">
                  <a:moveTo>
                    <a:pt x="96012" y="48006"/>
                  </a:moveTo>
                  <a:cubicBezTo>
                    <a:pt x="96012" y="74519"/>
                    <a:pt x="74519" y="96012"/>
                    <a:pt x="48006" y="96012"/>
                  </a:cubicBezTo>
                  <a:cubicBezTo>
                    <a:pt x="21493" y="96012"/>
                    <a:pt x="0" y="74519"/>
                    <a:pt x="0" y="48006"/>
                  </a:cubicBezTo>
                  <a:cubicBezTo>
                    <a:pt x="0" y="21493"/>
                    <a:pt x="21493" y="0"/>
                    <a:pt x="48006" y="0"/>
                  </a:cubicBezTo>
                  <a:cubicBezTo>
                    <a:pt x="74519" y="0"/>
                    <a:pt x="96012" y="21493"/>
                    <a:pt x="96012" y="4800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53">
              <a:extLst>
                <a:ext uri="{FF2B5EF4-FFF2-40B4-BE49-F238E27FC236}">
                  <a16:creationId xmlns:a16="http://schemas.microsoft.com/office/drawing/2014/main" id="{FE67D60E-087C-C99E-E231-577A5FF7755A}"/>
                </a:ext>
              </a:extLst>
            </p:cNvPr>
            <p:cNvSpPr/>
            <p:nvPr/>
          </p:nvSpPr>
          <p:spPr>
            <a:xfrm>
              <a:off x="11340072" y="4290508"/>
              <a:ext cx="97345" cy="97345"/>
            </a:xfrm>
            <a:custGeom>
              <a:avLst/>
              <a:gdLst>
                <a:gd name="connsiteX0" fmla="*/ 97346 w 97345"/>
                <a:gd name="connsiteY0" fmla="*/ 48673 h 97345"/>
                <a:gd name="connsiteX1" fmla="*/ 48673 w 97345"/>
                <a:gd name="connsiteY1" fmla="*/ 97345 h 97345"/>
                <a:gd name="connsiteX2" fmla="*/ 0 w 97345"/>
                <a:gd name="connsiteY2" fmla="*/ 48673 h 97345"/>
                <a:gd name="connsiteX3" fmla="*/ 48673 w 97345"/>
                <a:gd name="connsiteY3" fmla="*/ 0 h 97345"/>
                <a:gd name="connsiteX4" fmla="*/ 97346 w 97345"/>
                <a:gd name="connsiteY4" fmla="*/ 48673 h 97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45" h="97345">
                  <a:moveTo>
                    <a:pt x="97346" y="48673"/>
                  </a:moveTo>
                  <a:cubicBezTo>
                    <a:pt x="97346" y="75554"/>
                    <a:pt x="75554" y="97345"/>
                    <a:pt x="48673" y="97345"/>
                  </a:cubicBezTo>
                  <a:cubicBezTo>
                    <a:pt x="21792" y="97345"/>
                    <a:pt x="0" y="75554"/>
                    <a:pt x="0" y="48673"/>
                  </a:cubicBezTo>
                  <a:cubicBezTo>
                    <a:pt x="0" y="21792"/>
                    <a:pt x="21792" y="0"/>
                    <a:pt x="48673" y="0"/>
                  </a:cubicBezTo>
                  <a:cubicBezTo>
                    <a:pt x="75554" y="0"/>
                    <a:pt x="97346" y="21792"/>
                    <a:pt x="97346" y="48673"/>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54">
              <a:extLst>
                <a:ext uri="{FF2B5EF4-FFF2-40B4-BE49-F238E27FC236}">
                  <a16:creationId xmlns:a16="http://schemas.microsoft.com/office/drawing/2014/main" id="{08DFEF8A-AEE3-0105-BE4D-0880FA207EF2}"/>
                </a:ext>
              </a:extLst>
            </p:cNvPr>
            <p:cNvSpPr/>
            <p:nvPr/>
          </p:nvSpPr>
          <p:spPr>
            <a:xfrm>
              <a:off x="10028194" y="4083625"/>
              <a:ext cx="119634" cy="119633"/>
            </a:xfrm>
            <a:custGeom>
              <a:avLst/>
              <a:gdLst>
                <a:gd name="connsiteX0" fmla="*/ 119634 w 119634"/>
                <a:gd name="connsiteY0" fmla="*/ 59817 h 119633"/>
                <a:gd name="connsiteX1" fmla="*/ 59817 w 119634"/>
                <a:gd name="connsiteY1" fmla="*/ 119634 h 119633"/>
                <a:gd name="connsiteX2" fmla="*/ 0 w 119634"/>
                <a:gd name="connsiteY2" fmla="*/ 59817 h 119633"/>
                <a:gd name="connsiteX3" fmla="*/ 59817 w 119634"/>
                <a:gd name="connsiteY3" fmla="*/ 0 h 119633"/>
                <a:gd name="connsiteX4" fmla="*/ 119634 w 119634"/>
                <a:gd name="connsiteY4" fmla="*/ 59817 h 119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34" h="119633">
                  <a:moveTo>
                    <a:pt x="119634" y="59817"/>
                  </a:moveTo>
                  <a:cubicBezTo>
                    <a:pt x="119634" y="92853"/>
                    <a:pt x="92853" y="119634"/>
                    <a:pt x="59817" y="119634"/>
                  </a:cubicBezTo>
                  <a:cubicBezTo>
                    <a:pt x="26781" y="119634"/>
                    <a:pt x="0" y="92853"/>
                    <a:pt x="0" y="59817"/>
                  </a:cubicBezTo>
                  <a:cubicBezTo>
                    <a:pt x="0" y="26781"/>
                    <a:pt x="26781" y="0"/>
                    <a:pt x="59817" y="0"/>
                  </a:cubicBezTo>
                  <a:cubicBezTo>
                    <a:pt x="92853" y="0"/>
                    <a:pt x="119634" y="26781"/>
                    <a:pt x="119634" y="598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55">
              <a:extLst>
                <a:ext uri="{FF2B5EF4-FFF2-40B4-BE49-F238E27FC236}">
                  <a16:creationId xmlns:a16="http://schemas.microsoft.com/office/drawing/2014/main" id="{7F5EB2DD-ADE6-A1C7-8F57-24C7AB343C5C}"/>
                </a:ext>
              </a:extLst>
            </p:cNvPr>
            <p:cNvSpPr/>
            <p:nvPr/>
          </p:nvSpPr>
          <p:spPr>
            <a:xfrm>
              <a:off x="10397288" y="4013140"/>
              <a:ext cx="77533" cy="77533"/>
            </a:xfrm>
            <a:custGeom>
              <a:avLst/>
              <a:gdLst>
                <a:gd name="connsiteX0" fmla="*/ 77534 w 77533"/>
                <a:gd name="connsiteY0" fmla="*/ 38767 h 77533"/>
                <a:gd name="connsiteX1" fmla="*/ 38767 w 77533"/>
                <a:gd name="connsiteY1" fmla="*/ 77534 h 77533"/>
                <a:gd name="connsiteX2" fmla="*/ 0 w 77533"/>
                <a:gd name="connsiteY2" fmla="*/ 38767 h 77533"/>
                <a:gd name="connsiteX3" fmla="*/ 38767 w 77533"/>
                <a:gd name="connsiteY3" fmla="*/ 0 h 77533"/>
                <a:gd name="connsiteX4" fmla="*/ 77534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4" y="38767"/>
                  </a:moveTo>
                  <a:cubicBezTo>
                    <a:pt x="77534" y="60177"/>
                    <a:pt x="60177" y="77534"/>
                    <a:pt x="38767" y="77534"/>
                  </a:cubicBezTo>
                  <a:cubicBezTo>
                    <a:pt x="17356" y="77534"/>
                    <a:pt x="0" y="60177"/>
                    <a:pt x="0" y="38767"/>
                  </a:cubicBezTo>
                  <a:cubicBezTo>
                    <a:pt x="0" y="17356"/>
                    <a:pt x="17356" y="0"/>
                    <a:pt x="38767" y="0"/>
                  </a:cubicBezTo>
                  <a:cubicBezTo>
                    <a:pt x="60177" y="0"/>
                    <a:pt x="77534" y="17356"/>
                    <a:pt x="77534" y="3876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56">
              <a:extLst>
                <a:ext uri="{FF2B5EF4-FFF2-40B4-BE49-F238E27FC236}">
                  <a16:creationId xmlns:a16="http://schemas.microsoft.com/office/drawing/2014/main" id="{1A79F5DE-5E61-BEB1-A679-992A464C5C51}"/>
                </a:ext>
              </a:extLst>
            </p:cNvPr>
            <p:cNvSpPr/>
            <p:nvPr/>
          </p:nvSpPr>
          <p:spPr>
            <a:xfrm>
              <a:off x="11073468" y="4519013"/>
              <a:ext cx="77533" cy="77533"/>
            </a:xfrm>
            <a:custGeom>
              <a:avLst/>
              <a:gdLst>
                <a:gd name="connsiteX0" fmla="*/ 77533 w 77533"/>
                <a:gd name="connsiteY0" fmla="*/ 38767 h 77533"/>
                <a:gd name="connsiteX1" fmla="*/ 38767 w 77533"/>
                <a:gd name="connsiteY1" fmla="*/ 77533 h 77533"/>
                <a:gd name="connsiteX2" fmla="*/ 0 w 77533"/>
                <a:gd name="connsiteY2" fmla="*/ 38767 h 77533"/>
                <a:gd name="connsiteX3" fmla="*/ 38767 w 77533"/>
                <a:gd name="connsiteY3" fmla="*/ 0 h 77533"/>
                <a:gd name="connsiteX4" fmla="*/ 77533 w 77533"/>
                <a:gd name="connsiteY4" fmla="*/ 38767 h 77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33" h="77533">
                  <a:moveTo>
                    <a:pt x="77533" y="38767"/>
                  </a:moveTo>
                  <a:cubicBezTo>
                    <a:pt x="77533" y="60177"/>
                    <a:pt x="60177" y="77533"/>
                    <a:pt x="38767" y="77533"/>
                  </a:cubicBezTo>
                  <a:cubicBezTo>
                    <a:pt x="17356" y="77533"/>
                    <a:pt x="0" y="60177"/>
                    <a:pt x="0" y="38767"/>
                  </a:cubicBezTo>
                  <a:cubicBezTo>
                    <a:pt x="0" y="17356"/>
                    <a:pt x="17356" y="0"/>
                    <a:pt x="38767" y="0"/>
                  </a:cubicBezTo>
                  <a:cubicBezTo>
                    <a:pt x="60177" y="0"/>
                    <a:pt x="77533" y="17356"/>
                    <a:pt x="77533" y="3876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6" name="Freeform: Shape 57">
              <a:extLst>
                <a:ext uri="{FF2B5EF4-FFF2-40B4-BE49-F238E27FC236}">
                  <a16:creationId xmlns:a16="http://schemas.microsoft.com/office/drawing/2014/main" id="{05362412-A7F7-2D87-CA3D-61105CE64ABF}"/>
                </a:ext>
              </a:extLst>
            </p:cNvPr>
            <p:cNvSpPr/>
            <p:nvPr/>
          </p:nvSpPr>
          <p:spPr>
            <a:xfrm>
              <a:off x="11097756" y="4724372"/>
              <a:ext cx="99441" cy="99441"/>
            </a:xfrm>
            <a:custGeom>
              <a:avLst/>
              <a:gdLst>
                <a:gd name="connsiteX0" fmla="*/ 99441 w 99441"/>
                <a:gd name="connsiteY0" fmla="*/ 49721 h 99441"/>
                <a:gd name="connsiteX1" fmla="*/ 49721 w 99441"/>
                <a:gd name="connsiteY1" fmla="*/ 99441 h 99441"/>
                <a:gd name="connsiteX2" fmla="*/ 0 w 99441"/>
                <a:gd name="connsiteY2" fmla="*/ 49721 h 99441"/>
                <a:gd name="connsiteX3" fmla="*/ 49721 w 99441"/>
                <a:gd name="connsiteY3" fmla="*/ 0 h 99441"/>
                <a:gd name="connsiteX4" fmla="*/ 99441 w 99441"/>
                <a:gd name="connsiteY4" fmla="*/ 49721 h 99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41" h="99441">
                  <a:moveTo>
                    <a:pt x="99441" y="49721"/>
                  </a:moveTo>
                  <a:cubicBezTo>
                    <a:pt x="99441" y="77181"/>
                    <a:pt x="77180" y="99441"/>
                    <a:pt x="49721" y="99441"/>
                  </a:cubicBezTo>
                  <a:cubicBezTo>
                    <a:pt x="22261" y="99441"/>
                    <a:pt x="0" y="77181"/>
                    <a:pt x="0" y="49721"/>
                  </a:cubicBezTo>
                  <a:cubicBezTo>
                    <a:pt x="0" y="22261"/>
                    <a:pt x="22261" y="0"/>
                    <a:pt x="49721" y="0"/>
                  </a:cubicBezTo>
                  <a:cubicBezTo>
                    <a:pt x="77180" y="0"/>
                    <a:pt x="99441" y="22261"/>
                    <a:pt x="99441" y="49721"/>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27" name="Graphic 133">
            <a:extLst>
              <a:ext uri="{FF2B5EF4-FFF2-40B4-BE49-F238E27FC236}">
                <a16:creationId xmlns:a16="http://schemas.microsoft.com/office/drawing/2014/main" id="{D5E80D70-DE0D-324B-E8CE-5F7A795EECE3}"/>
              </a:ext>
            </a:extLst>
          </p:cNvPr>
          <p:cNvGrpSpPr/>
          <p:nvPr userDrawn="1"/>
        </p:nvGrpSpPr>
        <p:grpSpPr>
          <a:xfrm>
            <a:off x="8808110" y="3846256"/>
            <a:ext cx="1402365" cy="926306"/>
            <a:chOff x="9582043" y="2686498"/>
            <a:chExt cx="1402365" cy="926306"/>
          </a:xfrm>
          <a:noFill/>
        </p:grpSpPr>
        <p:sp>
          <p:nvSpPr>
            <p:cNvPr id="28" name="Freeform: Shape 59">
              <a:extLst>
                <a:ext uri="{FF2B5EF4-FFF2-40B4-BE49-F238E27FC236}">
                  <a16:creationId xmlns:a16="http://schemas.microsoft.com/office/drawing/2014/main" id="{EFF8B6D8-599A-8297-F3CE-020060B5C744}"/>
                </a:ext>
              </a:extLst>
            </p:cNvPr>
            <p:cNvSpPr/>
            <p:nvPr/>
          </p:nvSpPr>
          <p:spPr>
            <a:xfrm>
              <a:off x="10526637" y="2686498"/>
              <a:ext cx="457771" cy="457771"/>
            </a:xfrm>
            <a:custGeom>
              <a:avLst/>
              <a:gdLst>
                <a:gd name="connsiteX0" fmla="*/ 457772 w 457771"/>
                <a:gd name="connsiteY0" fmla="*/ 228886 h 457771"/>
                <a:gd name="connsiteX1" fmla="*/ 228886 w 457771"/>
                <a:gd name="connsiteY1" fmla="*/ 457771 h 457771"/>
                <a:gd name="connsiteX2" fmla="*/ 0 w 457771"/>
                <a:gd name="connsiteY2" fmla="*/ 228886 h 457771"/>
                <a:gd name="connsiteX3" fmla="*/ 228886 w 457771"/>
                <a:gd name="connsiteY3" fmla="*/ 0 h 457771"/>
                <a:gd name="connsiteX4" fmla="*/ 457772 w 457771"/>
                <a:gd name="connsiteY4" fmla="*/ 228886 h 4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771" h="457771">
                  <a:moveTo>
                    <a:pt x="457772" y="228886"/>
                  </a:moveTo>
                  <a:cubicBezTo>
                    <a:pt x="457772" y="355296"/>
                    <a:pt x="355296" y="457771"/>
                    <a:pt x="228886" y="457771"/>
                  </a:cubicBezTo>
                  <a:cubicBezTo>
                    <a:pt x="102476" y="457771"/>
                    <a:pt x="0" y="355296"/>
                    <a:pt x="0" y="228886"/>
                  </a:cubicBezTo>
                  <a:cubicBezTo>
                    <a:pt x="0" y="102476"/>
                    <a:pt x="102476" y="0"/>
                    <a:pt x="228886" y="0"/>
                  </a:cubicBezTo>
                  <a:cubicBezTo>
                    <a:pt x="355296" y="0"/>
                    <a:pt x="457772" y="102476"/>
                    <a:pt x="457772" y="22888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9" name="Freeform: Shape 60">
              <a:extLst>
                <a:ext uri="{FF2B5EF4-FFF2-40B4-BE49-F238E27FC236}">
                  <a16:creationId xmlns:a16="http://schemas.microsoft.com/office/drawing/2014/main" id="{B57EC254-EF2B-6C04-85DA-6E74F97ED436}"/>
                </a:ext>
              </a:extLst>
            </p:cNvPr>
            <p:cNvSpPr/>
            <p:nvPr/>
          </p:nvSpPr>
          <p:spPr>
            <a:xfrm>
              <a:off x="9844552" y="2918146"/>
              <a:ext cx="779716" cy="9525"/>
            </a:xfrm>
            <a:custGeom>
              <a:avLst/>
              <a:gdLst>
                <a:gd name="connsiteX0" fmla="*/ 0 w 779716"/>
                <a:gd name="connsiteY0" fmla="*/ 0 h 9525"/>
                <a:gd name="connsiteX1" fmla="*/ 779717 w 779716"/>
                <a:gd name="connsiteY1" fmla="*/ 0 h 9525"/>
              </a:gdLst>
              <a:ahLst/>
              <a:cxnLst>
                <a:cxn ang="0">
                  <a:pos x="connsiteX0" y="connsiteY0"/>
                </a:cxn>
                <a:cxn ang="0">
                  <a:pos x="connsiteX1" y="connsiteY1"/>
                </a:cxn>
              </a:cxnLst>
              <a:rect l="l" t="t" r="r" b="b"/>
              <a:pathLst>
                <a:path w="779716" h="9525">
                  <a:moveTo>
                    <a:pt x="0" y="0"/>
                  </a:moveTo>
                  <a:lnTo>
                    <a:pt x="779717" y="0"/>
                  </a:lnTo>
                </a:path>
              </a:pathLst>
            </a:custGeom>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0" name="Freeform: Shape 61">
              <a:extLst>
                <a:ext uri="{FF2B5EF4-FFF2-40B4-BE49-F238E27FC236}">
                  <a16:creationId xmlns:a16="http://schemas.microsoft.com/office/drawing/2014/main" id="{1C63EA09-4CFB-8C63-DD66-F05467FDC002}"/>
                </a:ext>
              </a:extLst>
            </p:cNvPr>
            <p:cNvSpPr/>
            <p:nvPr/>
          </p:nvSpPr>
          <p:spPr>
            <a:xfrm>
              <a:off x="10624269" y="2786892"/>
              <a:ext cx="262508" cy="262508"/>
            </a:xfrm>
            <a:custGeom>
              <a:avLst/>
              <a:gdLst>
                <a:gd name="connsiteX0" fmla="*/ 262509 w 262508"/>
                <a:gd name="connsiteY0" fmla="*/ 131255 h 262508"/>
                <a:gd name="connsiteX1" fmla="*/ 131255 w 262508"/>
                <a:gd name="connsiteY1" fmla="*/ 262509 h 262508"/>
                <a:gd name="connsiteX2" fmla="*/ 0 w 262508"/>
                <a:gd name="connsiteY2" fmla="*/ 131255 h 262508"/>
                <a:gd name="connsiteX3" fmla="*/ 131255 w 262508"/>
                <a:gd name="connsiteY3" fmla="*/ 0 h 262508"/>
                <a:gd name="connsiteX4" fmla="*/ 262509 w 262508"/>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8" h="262508">
                  <a:moveTo>
                    <a:pt x="262509" y="131255"/>
                  </a:moveTo>
                  <a:cubicBezTo>
                    <a:pt x="262509" y="203744"/>
                    <a:pt x="203744" y="262509"/>
                    <a:pt x="131255" y="262509"/>
                  </a:cubicBezTo>
                  <a:cubicBezTo>
                    <a:pt x="58765" y="262509"/>
                    <a:pt x="0" y="203744"/>
                    <a:pt x="0" y="131255"/>
                  </a:cubicBezTo>
                  <a:cubicBezTo>
                    <a:pt x="0" y="58765"/>
                    <a:pt x="58765" y="0"/>
                    <a:pt x="131255" y="0"/>
                  </a:cubicBezTo>
                  <a:cubicBezTo>
                    <a:pt x="203744" y="0"/>
                    <a:pt x="262509" y="58765"/>
                    <a:pt x="262509" y="13125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1" name="Freeform: Shape 62">
              <a:extLst>
                <a:ext uri="{FF2B5EF4-FFF2-40B4-BE49-F238E27FC236}">
                  <a16:creationId xmlns:a16="http://schemas.microsoft.com/office/drawing/2014/main" id="{010C34D6-5506-DCAC-F3DB-E29523F9E7E4}"/>
                </a:ext>
              </a:extLst>
            </p:cNvPr>
            <p:cNvSpPr/>
            <p:nvPr/>
          </p:nvSpPr>
          <p:spPr>
            <a:xfrm>
              <a:off x="9582043" y="2786892"/>
              <a:ext cx="262509" cy="262508"/>
            </a:xfrm>
            <a:custGeom>
              <a:avLst/>
              <a:gdLst>
                <a:gd name="connsiteX0" fmla="*/ 262509 w 262509"/>
                <a:gd name="connsiteY0" fmla="*/ 131255 h 262508"/>
                <a:gd name="connsiteX1" fmla="*/ 131254 w 262509"/>
                <a:gd name="connsiteY1" fmla="*/ 262509 h 262508"/>
                <a:gd name="connsiteX2" fmla="*/ 0 w 262509"/>
                <a:gd name="connsiteY2" fmla="*/ 131255 h 262508"/>
                <a:gd name="connsiteX3" fmla="*/ 131254 w 262509"/>
                <a:gd name="connsiteY3" fmla="*/ 0 h 262508"/>
                <a:gd name="connsiteX4" fmla="*/ 262509 w 262509"/>
                <a:gd name="connsiteY4" fmla="*/ 131255 h 26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509" h="262508">
                  <a:moveTo>
                    <a:pt x="262509" y="131255"/>
                  </a:moveTo>
                  <a:cubicBezTo>
                    <a:pt x="262509" y="203744"/>
                    <a:pt x="203744" y="262509"/>
                    <a:pt x="131254" y="262509"/>
                  </a:cubicBezTo>
                  <a:cubicBezTo>
                    <a:pt x="58765" y="262509"/>
                    <a:pt x="0" y="203744"/>
                    <a:pt x="0" y="131255"/>
                  </a:cubicBezTo>
                  <a:cubicBezTo>
                    <a:pt x="0" y="58765"/>
                    <a:pt x="58765" y="0"/>
                    <a:pt x="131254" y="0"/>
                  </a:cubicBezTo>
                  <a:cubicBezTo>
                    <a:pt x="203744" y="0"/>
                    <a:pt x="262509" y="58765"/>
                    <a:pt x="262509" y="13125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191">
              <a:extLst>
                <a:ext uri="{FF2B5EF4-FFF2-40B4-BE49-F238E27FC236}">
                  <a16:creationId xmlns:a16="http://schemas.microsoft.com/office/drawing/2014/main" id="{A3C867D4-6456-24F9-F2AD-C21C181587A3}"/>
                </a:ext>
              </a:extLst>
            </p:cNvPr>
            <p:cNvSpPr/>
            <p:nvPr/>
          </p:nvSpPr>
          <p:spPr>
            <a:xfrm>
              <a:off x="10755523" y="3144270"/>
              <a:ext cx="9525" cy="468534"/>
            </a:xfrm>
            <a:custGeom>
              <a:avLst/>
              <a:gdLst>
                <a:gd name="connsiteX0" fmla="*/ 0 w 9525"/>
                <a:gd name="connsiteY0" fmla="*/ 0 h 468534"/>
                <a:gd name="connsiteX1" fmla="*/ 0 w 9525"/>
                <a:gd name="connsiteY1" fmla="*/ 468535 h 468534"/>
              </a:gdLst>
              <a:ahLst/>
              <a:cxnLst>
                <a:cxn ang="0">
                  <a:pos x="connsiteX0" y="connsiteY0"/>
                </a:cxn>
                <a:cxn ang="0">
                  <a:pos x="connsiteX1" y="connsiteY1"/>
                </a:cxn>
              </a:cxnLst>
              <a:rect l="l" t="t" r="r" b="b"/>
              <a:pathLst>
                <a:path w="9525" h="468534">
                  <a:moveTo>
                    <a:pt x="0" y="0"/>
                  </a:moveTo>
                  <a:lnTo>
                    <a:pt x="0" y="468535"/>
                  </a:lnTo>
                </a:path>
              </a:pathLst>
            </a:custGeom>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3" name="Graphic 133">
            <a:extLst>
              <a:ext uri="{FF2B5EF4-FFF2-40B4-BE49-F238E27FC236}">
                <a16:creationId xmlns:a16="http://schemas.microsoft.com/office/drawing/2014/main" id="{57831333-3178-1639-3480-08CCE736CAE1}"/>
              </a:ext>
            </a:extLst>
          </p:cNvPr>
          <p:cNvGrpSpPr/>
          <p:nvPr userDrawn="1"/>
        </p:nvGrpSpPr>
        <p:grpSpPr>
          <a:xfrm rot="5400000">
            <a:off x="6771789" y="816810"/>
            <a:ext cx="993032" cy="1949867"/>
            <a:chOff x="7819347" y="302010"/>
            <a:chExt cx="1311783" cy="2575750"/>
          </a:xfrm>
          <a:noFill/>
        </p:grpSpPr>
        <p:sp>
          <p:nvSpPr>
            <p:cNvPr id="34" name="Freeform: Shape 13">
              <a:extLst>
                <a:ext uri="{FF2B5EF4-FFF2-40B4-BE49-F238E27FC236}">
                  <a16:creationId xmlns:a16="http://schemas.microsoft.com/office/drawing/2014/main" id="{E605CA0F-727B-01C1-1381-7AE8642E5766}"/>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5" name="Freeform: Shape 14">
              <a:extLst>
                <a:ext uri="{FF2B5EF4-FFF2-40B4-BE49-F238E27FC236}">
                  <a16:creationId xmlns:a16="http://schemas.microsoft.com/office/drawing/2014/main" id="{BAAD02CB-CC71-132C-7BB2-C79ADC974FAC}"/>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6" name="Freeform: Shape 15">
              <a:extLst>
                <a:ext uri="{FF2B5EF4-FFF2-40B4-BE49-F238E27FC236}">
                  <a16:creationId xmlns:a16="http://schemas.microsoft.com/office/drawing/2014/main" id="{27657B4B-656E-BF09-A201-59B8F6E2BE7C}"/>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16">
              <a:extLst>
                <a:ext uri="{FF2B5EF4-FFF2-40B4-BE49-F238E27FC236}">
                  <a16:creationId xmlns:a16="http://schemas.microsoft.com/office/drawing/2014/main" id="{AD313456-B77A-E666-1556-D29D22A2363F}"/>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8" name="Freeform: Shape 17">
              <a:extLst>
                <a:ext uri="{FF2B5EF4-FFF2-40B4-BE49-F238E27FC236}">
                  <a16:creationId xmlns:a16="http://schemas.microsoft.com/office/drawing/2014/main" id="{C2C5B237-6986-5A5A-4C4A-766D9915D73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Graphic 143">
            <a:extLst>
              <a:ext uri="{FF2B5EF4-FFF2-40B4-BE49-F238E27FC236}">
                <a16:creationId xmlns:a16="http://schemas.microsoft.com/office/drawing/2014/main" id="{5BCB9577-FCDE-83FA-0774-76FBC2390276}"/>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3">
              <a:alpha val="13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40" name="Graphic 39">
            <a:extLst>
              <a:ext uri="{FF2B5EF4-FFF2-40B4-BE49-F238E27FC236}">
                <a16:creationId xmlns:a16="http://schemas.microsoft.com/office/drawing/2014/main" id="{3EDF18DC-E283-4A14-6874-DA3635B82B7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41" name="Graphic 133">
            <a:extLst>
              <a:ext uri="{FF2B5EF4-FFF2-40B4-BE49-F238E27FC236}">
                <a16:creationId xmlns:a16="http://schemas.microsoft.com/office/drawing/2014/main" id="{49C6E3E8-DE97-079B-0620-5A9FBD7690E5}"/>
              </a:ext>
            </a:extLst>
          </p:cNvPr>
          <p:cNvGrpSpPr/>
          <p:nvPr userDrawn="1"/>
        </p:nvGrpSpPr>
        <p:grpSpPr>
          <a:xfrm rot="16200000" flipV="1">
            <a:off x="5423366" y="2833875"/>
            <a:ext cx="747561" cy="1467873"/>
            <a:chOff x="7819347" y="302010"/>
            <a:chExt cx="1311783" cy="2575750"/>
          </a:xfrm>
          <a:noFill/>
        </p:grpSpPr>
        <p:sp>
          <p:nvSpPr>
            <p:cNvPr id="42" name="Freeform: Shape 232">
              <a:extLst>
                <a:ext uri="{FF2B5EF4-FFF2-40B4-BE49-F238E27FC236}">
                  <a16:creationId xmlns:a16="http://schemas.microsoft.com/office/drawing/2014/main" id="{BC301553-8513-C09B-DD44-F27A6E4BE9DB}"/>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233">
              <a:extLst>
                <a:ext uri="{FF2B5EF4-FFF2-40B4-BE49-F238E27FC236}">
                  <a16:creationId xmlns:a16="http://schemas.microsoft.com/office/drawing/2014/main" id="{A370375C-608D-2627-9D85-F6F5C9EE8AA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234">
              <a:extLst>
                <a:ext uri="{FF2B5EF4-FFF2-40B4-BE49-F238E27FC236}">
                  <a16:creationId xmlns:a16="http://schemas.microsoft.com/office/drawing/2014/main" id="{B13EC1B2-6B31-0889-33FA-F4F91F0BDD63}"/>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Freeform: Shape 235">
              <a:extLst>
                <a:ext uri="{FF2B5EF4-FFF2-40B4-BE49-F238E27FC236}">
                  <a16:creationId xmlns:a16="http://schemas.microsoft.com/office/drawing/2014/main" id="{4A924F82-25CF-1CA0-09E5-3981A64BB9BB}"/>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236">
              <a:extLst>
                <a:ext uri="{FF2B5EF4-FFF2-40B4-BE49-F238E27FC236}">
                  <a16:creationId xmlns:a16="http://schemas.microsoft.com/office/drawing/2014/main" id="{DFB5331F-4943-07C6-E310-EC8942CD6972}"/>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7" name="Freeform: Shape 265">
            <a:extLst>
              <a:ext uri="{FF2B5EF4-FFF2-40B4-BE49-F238E27FC236}">
                <a16:creationId xmlns:a16="http://schemas.microsoft.com/office/drawing/2014/main" id="{7FD3BE2C-4460-A681-1A36-C4893BE7C608}"/>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8" name="Freeform: Shape 269">
            <a:extLst>
              <a:ext uri="{FF2B5EF4-FFF2-40B4-BE49-F238E27FC236}">
                <a16:creationId xmlns:a16="http://schemas.microsoft.com/office/drawing/2014/main" id="{63C9B041-CF4B-C9B7-45A3-CAAD6FF541CC}"/>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285">
            <a:extLst>
              <a:ext uri="{FF2B5EF4-FFF2-40B4-BE49-F238E27FC236}">
                <a16:creationId xmlns:a16="http://schemas.microsoft.com/office/drawing/2014/main" id="{BCAD775B-D002-22D8-9A30-65715F4974E2}"/>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Freeform: Shape 286">
            <a:extLst>
              <a:ext uri="{FF2B5EF4-FFF2-40B4-BE49-F238E27FC236}">
                <a16:creationId xmlns:a16="http://schemas.microsoft.com/office/drawing/2014/main" id="{69BAEC5C-3581-1D6E-3D8D-5D651412E0CC}"/>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Oval 50">
            <a:extLst>
              <a:ext uri="{FF2B5EF4-FFF2-40B4-BE49-F238E27FC236}">
                <a16:creationId xmlns:a16="http://schemas.microsoft.com/office/drawing/2014/main" id="{9AAEF64A-351B-6ED3-7D6B-D41E9C2D5738}"/>
              </a:ext>
            </a:extLst>
          </p:cNvPr>
          <p:cNvSpPr/>
          <p:nvPr userDrawn="1"/>
        </p:nvSpPr>
        <p:spPr>
          <a:xfrm flipV="1">
            <a:off x="6354876" y="1852997"/>
            <a:ext cx="3152006" cy="3152006"/>
          </a:xfrm>
          <a:prstGeom prst="ellipse">
            <a:avLst/>
          </a:prstGeom>
          <a:solidFill>
            <a:schemeClr val="bg1"/>
          </a:solidFill>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2" name="Freeform: Shape 298">
            <a:extLst>
              <a:ext uri="{FF2B5EF4-FFF2-40B4-BE49-F238E27FC236}">
                <a16:creationId xmlns:a16="http://schemas.microsoft.com/office/drawing/2014/main" id="{DC1319E1-72A5-F059-9339-E2B002713FBC}"/>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53" name="Graphic 133">
            <a:extLst>
              <a:ext uri="{FF2B5EF4-FFF2-40B4-BE49-F238E27FC236}">
                <a16:creationId xmlns:a16="http://schemas.microsoft.com/office/drawing/2014/main" id="{525A32AC-66C7-1A3E-B6F4-A653362CE9F0}"/>
              </a:ext>
            </a:extLst>
          </p:cNvPr>
          <p:cNvGrpSpPr/>
          <p:nvPr userDrawn="1"/>
        </p:nvGrpSpPr>
        <p:grpSpPr>
          <a:xfrm>
            <a:off x="10600833" y="1243459"/>
            <a:ext cx="845544" cy="920851"/>
            <a:chOff x="8799755" y="943899"/>
            <a:chExt cx="839533" cy="914304"/>
          </a:xfrm>
          <a:noFill/>
        </p:grpSpPr>
        <p:sp>
          <p:nvSpPr>
            <p:cNvPr id="54" name="Freeform: Shape 8">
              <a:extLst>
                <a:ext uri="{FF2B5EF4-FFF2-40B4-BE49-F238E27FC236}">
                  <a16:creationId xmlns:a16="http://schemas.microsoft.com/office/drawing/2014/main" id="{CA87B19F-A191-9D33-36CA-BF7B621C1DEF}"/>
                </a:ext>
              </a:extLst>
            </p:cNvPr>
            <p:cNvSpPr/>
            <p:nvPr/>
          </p:nvSpPr>
          <p:spPr>
            <a:xfrm>
              <a:off x="8799755" y="943899"/>
              <a:ext cx="839533" cy="914304"/>
            </a:xfrm>
            <a:custGeom>
              <a:avLst/>
              <a:gdLst>
                <a:gd name="connsiteX0" fmla="*/ 419767 w 839533"/>
                <a:gd name="connsiteY0" fmla="*/ 914305 h 914304"/>
                <a:gd name="connsiteX1" fmla="*/ 415576 w 839533"/>
                <a:gd name="connsiteY1" fmla="*/ 913638 h 914304"/>
                <a:gd name="connsiteX2" fmla="*/ 0 w 839533"/>
                <a:gd name="connsiteY2" fmla="*/ 345281 h 914304"/>
                <a:gd name="connsiteX3" fmla="*/ 0 w 839533"/>
                <a:gd name="connsiteY3" fmla="*/ 13906 h 914304"/>
                <a:gd name="connsiteX4" fmla="*/ 13906 w 839533"/>
                <a:gd name="connsiteY4" fmla="*/ 0 h 914304"/>
                <a:gd name="connsiteX5" fmla="*/ 825627 w 839533"/>
                <a:gd name="connsiteY5" fmla="*/ 0 h 914304"/>
                <a:gd name="connsiteX6" fmla="*/ 839534 w 839533"/>
                <a:gd name="connsiteY6" fmla="*/ 13906 h 914304"/>
                <a:gd name="connsiteX7" fmla="*/ 839534 w 839533"/>
                <a:gd name="connsiteY7" fmla="*/ 345281 h 914304"/>
                <a:gd name="connsiteX8" fmla="*/ 424053 w 839533"/>
                <a:gd name="connsiteY8" fmla="*/ 913638 h 914304"/>
                <a:gd name="connsiteX9" fmla="*/ 419862 w 839533"/>
                <a:gd name="connsiteY9" fmla="*/ 914305 h 91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9533" h="914304">
                  <a:moveTo>
                    <a:pt x="419767" y="914305"/>
                  </a:moveTo>
                  <a:cubicBezTo>
                    <a:pt x="418338" y="914305"/>
                    <a:pt x="416909" y="914114"/>
                    <a:pt x="415576" y="913638"/>
                  </a:cubicBezTo>
                  <a:cubicBezTo>
                    <a:pt x="167069" y="834676"/>
                    <a:pt x="0" y="606266"/>
                    <a:pt x="0" y="345281"/>
                  </a:cubicBezTo>
                  <a:lnTo>
                    <a:pt x="0" y="13906"/>
                  </a:lnTo>
                  <a:cubicBezTo>
                    <a:pt x="0" y="6191"/>
                    <a:pt x="6191" y="0"/>
                    <a:pt x="13906" y="0"/>
                  </a:cubicBezTo>
                  <a:lnTo>
                    <a:pt x="825627" y="0"/>
                  </a:lnTo>
                  <a:cubicBezTo>
                    <a:pt x="833342" y="0"/>
                    <a:pt x="839534" y="6191"/>
                    <a:pt x="839534" y="13906"/>
                  </a:cubicBezTo>
                  <a:lnTo>
                    <a:pt x="839534" y="345281"/>
                  </a:lnTo>
                  <a:cubicBezTo>
                    <a:pt x="839534" y="606266"/>
                    <a:pt x="672560" y="834676"/>
                    <a:pt x="424053" y="913638"/>
                  </a:cubicBezTo>
                  <a:cubicBezTo>
                    <a:pt x="422624" y="914114"/>
                    <a:pt x="421195" y="914305"/>
                    <a:pt x="419862" y="914305"/>
                  </a:cubicBezTo>
                  <a:close/>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5" name="Freeform: Shape 10">
              <a:extLst>
                <a:ext uri="{FF2B5EF4-FFF2-40B4-BE49-F238E27FC236}">
                  <a16:creationId xmlns:a16="http://schemas.microsoft.com/office/drawing/2014/main" id="{49C8AC2B-1835-04AE-1B3D-0DD84D351FE8}"/>
                </a:ext>
              </a:extLst>
            </p:cNvPr>
            <p:cNvSpPr/>
            <p:nvPr/>
          </p:nvSpPr>
          <p:spPr>
            <a:xfrm>
              <a:off x="9223713" y="943899"/>
              <a:ext cx="9525" cy="913638"/>
            </a:xfrm>
            <a:custGeom>
              <a:avLst/>
              <a:gdLst>
                <a:gd name="connsiteX0" fmla="*/ 0 w 9525"/>
                <a:gd name="connsiteY0" fmla="*/ 913638 h 913638"/>
                <a:gd name="connsiteX1" fmla="*/ 0 w 9525"/>
                <a:gd name="connsiteY1" fmla="*/ 0 h 913638"/>
              </a:gdLst>
              <a:ahLst/>
              <a:cxnLst>
                <a:cxn ang="0">
                  <a:pos x="connsiteX0" y="connsiteY0"/>
                </a:cxn>
                <a:cxn ang="0">
                  <a:pos x="connsiteX1" y="connsiteY1"/>
                </a:cxn>
              </a:cxnLst>
              <a:rect l="l" t="t" r="r" b="b"/>
              <a:pathLst>
                <a:path w="9525" h="913638">
                  <a:moveTo>
                    <a:pt x="0" y="913638"/>
                  </a:moveTo>
                  <a:lnTo>
                    <a:pt x="0" y="0"/>
                  </a:lnTo>
                </a:path>
              </a:pathLst>
            </a:custGeom>
            <a:grpFill/>
            <a:ln w="25400" cap="rnd">
              <a:solidFill>
                <a:schemeClr val="accent3">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pic>
        <p:nvPicPr>
          <p:cNvPr id="56" name="Graphic 55">
            <a:extLst>
              <a:ext uri="{FF2B5EF4-FFF2-40B4-BE49-F238E27FC236}">
                <a16:creationId xmlns:a16="http://schemas.microsoft.com/office/drawing/2014/main" id="{455F01A6-2368-18EF-F1D1-FB6AAC4625B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977580" y="2602869"/>
            <a:ext cx="1909740" cy="1807074"/>
          </a:xfrm>
          <a:prstGeom prst="rect">
            <a:avLst/>
          </a:prstGeom>
        </p:spPr>
      </p:pic>
      <p:grpSp>
        <p:nvGrpSpPr>
          <p:cNvPr id="57" name="Group 56">
            <a:extLst>
              <a:ext uri="{FF2B5EF4-FFF2-40B4-BE49-F238E27FC236}">
                <a16:creationId xmlns:a16="http://schemas.microsoft.com/office/drawing/2014/main" id="{9D288DED-E377-3089-999C-C9DDE7B3010A}"/>
              </a:ext>
            </a:extLst>
          </p:cNvPr>
          <p:cNvGrpSpPr/>
          <p:nvPr userDrawn="1"/>
        </p:nvGrpSpPr>
        <p:grpSpPr>
          <a:xfrm>
            <a:off x="6977580" y="2603279"/>
            <a:ext cx="1909149" cy="1800980"/>
            <a:chOff x="6977580" y="2603279"/>
            <a:chExt cx="1909149" cy="1800980"/>
          </a:xfrm>
          <a:solidFill>
            <a:schemeClr val="accent3"/>
          </a:solidFill>
        </p:grpSpPr>
        <p:grpSp>
          <p:nvGrpSpPr>
            <p:cNvPr id="58" name="Graphic 192">
              <a:extLst>
                <a:ext uri="{FF2B5EF4-FFF2-40B4-BE49-F238E27FC236}">
                  <a16:creationId xmlns:a16="http://schemas.microsoft.com/office/drawing/2014/main" id="{89A7A90D-5E81-21E2-FB18-15A7C051B7A3}"/>
                </a:ext>
              </a:extLst>
            </p:cNvPr>
            <p:cNvGrpSpPr/>
            <p:nvPr/>
          </p:nvGrpSpPr>
          <p:grpSpPr>
            <a:xfrm>
              <a:off x="6977580" y="2603279"/>
              <a:ext cx="1909149" cy="1800980"/>
              <a:chOff x="6977580" y="2603279"/>
              <a:chExt cx="1909149" cy="1800980"/>
            </a:xfrm>
            <a:grpFill/>
          </p:grpSpPr>
          <p:sp>
            <p:nvSpPr>
              <p:cNvPr id="60" name="Freeform: Shape 195">
                <a:extLst>
                  <a:ext uri="{FF2B5EF4-FFF2-40B4-BE49-F238E27FC236}">
                    <a16:creationId xmlns:a16="http://schemas.microsoft.com/office/drawing/2014/main" id="{08E303E3-C6A2-743B-3C30-F001CB519182}"/>
                  </a:ext>
                </a:extLst>
              </p:cNvPr>
              <p:cNvSpPr/>
              <p:nvPr/>
            </p:nvSpPr>
            <p:spPr>
              <a:xfrm>
                <a:off x="7274719" y="3887713"/>
                <a:ext cx="205964" cy="204983"/>
              </a:xfrm>
              <a:custGeom>
                <a:avLst/>
                <a:gdLst>
                  <a:gd name="connsiteX0" fmla="*/ 102661 w 205964"/>
                  <a:gd name="connsiteY0" fmla="*/ 9 h 204983"/>
                  <a:gd name="connsiteX1" fmla="*/ -13 w 205964"/>
                  <a:gd name="connsiteY1" fmla="*/ 102684 h 204983"/>
                  <a:gd name="connsiteX2" fmla="*/ 30173 w 205964"/>
                  <a:gd name="connsiteY2" fmla="*/ 175788 h 204983"/>
                  <a:gd name="connsiteX3" fmla="*/ 103277 w 205964"/>
                  <a:gd name="connsiteY3" fmla="*/ 204948 h 204983"/>
                  <a:gd name="connsiteX4" fmla="*/ 205951 w 205964"/>
                  <a:gd name="connsiteY4" fmla="*/ 102273 h 204983"/>
                  <a:gd name="connsiteX5" fmla="*/ 175765 w 205964"/>
                  <a:gd name="connsiteY5" fmla="*/ 30401 h 204983"/>
                  <a:gd name="connsiteX6" fmla="*/ 102661 w 205964"/>
                  <a:gd name="connsiteY6" fmla="*/ 9 h 20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964" h="204983">
                    <a:moveTo>
                      <a:pt x="102661" y="9"/>
                    </a:moveTo>
                    <a:cubicBezTo>
                      <a:pt x="45956" y="9"/>
                      <a:pt x="-13" y="45979"/>
                      <a:pt x="-13" y="102684"/>
                    </a:cubicBezTo>
                    <a:cubicBezTo>
                      <a:pt x="106" y="130061"/>
                      <a:pt x="10942" y="156303"/>
                      <a:pt x="30173" y="175788"/>
                    </a:cubicBezTo>
                    <a:cubicBezTo>
                      <a:pt x="49611" y="194970"/>
                      <a:pt x="75974" y="205486"/>
                      <a:pt x="103277" y="204948"/>
                    </a:cubicBezTo>
                    <a:cubicBezTo>
                      <a:pt x="159982" y="204948"/>
                      <a:pt x="205951" y="158978"/>
                      <a:pt x="205951" y="102273"/>
                    </a:cubicBezTo>
                    <a:cubicBezTo>
                      <a:pt x="205885" y="75247"/>
                      <a:pt x="195016" y="49369"/>
                      <a:pt x="175765" y="30401"/>
                    </a:cubicBezTo>
                    <a:cubicBezTo>
                      <a:pt x="156774" y="10414"/>
                      <a:pt x="130225" y="-623"/>
                      <a:pt x="102661" y="9"/>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1" name="Freeform: Shape 196">
                <a:extLst>
                  <a:ext uri="{FF2B5EF4-FFF2-40B4-BE49-F238E27FC236}">
                    <a16:creationId xmlns:a16="http://schemas.microsoft.com/office/drawing/2014/main" id="{A4BACF78-5AAC-D237-9C31-3179080EEB6B}"/>
                  </a:ext>
                </a:extLst>
              </p:cNvPr>
              <p:cNvSpPr/>
              <p:nvPr/>
            </p:nvSpPr>
            <p:spPr>
              <a:xfrm>
                <a:off x="8457936" y="3887729"/>
                <a:ext cx="206785" cy="205379"/>
              </a:xfrm>
              <a:custGeom>
                <a:avLst/>
                <a:gdLst>
                  <a:gd name="connsiteX0" fmla="*/ 104098 w 206785"/>
                  <a:gd name="connsiteY0" fmla="*/ -6 h 205379"/>
                  <a:gd name="connsiteX1" fmla="*/ -3 w 206785"/>
                  <a:gd name="connsiteY1" fmla="*/ 101221 h 205379"/>
                  <a:gd name="connsiteX2" fmla="*/ 30994 w 206785"/>
                  <a:gd name="connsiteY2" fmla="*/ 176184 h 205379"/>
                  <a:gd name="connsiteX3" fmla="*/ 104098 w 206785"/>
                  <a:gd name="connsiteY3" fmla="*/ 205343 h 205379"/>
                  <a:gd name="connsiteX4" fmla="*/ 206772 w 206785"/>
                  <a:gd name="connsiteY4" fmla="*/ 102668 h 205379"/>
                  <a:gd name="connsiteX5" fmla="*/ 176586 w 206785"/>
                  <a:gd name="connsiteY5" fmla="*/ 30796 h 205379"/>
                  <a:gd name="connsiteX6" fmla="*/ 104098 w 206785"/>
                  <a:gd name="connsiteY6" fmla="*/ -6 h 205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785" h="205379">
                    <a:moveTo>
                      <a:pt x="104098" y="-6"/>
                    </a:moveTo>
                    <a:cubicBezTo>
                      <a:pt x="47397" y="-801"/>
                      <a:pt x="789" y="44522"/>
                      <a:pt x="-3" y="101221"/>
                    </a:cubicBezTo>
                    <a:cubicBezTo>
                      <a:pt x="-398" y="129405"/>
                      <a:pt x="10810" y="156509"/>
                      <a:pt x="30994" y="176184"/>
                    </a:cubicBezTo>
                    <a:cubicBezTo>
                      <a:pt x="50432" y="195365"/>
                      <a:pt x="76795" y="205881"/>
                      <a:pt x="104098" y="205343"/>
                    </a:cubicBezTo>
                    <a:cubicBezTo>
                      <a:pt x="160803" y="205343"/>
                      <a:pt x="206772" y="159374"/>
                      <a:pt x="206772" y="102668"/>
                    </a:cubicBezTo>
                    <a:cubicBezTo>
                      <a:pt x="206706" y="75642"/>
                      <a:pt x="195837" y="49764"/>
                      <a:pt x="176586" y="30796"/>
                    </a:cubicBezTo>
                    <a:cubicBezTo>
                      <a:pt x="157782" y="10859"/>
                      <a:pt x="131502" y="-308"/>
                      <a:pt x="104098" y="-6"/>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2" name="Freeform: Shape 197">
                <a:extLst>
                  <a:ext uri="{FF2B5EF4-FFF2-40B4-BE49-F238E27FC236}">
                    <a16:creationId xmlns:a16="http://schemas.microsoft.com/office/drawing/2014/main" id="{B24A519E-22E1-7BDD-A72D-66B26101DDDF}"/>
                  </a:ext>
                </a:extLst>
              </p:cNvPr>
              <p:cNvSpPr/>
              <p:nvPr/>
            </p:nvSpPr>
            <p:spPr>
              <a:xfrm>
                <a:off x="7835320" y="4199656"/>
                <a:ext cx="204189" cy="204603"/>
              </a:xfrm>
              <a:custGeom>
                <a:avLst/>
                <a:gdLst>
                  <a:gd name="connsiteX0" fmla="*/ 102661 w 204189"/>
                  <a:gd name="connsiteY0" fmla="*/ -8 h 204603"/>
                  <a:gd name="connsiteX1" fmla="*/ -13 w 204189"/>
                  <a:gd name="connsiteY1" fmla="*/ 102667 h 204603"/>
                  <a:gd name="connsiteX2" fmla="*/ 30173 w 204189"/>
                  <a:gd name="connsiteY2" fmla="*/ 175771 h 204603"/>
                  <a:gd name="connsiteX3" fmla="*/ 175354 w 204189"/>
                  <a:gd name="connsiteY3" fmla="*/ 173245 h 204603"/>
                  <a:gd name="connsiteX4" fmla="*/ 175354 w 204189"/>
                  <a:gd name="connsiteY4" fmla="*/ 30589 h 204603"/>
                  <a:gd name="connsiteX5" fmla="*/ 102661 w 204189"/>
                  <a:gd name="connsiteY5" fmla="*/ -8 h 20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189" h="204603">
                    <a:moveTo>
                      <a:pt x="102661" y="-8"/>
                    </a:moveTo>
                    <a:cubicBezTo>
                      <a:pt x="45956" y="-8"/>
                      <a:pt x="-13" y="45962"/>
                      <a:pt x="-13" y="102667"/>
                    </a:cubicBezTo>
                    <a:cubicBezTo>
                      <a:pt x="171" y="130040"/>
                      <a:pt x="10997" y="156242"/>
                      <a:pt x="30173" y="175771"/>
                    </a:cubicBezTo>
                    <a:cubicBezTo>
                      <a:pt x="70961" y="215157"/>
                      <a:pt x="135960" y="214028"/>
                      <a:pt x="175354" y="173245"/>
                    </a:cubicBezTo>
                    <a:cubicBezTo>
                      <a:pt x="213783" y="133469"/>
                      <a:pt x="213783" y="70378"/>
                      <a:pt x="175354" y="30589"/>
                    </a:cubicBezTo>
                    <a:cubicBezTo>
                      <a:pt x="156437" y="10718"/>
                      <a:pt x="130093" y="-371"/>
                      <a:pt x="102661" y="-8"/>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3" name="Freeform: Shape 198">
                <a:extLst>
                  <a:ext uri="{FF2B5EF4-FFF2-40B4-BE49-F238E27FC236}">
                    <a16:creationId xmlns:a16="http://schemas.microsoft.com/office/drawing/2014/main" id="{45068C02-FA62-4D93-6E01-0EC319B28376}"/>
                  </a:ext>
                </a:extLst>
              </p:cNvPr>
              <p:cNvSpPr/>
              <p:nvPr/>
            </p:nvSpPr>
            <p:spPr>
              <a:xfrm>
                <a:off x="7719093" y="3403731"/>
                <a:ext cx="205378" cy="205349"/>
              </a:xfrm>
              <a:custGeom>
                <a:avLst/>
                <a:gdLst>
                  <a:gd name="connsiteX0" fmla="*/ 103277 w 205378"/>
                  <a:gd name="connsiteY0" fmla="*/ 204717 h 205349"/>
                  <a:gd name="connsiteX1" fmla="*/ 197121 w 205378"/>
                  <a:gd name="connsiteY1" fmla="*/ 142085 h 205349"/>
                  <a:gd name="connsiteX2" fmla="*/ 205335 w 205378"/>
                  <a:gd name="connsiteY2" fmla="*/ 102658 h 205349"/>
                  <a:gd name="connsiteX3" fmla="*/ 102661 w 205378"/>
                  <a:gd name="connsiteY3" fmla="*/ -17 h 205349"/>
                  <a:gd name="connsiteX4" fmla="*/ -13 w 205378"/>
                  <a:gd name="connsiteY4" fmla="*/ 102658 h 205349"/>
                  <a:gd name="connsiteX5" fmla="*/ 102661 w 205378"/>
                  <a:gd name="connsiteY5" fmla="*/ 205333 h 20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78" h="205349">
                    <a:moveTo>
                      <a:pt x="103277" y="204717"/>
                    </a:moveTo>
                    <a:cubicBezTo>
                      <a:pt x="144254" y="204437"/>
                      <a:pt x="181141" y="179818"/>
                      <a:pt x="197121" y="142085"/>
                    </a:cubicBezTo>
                    <a:cubicBezTo>
                      <a:pt x="202881" y="129758"/>
                      <a:pt x="205692" y="116260"/>
                      <a:pt x="205335" y="102658"/>
                    </a:cubicBezTo>
                    <a:cubicBezTo>
                      <a:pt x="205335" y="45953"/>
                      <a:pt x="159366" y="-17"/>
                      <a:pt x="102661" y="-17"/>
                    </a:cubicBezTo>
                    <a:cubicBezTo>
                      <a:pt x="45956" y="-17"/>
                      <a:pt x="-13" y="45953"/>
                      <a:pt x="-13" y="102658"/>
                    </a:cubicBezTo>
                    <a:cubicBezTo>
                      <a:pt x="-13" y="159363"/>
                      <a:pt x="45956" y="205333"/>
                      <a:pt x="102661" y="205333"/>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9" name="Freeform: Shape 199">
                <a:extLst>
                  <a:ext uri="{FF2B5EF4-FFF2-40B4-BE49-F238E27FC236}">
                    <a16:creationId xmlns:a16="http://schemas.microsoft.com/office/drawing/2014/main" id="{26C42C4A-3F6A-24F9-F192-A92BF73869CD}"/>
                  </a:ext>
                </a:extLst>
              </p:cNvPr>
              <p:cNvSpPr/>
              <p:nvPr/>
            </p:nvSpPr>
            <p:spPr>
              <a:xfrm>
                <a:off x="7014337" y="3403115"/>
                <a:ext cx="205374" cy="205023"/>
              </a:xfrm>
              <a:custGeom>
                <a:avLst/>
                <a:gdLst>
                  <a:gd name="connsiteX0" fmla="*/ 102661 w 205374"/>
                  <a:gd name="connsiteY0" fmla="*/ -17 h 205023"/>
                  <a:gd name="connsiteX1" fmla="*/ -13 w 205374"/>
                  <a:gd name="connsiteY1" fmla="*/ 102658 h 205023"/>
                  <a:gd name="connsiteX2" fmla="*/ 102987 w 205374"/>
                  <a:gd name="connsiteY2" fmla="*/ 205006 h 205023"/>
                  <a:gd name="connsiteX3" fmla="*/ 197326 w 205374"/>
                  <a:gd name="connsiteY3" fmla="*/ 142085 h 205023"/>
                  <a:gd name="connsiteX4" fmla="*/ 205335 w 205374"/>
                  <a:gd name="connsiteY4" fmla="*/ 102658 h 205023"/>
                  <a:gd name="connsiteX5" fmla="*/ 102661 w 205374"/>
                  <a:gd name="connsiteY5" fmla="*/ -17 h 2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74" h="205023">
                    <a:moveTo>
                      <a:pt x="102661" y="-17"/>
                    </a:moveTo>
                    <a:cubicBezTo>
                      <a:pt x="45956" y="-17"/>
                      <a:pt x="-13" y="45953"/>
                      <a:pt x="-13" y="102658"/>
                    </a:cubicBezTo>
                    <a:cubicBezTo>
                      <a:pt x="167" y="159363"/>
                      <a:pt x="46282" y="205187"/>
                      <a:pt x="102987" y="205006"/>
                    </a:cubicBezTo>
                    <a:cubicBezTo>
                      <a:pt x="144213" y="204875"/>
                      <a:pt x="181365" y="180097"/>
                      <a:pt x="197326" y="142085"/>
                    </a:cubicBezTo>
                    <a:cubicBezTo>
                      <a:pt x="202924" y="129711"/>
                      <a:pt x="205661" y="116236"/>
                      <a:pt x="205335" y="102658"/>
                    </a:cubicBezTo>
                    <a:cubicBezTo>
                      <a:pt x="205335" y="45953"/>
                      <a:pt x="159366" y="-17"/>
                      <a:pt x="102661" y="-17"/>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Freeform: Shape 200">
                <a:extLst>
                  <a:ext uri="{FF2B5EF4-FFF2-40B4-BE49-F238E27FC236}">
                    <a16:creationId xmlns:a16="http://schemas.microsoft.com/office/drawing/2014/main" id="{991B976A-8E5A-8202-B0C5-65F1EE436BBC}"/>
                  </a:ext>
                </a:extLst>
              </p:cNvPr>
              <p:cNvSpPr/>
              <p:nvPr/>
            </p:nvSpPr>
            <p:spPr>
              <a:xfrm>
                <a:off x="6977580" y="3069011"/>
                <a:ext cx="205386" cy="205350"/>
              </a:xfrm>
              <a:custGeom>
                <a:avLst/>
                <a:gdLst>
                  <a:gd name="connsiteX0" fmla="*/ 197121 w 205386"/>
                  <a:gd name="connsiteY0" fmla="*/ 142085 h 205350"/>
                  <a:gd name="connsiteX1" fmla="*/ 205335 w 205386"/>
                  <a:gd name="connsiteY1" fmla="*/ 102658 h 205350"/>
                  <a:gd name="connsiteX2" fmla="*/ 102661 w 205386"/>
                  <a:gd name="connsiteY2" fmla="*/ -17 h 205350"/>
                  <a:gd name="connsiteX3" fmla="*/ -13 w 205386"/>
                  <a:gd name="connsiteY3" fmla="*/ 102658 h 205350"/>
                  <a:gd name="connsiteX4" fmla="*/ 102661 w 205386"/>
                  <a:gd name="connsiteY4" fmla="*/ 205333 h 205350"/>
                  <a:gd name="connsiteX5" fmla="*/ 197121 w 205386"/>
                  <a:gd name="connsiteY5" fmla="*/ 142085 h 20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86" h="205350">
                    <a:moveTo>
                      <a:pt x="197121" y="142085"/>
                    </a:moveTo>
                    <a:cubicBezTo>
                      <a:pt x="202924" y="129772"/>
                      <a:pt x="205739" y="116265"/>
                      <a:pt x="205335" y="102658"/>
                    </a:cubicBezTo>
                    <a:cubicBezTo>
                      <a:pt x="205335" y="45953"/>
                      <a:pt x="159366" y="-17"/>
                      <a:pt x="102661" y="-17"/>
                    </a:cubicBezTo>
                    <a:cubicBezTo>
                      <a:pt x="45956" y="-17"/>
                      <a:pt x="-13" y="45953"/>
                      <a:pt x="-13" y="102658"/>
                    </a:cubicBezTo>
                    <a:cubicBezTo>
                      <a:pt x="-13" y="159363"/>
                      <a:pt x="45956" y="205333"/>
                      <a:pt x="102661" y="205333"/>
                    </a:cubicBezTo>
                    <a:cubicBezTo>
                      <a:pt x="144112" y="205530"/>
                      <a:pt x="181514" y="180488"/>
                      <a:pt x="197121" y="142085"/>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1" name="Freeform: Shape 201">
                <a:extLst>
                  <a:ext uri="{FF2B5EF4-FFF2-40B4-BE49-F238E27FC236}">
                    <a16:creationId xmlns:a16="http://schemas.microsoft.com/office/drawing/2014/main" id="{BC3E4621-B73F-19CF-D58C-CE329715314B}"/>
                  </a:ext>
                </a:extLst>
              </p:cNvPr>
              <p:cNvSpPr/>
              <p:nvPr/>
            </p:nvSpPr>
            <p:spPr>
              <a:xfrm>
                <a:off x="7389098" y="2603279"/>
                <a:ext cx="205370" cy="205349"/>
              </a:xfrm>
              <a:custGeom>
                <a:avLst/>
                <a:gdLst>
                  <a:gd name="connsiteX0" fmla="*/ 103071 w 205370"/>
                  <a:gd name="connsiteY0" fmla="*/ 204922 h 205349"/>
                  <a:gd name="connsiteX1" fmla="*/ 197121 w 205370"/>
                  <a:gd name="connsiteY1" fmla="*/ 142085 h 205349"/>
                  <a:gd name="connsiteX2" fmla="*/ 205335 w 205370"/>
                  <a:gd name="connsiteY2" fmla="*/ 102658 h 205349"/>
                  <a:gd name="connsiteX3" fmla="*/ 102661 w 205370"/>
                  <a:gd name="connsiteY3" fmla="*/ -17 h 205349"/>
                  <a:gd name="connsiteX4" fmla="*/ -13 w 205370"/>
                  <a:gd name="connsiteY4" fmla="*/ 102658 h 205349"/>
                  <a:gd name="connsiteX5" fmla="*/ 102661 w 205370"/>
                  <a:gd name="connsiteY5" fmla="*/ 205333 h 20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70" h="205349">
                    <a:moveTo>
                      <a:pt x="103071" y="204922"/>
                    </a:moveTo>
                    <a:cubicBezTo>
                      <a:pt x="144172" y="204690"/>
                      <a:pt x="181174" y="179968"/>
                      <a:pt x="197121" y="142085"/>
                    </a:cubicBezTo>
                    <a:cubicBezTo>
                      <a:pt x="202824" y="129740"/>
                      <a:pt x="205635" y="116254"/>
                      <a:pt x="205335" y="102658"/>
                    </a:cubicBezTo>
                    <a:cubicBezTo>
                      <a:pt x="205335" y="45953"/>
                      <a:pt x="159366" y="-17"/>
                      <a:pt x="102661" y="-17"/>
                    </a:cubicBezTo>
                    <a:cubicBezTo>
                      <a:pt x="45956" y="-17"/>
                      <a:pt x="-13" y="45953"/>
                      <a:pt x="-13" y="102658"/>
                    </a:cubicBezTo>
                    <a:cubicBezTo>
                      <a:pt x="-13" y="159363"/>
                      <a:pt x="45956" y="205333"/>
                      <a:pt x="102661" y="205333"/>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Freeform: Shape 202">
                <a:extLst>
                  <a:ext uri="{FF2B5EF4-FFF2-40B4-BE49-F238E27FC236}">
                    <a16:creationId xmlns:a16="http://schemas.microsoft.com/office/drawing/2014/main" id="{C286B3C7-CA25-4ED3-4152-F464BF405385}"/>
                  </a:ext>
                </a:extLst>
              </p:cNvPr>
              <p:cNvSpPr/>
              <p:nvPr/>
            </p:nvSpPr>
            <p:spPr>
              <a:xfrm>
                <a:off x="8338423" y="2603279"/>
                <a:ext cx="205381" cy="205349"/>
              </a:xfrm>
              <a:custGeom>
                <a:avLst/>
                <a:gdLst>
                  <a:gd name="connsiteX0" fmla="*/ 103277 w 205381"/>
                  <a:gd name="connsiteY0" fmla="*/ 204922 h 205349"/>
                  <a:gd name="connsiteX1" fmla="*/ 197326 w 205381"/>
                  <a:gd name="connsiteY1" fmla="*/ 142085 h 205349"/>
                  <a:gd name="connsiteX2" fmla="*/ 205335 w 205381"/>
                  <a:gd name="connsiteY2" fmla="*/ 102658 h 205349"/>
                  <a:gd name="connsiteX3" fmla="*/ 102661 w 205381"/>
                  <a:gd name="connsiteY3" fmla="*/ -17 h 205349"/>
                  <a:gd name="connsiteX4" fmla="*/ -13 w 205381"/>
                  <a:gd name="connsiteY4" fmla="*/ 102658 h 205349"/>
                  <a:gd name="connsiteX5" fmla="*/ 102661 w 205381"/>
                  <a:gd name="connsiteY5" fmla="*/ 205333 h 20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81" h="205349">
                    <a:moveTo>
                      <a:pt x="103277" y="204922"/>
                    </a:moveTo>
                    <a:cubicBezTo>
                      <a:pt x="144377" y="204690"/>
                      <a:pt x="181379" y="179968"/>
                      <a:pt x="197326" y="142085"/>
                    </a:cubicBezTo>
                    <a:cubicBezTo>
                      <a:pt x="202965" y="129725"/>
                      <a:pt x="205705" y="116240"/>
                      <a:pt x="205335" y="102658"/>
                    </a:cubicBezTo>
                    <a:cubicBezTo>
                      <a:pt x="205335" y="45953"/>
                      <a:pt x="159366" y="-17"/>
                      <a:pt x="102661" y="-17"/>
                    </a:cubicBezTo>
                    <a:cubicBezTo>
                      <a:pt x="45956" y="-17"/>
                      <a:pt x="-13" y="45953"/>
                      <a:pt x="-13" y="102658"/>
                    </a:cubicBezTo>
                    <a:cubicBezTo>
                      <a:pt x="-13" y="159363"/>
                      <a:pt x="45956" y="205333"/>
                      <a:pt x="102661" y="205333"/>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3" name="Freeform: Shape 203">
                <a:extLst>
                  <a:ext uri="{FF2B5EF4-FFF2-40B4-BE49-F238E27FC236}">
                    <a16:creationId xmlns:a16="http://schemas.microsoft.com/office/drawing/2014/main" id="{D63AA01C-D41C-49D2-10E3-D7BE38F7BCB5}"/>
                  </a:ext>
                </a:extLst>
              </p:cNvPr>
              <p:cNvSpPr/>
              <p:nvPr/>
            </p:nvSpPr>
            <p:spPr>
              <a:xfrm>
                <a:off x="8681355" y="3402498"/>
                <a:ext cx="205374" cy="205023"/>
              </a:xfrm>
              <a:custGeom>
                <a:avLst/>
                <a:gdLst>
                  <a:gd name="connsiteX0" fmla="*/ 175765 w 205374"/>
                  <a:gd name="connsiteY0" fmla="*/ 31197 h 205023"/>
                  <a:gd name="connsiteX1" fmla="*/ 102661 w 205374"/>
                  <a:gd name="connsiteY1" fmla="*/ -16 h 205023"/>
                  <a:gd name="connsiteX2" fmla="*/ -13 w 205374"/>
                  <a:gd name="connsiteY2" fmla="*/ 102658 h 205023"/>
                  <a:gd name="connsiteX3" fmla="*/ 102989 w 205374"/>
                  <a:gd name="connsiteY3" fmla="*/ 205007 h 205023"/>
                  <a:gd name="connsiteX4" fmla="*/ 197326 w 205374"/>
                  <a:gd name="connsiteY4" fmla="*/ 142086 h 205023"/>
                  <a:gd name="connsiteX5" fmla="*/ 205335 w 205374"/>
                  <a:gd name="connsiteY5" fmla="*/ 102658 h 205023"/>
                  <a:gd name="connsiteX6" fmla="*/ 175765 w 205374"/>
                  <a:gd name="connsiteY6" fmla="*/ 31197 h 2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374" h="205023">
                    <a:moveTo>
                      <a:pt x="175765" y="31197"/>
                    </a:moveTo>
                    <a:cubicBezTo>
                      <a:pt x="156708" y="11200"/>
                      <a:pt x="130280" y="-86"/>
                      <a:pt x="102661" y="-16"/>
                    </a:cubicBezTo>
                    <a:cubicBezTo>
                      <a:pt x="45956" y="-16"/>
                      <a:pt x="-13" y="45953"/>
                      <a:pt x="-13" y="102658"/>
                    </a:cubicBezTo>
                    <a:cubicBezTo>
                      <a:pt x="167" y="159364"/>
                      <a:pt x="46282" y="205187"/>
                      <a:pt x="102989" y="205007"/>
                    </a:cubicBezTo>
                    <a:cubicBezTo>
                      <a:pt x="144223" y="204875"/>
                      <a:pt x="181371" y="180098"/>
                      <a:pt x="197326" y="142086"/>
                    </a:cubicBezTo>
                    <a:cubicBezTo>
                      <a:pt x="202932" y="129711"/>
                      <a:pt x="205663" y="116236"/>
                      <a:pt x="205335" y="102658"/>
                    </a:cubicBezTo>
                    <a:cubicBezTo>
                      <a:pt x="205396" y="75850"/>
                      <a:pt x="194739" y="50128"/>
                      <a:pt x="175765" y="31197"/>
                    </a:cubicBez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Freeform: Shape 204">
                <a:extLst>
                  <a:ext uri="{FF2B5EF4-FFF2-40B4-BE49-F238E27FC236}">
                    <a16:creationId xmlns:a16="http://schemas.microsoft.com/office/drawing/2014/main" id="{F49CAB9D-99BC-6426-C470-AB0ABC2C3A64}"/>
                  </a:ext>
                </a:extLst>
              </p:cNvPr>
              <p:cNvSpPr/>
              <p:nvPr/>
            </p:nvSpPr>
            <p:spPr>
              <a:xfrm rot="-2755800">
                <a:off x="7411495" y="3700540"/>
                <a:ext cx="369627" cy="51337"/>
              </a:xfrm>
              <a:custGeom>
                <a:avLst/>
                <a:gdLst>
                  <a:gd name="connsiteX0" fmla="*/ -14 w 369627"/>
                  <a:gd name="connsiteY0" fmla="*/ -17 h 51337"/>
                  <a:gd name="connsiteX1" fmla="*/ 369614 w 369627"/>
                  <a:gd name="connsiteY1" fmla="*/ -17 h 51337"/>
                  <a:gd name="connsiteX2" fmla="*/ 369614 w 369627"/>
                  <a:gd name="connsiteY2" fmla="*/ 51321 h 51337"/>
                  <a:gd name="connsiteX3" fmla="*/ -14 w 369627"/>
                  <a:gd name="connsiteY3" fmla="*/ 51321 h 51337"/>
                </a:gdLst>
                <a:ahLst/>
                <a:cxnLst>
                  <a:cxn ang="0">
                    <a:pos x="connsiteX0" y="connsiteY0"/>
                  </a:cxn>
                  <a:cxn ang="0">
                    <a:pos x="connsiteX1" y="connsiteY1"/>
                  </a:cxn>
                  <a:cxn ang="0">
                    <a:pos x="connsiteX2" y="connsiteY2"/>
                  </a:cxn>
                  <a:cxn ang="0">
                    <a:pos x="connsiteX3" y="connsiteY3"/>
                  </a:cxn>
                </a:cxnLst>
                <a:rect l="l" t="t" r="r" b="b"/>
                <a:pathLst>
                  <a:path w="369627" h="51337">
                    <a:moveTo>
                      <a:pt x="-14" y="-17"/>
                    </a:moveTo>
                    <a:lnTo>
                      <a:pt x="369614" y="-17"/>
                    </a:lnTo>
                    <a:lnTo>
                      <a:pt x="369614" y="51321"/>
                    </a:lnTo>
                    <a:lnTo>
                      <a:pt x="-14" y="51321"/>
                    </a:ln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59" name="Freeform: Shape 205">
              <a:extLst>
                <a:ext uri="{FF2B5EF4-FFF2-40B4-BE49-F238E27FC236}">
                  <a16:creationId xmlns:a16="http://schemas.microsoft.com/office/drawing/2014/main" id="{A57D59D7-A7B2-0248-5AC4-5AB957F0A67E}"/>
                </a:ext>
              </a:extLst>
            </p:cNvPr>
            <p:cNvSpPr/>
            <p:nvPr/>
          </p:nvSpPr>
          <p:spPr>
            <a:xfrm>
              <a:off x="7206954" y="2846207"/>
              <a:ext cx="1436412" cy="1311566"/>
            </a:xfrm>
            <a:custGeom>
              <a:avLst/>
              <a:gdLst>
                <a:gd name="connsiteX0" fmla="*/ 1268437 w 1436412"/>
                <a:gd name="connsiteY0" fmla="*/ 621182 h 1311566"/>
                <a:gd name="connsiteX1" fmla="*/ 1260429 w 1436412"/>
                <a:gd name="connsiteY1" fmla="*/ 613378 h 1311566"/>
                <a:gd name="connsiteX2" fmla="*/ 1260429 w 1436412"/>
                <a:gd name="connsiteY2" fmla="*/ 0 h 1311566"/>
                <a:gd name="connsiteX3" fmla="*/ 1209091 w 1436412"/>
                <a:gd name="connsiteY3" fmla="*/ 0 h 1311566"/>
                <a:gd name="connsiteX4" fmla="*/ 1209091 w 1436412"/>
                <a:gd name="connsiteY4" fmla="*/ 562657 h 1311566"/>
                <a:gd name="connsiteX5" fmla="*/ 935773 w 1436412"/>
                <a:gd name="connsiteY5" fmla="*/ 293034 h 1311566"/>
                <a:gd name="connsiteX6" fmla="*/ 312130 w 1436412"/>
                <a:gd name="connsiteY6" fmla="*/ 293034 h 1311566"/>
                <a:gd name="connsiteX7" fmla="*/ 312130 w 1436412"/>
                <a:gd name="connsiteY7" fmla="*/ 291596 h 1311566"/>
                <a:gd name="connsiteX8" fmla="*/ 312335 w 1436412"/>
                <a:gd name="connsiteY8" fmla="*/ 291596 h 1311566"/>
                <a:gd name="connsiteX9" fmla="*/ 312335 w 1436412"/>
                <a:gd name="connsiteY9" fmla="*/ 4518 h 1311566"/>
                <a:gd name="connsiteX10" fmla="*/ 260998 w 1436412"/>
                <a:gd name="connsiteY10" fmla="*/ 4518 h 1311566"/>
                <a:gd name="connsiteX11" fmla="*/ 260998 w 1436412"/>
                <a:gd name="connsiteY11" fmla="*/ 272088 h 1311566"/>
                <a:gd name="connsiteX12" fmla="*/ 260998 w 1436412"/>
                <a:gd name="connsiteY12" fmla="*/ 291596 h 1311566"/>
                <a:gd name="connsiteX13" fmla="*/ 260998 w 1436412"/>
                <a:gd name="connsiteY13" fmla="*/ 293034 h 1311566"/>
                <a:gd name="connsiteX14" fmla="*/ 19508 w 1436412"/>
                <a:gd name="connsiteY14" fmla="*/ 293034 h 1311566"/>
                <a:gd name="connsiteX15" fmla="*/ 19508 w 1436412"/>
                <a:gd name="connsiteY15" fmla="*/ 344371 h 1311566"/>
                <a:gd name="connsiteX16" fmla="*/ 228758 w 1436412"/>
                <a:gd name="connsiteY16" fmla="*/ 344371 h 1311566"/>
                <a:gd name="connsiteX17" fmla="*/ 0 w 1436412"/>
                <a:gd name="connsiteY17" fmla="*/ 573130 h 1311566"/>
                <a:gd name="connsiteX18" fmla="*/ 36347 w 1436412"/>
                <a:gd name="connsiteY18" fmla="*/ 609271 h 1311566"/>
                <a:gd name="connsiteX19" fmla="*/ 291184 w 1436412"/>
                <a:gd name="connsiteY19" fmla="*/ 354433 h 1311566"/>
                <a:gd name="connsiteX20" fmla="*/ 510907 w 1436412"/>
                <a:gd name="connsiteY20" fmla="*/ 574157 h 1311566"/>
                <a:gd name="connsiteX21" fmla="*/ 547253 w 1436412"/>
                <a:gd name="connsiteY21" fmla="*/ 538015 h 1311566"/>
                <a:gd name="connsiteX22" fmla="*/ 353815 w 1436412"/>
                <a:gd name="connsiteY22" fmla="*/ 344371 h 1311566"/>
                <a:gd name="connsiteX23" fmla="*/ 914827 w 1436412"/>
                <a:gd name="connsiteY23" fmla="*/ 344371 h 1311566"/>
                <a:gd name="connsiteX24" fmla="*/ 1207243 w 1436412"/>
                <a:gd name="connsiteY24" fmla="*/ 633092 h 1311566"/>
                <a:gd name="connsiteX25" fmla="*/ 717898 w 1436412"/>
                <a:gd name="connsiteY25" fmla="*/ 1118743 h 1311566"/>
                <a:gd name="connsiteX26" fmla="*/ 315826 w 1436412"/>
                <a:gd name="connsiteY26" fmla="*/ 1118743 h 1311566"/>
                <a:gd name="connsiteX27" fmla="*/ 315826 w 1436412"/>
                <a:gd name="connsiteY27" fmla="*/ 1170081 h 1311566"/>
                <a:gd name="connsiteX28" fmla="*/ 701881 w 1436412"/>
                <a:gd name="connsiteY28" fmla="*/ 1170081 h 1311566"/>
                <a:gd name="connsiteX29" fmla="*/ 700854 w 1436412"/>
                <a:gd name="connsiteY29" fmla="*/ 1311155 h 1311566"/>
                <a:gd name="connsiteX30" fmla="*/ 752191 w 1436412"/>
                <a:gd name="connsiteY30" fmla="*/ 1311566 h 1311566"/>
                <a:gd name="connsiteX31" fmla="*/ 753218 w 1436412"/>
                <a:gd name="connsiteY31" fmla="*/ 1170081 h 1311566"/>
                <a:gd name="connsiteX32" fmla="*/ 1218948 w 1436412"/>
                <a:gd name="connsiteY32" fmla="*/ 1170081 h 1311566"/>
                <a:gd name="connsiteX33" fmla="*/ 1218948 w 1436412"/>
                <a:gd name="connsiteY33" fmla="*/ 1118743 h 1311566"/>
                <a:gd name="connsiteX34" fmla="*/ 790797 w 1436412"/>
                <a:gd name="connsiteY34" fmla="*/ 1118743 h 1311566"/>
                <a:gd name="connsiteX35" fmla="*/ 1243795 w 1436412"/>
                <a:gd name="connsiteY35" fmla="*/ 669233 h 1311566"/>
                <a:gd name="connsiteX36" fmla="*/ 1247286 w 1436412"/>
                <a:gd name="connsiteY36" fmla="*/ 672519 h 1311566"/>
                <a:gd name="connsiteX37" fmla="*/ 1436412 w 1436412"/>
                <a:gd name="connsiteY37" fmla="*/ 672519 h 1311566"/>
                <a:gd name="connsiteX38" fmla="*/ 1436412 w 1436412"/>
                <a:gd name="connsiteY38" fmla="*/ 621182 h 1311566"/>
                <a:gd name="connsiteX39" fmla="*/ 1268437 w 1436412"/>
                <a:gd name="connsiteY39" fmla="*/ 621182 h 131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36412" h="1311566">
                  <a:moveTo>
                    <a:pt x="1268437" y="621182"/>
                  </a:moveTo>
                  <a:lnTo>
                    <a:pt x="1260429" y="613378"/>
                  </a:lnTo>
                  <a:lnTo>
                    <a:pt x="1260429" y="0"/>
                  </a:lnTo>
                  <a:lnTo>
                    <a:pt x="1209091" y="0"/>
                  </a:lnTo>
                  <a:lnTo>
                    <a:pt x="1209091" y="562657"/>
                  </a:lnTo>
                  <a:lnTo>
                    <a:pt x="935773" y="293034"/>
                  </a:lnTo>
                  <a:lnTo>
                    <a:pt x="312130" y="293034"/>
                  </a:lnTo>
                  <a:lnTo>
                    <a:pt x="312130" y="291596"/>
                  </a:lnTo>
                  <a:lnTo>
                    <a:pt x="312335" y="291596"/>
                  </a:lnTo>
                  <a:lnTo>
                    <a:pt x="312335" y="4518"/>
                  </a:lnTo>
                  <a:lnTo>
                    <a:pt x="260998" y="4518"/>
                  </a:lnTo>
                  <a:lnTo>
                    <a:pt x="260998" y="272088"/>
                  </a:lnTo>
                  <a:lnTo>
                    <a:pt x="260998" y="291596"/>
                  </a:lnTo>
                  <a:lnTo>
                    <a:pt x="260998" y="293034"/>
                  </a:lnTo>
                  <a:lnTo>
                    <a:pt x="19508" y="293034"/>
                  </a:lnTo>
                  <a:lnTo>
                    <a:pt x="19508" y="344371"/>
                  </a:lnTo>
                  <a:lnTo>
                    <a:pt x="228758" y="344371"/>
                  </a:lnTo>
                  <a:lnTo>
                    <a:pt x="0" y="573130"/>
                  </a:lnTo>
                  <a:lnTo>
                    <a:pt x="36347" y="609271"/>
                  </a:lnTo>
                  <a:lnTo>
                    <a:pt x="291184" y="354433"/>
                  </a:lnTo>
                  <a:lnTo>
                    <a:pt x="510907" y="574157"/>
                  </a:lnTo>
                  <a:lnTo>
                    <a:pt x="547253" y="538015"/>
                  </a:lnTo>
                  <a:lnTo>
                    <a:pt x="353815" y="344371"/>
                  </a:lnTo>
                  <a:lnTo>
                    <a:pt x="914827" y="344371"/>
                  </a:lnTo>
                  <a:lnTo>
                    <a:pt x="1207243" y="633092"/>
                  </a:lnTo>
                  <a:lnTo>
                    <a:pt x="717898" y="1118743"/>
                  </a:lnTo>
                  <a:lnTo>
                    <a:pt x="315826" y="1118743"/>
                  </a:lnTo>
                  <a:lnTo>
                    <a:pt x="315826" y="1170081"/>
                  </a:lnTo>
                  <a:lnTo>
                    <a:pt x="701881" y="1170081"/>
                  </a:lnTo>
                  <a:lnTo>
                    <a:pt x="700854" y="1311155"/>
                  </a:lnTo>
                  <a:lnTo>
                    <a:pt x="752191" y="1311566"/>
                  </a:lnTo>
                  <a:lnTo>
                    <a:pt x="753218" y="1170081"/>
                  </a:lnTo>
                  <a:lnTo>
                    <a:pt x="1218948" y="1170081"/>
                  </a:lnTo>
                  <a:lnTo>
                    <a:pt x="1218948" y="1118743"/>
                  </a:lnTo>
                  <a:lnTo>
                    <a:pt x="790797" y="1118743"/>
                  </a:lnTo>
                  <a:lnTo>
                    <a:pt x="1243795" y="669233"/>
                  </a:lnTo>
                  <a:lnTo>
                    <a:pt x="1247286" y="672519"/>
                  </a:lnTo>
                  <a:lnTo>
                    <a:pt x="1436412" y="672519"/>
                  </a:lnTo>
                  <a:lnTo>
                    <a:pt x="1436412" y="621182"/>
                  </a:lnTo>
                  <a:lnTo>
                    <a:pt x="1268437" y="621182"/>
                  </a:lnTo>
                  <a:close/>
                </a:path>
              </a:pathLst>
            </a:custGeom>
            <a:grpFill/>
            <a:ln w="204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35" name="TextBox 134">
            <a:extLst>
              <a:ext uri="{FF2B5EF4-FFF2-40B4-BE49-F238E27FC236}">
                <a16:creationId xmlns:a16="http://schemas.microsoft.com/office/drawing/2014/main" id="{26B16903-EC72-EEAF-CDF9-40BCCADA5528}"/>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37" name="Graphic 8">
            <a:extLst>
              <a:ext uri="{FF2B5EF4-FFF2-40B4-BE49-F238E27FC236}">
                <a16:creationId xmlns:a16="http://schemas.microsoft.com/office/drawing/2014/main" id="{F142784D-5CC0-EC97-2E2C-EC82191D3C4B}"/>
              </a:ext>
            </a:extLst>
          </p:cNvPr>
          <p:cNvGrpSpPr/>
          <p:nvPr userDrawn="1"/>
        </p:nvGrpSpPr>
        <p:grpSpPr>
          <a:xfrm>
            <a:off x="265625" y="6323271"/>
            <a:ext cx="1249223" cy="369648"/>
            <a:chOff x="265625" y="6323271"/>
            <a:chExt cx="1249223" cy="369648"/>
          </a:xfrm>
          <a:solidFill>
            <a:srgbClr val="000000"/>
          </a:solidFill>
        </p:grpSpPr>
        <p:grpSp>
          <p:nvGrpSpPr>
            <p:cNvPr id="138" name="Graphic 8">
              <a:extLst>
                <a:ext uri="{FF2B5EF4-FFF2-40B4-BE49-F238E27FC236}">
                  <a16:creationId xmlns:a16="http://schemas.microsoft.com/office/drawing/2014/main" id="{AA7A5291-875F-C63D-542E-637964D0EE49}"/>
                </a:ext>
              </a:extLst>
            </p:cNvPr>
            <p:cNvGrpSpPr/>
            <p:nvPr/>
          </p:nvGrpSpPr>
          <p:grpSpPr>
            <a:xfrm>
              <a:off x="745455" y="6594444"/>
              <a:ext cx="722662" cy="98475"/>
              <a:chOff x="745455" y="6594444"/>
              <a:chExt cx="722662" cy="98475"/>
            </a:xfrm>
            <a:solidFill>
              <a:srgbClr val="000000"/>
            </a:solidFill>
          </p:grpSpPr>
          <p:sp>
            <p:nvSpPr>
              <p:cNvPr id="147" name="Freeform 19">
                <a:extLst>
                  <a:ext uri="{FF2B5EF4-FFF2-40B4-BE49-F238E27FC236}">
                    <a16:creationId xmlns:a16="http://schemas.microsoft.com/office/drawing/2014/main" id="{89C367D3-57AD-CF13-915C-809AD5C845BA}"/>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48" name="Freeform 20">
                <a:extLst>
                  <a:ext uri="{FF2B5EF4-FFF2-40B4-BE49-F238E27FC236}">
                    <a16:creationId xmlns:a16="http://schemas.microsoft.com/office/drawing/2014/main" id="{CAB7258F-9A18-E695-712A-D92F38A63C0B}"/>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49" name="Freeform 21">
                <a:extLst>
                  <a:ext uri="{FF2B5EF4-FFF2-40B4-BE49-F238E27FC236}">
                    <a16:creationId xmlns:a16="http://schemas.microsoft.com/office/drawing/2014/main" id="{6DE5A77C-8E93-6E9C-5A58-B9993CC99BC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50" name="Freeform 22">
                <a:extLst>
                  <a:ext uri="{FF2B5EF4-FFF2-40B4-BE49-F238E27FC236}">
                    <a16:creationId xmlns:a16="http://schemas.microsoft.com/office/drawing/2014/main" id="{26D37949-1C93-5097-7F67-E113C1319AA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51" name="Freeform 23">
                <a:extLst>
                  <a:ext uri="{FF2B5EF4-FFF2-40B4-BE49-F238E27FC236}">
                    <a16:creationId xmlns:a16="http://schemas.microsoft.com/office/drawing/2014/main" id="{0407AAC0-908C-00E5-28F4-B6E62729270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2" name="Freeform 24">
                <a:extLst>
                  <a:ext uri="{FF2B5EF4-FFF2-40B4-BE49-F238E27FC236}">
                    <a16:creationId xmlns:a16="http://schemas.microsoft.com/office/drawing/2014/main" id="{E4451911-D280-3D4B-9CF3-D7018510F02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53" name="Freeform 25">
                <a:extLst>
                  <a:ext uri="{FF2B5EF4-FFF2-40B4-BE49-F238E27FC236}">
                    <a16:creationId xmlns:a16="http://schemas.microsoft.com/office/drawing/2014/main" id="{777D13C1-5800-5EBB-7798-DBC9D4037CB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54" name="Freeform 26">
                <a:extLst>
                  <a:ext uri="{FF2B5EF4-FFF2-40B4-BE49-F238E27FC236}">
                    <a16:creationId xmlns:a16="http://schemas.microsoft.com/office/drawing/2014/main" id="{3C1BAF5B-21C4-F746-3DB4-32948AD41C5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55" name="Freeform 27">
                <a:extLst>
                  <a:ext uri="{FF2B5EF4-FFF2-40B4-BE49-F238E27FC236}">
                    <a16:creationId xmlns:a16="http://schemas.microsoft.com/office/drawing/2014/main" id="{C6D1AFB3-42A1-FE90-D270-611E48F6E00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6" name="Freeform 28">
                <a:extLst>
                  <a:ext uri="{FF2B5EF4-FFF2-40B4-BE49-F238E27FC236}">
                    <a16:creationId xmlns:a16="http://schemas.microsoft.com/office/drawing/2014/main" id="{8D005045-150A-90E4-5A89-99D0544F624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39" name="Graphic 8">
              <a:extLst>
                <a:ext uri="{FF2B5EF4-FFF2-40B4-BE49-F238E27FC236}">
                  <a16:creationId xmlns:a16="http://schemas.microsoft.com/office/drawing/2014/main" id="{80FCC4FB-6142-028F-840A-BB490A86A4F0}"/>
                </a:ext>
              </a:extLst>
            </p:cNvPr>
            <p:cNvGrpSpPr/>
            <p:nvPr/>
          </p:nvGrpSpPr>
          <p:grpSpPr>
            <a:xfrm>
              <a:off x="265625" y="6323271"/>
              <a:ext cx="1249223" cy="190348"/>
              <a:chOff x="265625" y="6323271"/>
              <a:chExt cx="1249223" cy="190348"/>
            </a:xfrm>
            <a:solidFill>
              <a:srgbClr val="000000"/>
            </a:solidFill>
          </p:grpSpPr>
          <p:sp>
            <p:nvSpPr>
              <p:cNvPr id="140" name="Freeform 10">
                <a:extLst>
                  <a:ext uri="{FF2B5EF4-FFF2-40B4-BE49-F238E27FC236}">
                    <a16:creationId xmlns:a16="http://schemas.microsoft.com/office/drawing/2014/main" id="{A7C0BFEE-BB61-8448-94F8-163A5E2E5A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1" name="Freeform 11">
                <a:extLst>
                  <a:ext uri="{FF2B5EF4-FFF2-40B4-BE49-F238E27FC236}">
                    <a16:creationId xmlns:a16="http://schemas.microsoft.com/office/drawing/2014/main" id="{3B606197-8344-AF23-91D4-81C0B2B5A3FB}"/>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2" name="Freeform 14">
                <a:extLst>
                  <a:ext uri="{FF2B5EF4-FFF2-40B4-BE49-F238E27FC236}">
                    <a16:creationId xmlns:a16="http://schemas.microsoft.com/office/drawing/2014/main" id="{2C85D479-3215-CE3C-F0E6-DCF91EBB44D3}"/>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3" name="Freeform 15">
                <a:extLst>
                  <a:ext uri="{FF2B5EF4-FFF2-40B4-BE49-F238E27FC236}">
                    <a16:creationId xmlns:a16="http://schemas.microsoft.com/office/drawing/2014/main" id="{0E0FDF46-12C4-FA1F-BBAB-71C8973F66B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4" name="Freeform 16">
                <a:extLst>
                  <a:ext uri="{FF2B5EF4-FFF2-40B4-BE49-F238E27FC236}">
                    <a16:creationId xmlns:a16="http://schemas.microsoft.com/office/drawing/2014/main" id="{163D274D-E9D9-0330-F5DF-56ED8C10C27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5" name="Freeform 17">
                <a:extLst>
                  <a:ext uri="{FF2B5EF4-FFF2-40B4-BE49-F238E27FC236}">
                    <a16:creationId xmlns:a16="http://schemas.microsoft.com/office/drawing/2014/main" id="{E2E5A1D1-10B3-01AC-2848-502D941918F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46" name="Freeform 18">
                <a:extLst>
                  <a:ext uri="{FF2B5EF4-FFF2-40B4-BE49-F238E27FC236}">
                    <a16:creationId xmlns:a16="http://schemas.microsoft.com/office/drawing/2014/main" id="{2ABD04DF-0252-A8C1-8C82-6F885861C30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136" name="TextBox 135">
            <a:extLst>
              <a:ext uri="{FF2B5EF4-FFF2-40B4-BE49-F238E27FC236}">
                <a16:creationId xmlns:a16="http://schemas.microsoft.com/office/drawing/2014/main" id="{A8F34B29-C3E0-E228-9FE1-3E7D191C533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42750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Section - Stor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B02B0855-29E0-4AE0-9163-31E0D9A0E1D3}"/>
              </a:ext>
            </a:extLst>
          </p:cNvPr>
          <p:cNvSpPr/>
          <p:nvPr userDrawn="1"/>
        </p:nvSpPr>
        <p:spPr>
          <a:xfrm>
            <a:off x="5378042" y="-1"/>
            <a:ext cx="14676689" cy="6858001"/>
          </a:xfrm>
          <a:prstGeom prst="parallelogram">
            <a:avLst>
              <a:gd name="adj" fmla="val 100124"/>
            </a:avLst>
          </a:prstGeom>
          <a:gradFill flip="none" rotWithShape="1">
            <a:gsLst>
              <a:gs pos="24000">
                <a:schemeClr val="accent4"/>
              </a:gs>
              <a:gs pos="100000">
                <a:schemeClr val="accent4">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8CC57B2F-C4EE-6577-868F-C322F0B643CA}"/>
              </a:ext>
            </a:extLst>
          </p:cNvPr>
          <p:cNvSpPr/>
          <p:nvPr userDrawn="1"/>
        </p:nvSpPr>
        <p:spPr>
          <a:xfrm>
            <a:off x="1840256" y="-1"/>
            <a:ext cx="12934077" cy="6470788"/>
          </a:xfrm>
          <a:prstGeom prst="parallelogram">
            <a:avLst>
              <a:gd name="adj" fmla="val 100124"/>
            </a:avLst>
          </a:prstGeom>
          <a:gradFill flip="none" rotWithShape="1">
            <a:gsLst>
              <a:gs pos="0">
                <a:schemeClr val="accent4">
                  <a:alpha val="14000"/>
                </a:schemeClr>
              </a:gs>
              <a:gs pos="97000">
                <a:schemeClr val="accent4">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7E8061B6-5AF1-740C-E412-8027C6146661}"/>
              </a:ext>
            </a:extLst>
          </p:cNvPr>
          <p:cNvSpPr/>
          <p:nvPr userDrawn="1"/>
        </p:nvSpPr>
        <p:spPr>
          <a:xfrm>
            <a:off x="5293059" y="4100725"/>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4">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6B4D788D-CC80-EF56-E846-6178A8698F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F1FBBCFC-DBF2-E935-179F-0FD40E107ECB}"/>
              </a:ext>
            </a:extLst>
          </p:cNvPr>
          <p:cNvGrpSpPr/>
          <p:nvPr userDrawn="1"/>
        </p:nvGrpSpPr>
        <p:grpSpPr>
          <a:xfrm>
            <a:off x="9491711" y="911779"/>
            <a:ext cx="1685206" cy="686138"/>
            <a:chOff x="437672" y="1280130"/>
            <a:chExt cx="2910783" cy="1185138"/>
          </a:xfrm>
        </p:grpSpPr>
        <p:sp>
          <p:nvSpPr>
            <p:cNvPr id="8" name="Freeform: Shape 187">
              <a:extLst>
                <a:ext uri="{FF2B5EF4-FFF2-40B4-BE49-F238E27FC236}">
                  <a16:creationId xmlns:a16="http://schemas.microsoft.com/office/drawing/2014/main" id="{F085856C-AE78-31DE-3F3E-0A1056F019A1}"/>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4855ED96-5F54-E643-2477-CDAFF43AF60A}"/>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B4BEE7AB-B91D-C94C-7E1A-D494851AEE9F}"/>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38604E83-47FD-DB04-2B0A-67FCA4C4A0D1}"/>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7FB3C75C-B37A-1624-B359-BEABEF56228A}"/>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DC851-0CB1-2FC0-6D9E-A6C994B6C363}"/>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1964F791-9B01-2D26-E63D-DFEF0C312268}"/>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0445BEF9-8E3B-0E5A-4259-C773FCD089F8}"/>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2F03B70E-BCC8-371E-B50D-0CC95543F614}"/>
              </a:ext>
            </a:extLst>
          </p:cNvPr>
          <p:cNvSpPr/>
          <p:nvPr userDrawn="1"/>
        </p:nvSpPr>
        <p:spPr>
          <a:xfrm>
            <a:off x="11119385" y="4173017"/>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80F6D39B-570E-9875-60EC-9891587F9259}"/>
              </a:ext>
            </a:extLst>
          </p:cNvPr>
          <p:cNvSpPr/>
          <p:nvPr userDrawn="1"/>
        </p:nvSpPr>
        <p:spPr>
          <a:xfrm>
            <a:off x="4525077" y="5197695"/>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7B2FCAD8-7969-F18E-4DAC-84FDD9F5CE8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DD39AA7D-9B8A-6690-D070-2D09DEFC61EB}"/>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A2EF7928-C182-135D-A558-06D96E147608}"/>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003C2FFD-440C-56EC-49B7-51E942BC96EE}"/>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07262D99-8B86-6578-6389-A831D2CA46E3}"/>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D2224D43-572A-2EE7-9A55-C2885655687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229E9362-4EFF-DA88-F993-AB0EE1281C53}"/>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3FA30CA0-19AF-2B6F-F877-FB24BB59DAE3}"/>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4">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1CAD3C7-59F8-B68C-C495-AD3957A10B01}"/>
              </a:ext>
            </a:extLst>
          </p:cNvPr>
          <p:cNvSpPr/>
          <p:nvPr userDrawn="1"/>
        </p:nvSpPr>
        <p:spPr>
          <a:xfrm flipV="1">
            <a:off x="6354876" y="1852997"/>
            <a:ext cx="3152006" cy="3152006"/>
          </a:xfrm>
          <a:prstGeom prst="ellipse">
            <a:avLst/>
          </a:prstGeom>
          <a:solidFill>
            <a:schemeClr val="bg1"/>
          </a:solidFill>
          <a:ln w="508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24F08BBF-5489-11E0-C83A-B0740740CE19}"/>
              </a:ext>
            </a:extLst>
          </p:cNvPr>
          <p:cNvSpPr/>
          <p:nvPr userDrawn="1"/>
        </p:nvSpPr>
        <p:spPr>
          <a:xfrm>
            <a:off x="5893815" y="4685918"/>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8" name="Graphic 27">
            <a:extLst>
              <a:ext uri="{FF2B5EF4-FFF2-40B4-BE49-F238E27FC236}">
                <a16:creationId xmlns:a16="http://schemas.microsoft.com/office/drawing/2014/main" id="{C6D14542-86AB-167E-459F-4E17E2D415A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628097" y="4685918"/>
            <a:ext cx="1086393" cy="1192670"/>
          </a:xfrm>
          <a:prstGeom prst="rect">
            <a:avLst/>
          </a:prstGeom>
        </p:spPr>
      </p:pic>
      <p:pic>
        <p:nvPicPr>
          <p:cNvPr id="29" name="Graphic 28">
            <a:extLst>
              <a:ext uri="{FF2B5EF4-FFF2-40B4-BE49-F238E27FC236}">
                <a16:creationId xmlns:a16="http://schemas.microsoft.com/office/drawing/2014/main" id="{601C021C-D9B4-DD2B-24B0-7099840AB26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294653" y="3999799"/>
            <a:ext cx="723502" cy="794279"/>
          </a:xfrm>
          <a:prstGeom prst="rect">
            <a:avLst/>
          </a:prstGeom>
        </p:spPr>
      </p:pic>
      <p:grpSp>
        <p:nvGrpSpPr>
          <p:cNvPr id="30" name="Group 29">
            <a:extLst>
              <a:ext uri="{FF2B5EF4-FFF2-40B4-BE49-F238E27FC236}">
                <a16:creationId xmlns:a16="http://schemas.microsoft.com/office/drawing/2014/main" id="{1B511978-950B-16D7-3A4E-F2EC8D1FE450}"/>
              </a:ext>
            </a:extLst>
          </p:cNvPr>
          <p:cNvGrpSpPr/>
          <p:nvPr userDrawn="1"/>
        </p:nvGrpSpPr>
        <p:grpSpPr>
          <a:xfrm>
            <a:off x="7089202" y="2587328"/>
            <a:ext cx="1683354" cy="1683344"/>
            <a:chOff x="7105553" y="2626080"/>
            <a:chExt cx="1683354" cy="1683344"/>
          </a:xfrm>
          <a:solidFill>
            <a:schemeClr val="accent4"/>
          </a:solidFill>
        </p:grpSpPr>
        <p:sp>
          <p:nvSpPr>
            <p:cNvPr id="31" name="Freeform: Shape 10">
              <a:extLst>
                <a:ext uri="{FF2B5EF4-FFF2-40B4-BE49-F238E27FC236}">
                  <a16:creationId xmlns:a16="http://schemas.microsoft.com/office/drawing/2014/main" id="{F34E6F00-4FFD-DBCB-645C-45987F2319BA}"/>
                </a:ext>
              </a:extLst>
            </p:cNvPr>
            <p:cNvSpPr/>
            <p:nvPr/>
          </p:nvSpPr>
          <p:spPr>
            <a:xfrm>
              <a:off x="7105553" y="2626080"/>
              <a:ext cx="1683354" cy="356489"/>
            </a:xfrm>
            <a:custGeom>
              <a:avLst/>
              <a:gdLst>
                <a:gd name="connsiteX0" fmla="*/ 1731520 w 1778318"/>
                <a:gd name="connsiteY0" fmla="*/ 46798 h 374382"/>
                <a:gd name="connsiteX1" fmla="*/ 1731520 w 1778318"/>
                <a:gd name="connsiteY1" fmla="*/ 327585 h 374382"/>
                <a:gd name="connsiteX2" fmla="*/ 46798 w 1778318"/>
                <a:gd name="connsiteY2" fmla="*/ 327585 h 374382"/>
                <a:gd name="connsiteX3" fmla="*/ 46798 w 1778318"/>
                <a:gd name="connsiteY3" fmla="*/ 46798 h 374382"/>
                <a:gd name="connsiteX4" fmla="*/ 1731520 w 1778318"/>
                <a:gd name="connsiteY4" fmla="*/ 46798 h 374382"/>
                <a:gd name="connsiteX5" fmla="*/ 1778318 w 1778318"/>
                <a:gd name="connsiteY5" fmla="*/ 0 h 374382"/>
                <a:gd name="connsiteX6" fmla="*/ 0 w 1778318"/>
                <a:gd name="connsiteY6" fmla="*/ 0 h 374382"/>
                <a:gd name="connsiteX7" fmla="*/ 0 w 1778318"/>
                <a:gd name="connsiteY7" fmla="*/ 374383 h 374382"/>
                <a:gd name="connsiteX8" fmla="*/ 1778318 w 1778318"/>
                <a:gd name="connsiteY8" fmla="*/ 374383 h 374382"/>
                <a:gd name="connsiteX9" fmla="*/ 1778318 w 1778318"/>
                <a:gd name="connsiteY9" fmla="*/ 0 h 374382"/>
                <a:gd name="connsiteX10" fmla="*/ 1778318 w 1778318"/>
                <a:gd name="connsiteY10" fmla="*/ 0 h 3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382">
                  <a:moveTo>
                    <a:pt x="1731520" y="46798"/>
                  </a:moveTo>
                  <a:lnTo>
                    <a:pt x="1731520" y="327585"/>
                  </a:lnTo>
                  <a:lnTo>
                    <a:pt x="46798" y="327585"/>
                  </a:lnTo>
                  <a:lnTo>
                    <a:pt x="46798" y="46798"/>
                  </a:lnTo>
                  <a:lnTo>
                    <a:pt x="1731520" y="46798"/>
                  </a:lnTo>
                  <a:moveTo>
                    <a:pt x="1778318" y="0"/>
                  </a:moveTo>
                  <a:lnTo>
                    <a:pt x="0" y="0"/>
                  </a:lnTo>
                  <a:lnTo>
                    <a:pt x="0" y="374383"/>
                  </a:lnTo>
                  <a:lnTo>
                    <a:pt x="1778318" y="374383"/>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2" name="Freeform: Shape 25">
              <a:extLst>
                <a:ext uri="{FF2B5EF4-FFF2-40B4-BE49-F238E27FC236}">
                  <a16:creationId xmlns:a16="http://schemas.microsoft.com/office/drawing/2014/main" id="{5E5D2E21-4E14-53AA-F03F-C93C4068E3F5}"/>
                </a:ext>
              </a:extLst>
            </p:cNvPr>
            <p:cNvSpPr/>
            <p:nvPr/>
          </p:nvSpPr>
          <p:spPr>
            <a:xfrm>
              <a:off x="7105553" y="3069553"/>
              <a:ext cx="1683354" cy="356489"/>
            </a:xfrm>
            <a:custGeom>
              <a:avLst/>
              <a:gdLst>
                <a:gd name="connsiteX0" fmla="*/ 1731520 w 1778318"/>
                <a:gd name="connsiteY0" fmla="*/ 46798 h 374382"/>
                <a:gd name="connsiteX1" fmla="*/ 1731520 w 1778318"/>
                <a:gd name="connsiteY1" fmla="*/ 327585 h 374382"/>
                <a:gd name="connsiteX2" fmla="*/ 46798 w 1778318"/>
                <a:gd name="connsiteY2" fmla="*/ 327585 h 374382"/>
                <a:gd name="connsiteX3" fmla="*/ 46798 w 1778318"/>
                <a:gd name="connsiteY3" fmla="*/ 46798 h 374382"/>
                <a:gd name="connsiteX4" fmla="*/ 1731520 w 1778318"/>
                <a:gd name="connsiteY4" fmla="*/ 46798 h 374382"/>
                <a:gd name="connsiteX5" fmla="*/ 1778318 w 1778318"/>
                <a:gd name="connsiteY5" fmla="*/ 0 h 374382"/>
                <a:gd name="connsiteX6" fmla="*/ 0 w 1778318"/>
                <a:gd name="connsiteY6" fmla="*/ 0 h 374382"/>
                <a:gd name="connsiteX7" fmla="*/ 0 w 1778318"/>
                <a:gd name="connsiteY7" fmla="*/ 374383 h 374382"/>
                <a:gd name="connsiteX8" fmla="*/ 1778318 w 1778318"/>
                <a:gd name="connsiteY8" fmla="*/ 374383 h 374382"/>
                <a:gd name="connsiteX9" fmla="*/ 1778318 w 1778318"/>
                <a:gd name="connsiteY9" fmla="*/ 0 h 374382"/>
                <a:gd name="connsiteX10" fmla="*/ 1778318 w 1778318"/>
                <a:gd name="connsiteY10" fmla="*/ 0 h 3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382">
                  <a:moveTo>
                    <a:pt x="1731520" y="46798"/>
                  </a:moveTo>
                  <a:lnTo>
                    <a:pt x="1731520" y="327585"/>
                  </a:lnTo>
                  <a:lnTo>
                    <a:pt x="46798" y="327585"/>
                  </a:lnTo>
                  <a:lnTo>
                    <a:pt x="46798" y="46798"/>
                  </a:lnTo>
                  <a:lnTo>
                    <a:pt x="1731520" y="46798"/>
                  </a:lnTo>
                  <a:moveTo>
                    <a:pt x="1778318" y="0"/>
                  </a:moveTo>
                  <a:lnTo>
                    <a:pt x="0" y="0"/>
                  </a:lnTo>
                  <a:lnTo>
                    <a:pt x="0" y="374383"/>
                  </a:lnTo>
                  <a:lnTo>
                    <a:pt x="1778318" y="374383"/>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3" name="Freeform: Shape 28">
              <a:extLst>
                <a:ext uri="{FF2B5EF4-FFF2-40B4-BE49-F238E27FC236}">
                  <a16:creationId xmlns:a16="http://schemas.microsoft.com/office/drawing/2014/main" id="{6A5837EA-A123-CAC5-F31B-AC79BA95A12E}"/>
                </a:ext>
              </a:extLst>
            </p:cNvPr>
            <p:cNvSpPr/>
            <p:nvPr/>
          </p:nvSpPr>
          <p:spPr>
            <a:xfrm>
              <a:off x="7105553" y="3509105"/>
              <a:ext cx="1683354" cy="356489"/>
            </a:xfrm>
            <a:custGeom>
              <a:avLst/>
              <a:gdLst>
                <a:gd name="connsiteX0" fmla="*/ 1731520 w 1778318"/>
                <a:gd name="connsiteY0" fmla="*/ 46798 h 374382"/>
                <a:gd name="connsiteX1" fmla="*/ 1731520 w 1778318"/>
                <a:gd name="connsiteY1" fmla="*/ 327585 h 374382"/>
                <a:gd name="connsiteX2" fmla="*/ 46798 w 1778318"/>
                <a:gd name="connsiteY2" fmla="*/ 327585 h 374382"/>
                <a:gd name="connsiteX3" fmla="*/ 46798 w 1778318"/>
                <a:gd name="connsiteY3" fmla="*/ 46798 h 374382"/>
                <a:gd name="connsiteX4" fmla="*/ 1731520 w 1778318"/>
                <a:gd name="connsiteY4" fmla="*/ 46798 h 374382"/>
                <a:gd name="connsiteX5" fmla="*/ 1778318 w 1778318"/>
                <a:gd name="connsiteY5" fmla="*/ 0 h 374382"/>
                <a:gd name="connsiteX6" fmla="*/ 0 w 1778318"/>
                <a:gd name="connsiteY6" fmla="*/ 0 h 374382"/>
                <a:gd name="connsiteX7" fmla="*/ 0 w 1778318"/>
                <a:gd name="connsiteY7" fmla="*/ 374383 h 374382"/>
                <a:gd name="connsiteX8" fmla="*/ 1778318 w 1778318"/>
                <a:gd name="connsiteY8" fmla="*/ 374383 h 374382"/>
                <a:gd name="connsiteX9" fmla="*/ 1778318 w 1778318"/>
                <a:gd name="connsiteY9" fmla="*/ 0 h 374382"/>
                <a:gd name="connsiteX10" fmla="*/ 1778318 w 1778318"/>
                <a:gd name="connsiteY10" fmla="*/ 0 h 3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382">
                  <a:moveTo>
                    <a:pt x="1731520" y="46798"/>
                  </a:moveTo>
                  <a:lnTo>
                    <a:pt x="1731520" y="327585"/>
                  </a:lnTo>
                  <a:lnTo>
                    <a:pt x="46798" y="327585"/>
                  </a:lnTo>
                  <a:lnTo>
                    <a:pt x="46798" y="46798"/>
                  </a:lnTo>
                  <a:lnTo>
                    <a:pt x="1731520" y="46798"/>
                  </a:lnTo>
                  <a:moveTo>
                    <a:pt x="1778318" y="0"/>
                  </a:moveTo>
                  <a:lnTo>
                    <a:pt x="0" y="0"/>
                  </a:lnTo>
                  <a:lnTo>
                    <a:pt x="0" y="374383"/>
                  </a:lnTo>
                  <a:lnTo>
                    <a:pt x="1778318" y="374383"/>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4" name="Freeform: Shape 31">
              <a:extLst>
                <a:ext uri="{FF2B5EF4-FFF2-40B4-BE49-F238E27FC236}">
                  <a16:creationId xmlns:a16="http://schemas.microsoft.com/office/drawing/2014/main" id="{168098EF-E54C-DA1C-76EB-5B2CF15679A8}"/>
                </a:ext>
              </a:extLst>
            </p:cNvPr>
            <p:cNvSpPr/>
            <p:nvPr/>
          </p:nvSpPr>
          <p:spPr>
            <a:xfrm>
              <a:off x="7105553" y="3952578"/>
              <a:ext cx="1683354" cy="356846"/>
            </a:xfrm>
            <a:custGeom>
              <a:avLst/>
              <a:gdLst>
                <a:gd name="connsiteX0" fmla="*/ 1731520 w 1778318"/>
                <a:gd name="connsiteY0" fmla="*/ 46798 h 374757"/>
                <a:gd name="connsiteX1" fmla="*/ 1731520 w 1778318"/>
                <a:gd name="connsiteY1" fmla="*/ 327959 h 374757"/>
                <a:gd name="connsiteX2" fmla="*/ 46798 w 1778318"/>
                <a:gd name="connsiteY2" fmla="*/ 327959 h 374757"/>
                <a:gd name="connsiteX3" fmla="*/ 46798 w 1778318"/>
                <a:gd name="connsiteY3" fmla="*/ 46798 h 374757"/>
                <a:gd name="connsiteX4" fmla="*/ 1731520 w 1778318"/>
                <a:gd name="connsiteY4" fmla="*/ 46798 h 374757"/>
                <a:gd name="connsiteX5" fmla="*/ 1778318 w 1778318"/>
                <a:gd name="connsiteY5" fmla="*/ 0 h 374757"/>
                <a:gd name="connsiteX6" fmla="*/ 0 w 1778318"/>
                <a:gd name="connsiteY6" fmla="*/ 0 h 374757"/>
                <a:gd name="connsiteX7" fmla="*/ 0 w 1778318"/>
                <a:gd name="connsiteY7" fmla="*/ 374757 h 374757"/>
                <a:gd name="connsiteX8" fmla="*/ 1778318 w 1778318"/>
                <a:gd name="connsiteY8" fmla="*/ 374757 h 374757"/>
                <a:gd name="connsiteX9" fmla="*/ 1778318 w 1778318"/>
                <a:gd name="connsiteY9" fmla="*/ 0 h 374757"/>
                <a:gd name="connsiteX10" fmla="*/ 1778318 w 1778318"/>
                <a:gd name="connsiteY10" fmla="*/ 0 h 374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8318" h="374757">
                  <a:moveTo>
                    <a:pt x="1731520" y="46798"/>
                  </a:moveTo>
                  <a:lnTo>
                    <a:pt x="1731520" y="327959"/>
                  </a:lnTo>
                  <a:lnTo>
                    <a:pt x="46798" y="327959"/>
                  </a:lnTo>
                  <a:lnTo>
                    <a:pt x="46798" y="46798"/>
                  </a:lnTo>
                  <a:lnTo>
                    <a:pt x="1731520" y="46798"/>
                  </a:lnTo>
                  <a:moveTo>
                    <a:pt x="1778318" y="0"/>
                  </a:moveTo>
                  <a:lnTo>
                    <a:pt x="0" y="0"/>
                  </a:lnTo>
                  <a:lnTo>
                    <a:pt x="0" y="374757"/>
                  </a:lnTo>
                  <a:lnTo>
                    <a:pt x="1778318" y="374757"/>
                  </a:lnTo>
                  <a:lnTo>
                    <a:pt x="1778318" y="0"/>
                  </a:lnTo>
                  <a:lnTo>
                    <a:pt x="1778318" y="0"/>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5" name="Group 34">
              <a:extLst>
                <a:ext uri="{FF2B5EF4-FFF2-40B4-BE49-F238E27FC236}">
                  <a16:creationId xmlns:a16="http://schemas.microsoft.com/office/drawing/2014/main" id="{9E348A19-838D-E674-DB99-5BF85C10D892}"/>
                </a:ext>
              </a:extLst>
            </p:cNvPr>
            <p:cNvGrpSpPr/>
            <p:nvPr/>
          </p:nvGrpSpPr>
          <p:grpSpPr>
            <a:xfrm>
              <a:off x="7240575" y="2737839"/>
              <a:ext cx="1407461" cy="1459825"/>
              <a:chOff x="7240575" y="2737839"/>
              <a:chExt cx="1407461" cy="1459825"/>
            </a:xfrm>
            <a:grpFill/>
          </p:grpSpPr>
          <p:grpSp>
            <p:nvGrpSpPr>
              <p:cNvPr id="36" name="Graphic 388">
                <a:extLst>
                  <a:ext uri="{FF2B5EF4-FFF2-40B4-BE49-F238E27FC236}">
                    <a16:creationId xmlns:a16="http://schemas.microsoft.com/office/drawing/2014/main" id="{365E5863-7D32-E222-4A6C-73A5FDD7894D}"/>
                  </a:ext>
                </a:extLst>
              </p:cNvPr>
              <p:cNvGrpSpPr/>
              <p:nvPr/>
            </p:nvGrpSpPr>
            <p:grpSpPr>
              <a:xfrm>
                <a:off x="7240575" y="2737839"/>
                <a:ext cx="666430" cy="132970"/>
                <a:chOff x="9266953" y="746332"/>
                <a:chExt cx="704026" cy="139644"/>
              </a:xfrm>
              <a:grpFill/>
            </p:grpSpPr>
            <p:sp>
              <p:nvSpPr>
                <p:cNvPr id="133" name="Freeform: Shape 58">
                  <a:extLst>
                    <a:ext uri="{FF2B5EF4-FFF2-40B4-BE49-F238E27FC236}">
                      <a16:creationId xmlns:a16="http://schemas.microsoft.com/office/drawing/2014/main" id="{AC7E6249-51DA-DE4C-7CF8-426D692BDF3C}"/>
                    </a:ext>
                  </a:extLst>
                </p:cNvPr>
                <p:cNvSpPr/>
                <p:nvPr/>
              </p:nvSpPr>
              <p:spPr>
                <a:xfrm>
                  <a:off x="9266953"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4" name="Freeform: Shape 59">
                  <a:extLst>
                    <a:ext uri="{FF2B5EF4-FFF2-40B4-BE49-F238E27FC236}">
                      <a16:creationId xmlns:a16="http://schemas.microsoft.com/office/drawing/2014/main" id="{4F60BE10-3A08-3D45-EC60-F009C2C1356D}"/>
                    </a:ext>
                  </a:extLst>
                </p:cNvPr>
                <p:cNvSpPr/>
                <p:nvPr/>
              </p:nvSpPr>
              <p:spPr>
                <a:xfrm>
                  <a:off x="9360923"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5" name="Freeform: Shape 60">
                  <a:extLst>
                    <a:ext uri="{FF2B5EF4-FFF2-40B4-BE49-F238E27FC236}">
                      <a16:creationId xmlns:a16="http://schemas.microsoft.com/office/drawing/2014/main" id="{622651E1-F094-96BA-5808-0BFFDFF1E3B9}"/>
                    </a:ext>
                  </a:extLst>
                </p:cNvPr>
                <p:cNvSpPr/>
                <p:nvPr/>
              </p:nvSpPr>
              <p:spPr>
                <a:xfrm>
                  <a:off x="9454706"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6" name="Freeform: Shape 61">
                  <a:extLst>
                    <a:ext uri="{FF2B5EF4-FFF2-40B4-BE49-F238E27FC236}">
                      <a16:creationId xmlns:a16="http://schemas.microsoft.com/office/drawing/2014/main" id="{56E4C1DC-6A31-B047-1D49-561B5E404528}"/>
                    </a:ext>
                  </a:extLst>
                </p:cNvPr>
                <p:cNvSpPr/>
                <p:nvPr/>
              </p:nvSpPr>
              <p:spPr>
                <a:xfrm>
                  <a:off x="9548676"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7" name="Freeform: Shape 62">
                  <a:extLst>
                    <a:ext uri="{FF2B5EF4-FFF2-40B4-BE49-F238E27FC236}">
                      <a16:creationId xmlns:a16="http://schemas.microsoft.com/office/drawing/2014/main" id="{78CE3795-D9C5-E885-D876-81DDBBACE619}"/>
                    </a:ext>
                  </a:extLst>
                </p:cNvPr>
                <p:cNvSpPr/>
                <p:nvPr/>
              </p:nvSpPr>
              <p:spPr>
                <a:xfrm>
                  <a:off x="9642646"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8" name="Freeform: Shape 127">
                  <a:extLst>
                    <a:ext uri="{FF2B5EF4-FFF2-40B4-BE49-F238E27FC236}">
                      <a16:creationId xmlns:a16="http://schemas.microsoft.com/office/drawing/2014/main" id="{5E4D1691-71AD-E3A8-3EC7-D4EA5634AABF}"/>
                    </a:ext>
                  </a:extLst>
                </p:cNvPr>
                <p:cNvSpPr/>
                <p:nvPr/>
              </p:nvSpPr>
              <p:spPr>
                <a:xfrm>
                  <a:off x="9736429"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9" name="Freeform: Shape 128">
                  <a:extLst>
                    <a:ext uri="{FF2B5EF4-FFF2-40B4-BE49-F238E27FC236}">
                      <a16:creationId xmlns:a16="http://schemas.microsoft.com/office/drawing/2014/main" id="{17D160F0-9A37-1746-CE37-C9A37BF28EFB}"/>
                    </a:ext>
                  </a:extLst>
                </p:cNvPr>
                <p:cNvSpPr/>
                <p:nvPr/>
              </p:nvSpPr>
              <p:spPr>
                <a:xfrm>
                  <a:off x="9830399"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0" name="Freeform: Shape 129">
                  <a:extLst>
                    <a:ext uri="{FF2B5EF4-FFF2-40B4-BE49-F238E27FC236}">
                      <a16:creationId xmlns:a16="http://schemas.microsoft.com/office/drawing/2014/main" id="{E01BA535-07C9-6725-3026-477BAB7733B4}"/>
                    </a:ext>
                  </a:extLst>
                </p:cNvPr>
                <p:cNvSpPr/>
                <p:nvPr/>
              </p:nvSpPr>
              <p:spPr>
                <a:xfrm>
                  <a:off x="9924182" y="746332"/>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7" name="Freeform: Shape 24">
                <a:extLst>
                  <a:ext uri="{FF2B5EF4-FFF2-40B4-BE49-F238E27FC236}">
                    <a16:creationId xmlns:a16="http://schemas.microsoft.com/office/drawing/2014/main" id="{66905CB3-5418-587E-8177-9A11B1B5C90C}"/>
                  </a:ext>
                </a:extLst>
              </p:cNvPr>
              <p:cNvSpPr/>
              <p:nvPr/>
            </p:nvSpPr>
            <p:spPr>
              <a:xfrm>
                <a:off x="8559439" y="2760654"/>
                <a:ext cx="88597" cy="89122"/>
              </a:xfrm>
              <a:custGeom>
                <a:avLst/>
                <a:gdLst>
                  <a:gd name="connsiteX0" fmla="*/ 93596 w 93595"/>
                  <a:gd name="connsiteY0" fmla="*/ 46798 h 93595"/>
                  <a:gd name="connsiteX1" fmla="*/ 46798 w 93595"/>
                  <a:gd name="connsiteY1" fmla="*/ 93596 h 93595"/>
                  <a:gd name="connsiteX2" fmla="*/ 0 w 93595"/>
                  <a:gd name="connsiteY2" fmla="*/ 46798 h 93595"/>
                  <a:gd name="connsiteX3" fmla="*/ 46798 w 93595"/>
                  <a:gd name="connsiteY3" fmla="*/ 0 h 93595"/>
                  <a:gd name="connsiteX4" fmla="*/ 93596 w 93595"/>
                  <a:gd name="connsiteY4" fmla="*/ 46798 h 93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595">
                    <a:moveTo>
                      <a:pt x="93596" y="46798"/>
                    </a:moveTo>
                    <a:cubicBezTo>
                      <a:pt x="93596" y="72644"/>
                      <a:pt x="72644" y="93596"/>
                      <a:pt x="46798" y="93596"/>
                    </a:cubicBezTo>
                    <a:cubicBezTo>
                      <a:pt x="20952" y="93596"/>
                      <a:pt x="0" y="72644"/>
                      <a:pt x="0" y="46798"/>
                    </a:cubicBezTo>
                    <a:cubicBezTo>
                      <a:pt x="0" y="20952"/>
                      <a:pt x="20952" y="0"/>
                      <a:pt x="46798" y="0"/>
                    </a:cubicBezTo>
                    <a:cubicBezTo>
                      <a:pt x="72644" y="0"/>
                      <a:pt x="93596" y="20952"/>
                      <a:pt x="93596" y="46798"/>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388">
                <a:extLst>
                  <a:ext uri="{FF2B5EF4-FFF2-40B4-BE49-F238E27FC236}">
                    <a16:creationId xmlns:a16="http://schemas.microsoft.com/office/drawing/2014/main" id="{B90D5C81-82E3-D766-2A7B-FBF535D0D843}"/>
                  </a:ext>
                </a:extLst>
              </p:cNvPr>
              <p:cNvGrpSpPr/>
              <p:nvPr/>
            </p:nvGrpSpPr>
            <p:grpSpPr>
              <a:xfrm>
                <a:off x="7240575" y="3181313"/>
                <a:ext cx="666430" cy="132970"/>
                <a:chOff x="9266953" y="1212065"/>
                <a:chExt cx="704026" cy="139644"/>
              </a:xfrm>
              <a:grpFill/>
            </p:grpSpPr>
            <p:sp>
              <p:nvSpPr>
                <p:cNvPr id="60" name="Freeform: Shape 50">
                  <a:extLst>
                    <a:ext uri="{FF2B5EF4-FFF2-40B4-BE49-F238E27FC236}">
                      <a16:creationId xmlns:a16="http://schemas.microsoft.com/office/drawing/2014/main" id="{E2F0790C-7B2F-5F19-1677-317081BC015A}"/>
                    </a:ext>
                  </a:extLst>
                </p:cNvPr>
                <p:cNvSpPr/>
                <p:nvPr/>
              </p:nvSpPr>
              <p:spPr>
                <a:xfrm>
                  <a:off x="9266953"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1" name="Freeform: Shape 51">
                  <a:extLst>
                    <a:ext uri="{FF2B5EF4-FFF2-40B4-BE49-F238E27FC236}">
                      <a16:creationId xmlns:a16="http://schemas.microsoft.com/office/drawing/2014/main" id="{C6B919EC-CC12-3BEF-CFA3-78513F024007}"/>
                    </a:ext>
                  </a:extLst>
                </p:cNvPr>
                <p:cNvSpPr/>
                <p:nvPr/>
              </p:nvSpPr>
              <p:spPr>
                <a:xfrm>
                  <a:off x="9360923"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2" name="Freeform: Shape 52">
                  <a:extLst>
                    <a:ext uri="{FF2B5EF4-FFF2-40B4-BE49-F238E27FC236}">
                      <a16:creationId xmlns:a16="http://schemas.microsoft.com/office/drawing/2014/main" id="{F976652A-485D-FCAA-1076-35B2547D993F}"/>
                    </a:ext>
                  </a:extLst>
                </p:cNvPr>
                <p:cNvSpPr/>
                <p:nvPr/>
              </p:nvSpPr>
              <p:spPr>
                <a:xfrm>
                  <a:off x="9454706"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63" name="Freeform: Shape 53">
                  <a:extLst>
                    <a:ext uri="{FF2B5EF4-FFF2-40B4-BE49-F238E27FC236}">
                      <a16:creationId xmlns:a16="http://schemas.microsoft.com/office/drawing/2014/main" id="{BFB82F21-DA65-648B-F344-D0321D123E3C}"/>
                    </a:ext>
                  </a:extLst>
                </p:cNvPr>
                <p:cNvSpPr/>
                <p:nvPr/>
              </p:nvSpPr>
              <p:spPr>
                <a:xfrm>
                  <a:off x="9548676"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9" name="Freeform: Shape 54">
                  <a:extLst>
                    <a:ext uri="{FF2B5EF4-FFF2-40B4-BE49-F238E27FC236}">
                      <a16:creationId xmlns:a16="http://schemas.microsoft.com/office/drawing/2014/main" id="{0D41E4B6-8CE6-CEDA-BE70-C7776588158B}"/>
                    </a:ext>
                  </a:extLst>
                </p:cNvPr>
                <p:cNvSpPr/>
                <p:nvPr/>
              </p:nvSpPr>
              <p:spPr>
                <a:xfrm>
                  <a:off x="9642646"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0" name="Freeform: Shape 55">
                  <a:extLst>
                    <a:ext uri="{FF2B5EF4-FFF2-40B4-BE49-F238E27FC236}">
                      <a16:creationId xmlns:a16="http://schemas.microsoft.com/office/drawing/2014/main" id="{A56AFAE4-4B54-0AF5-D3EA-CBFF0FCF839D}"/>
                    </a:ext>
                  </a:extLst>
                </p:cNvPr>
                <p:cNvSpPr/>
                <p:nvPr/>
              </p:nvSpPr>
              <p:spPr>
                <a:xfrm>
                  <a:off x="9736429"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1" name="Freeform: Shape 56">
                  <a:extLst>
                    <a:ext uri="{FF2B5EF4-FFF2-40B4-BE49-F238E27FC236}">
                      <a16:creationId xmlns:a16="http://schemas.microsoft.com/office/drawing/2014/main" id="{541C4B87-935B-136A-E4E4-815BBA8A7CE3}"/>
                    </a:ext>
                  </a:extLst>
                </p:cNvPr>
                <p:cNvSpPr/>
                <p:nvPr/>
              </p:nvSpPr>
              <p:spPr>
                <a:xfrm>
                  <a:off x="9830399"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2" name="Freeform: Shape 57">
                  <a:extLst>
                    <a:ext uri="{FF2B5EF4-FFF2-40B4-BE49-F238E27FC236}">
                      <a16:creationId xmlns:a16="http://schemas.microsoft.com/office/drawing/2014/main" id="{801A52A7-4036-9673-A8F4-E7F4E169CBCF}"/>
                    </a:ext>
                  </a:extLst>
                </p:cNvPr>
                <p:cNvSpPr/>
                <p:nvPr/>
              </p:nvSpPr>
              <p:spPr>
                <a:xfrm>
                  <a:off x="9924182" y="1212065"/>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27">
                <a:extLst>
                  <a:ext uri="{FF2B5EF4-FFF2-40B4-BE49-F238E27FC236}">
                    <a16:creationId xmlns:a16="http://schemas.microsoft.com/office/drawing/2014/main" id="{AEEA00F0-DCF4-9EFF-376D-F92F7AA728EE}"/>
                  </a:ext>
                </a:extLst>
              </p:cNvPr>
              <p:cNvSpPr/>
              <p:nvPr/>
            </p:nvSpPr>
            <p:spPr>
              <a:xfrm>
                <a:off x="8559439" y="3203414"/>
                <a:ext cx="88597" cy="88766"/>
              </a:xfrm>
              <a:custGeom>
                <a:avLst/>
                <a:gdLst>
                  <a:gd name="connsiteX0" fmla="*/ 93596 w 93595"/>
                  <a:gd name="connsiteY0" fmla="*/ 46611 h 93221"/>
                  <a:gd name="connsiteX1" fmla="*/ 46798 w 93595"/>
                  <a:gd name="connsiteY1" fmla="*/ 93221 h 93221"/>
                  <a:gd name="connsiteX2" fmla="*/ 0 w 93595"/>
                  <a:gd name="connsiteY2" fmla="*/ 46611 h 93221"/>
                  <a:gd name="connsiteX3" fmla="*/ 46798 w 93595"/>
                  <a:gd name="connsiteY3" fmla="*/ 0 h 93221"/>
                  <a:gd name="connsiteX4" fmla="*/ 93596 w 93595"/>
                  <a:gd name="connsiteY4" fmla="*/ 46611 h 93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221">
                    <a:moveTo>
                      <a:pt x="93596" y="46611"/>
                    </a:moveTo>
                    <a:cubicBezTo>
                      <a:pt x="93596" y="72353"/>
                      <a:pt x="72644" y="93221"/>
                      <a:pt x="46798" y="93221"/>
                    </a:cubicBezTo>
                    <a:cubicBezTo>
                      <a:pt x="20952" y="93221"/>
                      <a:pt x="0" y="72353"/>
                      <a:pt x="0" y="46611"/>
                    </a:cubicBezTo>
                    <a:cubicBezTo>
                      <a:pt x="0" y="20868"/>
                      <a:pt x="20952" y="0"/>
                      <a:pt x="46798" y="0"/>
                    </a:cubicBezTo>
                    <a:cubicBezTo>
                      <a:pt x="72644" y="0"/>
                      <a:pt x="93596" y="20868"/>
                      <a:pt x="93596" y="46611"/>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0" name="Graphic 388">
                <a:extLst>
                  <a:ext uri="{FF2B5EF4-FFF2-40B4-BE49-F238E27FC236}">
                    <a16:creationId xmlns:a16="http://schemas.microsoft.com/office/drawing/2014/main" id="{288A17ED-063D-3D07-89F1-AA16B169913B}"/>
                  </a:ext>
                </a:extLst>
              </p:cNvPr>
              <p:cNvGrpSpPr/>
              <p:nvPr/>
            </p:nvGrpSpPr>
            <p:grpSpPr>
              <a:xfrm>
                <a:off x="7240575" y="3620864"/>
                <a:ext cx="666430" cy="132970"/>
                <a:chOff x="9266953" y="1673679"/>
                <a:chExt cx="704026" cy="139644"/>
              </a:xfrm>
              <a:grpFill/>
            </p:grpSpPr>
            <p:sp>
              <p:nvSpPr>
                <p:cNvPr id="52" name="Freeform: Shape 42">
                  <a:extLst>
                    <a:ext uri="{FF2B5EF4-FFF2-40B4-BE49-F238E27FC236}">
                      <a16:creationId xmlns:a16="http://schemas.microsoft.com/office/drawing/2014/main" id="{235D0E81-84C5-222F-E33E-F14F53AE3F14}"/>
                    </a:ext>
                  </a:extLst>
                </p:cNvPr>
                <p:cNvSpPr/>
                <p:nvPr/>
              </p:nvSpPr>
              <p:spPr>
                <a:xfrm>
                  <a:off x="9266953"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3" name="Freeform: Shape 43">
                  <a:extLst>
                    <a:ext uri="{FF2B5EF4-FFF2-40B4-BE49-F238E27FC236}">
                      <a16:creationId xmlns:a16="http://schemas.microsoft.com/office/drawing/2014/main" id="{5B917BA6-D5D0-1775-9CE5-0451D086805D}"/>
                    </a:ext>
                  </a:extLst>
                </p:cNvPr>
                <p:cNvSpPr/>
                <p:nvPr/>
              </p:nvSpPr>
              <p:spPr>
                <a:xfrm>
                  <a:off x="9360923"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4" name="Freeform: Shape 44">
                  <a:extLst>
                    <a:ext uri="{FF2B5EF4-FFF2-40B4-BE49-F238E27FC236}">
                      <a16:creationId xmlns:a16="http://schemas.microsoft.com/office/drawing/2014/main" id="{A0FDCEFF-168D-6B49-8962-64A4672F8C42}"/>
                    </a:ext>
                  </a:extLst>
                </p:cNvPr>
                <p:cNvSpPr/>
                <p:nvPr/>
              </p:nvSpPr>
              <p:spPr>
                <a:xfrm>
                  <a:off x="9454706"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5" name="Freeform: Shape 45">
                  <a:extLst>
                    <a:ext uri="{FF2B5EF4-FFF2-40B4-BE49-F238E27FC236}">
                      <a16:creationId xmlns:a16="http://schemas.microsoft.com/office/drawing/2014/main" id="{D719AC36-D4F6-6849-5E29-BE48302A6BDB}"/>
                    </a:ext>
                  </a:extLst>
                </p:cNvPr>
                <p:cNvSpPr/>
                <p:nvPr/>
              </p:nvSpPr>
              <p:spPr>
                <a:xfrm>
                  <a:off x="9548676"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6" name="Freeform: Shape 46">
                  <a:extLst>
                    <a:ext uri="{FF2B5EF4-FFF2-40B4-BE49-F238E27FC236}">
                      <a16:creationId xmlns:a16="http://schemas.microsoft.com/office/drawing/2014/main" id="{FBA8D6DC-B91C-761F-F5AB-2E47320E0E12}"/>
                    </a:ext>
                  </a:extLst>
                </p:cNvPr>
                <p:cNvSpPr/>
                <p:nvPr/>
              </p:nvSpPr>
              <p:spPr>
                <a:xfrm>
                  <a:off x="9642646"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7" name="Freeform: Shape 47">
                  <a:extLst>
                    <a:ext uri="{FF2B5EF4-FFF2-40B4-BE49-F238E27FC236}">
                      <a16:creationId xmlns:a16="http://schemas.microsoft.com/office/drawing/2014/main" id="{B49A28E8-AC55-CC5B-E4AF-F23CCA2CB4CF}"/>
                    </a:ext>
                  </a:extLst>
                </p:cNvPr>
                <p:cNvSpPr/>
                <p:nvPr/>
              </p:nvSpPr>
              <p:spPr>
                <a:xfrm>
                  <a:off x="9736429"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8" name="Freeform: Shape 48">
                  <a:extLst>
                    <a:ext uri="{FF2B5EF4-FFF2-40B4-BE49-F238E27FC236}">
                      <a16:creationId xmlns:a16="http://schemas.microsoft.com/office/drawing/2014/main" id="{7773B7FB-A40D-0AFA-AE12-B1000D840C62}"/>
                    </a:ext>
                  </a:extLst>
                </p:cNvPr>
                <p:cNvSpPr/>
                <p:nvPr/>
              </p:nvSpPr>
              <p:spPr>
                <a:xfrm>
                  <a:off x="9830399"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9" name="Freeform: Shape 49">
                  <a:extLst>
                    <a:ext uri="{FF2B5EF4-FFF2-40B4-BE49-F238E27FC236}">
                      <a16:creationId xmlns:a16="http://schemas.microsoft.com/office/drawing/2014/main" id="{A1CF369F-2CA1-CB86-16F1-9E442BB78787}"/>
                    </a:ext>
                  </a:extLst>
                </p:cNvPr>
                <p:cNvSpPr/>
                <p:nvPr/>
              </p:nvSpPr>
              <p:spPr>
                <a:xfrm>
                  <a:off x="9924182" y="1673679"/>
                  <a:ext cx="46797" cy="139644"/>
                </a:xfrm>
                <a:custGeom>
                  <a:avLst/>
                  <a:gdLst>
                    <a:gd name="connsiteX0" fmla="*/ 0 w 46797"/>
                    <a:gd name="connsiteY0" fmla="*/ 0 h 139644"/>
                    <a:gd name="connsiteX1" fmla="*/ 46798 w 46797"/>
                    <a:gd name="connsiteY1" fmla="*/ 0 h 139644"/>
                    <a:gd name="connsiteX2" fmla="*/ 46798 w 46797"/>
                    <a:gd name="connsiteY2" fmla="*/ 139645 h 139644"/>
                    <a:gd name="connsiteX3" fmla="*/ 0 w 46797"/>
                    <a:gd name="connsiteY3" fmla="*/ 139645 h 139644"/>
                  </a:gdLst>
                  <a:ahLst/>
                  <a:cxnLst>
                    <a:cxn ang="0">
                      <a:pos x="connsiteX0" y="connsiteY0"/>
                    </a:cxn>
                    <a:cxn ang="0">
                      <a:pos x="connsiteX1" y="connsiteY1"/>
                    </a:cxn>
                    <a:cxn ang="0">
                      <a:pos x="connsiteX2" y="connsiteY2"/>
                    </a:cxn>
                    <a:cxn ang="0">
                      <a:pos x="connsiteX3" y="connsiteY3"/>
                    </a:cxn>
                  </a:cxnLst>
                  <a:rect l="l" t="t" r="r" b="b"/>
                  <a:pathLst>
                    <a:path w="46797" h="139644">
                      <a:moveTo>
                        <a:pt x="0" y="0"/>
                      </a:moveTo>
                      <a:lnTo>
                        <a:pt x="46798" y="0"/>
                      </a:lnTo>
                      <a:lnTo>
                        <a:pt x="46798" y="139645"/>
                      </a:lnTo>
                      <a:lnTo>
                        <a:pt x="0" y="139645"/>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1" name="Freeform: Shape 30">
                <a:extLst>
                  <a:ext uri="{FF2B5EF4-FFF2-40B4-BE49-F238E27FC236}">
                    <a16:creationId xmlns:a16="http://schemas.microsoft.com/office/drawing/2014/main" id="{C80BF32F-40D7-FF0D-A3ED-170EAFDEACFE}"/>
                  </a:ext>
                </a:extLst>
              </p:cNvPr>
              <p:cNvSpPr/>
              <p:nvPr/>
            </p:nvSpPr>
            <p:spPr>
              <a:xfrm>
                <a:off x="8559439" y="3642966"/>
                <a:ext cx="88597" cy="88766"/>
              </a:xfrm>
              <a:custGeom>
                <a:avLst/>
                <a:gdLst>
                  <a:gd name="connsiteX0" fmla="*/ 93596 w 93595"/>
                  <a:gd name="connsiteY0" fmla="*/ 46611 h 93221"/>
                  <a:gd name="connsiteX1" fmla="*/ 46798 w 93595"/>
                  <a:gd name="connsiteY1" fmla="*/ 93221 h 93221"/>
                  <a:gd name="connsiteX2" fmla="*/ 0 w 93595"/>
                  <a:gd name="connsiteY2" fmla="*/ 46611 h 93221"/>
                  <a:gd name="connsiteX3" fmla="*/ 46798 w 93595"/>
                  <a:gd name="connsiteY3" fmla="*/ 0 h 93221"/>
                  <a:gd name="connsiteX4" fmla="*/ 93596 w 93595"/>
                  <a:gd name="connsiteY4" fmla="*/ 46611 h 93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221">
                    <a:moveTo>
                      <a:pt x="93596" y="46611"/>
                    </a:moveTo>
                    <a:cubicBezTo>
                      <a:pt x="93596" y="72353"/>
                      <a:pt x="72644" y="93221"/>
                      <a:pt x="46798" y="93221"/>
                    </a:cubicBezTo>
                    <a:cubicBezTo>
                      <a:pt x="20952" y="93221"/>
                      <a:pt x="0" y="72353"/>
                      <a:pt x="0" y="46611"/>
                    </a:cubicBezTo>
                    <a:cubicBezTo>
                      <a:pt x="0" y="20868"/>
                      <a:pt x="20952" y="0"/>
                      <a:pt x="46798" y="0"/>
                    </a:cubicBezTo>
                    <a:cubicBezTo>
                      <a:pt x="72644" y="0"/>
                      <a:pt x="93596" y="20868"/>
                      <a:pt x="93596" y="46611"/>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42" name="Graphic 388">
                <a:extLst>
                  <a:ext uri="{FF2B5EF4-FFF2-40B4-BE49-F238E27FC236}">
                    <a16:creationId xmlns:a16="http://schemas.microsoft.com/office/drawing/2014/main" id="{3D0FD523-8F78-56DA-F0C1-A8E566FB493E}"/>
                  </a:ext>
                </a:extLst>
              </p:cNvPr>
              <p:cNvGrpSpPr/>
              <p:nvPr/>
            </p:nvGrpSpPr>
            <p:grpSpPr>
              <a:xfrm>
                <a:off x="7240575" y="4064516"/>
                <a:ext cx="666430" cy="133148"/>
                <a:chOff x="9266953" y="2139598"/>
                <a:chExt cx="704026" cy="139831"/>
              </a:xfrm>
              <a:grpFill/>
            </p:grpSpPr>
            <p:sp>
              <p:nvSpPr>
                <p:cNvPr id="44" name="Freeform: Shape 34">
                  <a:extLst>
                    <a:ext uri="{FF2B5EF4-FFF2-40B4-BE49-F238E27FC236}">
                      <a16:creationId xmlns:a16="http://schemas.microsoft.com/office/drawing/2014/main" id="{6F7B443F-5FC2-7509-4A44-BCBE9C8504FB}"/>
                    </a:ext>
                  </a:extLst>
                </p:cNvPr>
                <p:cNvSpPr/>
                <p:nvPr/>
              </p:nvSpPr>
              <p:spPr>
                <a:xfrm>
                  <a:off x="9266953"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5" name="Freeform: Shape 35">
                  <a:extLst>
                    <a:ext uri="{FF2B5EF4-FFF2-40B4-BE49-F238E27FC236}">
                      <a16:creationId xmlns:a16="http://schemas.microsoft.com/office/drawing/2014/main" id="{AFCF811F-C004-3581-CD2A-EF59C4D307C5}"/>
                    </a:ext>
                  </a:extLst>
                </p:cNvPr>
                <p:cNvSpPr/>
                <p:nvPr/>
              </p:nvSpPr>
              <p:spPr>
                <a:xfrm>
                  <a:off x="9360923"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36">
                  <a:extLst>
                    <a:ext uri="{FF2B5EF4-FFF2-40B4-BE49-F238E27FC236}">
                      <a16:creationId xmlns:a16="http://schemas.microsoft.com/office/drawing/2014/main" id="{022BDCBE-6B9F-CD39-7617-6D1C0B0CFFB9}"/>
                    </a:ext>
                  </a:extLst>
                </p:cNvPr>
                <p:cNvSpPr/>
                <p:nvPr/>
              </p:nvSpPr>
              <p:spPr>
                <a:xfrm>
                  <a:off x="9454706"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37">
                  <a:extLst>
                    <a:ext uri="{FF2B5EF4-FFF2-40B4-BE49-F238E27FC236}">
                      <a16:creationId xmlns:a16="http://schemas.microsoft.com/office/drawing/2014/main" id="{75912C0E-4A09-A651-E6A4-7E422D841F78}"/>
                    </a:ext>
                  </a:extLst>
                </p:cNvPr>
                <p:cNvSpPr/>
                <p:nvPr/>
              </p:nvSpPr>
              <p:spPr>
                <a:xfrm>
                  <a:off x="9548676"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8" name="Freeform: Shape 38">
                  <a:extLst>
                    <a:ext uri="{FF2B5EF4-FFF2-40B4-BE49-F238E27FC236}">
                      <a16:creationId xmlns:a16="http://schemas.microsoft.com/office/drawing/2014/main" id="{F81AFBA0-655F-649E-E572-E20768BC782B}"/>
                    </a:ext>
                  </a:extLst>
                </p:cNvPr>
                <p:cNvSpPr/>
                <p:nvPr/>
              </p:nvSpPr>
              <p:spPr>
                <a:xfrm>
                  <a:off x="9642646"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39">
                  <a:extLst>
                    <a:ext uri="{FF2B5EF4-FFF2-40B4-BE49-F238E27FC236}">
                      <a16:creationId xmlns:a16="http://schemas.microsoft.com/office/drawing/2014/main" id="{949AA728-06AB-4EDB-9FEC-0A55CF78D0F4}"/>
                    </a:ext>
                  </a:extLst>
                </p:cNvPr>
                <p:cNvSpPr/>
                <p:nvPr/>
              </p:nvSpPr>
              <p:spPr>
                <a:xfrm>
                  <a:off x="9736429"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0" name="Freeform: Shape 40">
                  <a:extLst>
                    <a:ext uri="{FF2B5EF4-FFF2-40B4-BE49-F238E27FC236}">
                      <a16:creationId xmlns:a16="http://schemas.microsoft.com/office/drawing/2014/main" id="{1E24AF1E-9E69-DDF4-ADF4-661D10CA4BC8}"/>
                    </a:ext>
                  </a:extLst>
                </p:cNvPr>
                <p:cNvSpPr/>
                <p:nvPr/>
              </p:nvSpPr>
              <p:spPr>
                <a:xfrm>
                  <a:off x="9830399"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1" name="Freeform: Shape 41">
                  <a:extLst>
                    <a:ext uri="{FF2B5EF4-FFF2-40B4-BE49-F238E27FC236}">
                      <a16:creationId xmlns:a16="http://schemas.microsoft.com/office/drawing/2014/main" id="{8E5B7117-C68D-92BD-63CC-DBFD16987535}"/>
                    </a:ext>
                  </a:extLst>
                </p:cNvPr>
                <p:cNvSpPr/>
                <p:nvPr/>
              </p:nvSpPr>
              <p:spPr>
                <a:xfrm>
                  <a:off x="9924182" y="2139598"/>
                  <a:ext cx="46797" cy="139831"/>
                </a:xfrm>
                <a:custGeom>
                  <a:avLst/>
                  <a:gdLst>
                    <a:gd name="connsiteX0" fmla="*/ 0 w 46797"/>
                    <a:gd name="connsiteY0" fmla="*/ 0 h 139831"/>
                    <a:gd name="connsiteX1" fmla="*/ 46798 w 46797"/>
                    <a:gd name="connsiteY1" fmla="*/ 0 h 139831"/>
                    <a:gd name="connsiteX2" fmla="*/ 46798 w 46797"/>
                    <a:gd name="connsiteY2" fmla="*/ 139832 h 139831"/>
                    <a:gd name="connsiteX3" fmla="*/ 0 w 46797"/>
                    <a:gd name="connsiteY3" fmla="*/ 139832 h 139831"/>
                  </a:gdLst>
                  <a:ahLst/>
                  <a:cxnLst>
                    <a:cxn ang="0">
                      <a:pos x="connsiteX0" y="connsiteY0"/>
                    </a:cxn>
                    <a:cxn ang="0">
                      <a:pos x="connsiteX1" y="connsiteY1"/>
                    </a:cxn>
                    <a:cxn ang="0">
                      <a:pos x="connsiteX2" y="connsiteY2"/>
                    </a:cxn>
                    <a:cxn ang="0">
                      <a:pos x="connsiteX3" y="connsiteY3"/>
                    </a:cxn>
                  </a:cxnLst>
                  <a:rect l="l" t="t" r="r" b="b"/>
                  <a:pathLst>
                    <a:path w="46797" h="139831">
                      <a:moveTo>
                        <a:pt x="0" y="0"/>
                      </a:moveTo>
                      <a:lnTo>
                        <a:pt x="46798" y="0"/>
                      </a:lnTo>
                      <a:lnTo>
                        <a:pt x="46798" y="139832"/>
                      </a:lnTo>
                      <a:lnTo>
                        <a:pt x="0" y="139832"/>
                      </a:ln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43" name="Freeform: Shape 33">
                <a:extLst>
                  <a:ext uri="{FF2B5EF4-FFF2-40B4-BE49-F238E27FC236}">
                    <a16:creationId xmlns:a16="http://schemas.microsoft.com/office/drawing/2014/main" id="{49A00E5C-2BBF-FC81-161C-C4BF69D8083F}"/>
                  </a:ext>
                </a:extLst>
              </p:cNvPr>
              <p:cNvSpPr/>
              <p:nvPr/>
            </p:nvSpPr>
            <p:spPr>
              <a:xfrm>
                <a:off x="8559439" y="4086618"/>
                <a:ext cx="88597" cy="88766"/>
              </a:xfrm>
              <a:custGeom>
                <a:avLst/>
                <a:gdLst>
                  <a:gd name="connsiteX0" fmla="*/ 93596 w 93595"/>
                  <a:gd name="connsiteY0" fmla="*/ 46611 h 93221"/>
                  <a:gd name="connsiteX1" fmla="*/ 46798 w 93595"/>
                  <a:gd name="connsiteY1" fmla="*/ 93221 h 93221"/>
                  <a:gd name="connsiteX2" fmla="*/ 0 w 93595"/>
                  <a:gd name="connsiteY2" fmla="*/ 46611 h 93221"/>
                  <a:gd name="connsiteX3" fmla="*/ 46798 w 93595"/>
                  <a:gd name="connsiteY3" fmla="*/ 0 h 93221"/>
                  <a:gd name="connsiteX4" fmla="*/ 93596 w 93595"/>
                  <a:gd name="connsiteY4" fmla="*/ 46611 h 93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95" h="93221">
                    <a:moveTo>
                      <a:pt x="93596" y="46611"/>
                    </a:moveTo>
                    <a:cubicBezTo>
                      <a:pt x="93596" y="72353"/>
                      <a:pt x="72644" y="93221"/>
                      <a:pt x="46798" y="93221"/>
                    </a:cubicBezTo>
                    <a:cubicBezTo>
                      <a:pt x="20952" y="93221"/>
                      <a:pt x="0" y="72353"/>
                      <a:pt x="0" y="46611"/>
                    </a:cubicBezTo>
                    <a:cubicBezTo>
                      <a:pt x="0" y="20868"/>
                      <a:pt x="20952" y="0"/>
                      <a:pt x="46798" y="0"/>
                    </a:cubicBezTo>
                    <a:cubicBezTo>
                      <a:pt x="72644" y="0"/>
                      <a:pt x="93596" y="20868"/>
                      <a:pt x="93596" y="46611"/>
                    </a:cubicBezTo>
                    <a:close/>
                  </a:path>
                </a:pathLst>
              </a:custGeom>
              <a:grpFill/>
              <a:ln w="18649" cap="flat">
                <a:noFill/>
                <a:prstDash val="solid"/>
                <a:miter/>
              </a:ln>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141" name="TextBox 140">
            <a:extLst>
              <a:ext uri="{FF2B5EF4-FFF2-40B4-BE49-F238E27FC236}">
                <a16:creationId xmlns:a16="http://schemas.microsoft.com/office/drawing/2014/main" id="{F4A3E0D3-216E-0A60-FF95-786D081E58DF}"/>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143" name="Graphic 8">
            <a:extLst>
              <a:ext uri="{FF2B5EF4-FFF2-40B4-BE49-F238E27FC236}">
                <a16:creationId xmlns:a16="http://schemas.microsoft.com/office/drawing/2014/main" id="{2B89775A-5A5C-5A3B-34AF-94DC5E4900B4}"/>
              </a:ext>
            </a:extLst>
          </p:cNvPr>
          <p:cNvGrpSpPr/>
          <p:nvPr userDrawn="1"/>
        </p:nvGrpSpPr>
        <p:grpSpPr>
          <a:xfrm>
            <a:off x="265625" y="6323271"/>
            <a:ext cx="1249223" cy="369648"/>
            <a:chOff x="265625" y="6323271"/>
            <a:chExt cx="1249223" cy="369648"/>
          </a:xfrm>
          <a:solidFill>
            <a:srgbClr val="000000"/>
          </a:solidFill>
        </p:grpSpPr>
        <p:grpSp>
          <p:nvGrpSpPr>
            <p:cNvPr id="144" name="Graphic 8">
              <a:extLst>
                <a:ext uri="{FF2B5EF4-FFF2-40B4-BE49-F238E27FC236}">
                  <a16:creationId xmlns:a16="http://schemas.microsoft.com/office/drawing/2014/main" id="{A5B9EA73-45A3-494A-D088-DDAD43849F6D}"/>
                </a:ext>
              </a:extLst>
            </p:cNvPr>
            <p:cNvGrpSpPr/>
            <p:nvPr/>
          </p:nvGrpSpPr>
          <p:grpSpPr>
            <a:xfrm>
              <a:off x="745455" y="6594444"/>
              <a:ext cx="722662" cy="98475"/>
              <a:chOff x="745455" y="6594444"/>
              <a:chExt cx="722662" cy="98475"/>
            </a:xfrm>
            <a:solidFill>
              <a:srgbClr val="000000"/>
            </a:solidFill>
          </p:grpSpPr>
          <p:sp>
            <p:nvSpPr>
              <p:cNvPr id="153" name="Freeform 19">
                <a:extLst>
                  <a:ext uri="{FF2B5EF4-FFF2-40B4-BE49-F238E27FC236}">
                    <a16:creationId xmlns:a16="http://schemas.microsoft.com/office/drawing/2014/main" id="{7B79B837-C9C0-EF74-3ED9-F5C2DC46557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54" name="Freeform 20">
                <a:extLst>
                  <a:ext uri="{FF2B5EF4-FFF2-40B4-BE49-F238E27FC236}">
                    <a16:creationId xmlns:a16="http://schemas.microsoft.com/office/drawing/2014/main" id="{180D77C1-E6E2-689C-3C56-CDD68C86146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55" name="Freeform 21">
                <a:extLst>
                  <a:ext uri="{FF2B5EF4-FFF2-40B4-BE49-F238E27FC236}">
                    <a16:creationId xmlns:a16="http://schemas.microsoft.com/office/drawing/2014/main" id="{1EE3A36C-A3B8-4E20-CB16-C6AD558C095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56" name="Freeform 22">
                <a:extLst>
                  <a:ext uri="{FF2B5EF4-FFF2-40B4-BE49-F238E27FC236}">
                    <a16:creationId xmlns:a16="http://schemas.microsoft.com/office/drawing/2014/main" id="{39476531-FB73-9594-6F1F-9D7702B7E9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57" name="Freeform 23">
                <a:extLst>
                  <a:ext uri="{FF2B5EF4-FFF2-40B4-BE49-F238E27FC236}">
                    <a16:creationId xmlns:a16="http://schemas.microsoft.com/office/drawing/2014/main" id="{A68FF1D1-A385-E651-5544-4CB8EAE3FA4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58" name="Freeform 24">
                <a:extLst>
                  <a:ext uri="{FF2B5EF4-FFF2-40B4-BE49-F238E27FC236}">
                    <a16:creationId xmlns:a16="http://schemas.microsoft.com/office/drawing/2014/main" id="{9335442C-77ED-9032-AEE7-D8B1339FF5C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59" name="Freeform 25">
                <a:extLst>
                  <a:ext uri="{FF2B5EF4-FFF2-40B4-BE49-F238E27FC236}">
                    <a16:creationId xmlns:a16="http://schemas.microsoft.com/office/drawing/2014/main" id="{AE5FB4D7-9A4A-783A-B39B-67E758F34AE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60" name="Freeform 26">
                <a:extLst>
                  <a:ext uri="{FF2B5EF4-FFF2-40B4-BE49-F238E27FC236}">
                    <a16:creationId xmlns:a16="http://schemas.microsoft.com/office/drawing/2014/main" id="{331A7A41-AB7A-E20D-A224-906B16BB7E5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61" name="Freeform 27">
                <a:extLst>
                  <a:ext uri="{FF2B5EF4-FFF2-40B4-BE49-F238E27FC236}">
                    <a16:creationId xmlns:a16="http://schemas.microsoft.com/office/drawing/2014/main" id="{DE582915-B373-D72B-EA9B-CD4F5CE6C66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62" name="Freeform 28">
                <a:extLst>
                  <a:ext uri="{FF2B5EF4-FFF2-40B4-BE49-F238E27FC236}">
                    <a16:creationId xmlns:a16="http://schemas.microsoft.com/office/drawing/2014/main" id="{CB18936B-C884-0EB5-8AF3-97472C8E7C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5" name="Graphic 8">
              <a:extLst>
                <a:ext uri="{FF2B5EF4-FFF2-40B4-BE49-F238E27FC236}">
                  <a16:creationId xmlns:a16="http://schemas.microsoft.com/office/drawing/2014/main" id="{AC0DE174-BA1E-95BF-A2DA-B4CCC8254665}"/>
                </a:ext>
              </a:extLst>
            </p:cNvPr>
            <p:cNvGrpSpPr/>
            <p:nvPr/>
          </p:nvGrpSpPr>
          <p:grpSpPr>
            <a:xfrm>
              <a:off x="265625" y="6323271"/>
              <a:ext cx="1249223" cy="190348"/>
              <a:chOff x="265625" y="6323271"/>
              <a:chExt cx="1249223" cy="190348"/>
            </a:xfrm>
            <a:solidFill>
              <a:srgbClr val="000000"/>
            </a:solidFill>
          </p:grpSpPr>
          <p:sp>
            <p:nvSpPr>
              <p:cNvPr id="146" name="Freeform 10">
                <a:extLst>
                  <a:ext uri="{FF2B5EF4-FFF2-40B4-BE49-F238E27FC236}">
                    <a16:creationId xmlns:a16="http://schemas.microsoft.com/office/drawing/2014/main" id="{06664CEB-160F-1AAA-CEF9-B5B3C0FCD5F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7" name="Freeform 11">
                <a:extLst>
                  <a:ext uri="{FF2B5EF4-FFF2-40B4-BE49-F238E27FC236}">
                    <a16:creationId xmlns:a16="http://schemas.microsoft.com/office/drawing/2014/main" id="{BD9348E6-A0BC-94B5-0007-A761A2D3C3F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8" name="Freeform 14">
                <a:extLst>
                  <a:ext uri="{FF2B5EF4-FFF2-40B4-BE49-F238E27FC236}">
                    <a16:creationId xmlns:a16="http://schemas.microsoft.com/office/drawing/2014/main" id="{93FCF3F4-65D6-7382-8C65-B5A6403CF03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49" name="Freeform 15">
                <a:extLst>
                  <a:ext uri="{FF2B5EF4-FFF2-40B4-BE49-F238E27FC236}">
                    <a16:creationId xmlns:a16="http://schemas.microsoft.com/office/drawing/2014/main" id="{46194B1A-8C2D-BCCC-3AA6-E0176CF337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50" name="Freeform 16">
                <a:extLst>
                  <a:ext uri="{FF2B5EF4-FFF2-40B4-BE49-F238E27FC236}">
                    <a16:creationId xmlns:a16="http://schemas.microsoft.com/office/drawing/2014/main" id="{36732589-FBC7-3140-4265-B64D27C2ED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1" name="Freeform 17">
                <a:extLst>
                  <a:ext uri="{FF2B5EF4-FFF2-40B4-BE49-F238E27FC236}">
                    <a16:creationId xmlns:a16="http://schemas.microsoft.com/office/drawing/2014/main" id="{4C4497EA-46BF-3D3D-5B5B-D32228D1F6F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2" name="Freeform 18">
                <a:extLst>
                  <a:ext uri="{FF2B5EF4-FFF2-40B4-BE49-F238E27FC236}">
                    <a16:creationId xmlns:a16="http://schemas.microsoft.com/office/drawing/2014/main" id="{7832904D-BF0E-EF18-6B3F-9DA48D7437E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142" name="TextBox 141">
            <a:extLst>
              <a:ext uri="{FF2B5EF4-FFF2-40B4-BE49-F238E27FC236}">
                <a16:creationId xmlns:a16="http://schemas.microsoft.com/office/drawing/2014/main" id="{88558093-6D10-6FE6-FCDC-A7C330E20EEB}"/>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23137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Section - Develop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5F942261-A521-60D5-A5C3-A85CF4F32FA9}"/>
              </a:ext>
            </a:extLst>
          </p:cNvPr>
          <p:cNvSpPr/>
          <p:nvPr userDrawn="1"/>
        </p:nvSpPr>
        <p:spPr>
          <a:xfrm>
            <a:off x="5406003" y="15044"/>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DC55FDFC-BFF5-72B6-48F8-99C6DED616E4}"/>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D4D344BF-B1DE-868D-E423-BD5DAAC7B0C9}"/>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C9DAFB5F-D079-0D12-1A57-03B02261AA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988649"/>
            <a:ext cx="3124591" cy="1207366"/>
          </a:xfrm>
          <a:prstGeom prst="rect">
            <a:avLst/>
          </a:prstGeom>
        </p:spPr>
      </p:pic>
      <p:grpSp>
        <p:nvGrpSpPr>
          <p:cNvPr id="7" name="Group 6">
            <a:extLst>
              <a:ext uri="{FF2B5EF4-FFF2-40B4-BE49-F238E27FC236}">
                <a16:creationId xmlns:a16="http://schemas.microsoft.com/office/drawing/2014/main" id="{112E8C14-E13E-8DDB-974A-C1206CB93365}"/>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8C76084E-C788-0541-4171-49BECD52252F}"/>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8E8A708-0D42-A8DA-8AE7-3B300A42D78D}"/>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FB3DD8E2-0BCC-6714-E82C-B029271CB351}"/>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C2577F02-047D-0975-B302-56A78525778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EDE0F961-9F58-9C23-96A4-E34614F246AB}"/>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B6430474-CA1A-BB5E-209C-CAD73B4295D9}"/>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A9E379F-4B31-3B2E-8A81-46096DF0F0CC}"/>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EDE9FD9F-999F-0A4A-7B11-FFFEFDAB16FD}"/>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BFFFFBE8-2A79-29C1-7C5F-AD54B3445A55}"/>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7334EB20-8D55-719E-4645-08AA4B56CCFD}"/>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D547FC94-84E4-3086-8AAB-1FE3154A1BF4}"/>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F979284F-5A03-14A2-13EB-9A248232DAC6}"/>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FE336CA2-3D98-870D-70F9-622EA63E0E7D}"/>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D917E33A-9066-C254-C5AC-926BD37B868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E026DA6A-6474-3AB6-434B-83A3DAE60764}"/>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04DE64F1-F0B1-EC8C-1E3E-F2F2053278BE}"/>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E3F395B2-A6F6-9642-A9B3-0907549B7EED}"/>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64432B98-9ECF-C74B-6250-0AF86BF6ED8C}"/>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0F585DDC-7D94-0B19-9D98-23DBB6B83975}"/>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A3F6C062-6099-E639-9F9C-45ACE06D07DA}"/>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9" name="Graphic 28">
            <a:extLst>
              <a:ext uri="{FF2B5EF4-FFF2-40B4-BE49-F238E27FC236}">
                <a16:creationId xmlns:a16="http://schemas.microsoft.com/office/drawing/2014/main" id="{3269DD7D-A762-90F0-BAAE-246E4B1956B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025699" y="4707812"/>
            <a:ext cx="2490461" cy="837840"/>
          </a:xfrm>
          <a:prstGeom prst="rect">
            <a:avLst/>
          </a:prstGeom>
        </p:spPr>
      </p:pic>
      <p:pic>
        <p:nvPicPr>
          <p:cNvPr id="30" name="Picture Placeholder 185" descr="API&#10;">
            <a:extLst>
              <a:ext uri="{FF2B5EF4-FFF2-40B4-BE49-F238E27FC236}">
                <a16:creationId xmlns:a16="http://schemas.microsoft.com/office/drawing/2014/main" id="{39AC5AB5-7948-EE48-F9A0-DEFA0E73C60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a:fillRect/>
          </a:stretch>
        </p:blipFill>
        <p:spPr>
          <a:xfrm>
            <a:off x="6917782" y="2438205"/>
            <a:ext cx="2011680" cy="2011680"/>
          </a:xfrm>
          <a:prstGeom prst="rect">
            <a:avLst/>
          </a:prstGeom>
        </p:spPr>
      </p:pic>
      <p:sp>
        <p:nvSpPr>
          <p:cNvPr id="31" name="Freeform: Shape 265">
            <a:extLst>
              <a:ext uri="{FF2B5EF4-FFF2-40B4-BE49-F238E27FC236}">
                <a16:creationId xmlns:a16="http://schemas.microsoft.com/office/drawing/2014/main" id="{40AE0C90-3611-90B9-945F-CD5690F37797}"/>
              </a:ext>
            </a:extLst>
          </p:cNvPr>
          <p:cNvSpPr/>
          <p:nvPr userDrawn="1"/>
        </p:nvSpPr>
        <p:spPr>
          <a:xfrm>
            <a:off x="11185175" y="279296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2" name="Group 31">
            <a:extLst>
              <a:ext uri="{FF2B5EF4-FFF2-40B4-BE49-F238E27FC236}">
                <a16:creationId xmlns:a16="http://schemas.microsoft.com/office/drawing/2014/main" id="{7896B294-4741-B5DC-2EF0-8E83E0D9D5F3}"/>
              </a:ext>
            </a:extLst>
          </p:cNvPr>
          <p:cNvGrpSpPr/>
          <p:nvPr userDrawn="1"/>
        </p:nvGrpSpPr>
        <p:grpSpPr>
          <a:xfrm>
            <a:off x="9801434" y="1855519"/>
            <a:ext cx="2078815" cy="773140"/>
            <a:chOff x="9469303" y="1724685"/>
            <a:chExt cx="2078815" cy="773140"/>
          </a:xfrm>
        </p:grpSpPr>
        <p:grpSp>
          <p:nvGrpSpPr>
            <p:cNvPr id="33" name="Graphic 6">
              <a:extLst>
                <a:ext uri="{FF2B5EF4-FFF2-40B4-BE49-F238E27FC236}">
                  <a16:creationId xmlns:a16="http://schemas.microsoft.com/office/drawing/2014/main" id="{9AAFCDE0-37FF-86EC-D9BC-9DA31372AA81}"/>
                </a:ext>
              </a:extLst>
            </p:cNvPr>
            <p:cNvGrpSpPr/>
            <p:nvPr/>
          </p:nvGrpSpPr>
          <p:grpSpPr>
            <a:xfrm>
              <a:off x="10935407" y="1804642"/>
              <a:ext cx="612711" cy="613079"/>
              <a:chOff x="10935407" y="1804642"/>
              <a:chExt cx="612711" cy="613079"/>
            </a:xfrm>
            <a:noFill/>
          </p:grpSpPr>
          <p:sp>
            <p:nvSpPr>
              <p:cNvPr id="48" name="Freeform: Shape 10">
                <a:extLst>
                  <a:ext uri="{FF2B5EF4-FFF2-40B4-BE49-F238E27FC236}">
                    <a16:creationId xmlns:a16="http://schemas.microsoft.com/office/drawing/2014/main" id="{4E4B1818-8929-589D-DD23-0B1DB0B0E373}"/>
                  </a:ext>
                </a:extLst>
              </p:cNvPr>
              <p:cNvSpPr/>
              <p:nvPr/>
            </p:nvSpPr>
            <p:spPr>
              <a:xfrm>
                <a:off x="10935407" y="1804642"/>
                <a:ext cx="612711" cy="613079"/>
              </a:xfrm>
              <a:custGeom>
                <a:avLst/>
                <a:gdLst>
                  <a:gd name="connsiteX0" fmla="*/ 257027 w 612711"/>
                  <a:gd name="connsiteY0" fmla="*/ 613079 h 613079"/>
                  <a:gd name="connsiteX1" fmla="*/ 352666 w 612711"/>
                  <a:gd name="connsiteY1" fmla="*/ 612564 h 613079"/>
                  <a:gd name="connsiteX2" fmla="*/ 362605 w 612711"/>
                  <a:gd name="connsiteY2" fmla="*/ 579580 h 613079"/>
                  <a:gd name="connsiteX3" fmla="*/ 371661 w 612711"/>
                  <a:gd name="connsiteY3" fmla="*/ 551528 h 613079"/>
                  <a:gd name="connsiteX4" fmla="*/ 376668 w 612711"/>
                  <a:gd name="connsiteY4" fmla="*/ 547626 h 613079"/>
                  <a:gd name="connsiteX5" fmla="*/ 427985 w 612711"/>
                  <a:gd name="connsiteY5" fmla="*/ 527306 h 613079"/>
                  <a:gd name="connsiteX6" fmla="*/ 435642 w 612711"/>
                  <a:gd name="connsiteY6" fmla="*/ 527600 h 613079"/>
                  <a:gd name="connsiteX7" fmla="*/ 487621 w 612711"/>
                  <a:gd name="connsiteY7" fmla="*/ 557197 h 613079"/>
                  <a:gd name="connsiteX8" fmla="*/ 488210 w 612711"/>
                  <a:gd name="connsiteY8" fmla="*/ 557492 h 613079"/>
                  <a:gd name="connsiteX9" fmla="*/ 488652 w 612711"/>
                  <a:gd name="connsiteY9" fmla="*/ 557050 h 613079"/>
                  <a:gd name="connsiteX10" fmla="*/ 556461 w 612711"/>
                  <a:gd name="connsiteY10" fmla="*/ 486591 h 613079"/>
                  <a:gd name="connsiteX11" fmla="*/ 556829 w 612711"/>
                  <a:gd name="connsiteY11" fmla="*/ 486002 h 613079"/>
                  <a:gd name="connsiteX12" fmla="*/ 556388 w 612711"/>
                  <a:gd name="connsiteY12" fmla="*/ 485486 h 613079"/>
                  <a:gd name="connsiteX13" fmla="*/ 539748 w 612711"/>
                  <a:gd name="connsiteY13" fmla="*/ 459570 h 613079"/>
                  <a:gd name="connsiteX14" fmla="*/ 526864 w 612711"/>
                  <a:gd name="connsiteY14" fmla="*/ 437188 h 613079"/>
                  <a:gd name="connsiteX15" fmla="*/ 527232 w 612711"/>
                  <a:gd name="connsiteY15" fmla="*/ 429236 h 613079"/>
                  <a:gd name="connsiteX16" fmla="*/ 539822 w 612711"/>
                  <a:gd name="connsiteY16" fmla="*/ 403320 h 613079"/>
                  <a:gd name="connsiteX17" fmla="*/ 551381 w 612711"/>
                  <a:gd name="connsiteY17" fmla="*/ 375563 h 613079"/>
                  <a:gd name="connsiteX18" fmla="*/ 556682 w 612711"/>
                  <a:gd name="connsiteY18" fmla="*/ 371661 h 613079"/>
                  <a:gd name="connsiteX19" fmla="*/ 582893 w 612711"/>
                  <a:gd name="connsiteY19" fmla="*/ 365403 h 613079"/>
                  <a:gd name="connsiteX20" fmla="*/ 611975 w 612711"/>
                  <a:gd name="connsiteY20" fmla="*/ 357304 h 613079"/>
                  <a:gd name="connsiteX21" fmla="*/ 612711 w 612711"/>
                  <a:gd name="connsiteY21" fmla="*/ 357157 h 613079"/>
                  <a:gd name="connsiteX22" fmla="*/ 611975 w 612711"/>
                  <a:gd name="connsiteY22" fmla="*/ 258793 h 613079"/>
                  <a:gd name="connsiteX23" fmla="*/ 581715 w 612711"/>
                  <a:gd name="connsiteY23" fmla="*/ 250768 h 613079"/>
                  <a:gd name="connsiteX24" fmla="*/ 554105 w 612711"/>
                  <a:gd name="connsiteY24" fmla="*/ 244363 h 613079"/>
                  <a:gd name="connsiteX25" fmla="*/ 548289 w 612711"/>
                  <a:gd name="connsiteY25" fmla="*/ 239724 h 613079"/>
                  <a:gd name="connsiteX26" fmla="*/ 528410 w 612711"/>
                  <a:gd name="connsiteY26" fmla="*/ 183990 h 613079"/>
                  <a:gd name="connsiteX27" fmla="*/ 529220 w 612711"/>
                  <a:gd name="connsiteY27" fmla="*/ 177585 h 613079"/>
                  <a:gd name="connsiteX28" fmla="*/ 559554 w 612711"/>
                  <a:gd name="connsiteY28" fmla="*/ 125016 h 613079"/>
                  <a:gd name="connsiteX29" fmla="*/ 559922 w 612711"/>
                  <a:gd name="connsiteY29" fmla="*/ 124353 h 613079"/>
                  <a:gd name="connsiteX30" fmla="*/ 559333 w 612711"/>
                  <a:gd name="connsiteY30" fmla="*/ 123838 h 613079"/>
                  <a:gd name="connsiteX31" fmla="*/ 524876 w 612711"/>
                  <a:gd name="connsiteY31" fmla="*/ 90854 h 613079"/>
                  <a:gd name="connsiteX32" fmla="*/ 488579 w 612711"/>
                  <a:gd name="connsiteY32" fmla="*/ 58974 h 613079"/>
                  <a:gd name="connsiteX33" fmla="*/ 488137 w 612711"/>
                  <a:gd name="connsiteY33" fmla="*/ 58753 h 613079"/>
                  <a:gd name="connsiteX34" fmla="*/ 487695 w 612711"/>
                  <a:gd name="connsiteY34" fmla="*/ 58974 h 613079"/>
                  <a:gd name="connsiteX35" fmla="*/ 460012 w 612711"/>
                  <a:gd name="connsiteY35" fmla="*/ 74509 h 613079"/>
                  <a:gd name="connsiteX36" fmla="*/ 435863 w 612711"/>
                  <a:gd name="connsiteY36" fmla="*/ 87025 h 613079"/>
                  <a:gd name="connsiteX37" fmla="*/ 429384 w 612711"/>
                  <a:gd name="connsiteY37" fmla="*/ 86215 h 613079"/>
                  <a:gd name="connsiteX38" fmla="*/ 403688 w 612711"/>
                  <a:gd name="connsiteY38" fmla="*/ 73846 h 613079"/>
                  <a:gd name="connsiteX39" fmla="*/ 377110 w 612711"/>
                  <a:gd name="connsiteY39" fmla="*/ 63539 h 613079"/>
                  <a:gd name="connsiteX40" fmla="*/ 372839 w 612711"/>
                  <a:gd name="connsiteY40" fmla="*/ 58606 h 613079"/>
                  <a:gd name="connsiteX41" fmla="*/ 355832 w 612711"/>
                  <a:gd name="connsiteY41" fmla="*/ 589 h 613079"/>
                  <a:gd name="connsiteX42" fmla="*/ 355611 w 612711"/>
                  <a:gd name="connsiteY42" fmla="*/ 0 h 613079"/>
                  <a:gd name="connsiteX43" fmla="*/ 259898 w 612711"/>
                  <a:gd name="connsiteY43" fmla="*/ 663 h 613079"/>
                  <a:gd name="connsiteX44" fmla="*/ 250915 w 612711"/>
                  <a:gd name="connsiteY44" fmla="*/ 32616 h 613079"/>
                  <a:gd name="connsiteX45" fmla="*/ 243332 w 612711"/>
                  <a:gd name="connsiteY45" fmla="*/ 60520 h 613079"/>
                  <a:gd name="connsiteX46" fmla="*/ 238178 w 612711"/>
                  <a:gd name="connsiteY46" fmla="*/ 65600 h 613079"/>
                  <a:gd name="connsiteX47" fmla="*/ 185168 w 612711"/>
                  <a:gd name="connsiteY47" fmla="*/ 86363 h 613079"/>
                  <a:gd name="connsiteX48" fmla="*/ 178026 w 612711"/>
                  <a:gd name="connsiteY48" fmla="*/ 85626 h 613079"/>
                  <a:gd name="connsiteX49" fmla="*/ 125531 w 612711"/>
                  <a:gd name="connsiteY49" fmla="*/ 55882 h 613079"/>
                  <a:gd name="connsiteX50" fmla="*/ 124942 w 612711"/>
                  <a:gd name="connsiteY50" fmla="*/ 55587 h 613079"/>
                  <a:gd name="connsiteX51" fmla="*/ 124501 w 612711"/>
                  <a:gd name="connsiteY51" fmla="*/ 56029 h 613079"/>
                  <a:gd name="connsiteX52" fmla="*/ 56323 w 612711"/>
                  <a:gd name="connsiteY52" fmla="*/ 126489 h 613079"/>
                  <a:gd name="connsiteX53" fmla="*/ 55882 w 612711"/>
                  <a:gd name="connsiteY53" fmla="*/ 127078 h 613079"/>
                  <a:gd name="connsiteX54" fmla="*/ 56397 w 612711"/>
                  <a:gd name="connsiteY54" fmla="*/ 127667 h 613079"/>
                  <a:gd name="connsiteX55" fmla="*/ 86510 w 612711"/>
                  <a:gd name="connsiteY55" fmla="*/ 176407 h 613079"/>
                  <a:gd name="connsiteX56" fmla="*/ 86289 w 612711"/>
                  <a:gd name="connsiteY56" fmla="*/ 183696 h 613079"/>
                  <a:gd name="connsiteX57" fmla="*/ 73331 w 612711"/>
                  <a:gd name="connsiteY57" fmla="*/ 210201 h 613079"/>
                  <a:gd name="connsiteX58" fmla="*/ 61256 w 612711"/>
                  <a:gd name="connsiteY58" fmla="*/ 237442 h 613079"/>
                  <a:gd name="connsiteX59" fmla="*/ 55882 w 612711"/>
                  <a:gd name="connsiteY59" fmla="*/ 241418 h 613079"/>
                  <a:gd name="connsiteX60" fmla="*/ 29818 w 612711"/>
                  <a:gd name="connsiteY60" fmla="*/ 247676 h 613079"/>
                  <a:gd name="connsiteX61" fmla="*/ 736 w 612711"/>
                  <a:gd name="connsiteY61" fmla="*/ 255775 h 613079"/>
                  <a:gd name="connsiteX62" fmla="*/ 0 w 612711"/>
                  <a:gd name="connsiteY62" fmla="*/ 255922 h 613079"/>
                  <a:gd name="connsiteX63" fmla="*/ 736 w 612711"/>
                  <a:gd name="connsiteY63" fmla="*/ 354286 h 613079"/>
                  <a:gd name="connsiteX64" fmla="*/ 31217 w 612711"/>
                  <a:gd name="connsiteY64" fmla="*/ 362384 h 613079"/>
                  <a:gd name="connsiteX65" fmla="*/ 57133 w 612711"/>
                  <a:gd name="connsiteY65" fmla="*/ 368348 h 613079"/>
                  <a:gd name="connsiteX66" fmla="*/ 63097 w 612711"/>
                  <a:gd name="connsiteY66" fmla="*/ 374017 h 613079"/>
                  <a:gd name="connsiteX67" fmla="*/ 72521 w 612711"/>
                  <a:gd name="connsiteY67" fmla="*/ 402363 h 613079"/>
                  <a:gd name="connsiteX68" fmla="*/ 84301 w 612711"/>
                  <a:gd name="connsiteY68" fmla="*/ 429089 h 613079"/>
                  <a:gd name="connsiteX69" fmla="*/ 83859 w 612711"/>
                  <a:gd name="connsiteY69" fmla="*/ 435495 h 613079"/>
                  <a:gd name="connsiteX70" fmla="*/ 56176 w 612711"/>
                  <a:gd name="connsiteY70" fmla="*/ 488137 h 613079"/>
                  <a:gd name="connsiteX71" fmla="*/ 56029 w 612711"/>
                  <a:gd name="connsiteY71" fmla="*/ 488652 h 613079"/>
                  <a:gd name="connsiteX72" fmla="*/ 56397 w 612711"/>
                  <a:gd name="connsiteY72" fmla="*/ 489020 h 613079"/>
                  <a:gd name="connsiteX73" fmla="*/ 124648 w 612711"/>
                  <a:gd name="connsiteY73" fmla="*/ 553958 h 613079"/>
                  <a:gd name="connsiteX74" fmla="*/ 125090 w 612711"/>
                  <a:gd name="connsiteY74" fmla="*/ 554252 h 613079"/>
                  <a:gd name="connsiteX75" fmla="*/ 125531 w 612711"/>
                  <a:gd name="connsiteY75" fmla="*/ 554032 h 613079"/>
                  <a:gd name="connsiteX76" fmla="*/ 152625 w 612711"/>
                  <a:gd name="connsiteY76" fmla="*/ 538644 h 613079"/>
                  <a:gd name="connsiteX77" fmla="*/ 178174 w 612711"/>
                  <a:gd name="connsiteY77" fmla="*/ 525833 h 613079"/>
                  <a:gd name="connsiteX78" fmla="*/ 183843 w 612711"/>
                  <a:gd name="connsiteY78" fmla="*/ 526127 h 613079"/>
                  <a:gd name="connsiteX79" fmla="*/ 236338 w 612711"/>
                  <a:gd name="connsiteY79" fmla="*/ 549614 h 613079"/>
                  <a:gd name="connsiteX80" fmla="*/ 240313 w 612711"/>
                  <a:gd name="connsiteY80" fmla="*/ 554032 h 613079"/>
                  <a:gd name="connsiteX81" fmla="*/ 247602 w 612711"/>
                  <a:gd name="connsiteY81" fmla="*/ 581494 h 613079"/>
                  <a:gd name="connsiteX82" fmla="*/ 257100 w 612711"/>
                  <a:gd name="connsiteY82" fmla="*/ 612417 h 613079"/>
                  <a:gd name="connsiteX83" fmla="*/ 257395 w 612711"/>
                  <a:gd name="connsiteY83" fmla="*/ 612932 h 61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12711" h="613079">
                    <a:moveTo>
                      <a:pt x="257027" y="613079"/>
                    </a:moveTo>
                    <a:lnTo>
                      <a:pt x="352666" y="612564"/>
                    </a:lnTo>
                    <a:cubicBezTo>
                      <a:pt x="355537" y="606821"/>
                      <a:pt x="358850" y="595704"/>
                      <a:pt x="362605" y="579580"/>
                    </a:cubicBezTo>
                    <a:cubicBezTo>
                      <a:pt x="365403" y="567431"/>
                      <a:pt x="368422" y="558007"/>
                      <a:pt x="371661" y="551528"/>
                    </a:cubicBezTo>
                    <a:cubicBezTo>
                      <a:pt x="372618" y="549540"/>
                      <a:pt x="374533" y="548068"/>
                      <a:pt x="376668" y="547626"/>
                    </a:cubicBezTo>
                    <a:cubicBezTo>
                      <a:pt x="392792" y="544166"/>
                      <a:pt x="410094" y="537319"/>
                      <a:pt x="427985" y="527306"/>
                    </a:cubicBezTo>
                    <a:cubicBezTo>
                      <a:pt x="430414" y="525980"/>
                      <a:pt x="433359" y="526054"/>
                      <a:pt x="435642" y="527600"/>
                    </a:cubicBezTo>
                    <a:cubicBezTo>
                      <a:pt x="452576" y="538865"/>
                      <a:pt x="470099" y="548804"/>
                      <a:pt x="487621" y="557197"/>
                    </a:cubicBezTo>
                    <a:lnTo>
                      <a:pt x="488210" y="557492"/>
                    </a:lnTo>
                    <a:lnTo>
                      <a:pt x="488652" y="557050"/>
                    </a:lnTo>
                    <a:cubicBezTo>
                      <a:pt x="527968" y="518544"/>
                      <a:pt x="550718" y="494837"/>
                      <a:pt x="556461" y="486591"/>
                    </a:cubicBezTo>
                    <a:lnTo>
                      <a:pt x="556829" y="486002"/>
                    </a:lnTo>
                    <a:lnTo>
                      <a:pt x="556388" y="485486"/>
                    </a:lnTo>
                    <a:cubicBezTo>
                      <a:pt x="551528" y="479228"/>
                      <a:pt x="545933" y="470540"/>
                      <a:pt x="539748" y="459570"/>
                    </a:cubicBezTo>
                    <a:cubicBezTo>
                      <a:pt x="534006" y="449483"/>
                      <a:pt x="529735" y="442047"/>
                      <a:pt x="526864" y="437188"/>
                    </a:cubicBezTo>
                    <a:cubicBezTo>
                      <a:pt x="525391" y="434685"/>
                      <a:pt x="525539" y="431592"/>
                      <a:pt x="527232" y="429236"/>
                    </a:cubicBezTo>
                    <a:cubicBezTo>
                      <a:pt x="531502" y="423273"/>
                      <a:pt x="535772" y="414511"/>
                      <a:pt x="539822" y="403320"/>
                    </a:cubicBezTo>
                    <a:cubicBezTo>
                      <a:pt x="544608" y="390657"/>
                      <a:pt x="548510" y="381306"/>
                      <a:pt x="551381" y="375563"/>
                    </a:cubicBezTo>
                    <a:cubicBezTo>
                      <a:pt x="552412" y="373502"/>
                      <a:pt x="554400" y="372103"/>
                      <a:pt x="556682" y="371661"/>
                    </a:cubicBezTo>
                    <a:cubicBezTo>
                      <a:pt x="564192" y="370410"/>
                      <a:pt x="573027" y="368275"/>
                      <a:pt x="582893" y="365403"/>
                    </a:cubicBezTo>
                    <a:cubicBezTo>
                      <a:pt x="600710" y="360176"/>
                      <a:pt x="608514" y="358114"/>
                      <a:pt x="611975" y="357304"/>
                    </a:cubicBezTo>
                    <a:lnTo>
                      <a:pt x="612711" y="357157"/>
                    </a:lnTo>
                    <a:lnTo>
                      <a:pt x="611975" y="258793"/>
                    </a:lnTo>
                    <a:cubicBezTo>
                      <a:pt x="606527" y="257689"/>
                      <a:pt x="596661" y="255112"/>
                      <a:pt x="581715" y="250768"/>
                    </a:cubicBezTo>
                    <a:cubicBezTo>
                      <a:pt x="571186" y="247602"/>
                      <a:pt x="561909" y="245467"/>
                      <a:pt x="554105" y="244363"/>
                    </a:cubicBezTo>
                    <a:cubicBezTo>
                      <a:pt x="551455" y="243995"/>
                      <a:pt x="549246" y="242228"/>
                      <a:pt x="548289" y="239724"/>
                    </a:cubicBezTo>
                    <a:cubicBezTo>
                      <a:pt x="545859" y="233540"/>
                      <a:pt x="540485" y="218741"/>
                      <a:pt x="528410" y="183990"/>
                    </a:cubicBezTo>
                    <a:cubicBezTo>
                      <a:pt x="527674" y="181855"/>
                      <a:pt x="527968" y="179499"/>
                      <a:pt x="529220" y="177585"/>
                    </a:cubicBezTo>
                    <a:cubicBezTo>
                      <a:pt x="536730" y="166025"/>
                      <a:pt x="546669" y="148871"/>
                      <a:pt x="559554" y="125016"/>
                    </a:cubicBezTo>
                    <a:lnTo>
                      <a:pt x="559922" y="124353"/>
                    </a:lnTo>
                    <a:lnTo>
                      <a:pt x="559333" y="123838"/>
                    </a:lnTo>
                    <a:cubicBezTo>
                      <a:pt x="552264" y="118242"/>
                      <a:pt x="540705" y="107125"/>
                      <a:pt x="524876" y="90854"/>
                    </a:cubicBezTo>
                    <a:cubicBezTo>
                      <a:pt x="510814" y="75761"/>
                      <a:pt x="499033" y="65379"/>
                      <a:pt x="488579" y="58974"/>
                    </a:cubicBezTo>
                    <a:lnTo>
                      <a:pt x="488137" y="58753"/>
                    </a:lnTo>
                    <a:lnTo>
                      <a:pt x="487695" y="58974"/>
                    </a:lnTo>
                    <a:cubicBezTo>
                      <a:pt x="482247" y="61256"/>
                      <a:pt x="473191" y="66337"/>
                      <a:pt x="460012" y="74509"/>
                    </a:cubicBezTo>
                    <a:cubicBezTo>
                      <a:pt x="451250" y="80252"/>
                      <a:pt x="443078" y="84522"/>
                      <a:pt x="435863" y="87025"/>
                    </a:cubicBezTo>
                    <a:cubicBezTo>
                      <a:pt x="433728" y="87762"/>
                      <a:pt x="431298" y="87467"/>
                      <a:pt x="429384" y="86215"/>
                    </a:cubicBezTo>
                    <a:cubicBezTo>
                      <a:pt x="423052" y="82019"/>
                      <a:pt x="414658" y="77969"/>
                      <a:pt x="403688" y="73846"/>
                    </a:cubicBezTo>
                    <a:cubicBezTo>
                      <a:pt x="389184" y="68398"/>
                      <a:pt x="381306" y="65306"/>
                      <a:pt x="377110" y="63539"/>
                    </a:cubicBezTo>
                    <a:cubicBezTo>
                      <a:pt x="374974" y="62655"/>
                      <a:pt x="373428" y="60815"/>
                      <a:pt x="372839" y="58606"/>
                    </a:cubicBezTo>
                    <a:cubicBezTo>
                      <a:pt x="364814" y="28272"/>
                      <a:pt x="359145" y="8761"/>
                      <a:pt x="355832" y="589"/>
                    </a:cubicBezTo>
                    <a:lnTo>
                      <a:pt x="355611" y="0"/>
                    </a:lnTo>
                    <a:lnTo>
                      <a:pt x="259898" y="663"/>
                    </a:lnTo>
                    <a:cubicBezTo>
                      <a:pt x="257321" y="8909"/>
                      <a:pt x="254302" y="19658"/>
                      <a:pt x="250915" y="32616"/>
                    </a:cubicBezTo>
                    <a:cubicBezTo>
                      <a:pt x="246940" y="47636"/>
                      <a:pt x="244657" y="55955"/>
                      <a:pt x="243332" y="60520"/>
                    </a:cubicBezTo>
                    <a:cubicBezTo>
                      <a:pt x="242596" y="63023"/>
                      <a:pt x="240682" y="64938"/>
                      <a:pt x="238178" y="65600"/>
                    </a:cubicBezTo>
                    <a:cubicBezTo>
                      <a:pt x="229490" y="67883"/>
                      <a:pt x="212115" y="74656"/>
                      <a:pt x="185168" y="86363"/>
                    </a:cubicBezTo>
                    <a:cubicBezTo>
                      <a:pt x="182812" y="87393"/>
                      <a:pt x="180088" y="87099"/>
                      <a:pt x="178026" y="85626"/>
                    </a:cubicBezTo>
                    <a:cubicBezTo>
                      <a:pt x="165363" y="76644"/>
                      <a:pt x="147693" y="66705"/>
                      <a:pt x="125531" y="55882"/>
                    </a:cubicBezTo>
                    <a:lnTo>
                      <a:pt x="124942" y="55587"/>
                    </a:lnTo>
                    <a:lnTo>
                      <a:pt x="124501" y="56029"/>
                    </a:lnTo>
                    <a:cubicBezTo>
                      <a:pt x="84964" y="94535"/>
                      <a:pt x="61993" y="118242"/>
                      <a:pt x="56323" y="126489"/>
                    </a:cubicBezTo>
                    <a:lnTo>
                      <a:pt x="55882" y="127078"/>
                    </a:lnTo>
                    <a:lnTo>
                      <a:pt x="56397" y="127667"/>
                    </a:lnTo>
                    <a:cubicBezTo>
                      <a:pt x="62803" y="134808"/>
                      <a:pt x="72889" y="151227"/>
                      <a:pt x="86510" y="176407"/>
                    </a:cubicBezTo>
                    <a:cubicBezTo>
                      <a:pt x="87761" y="178689"/>
                      <a:pt x="87688" y="181487"/>
                      <a:pt x="86289" y="183696"/>
                    </a:cubicBezTo>
                    <a:cubicBezTo>
                      <a:pt x="82313" y="190248"/>
                      <a:pt x="78043" y="198862"/>
                      <a:pt x="73331" y="210201"/>
                    </a:cubicBezTo>
                    <a:cubicBezTo>
                      <a:pt x="68104" y="222643"/>
                      <a:pt x="64054" y="231773"/>
                      <a:pt x="61256" y="237442"/>
                    </a:cubicBezTo>
                    <a:cubicBezTo>
                      <a:pt x="60226" y="239577"/>
                      <a:pt x="58238" y="240976"/>
                      <a:pt x="55882" y="241418"/>
                    </a:cubicBezTo>
                    <a:cubicBezTo>
                      <a:pt x="48372" y="242670"/>
                      <a:pt x="39831" y="244731"/>
                      <a:pt x="29818" y="247676"/>
                    </a:cubicBezTo>
                    <a:cubicBezTo>
                      <a:pt x="14946" y="252020"/>
                      <a:pt x="5448" y="254670"/>
                      <a:pt x="736" y="255775"/>
                    </a:cubicBezTo>
                    <a:lnTo>
                      <a:pt x="0" y="255922"/>
                    </a:lnTo>
                    <a:lnTo>
                      <a:pt x="736" y="354286"/>
                    </a:lnTo>
                    <a:cubicBezTo>
                      <a:pt x="6405" y="355390"/>
                      <a:pt x="16639" y="358114"/>
                      <a:pt x="31217" y="362384"/>
                    </a:cubicBezTo>
                    <a:cubicBezTo>
                      <a:pt x="41009" y="365035"/>
                      <a:pt x="49771" y="367097"/>
                      <a:pt x="57133" y="368348"/>
                    </a:cubicBezTo>
                    <a:cubicBezTo>
                      <a:pt x="60078" y="368864"/>
                      <a:pt x="62434" y="371146"/>
                      <a:pt x="63097" y="374017"/>
                    </a:cubicBezTo>
                    <a:cubicBezTo>
                      <a:pt x="64864" y="382631"/>
                      <a:pt x="68030" y="392203"/>
                      <a:pt x="72521" y="402363"/>
                    </a:cubicBezTo>
                    <a:cubicBezTo>
                      <a:pt x="79221" y="417162"/>
                      <a:pt x="82608" y="424966"/>
                      <a:pt x="84301" y="429089"/>
                    </a:cubicBezTo>
                    <a:cubicBezTo>
                      <a:pt x="85184" y="431224"/>
                      <a:pt x="84964" y="433580"/>
                      <a:pt x="83859" y="435495"/>
                    </a:cubicBezTo>
                    <a:cubicBezTo>
                      <a:pt x="67146" y="464429"/>
                      <a:pt x="57870" y="482099"/>
                      <a:pt x="56176" y="488137"/>
                    </a:cubicBezTo>
                    <a:lnTo>
                      <a:pt x="56029" y="488652"/>
                    </a:lnTo>
                    <a:lnTo>
                      <a:pt x="56397" y="489020"/>
                    </a:lnTo>
                    <a:cubicBezTo>
                      <a:pt x="93431" y="526716"/>
                      <a:pt x="116328" y="548583"/>
                      <a:pt x="124648" y="553958"/>
                    </a:cubicBezTo>
                    <a:lnTo>
                      <a:pt x="125090" y="554252"/>
                    </a:lnTo>
                    <a:lnTo>
                      <a:pt x="125531" y="554032"/>
                    </a:lnTo>
                    <a:cubicBezTo>
                      <a:pt x="130759" y="551676"/>
                      <a:pt x="139888" y="546522"/>
                      <a:pt x="152625" y="538644"/>
                    </a:cubicBezTo>
                    <a:cubicBezTo>
                      <a:pt x="162123" y="532827"/>
                      <a:pt x="170664" y="528483"/>
                      <a:pt x="178174" y="525833"/>
                    </a:cubicBezTo>
                    <a:cubicBezTo>
                      <a:pt x="180014" y="525170"/>
                      <a:pt x="182076" y="525244"/>
                      <a:pt x="183843" y="526127"/>
                    </a:cubicBezTo>
                    <a:cubicBezTo>
                      <a:pt x="189144" y="528631"/>
                      <a:pt x="202175" y="534594"/>
                      <a:pt x="236338" y="549614"/>
                    </a:cubicBezTo>
                    <a:cubicBezTo>
                      <a:pt x="238252" y="550424"/>
                      <a:pt x="239651" y="552044"/>
                      <a:pt x="240313" y="554032"/>
                    </a:cubicBezTo>
                    <a:cubicBezTo>
                      <a:pt x="242301" y="560069"/>
                      <a:pt x="244731" y="569346"/>
                      <a:pt x="247602" y="581494"/>
                    </a:cubicBezTo>
                    <a:cubicBezTo>
                      <a:pt x="250768" y="595630"/>
                      <a:pt x="253860" y="605717"/>
                      <a:pt x="257100" y="612417"/>
                    </a:cubicBezTo>
                    <a:lnTo>
                      <a:pt x="257395" y="612932"/>
                    </a:ln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9" name="Freeform: Shape 11">
                <a:extLst>
                  <a:ext uri="{FF2B5EF4-FFF2-40B4-BE49-F238E27FC236}">
                    <a16:creationId xmlns:a16="http://schemas.microsoft.com/office/drawing/2014/main" id="{59355528-FF33-BC8C-160F-02447A9DF538}"/>
                  </a:ext>
                </a:extLst>
              </p:cNvPr>
              <p:cNvSpPr/>
              <p:nvPr/>
            </p:nvSpPr>
            <p:spPr>
              <a:xfrm>
                <a:off x="11055048" y="1930541"/>
                <a:ext cx="364004" cy="364004"/>
              </a:xfrm>
              <a:custGeom>
                <a:avLst/>
                <a:gdLst>
                  <a:gd name="connsiteX0" fmla="*/ 364004 w 364004"/>
                  <a:gd name="connsiteY0" fmla="*/ 182002 h 364004"/>
                  <a:gd name="connsiteX1" fmla="*/ 182002 w 364004"/>
                  <a:gd name="connsiteY1" fmla="*/ 364004 h 364004"/>
                  <a:gd name="connsiteX2" fmla="*/ 0 w 364004"/>
                  <a:gd name="connsiteY2" fmla="*/ 182002 h 364004"/>
                  <a:gd name="connsiteX3" fmla="*/ 182002 w 364004"/>
                  <a:gd name="connsiteY3" fmla="*/ 0 h 364004"/>
                  <a:gd name="connsiteX4" fmla="*/ 364004 w 364004"/>
                  <a:gd name="connsiteY4" fmla="*/ 182002 h 364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004" h="364004">
                    <a:moveTo>
                      <a:pt x="364004" y="182002"/>
                    </a:moveTo>
                    <a:cubicBezTo>
                      <a:pt x="364004" y="282519"/>
                      <a:pt x="282519" y="364004"/>
                      <a:pt x="182002" y="364004"/>
                    </a:cubicBezTo>
                    <a:cubicBezTo>
                      <a:pt x="81485" y="364004"/>
                      <a:pt x="0" y="282519"/>
                      <a:pt x="0" y="182002"/>
                    </a:cubicBezTo>
                    <a:cubicBezTo>
                      <a:pt x="0" y="81485"/>
                      <a:pt x="81485" y="0"/>
                      <a:pt x="182002" y="0"/>
                    </a:cubicBezTo>
                    <a:cubicBezTo>
                      <a:pt x="282519" y="0"/>
                      <a:pt x="364004" y="81485"/>
                      <a:pt x="364004" y="182002"/>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4" name="Graphic 6">
              <a:extLst>
                <a:ext uri="{FF2B5EF4-FFF2-40B4-BE49-F238E27FC236}">
                  <a16:creationId xmlns:a16="http://schemas.microsoft.com/office/drawing/2014/main" id="{112761DA-4A35-5511-E41A-687BE4EEF994}"/>
                </a:ext>
              </a:extLst>
            </p:cNvPr>
            <p:cNvGrpSpPr/>
            <p:nvPr/>
          </p:nvGrpSpPr>
          <p:grpSpPr>
            <a:xfrm>
              <a:off x="10373203" y="2030525"/>
              <a:ext cx="936148" cy="161386"/>
              <a:chOff x="10373203" y="2030525"/>
              <a:chExt cx="936148" cy="161386"/>
            </a:xfrm>
            <a:noFill/>
          </p:grpSpPr>
          <p:sp>
            <p:nvSpPr>
              <p:cNvPr id="45" name="Freeform: Shape 43">
                <a:extLst>
                  <a:ext uri="{FF2B5EF4-FFF2-40B4-BE49-F238E27FC236}">
                    <a16:creationId xmlns:a16="http://schemas.microsoft.com/office/drawing/2014/main" id="{7EF4B7D9-783B-5130-4790-2135D8B2FBF6}"/>
                  </a:ext>
                </a:extLst>
              </p:cNvPr>
              <p:cNvSpPr/>
              <p:nvPr/>
            </p:nvSpPr>
            <p:spPr>
              <a:xfrm>
                <a:off x="10534590" y="2111218"/>
                <a:ext cx="615877" cy="7362"/>
              </a:xfrm>
              <a:custGeom>
                <a:avLst/>
                <a:gdLst>
                  <a:gd name="connsiteX0" fmla="*/ 615877 w 615877"/>
                  <a:gd name="connsiteY0" fmla="*/ 0 h 7362"/>
                  <a:gd name="connsiteX1" fmla="*/ 0 w 615877"/>
                  <a:gd name="connsiteY1" fmla="*/ 0 h 7362"/>
                </a:gdLst>
                <a:ahLst/>
                <a:cxnLst>
                  <a:cxn ang="0">
                    <a:pos x="connsiteX0" y="connsiteY0"/>
                  </a:cxn>
                  <a:cxn ang="0">
                    <a:pos x="connsiteX1" y="connsiteY1"/>
                  </a:cxn>
                </a:cxnLst>
                <a:rect l="l" t="t" r="r" b="b"/>
                <a:pathLst>
                  <a:path w="615877" h="7362">
                    <a:moveTo>
                      <a:pt x="615877" y="0"/>
                    </a:moveTo>
                    <a:lnTo>
                      <a:pt x="0" y="0"/>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6" name="Freeform: Shape 44">
                <a:extLst>
                  <a:ext uri="{FF2B5EF4-FFF2-40B4-BE49-F238E27FC236}">
                    <a16:creationId xmlns:a16="http://schemas.microsoft.com/office/drawing/2014/main" id="{88E29F00-8873-F246-75C0-CC4A900AA005}"/>
                  </a:ext>
                </a:extLst>
              </p:cNvPr>
              <p:cNvSpPr/>
              <p:nvPr/>
            </p:nvSpPr>
            <p:spPr>
              <a:xfrm>
                <a:off x="11147964" y="2030525"/>
                <a:ext cx="161387" cy="161386"/>
              </a:xfrm>
              <a:custGeom>
                <a:avLst/>
                <a:gdLst>
                  <a:gd name="connsiteX0" fmla="*/ 161387 w 161387"/>
                  <a:gd name="connsiteY0" fmla="*/ 80693 h 161386"/>
                  <a:gd name="connsiteX1" fmla="*/ 80693 w 161387"/>
                  <a:gd name="connsiteY1" fmla="*/ 161387 h 161386"/>
                  <a:gd name="connsiteX2" fmla="*/ 0 w 161387"/>
                  <a:gd name="connsiteY2" fmla="*/ 80693 h 161386"/>
                  <a:gd name="connsiteX3" fmla="*/ 80693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3" y="161387"/>
                    </a:cubicBezTo>
                    <a:cubicBezTo>
                      <a:pt x="36128" y="161387"/>
                      <a:pt x="0" y="125259"/>
                      <a:pt x="0" y="80693"/>
                    </a:cubicBezTo>
                    <a:cubicBezTo>
                      <a:pt x="0" y="36128"/>
                      <a:pt x="36128" y="0"/>
                      <a:pt x="80693"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7" name="Freeform: Shape 45">
                <a:extLst>
                  <a:ext uri="{FF2B5EF4-FFF2-40B4-BE49-F238E27FC236}">
                    <a16:creationId xmlns:a16="http://schemas.microsoft.com/office/drawing/2014/main" id="{17EFD1D7-8075-77E7-77DF-E2E1D8E55B45}"/>
                  </a:ext>
                </a:extLst>
              </p:cNvPr>
              <p:cNvSpPr/>
              <p:nvPr/>
            </p:nvSpPr>
            <p:spPr>
              <a:xfrm>
                <a:off x="10373203" y="2030525"/>
                <a:ext cx="161387" cy="161386"/>
              </a:xfrm>
              <a:custGeom>
                <a:avLst/>
                <a:gdLst>
                  <a:gd name="connsiteX0" fmla="*/ 161387 w 161387"/>
                  <a:gd name="connsiteY0" fmla="*/ 80693 h 161386"/>
                  <a:gd name="connsiteX1" fmla="*/ 80694 w 161387"/>
                  <a:gd name="connsiteY1" fmla="*/ 161387 h 161386"/>
                  <a:gd name="connsiteX2" fmla="*/ 0 w 161387"/>
                  <a:gd name="connsiteY2" fmla="*/ 80693 h 161386"/>
                  <a:gd name="connsiteX3" fmla="*/ 80694 w 161387"/>
                  <a:gd name="connsiteY3" fmla="*/ 0 h 161386"/>
                  <a:gd name="connsiteX4" fmla="*/ 161387 w 161387"/>
                  <a:gd name="connsiteY4" fmla="*/ 80693 h 16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87" h="161386">
                    <a:moveTo>
                      <a:pt x="161387" y="80693"/>
                    </a:moveTo>
                    <a:cubicBezTo>
                      <a:pt x="161387" y="125259"/>
                      <a:pt x="125259" y="161387"/>
                      <a:pt x="80694" y="161387"/>
                    </a:cubicBezTo>
                    <a:cubicBezTo>
                      <a:pt x="36128" y="161387"/>
                      <a:pt x="0" y="125259"/>
                      <a:pt x="0" y="80693"/>
                    </a:cubicBezTo>
                    <a:cubicBezTo>
                      <a:pt x="0" y="36128"/>
                      <a:pt x="36128" y="0"/>
                      <a:pt x="80694" y="0"/>
                    </a:cubicBezTo>
                    <a:cubicBezTo>
                      <a:pt x="125259" y="0"/>
                      <a:pt x="161387" y="36128"/>
                      <a:pt x="161387" y="80693"/>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35" name="Graphic 6">
              <a:extLst>
                <a:ext uri="{FF2B5EF4-FFF2-40B4-BE49-F238E27FC236}">
                  <a16:creationId xmlns:a16="http://schemas.microsoft.com/office/drawing/2014/main" id="{FE80F247-198B-503D-5A93-FE63375DABDF}"/>
                </a:ext>
              </a:extLst>
            </p:cNvPr>
            <p:cNvGrpSpPr/>
            <p:nvPr/>
          </p:nvGrpSpPr>
          <p:grpSpPr>
            <a:xfrm>
              <a:off x="9469303" y="1724685"/>
              <a:ext cx="984593" cy="773140"/>
              <a:chOff x="9469303" y="1724685"/>
              <a:chExt cx="984593" cy="773140"/>
            </a:xfrm>
            <a:noFill/>
          </p:grpSpPr>
          <p:sp>
            <p:nvSpPr>
              <p:cNvPr id="36" name="Freeform: Shape 47">
                <a:extLst>
                  <a:ext uri="{FF2B5EF4-FFF2-40B4-BE49-F238E27FC236}">
                    <a16:creationId xmlns:a16="http://schemas.microsoft.com/office/drawing/2014/main" id="{7E4EC9FA-A647-9CED-BA72-CF5633F1D103}"/>
                  </a:ext>
                </a:extLst>
              </p:cNvPr>
              <p:cNvSpPr/>
              <p:nvPr/>
            </p:nvSpPr>
            <p:spPr>
              <a:xfrm>
                <a:off x="9469377" y="1724685"/>
                <a:ext cx="984519" cy="773140"/>
              </a:xfrm>
              <a:custGeom>
                <a:avLst/>
                <a:gdLst>
                  <a:gd name="connsiteX0" fmla="*/ 984520 w 984519"/>
                  <a:gd name="connsiteY0" fmla="*/ 467301 h 773140"/>
                  <a:gd name="connsiteX1" fmla="*/ 984520 w 984519"/>
                  <a:gd name="connsiteY1" fmla="*/ 723223 h 773140"/>
                  <a:gd name="connsiteX2" fmla="*/ 934602 w 984519"/>
                  <a:gd name="connsiteY2" fmla="*/ 773141 h 773140"/>
                  <a:gd name="connsiteX3" fmla="*/ 49918 w 984519"/>
                  <a:gd name="connsiteY3" fmla="*/ 773141 h 773140"/>
                  <a:gd name="connsiteX4" fmla="*/ 0 w 984519"/>
                  <a:gd name="connsiteY4" fmla="*/ 723223 h 773140"/>
                  <a:gd name="connsiteX5" fmla="*/ 0 w 984519"/>
                  <a:gd name="connsiteY5" fmla="*/ 49918 h 773140"/>
                  <a:gd name="connsiteX6" fmla="*/ 49918 w 984519"/>
                  <a:gd name="connsiteY6" fmla="*/ 0 h 773140"/>
                  <a:gd name="connsiteX7" fmla="*/ 934602 w 984519"/>
                  <a:gd name="connsiteY7" fmla="*/ 0 h 773140"/>
                  <a:gd name="connsiteX8" fmla="*/ 984520 w 984519"/>
                  <a:gd name="connsiteY8" fmla="*/ 49918 h 773140"/>
                  <a:gd name="connsiteX9" fmla="*/ 984520 w 984519"/>
                  <a:gd name="connsiteY9" fmla="*/ 305840 h 77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4519" h="773140">
                    <a:moveTo>
                      <a:pt x="984520" y="467301"/>
                    </a:moveTo>
                    <a:lnTo>
                      <a:pt x="984520" y="723223"/>
                    </a:lnTo>
                    <a:cubicBezTo>
                      <a:pt x="984520" y="750832"/>
                      <a:pt x="962138" y="773141"/>
                      <a:pt x="934602" y="773141"/>
                    </a:cubicBezTo>
                    <a:lnTo>
                      <a:pt x="49918" y="773141"/>
                    </a:lnTo>
                    <a:cubicBezTo>
                      <a:pt x="22309" y="773141"/>
                      <a:pt x="0" y="750759"/>
                      <a:pt x="0" y="723223"/>
                    </a:cubicBezTo>
                    <a:lnTo>
                      <a:pt x="0" y="49918"/>
                    </a:lnTo>
                    <a:cubicBezTo>
                      <a:pt x="0" y="22309"/>
                      <a:pt x="22382" y="0"/>
                      <a:pt x="49918" y="0"/>
                    </a:cubicBezTo>
                    <a:lnTo>
                      <a:pt x="934602" y="0"/>
                    </a:lnTo>
                    <a:cubicBezTo>
                      <a:pt x="962211" y="0"/>
                      <a:pt x="984520" y="22382"/>
                      <a:pt x="984520" y="49918"/>
                    </a:cubicBezTo>
                    <a:lnTo>
                      <a:pt x="984520" y="305840"/>
                    </a:lnTo>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37" name="Freeform: Shape 48">
                <a:extLst>
                  <a:ext uri="{FF2B5EF4-FFF2-40B4-BE49-F238E27FC236}">
                    <a16:creationId xmlns:a16="http://schemas.microsoft.com/office/drawing/2014/main" id="{27048AA3-E371-2C3E-3FC7-641152297CDE}"/>
                  </a:ext>
                </a:extLst>
              </p:cNvPr>
              <p:cNvSpPr/>
              <p:nvPr/>
            </p:nvSpPr>
            <p:spPr>
              <a:xfrm>
                <a:off x="9469303" y="1888869"/>
                <a:ext cx="984593" cy="7362"/>
              </a:xfrm>
              <a:custGeom>
                <a:avLst/>
                <a:gdLst>
                  <a:gd name="connsiteX0" fmla="*/ 0 w 984593"/>
                  <a:gd name="connsiteY0" fmla="*/ 0 h 7362"/>
                  <a:gd name="connsiteX1" fmla="*/ 984593 w 984593"/>
                  <a:gd name="connsiteY1" fmla="*/ 0 h 7362"/>
                </a:gdLst>
                <a:ahLst/>
                <a:cxnLst>
                  <a:cxn ang="0">
                    <a:pos x="connsiteX0" y="connsiteY0"/>
                  </a:cxn>
                  <a:cxn ang="0">
                    <a:pos x="connsiteX1" y="connsiteY1"/>
                  </a:cxn>
                </a:cxnLst>
                <a:rect l="l" t="t" r="r" b="b"/>
                <a:pathLst>
                  <a:path w="984593" h="7362">
                    <a:moveTo>
                      <a:pt x="0" y="0"/>
                    </a:moveTo>
                    <a:lnTo>
                      <a:pt x="984593" y="0"/>
                    </a:lnTo>
                  </a:path>
                </a:pathLst>
              </a:custGeom>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38" name="Graphic 6">
                <a:extLst>
                  <a:ext uri="{FF2B5EF4-FFF2-40B4-BE49-F238E27FC236}">
                    <a16:creationId xmlns:a16="http://schemas.microsoft.com/office/drawing/2014/main" id="{9D3AFC3D-D308-C351-C452-771F43DF949E}"/>
                  </a:ext>
                </a:extLst>
              </p:cNvPr>
              <p:cNvGrpSpPr/>
              <p:nvPr/>
            </p:nvGrpSpPr>
            <p:grpSpPr>
              <a:xfrm>
                <a:off x="9661171" y="2008511"/>
                <a:ext cx="587310" cy="372397"/>
                <a:chOff x="9661171" y="2008511"/>
                <a:chExt cx="587310" cy="372397"/>
              </a:xfrm>
              <a:noFill/>
            </p:grpSpPr>
            <p:sp>
              <p:nvSpPr>
                <p:cNvPr id="42" name="Freeform: Shape 50">
                  <a:extLst>
                    <a:ext uri="{FF2B5EF4-FFF2-40B4-BE49-F238E27FC236}">
                      <a16:creationId xmlns:a16="http://schemas.microsoft.com/office/drawing/2014/main" id="{BC3E2FC3-4976-920B-83E5-0AF469EDFB7C}"/>
                    </a:ext>
                  </a:extLst>
                </p:cNvPr>
                <p:cNvSpPr/>
                <p:nvPr/>
              </p:nvSpPr>
              <p:spPr>
                <a:xfrm>
                  <a:off x="9661171" y="2040096"/>
                  <a:ext cx="143127" cy="286108"/>
                </a:xfrm>
                <a:custGeom>
                  <a:avLst/>
                  <a:gdLst>
                    <a:gd name="connsiteX0" fmla="*/ 143128 w 143127"/>
                    <a:gd name="connsiteY0" fmla="*/ 0 h 286108"/>
                    <a:gd name="connsiteX1" fmla="*/ 0 w 143127"/>
                    <a:gd name="connsiteY1" fmla="*/ 143054 h 286108"/>
                    <a:gd name="connsiteX2" fmla="*/ 143128 w 143127"/>
                    <a:gd name="connsiteY2" fmla="*/ 286109 h 286108"/>
                  </a:gdLst>
                  <a:ahLst/>
                  <a:cxnLst>
                    <a:cxn ang="0">
                      <a:pos x="connsiteX0" y="connsiteY0"/>
                    </a:cxn>
                    <a:cxn ang="0">
                      <a:pos x="connsiteX1" y="connsiteY1"/>
                    </a:cxn>
                    <a:cxn ang="0">
                      <a:pos x="connsiteX2" y="connsiteY2"/>
                    </a:cxn>
                  </a:cxnLst>
                  <a:rect l="l" t="t" r="r" b="b"/>
                  <a:pathLst>
                    <a:path w="143127" h="286108">
                      <a:moveTo>
                        <a:pt x="143128" y="0"/>
                      </a:moveTo>
                      <a:lnTo>
                        <a:pt x="0" y="143054"/>
                      </a:lnTo>
                      <a:lnTo>
                        <a:pt x="143128"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3" name="Freeform: Shape 51">
                  <a:extLst>
                    <a:ext uri="{FF2B5EF4-FFF2-40B4-BE49-F238E27FC236}">
                      <a16:creationId xmlns:a16="http://schemas.microsoft.com/office/drawing/2014/main" id="{B0B5202B-E491-56CD-6C1D-AE5BBB9E3644}"/>
                    </a:ext>
                  </a:extLst>
                </p:cNvPr>
                <p:cNvSpPr/>
                <p:nvPr/>
              </p:nvSpPr>
              <p:spPr>
                <a:xfrm>
                  <a:off x="10105427" y="2040096"/>
                  <a:ext cx="143054" cy="286108"/>
                </a:xfrm>
                <a:custGeom>
                  <a:avLst/>
                  <a:gdLst>
                    <a:gd name="connsiteX0" fmla="*/ 0 w 143054"/>
                    <a:gd name="connsiteY0" fmla="*/ 0 h 286108"/>
                    <a:gd name="connsiteX1" fmla="*/ 143054 w 143054"/>
                    <a:gd name="connsiteY1" fmla="*/ 143054 h 286108"/>
                    <a:gd name="connsiteX2" fmla="*/ 0 w 143054"/>
                    <a:gd name="connsiteY2" fmla="*/ 286109 h 286108"/>
                  </a:gdLst>
                  <a:ahLst/>
                  <a:cxnLst>
                    <a:cxn ang="0">
                      <a:pos x="connsiteX0" y="connsiteY0"/>
                    </a:cxn>
                    <a:cxn ang="0">
                      <a:pos x="connsiteX1" y="connsiteY1"/>
                    </a:cxn>
                    <a:cxn ang="0">
                      <a:pos x="connsiteX2" y="connsiteY2"/>
                    </a:cxn>
                  </a:cxnLst>
                  <a:rect l="l" t="t" r="r" b="b"/>
                  <a:pathLst>
                    <a:path w="143054" h="286108">
                      <a:moveTo>
                        <a:pt x="0" y="0"/>
                      </a:moveTo>
                      <a:lnTo>
                        <a:pt x="143054" y="143054"/>
                      </a:lnTo>
                      <a:lnTo>
                        <a:pt x="0" y="286109"/>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4" name="Freeform: Shape 52">
                  <a:extLst>
                    <a:ext uri="{FF2B5EF4-FFF2-40B4-BE49-F238E27FC236}">
                      <a16:creationId xmlns:a16="http://schemas.microsoft.com/office/drawing/2014/main" id="{91D024DC-6D92-9527-B733-06AC115037CD}"/>
                    </a:ext>
                  </a:extLst>
                </p:cNvPr>
                <p:cNvSpPr/>
                <p:nvPr/>
              </p:nvSpPr>
              <p:spPr>
                <a:xfrm>
                  <a:off x="9878734" y="2008511"/>
                  <a:ext cx="152257" cy="372397"/>
                </a:xfrm>
                <a:custGeom>
                  <a:avLst/>
                  <a:gdLst>
                    <a:gd name="connsiteX0" fmla="*/ 152257 w 152257"/>
                    <a:gd name="connsiteY0" fmla="*/ 0 h 372397"/>
                    <a:gd name="connsiteX1" fmla="*/ 0 w 152257"/>
                    <a:gd name="connsiteY1" fmla="*/ 372398 h 372397"/>
                  </a:gdLst>
                  <a:ahLst/>
                  <a:cxnLst>
                    <a:cxn ang="0">
                      <a:pos x="connsiteX0" y="connsiteY0"/>
                    </a:cxn>
                    <a:cxn ang="0">
                      <a:pos x="connsiteX1" y="connsiteY1"/>
                    </a:cxn>
                  </a:cxnLst>
                  <a:rect l="l" t="t" r="r" b="b"/>
                  <a:pathLst>
                    <a:path w="152257" h="372397">
                      <a:moveTo>
                        <a:pt x="152257" y="0"/>
                      </a:moveTo>
                      <a:lnTo>
                        <a:pt x="0" y="372398"/>
                      </a:lnTo>
                    </a:path>
                  </a:pathLst>
                </a:custGeom>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39" name="Freeform: Shape 53">
                <a:extLst>
                  <a:ext uri="{FF2B5EF4-FFF2-40B4-BE49-F238E27FC236}">
                    <a16:creationId xmlns:a16="http://schemas.microsoft.com/office/drawing/2014/main" id="{3475758E-292F-4EF9-4B6B-A832197047F9}"/>
                  </a:ext>
                </a:extLst>
              </p:cNvPr>
              <p:cNvSpPr/>
              <p:nvPr/>
            </p:nvSpPr>
            <p:spPr>
              <a:xfrm>
                <a:off x="10106531"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0" name="Freeform: Shape 54">
                <a:extLst>
                  <a:ext uri="{FF2B5EF4-FFF2-40B4-BE49-F238E27FC236}">
                    <a16:creationId xmlns:a16="http://schemas.microsoft.com/office/drawing/2014/main" id="{17CAB70F-434D-7F52-05F0-EAE7516B917D}"/>
                  </a:ext>
                </a:extLst>
              </p:cNvPr>
              <p:cNvSpPr/>
              <p:nvPr/>
            </p:nvSpPr>
            <p:spPr>
              <a:xfrm>
                <a:off x="10216233"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41" name="Freeform: Shape 55">
                <a:extLst>
                  <a:ext uri="{FF2B5EF4-FFF2-40B4-BE49-F238E27FC236}">
                    <a16:creationId xmlns:a16="http://schemas.microsoft.com/office/drawing/2014/main" id="{95B551A2-FD61-7D05-DA34-341270117906}"/>
                  </a:ext>
                </a:extLst>
              </p:cNvPr>
              <p:cNvSpPr/>
              <p:nvPr/>
            </p:nvSpPr>
            <p:spPr>
              <a:xfrm>
                <a:off x="10325935" y="1777916"/>
                <a:ext cx="57280" cy="57280"/>
              </a:xfrm>
              <a:custGeom>
                <a:avLst/>
                <a:gdLst>
                  <a:gd name="connsiteX0" fmla="*/ 57281 w 57280"/>
                  <a:gd name="connsiteY0" fmla="*/ 28640 h 57280"/>
                  <a:gd name="connsiteX1" fmla="*/ 28640 w 57280"/>
                  <a:gd name="connsiteY1" fmla="*/ 57281 h 57280"/>
                  <a:gd name="connsiteX2" fmla="*/ 0 w 57280"/>
                  <a:gd name="connsiteY2" fmla="*/ 28640 h 57280"/>
                  <a:gd name="connsiteX3" fmla="*/ 28640 w 57280"/>
                  <a:gd name="connsiteY3" fmla="*/ 0 h 57280"/>
                  <a:gd name="connsiteX4" fmla="*/ 57281 w 57280"/>
                  <a:gd name="connsiteY4" fmla="*/ 28640 h 5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0" h="57280">
                    <a:moveTo>
                      <a:pt x="57281" y="28640"/>
                    </a:moveTo>
                    <a:cubicBezTo>
                      <a:pt x="57281" y="44458"/>
                      <a:pt x="44458" y="57281"/>
                      <a:pt x="28640" y="57281"/>
                    </a:cubicBezTo>
                    <a:cubicBezTo>
                      <a:pt x="12823" y="57281"/>
                      <a:pt x="0" y="44458"/>
                      <a:pt x="0" y="28640"/>
                    </a:cubicBezTo>
                    <a:cubicBezTo>
                      <a:pt x="0" y="12823"/>
                      <a:pt x="12823" y="0"/>
                      <a:pt x="28640" y="0"/>
                    </a:cubicBezTo>
                    <a:cubicBezTo>
                      <a:pt x="44458" y="0"/>
                      <a:pt x="57281" y="12823"/>
                      <a:pt x="57281" y="28640"/>
                    </a:cubicBezTo>
                    <a:close/>
                  </a:path>
                </a:pathLst>
              </a:custGeom>
              <a:noFill/>
              <a:ln w="25400"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sp>
        <p:nvSpPr>
          <p:cNvPr id="28" name="TextBox 27">
            <a:extLst>
              <a:ext uri="{FF2B5EF4-FFF2-40B4-BE49-F238E27FC236}">
                <a16:creationId xmlns:a16="http://schemas.microsoft.com/office/drawing/2014/main" id="{5C36E414-3324-FDD5-88B6-38E99A7B45A1}"/>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51" name="Graphic 8">
            <a:extLst>
              <a:ext uri="{FF2B5EF4-FFF2-40B4-BE49-F238E27FC236}">
                <a16:creationId xmlns:a16="http://schemas.microsoft.com/office/drawing/2014/main" id="{9E06D9E4-9115-0B32-8C99-2EB0628163FB}"/>
              </a:ext>
            </a:extLst>
          </p:cNvPr>
          <p:cNvGrpSpPr/>
          <p:nvPr userDrawn="1"/>
        </p:nvGrpSpPr>
        <p:grpSpPr>
          <a:xfrm>
            <a:off x="265625" y="6323271"/>
            <a:ext cx="1249223" cy="369648"/>
            <a:chOff x="265625" y="6323271"/>
            <a:chExt cx="1249223" cy="369648"/>
          </a:xfrm>
          <a:solidFill>
            <a:srgbClr val="000000"/>
          </a:solidFill>
        </p:grpSpPr>
        <p:grpSp>
          <p:nvGrpSpPr>
            <p:cNvPr id="52" name="Graphic 8">
              <a:extLst>
                <a:ext uri="{FF2B5EF4-FFF2-40B4-BE49-F238E27FC236}">
                  <a16:creationId xmlns:a16="http://schemas.microsoft.com/office/drawing/2014/main" id="{D912C3F0-D141-3BF2-D634-663DD79D1115}"/>
                </a:ext>
              </a:extLst>
            </p:cNvPr>
            <p:cNvGrpSpPr/>
            <p:nvPr/>
          </p:nvGrpSpPr>
          <p:grpSpPr>
            <a:xfrm>
              <a:off x="745455" y="6594444"/>
              <a:ext cx="722662" cy="98475"/>
              <a:chOff x="745455" y="6594444"/>
              <a:chExt cx="722662" cy="98475"/>
            </a:xfrm>
            <a:solidFill>
              <a:srgbClr val="000000"/>
            </a:solidFill>
          </p:grpSpPr>
          <p:sp>
            <p:nvSpPr>
              <p:cNvPr id="61" name="Freeform 19">
                <a:extLst>
                  <a:ext uri="{FF2B5EF4-FFF2-40B4-BE49-F238E27FC236}">
                    <a16:creationId xmlns:a16="http://schemas.microsoft.com/office/drawing/2014/main" id="{2679C535-83D4-F506-0FBC-1FC91502842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62" name="Freeform 20">
                <a:extLst>
                  <a:ext uri="{FF2B5EF4-FFF2-40B4-BE49-F238E27FC236}">
                    <a16:creationId xmlns:a16="http://schemas.microsoft.com/office/drawing/2014/main" id="{980D7D2B-B551-6782-CE99-71D9956EAD2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63" name="Freeform 21">
                <a:extLst>
                  <a:ext uri="{FF2B5EF4-FFF2-40B4-BE49-F238E27FC236}">
                    <a16:creationId xmlns:a16="http://schemas.microsoft.com/office/drawing/2014/main" id="{93E81E0B-EC2C-A55A-6A16-5752CF52613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29" name="Freeform 22">
                <a:extLst>
                  <a:ext uri="{FF2B5EF4-FFF2-40B4-BE49-F238E27FC236}">
                    <a16:creationId xmlns:a16="http://schemas.microsoft.com/office/drawing/2014/main" id="{1A1E37DC-C8FC-9981-E3B2-DCAA252B4B62}"/>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0" name="Freeform 23">
                <a:extLst>
                  <a:ext uri="{FF2B5EF4-FFF2-40B4-BE49-F238E27FC236}">
                    <a16:creationId xmlns:a16="http://schemas.microsoft.com/office/drawing/2014/main" id="{33344F34-AC51-2527-3C9D-8314279906A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1" name="Freeform 24">
                <a:extLst>
                  <a:ext uri="{FF2B5EF4-FFF2-40B4-BE49-F238E27FC236}">
                    <a16:creationId xmlns:a16="http://schemas.microsoft.com/office/drawing/2014/main" id="{44552C25-6E6E-932C-58BE-822700D722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2" name="Freeform 25">
                <a:extLst>
                  <a:ext uri="{FF2B5EF4-FFF2-40B4-BE49-F238E27FC236}">
                    <a16:creationId xmlns:a16="http://schemas.microsoft.com/office/drawing/2014/main" id="{54531708-A4EE-8903-D1B2-4F0CBEAA885C}"/>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3" name="Freeform 26">
                <a:extLst>
                  <a:ext uri="{FF2B5EF4-FFF2-40B4-BE49-F238E27FC236}">
                    <a16:creationId xmlns:a16="http://schemas.microsoft.com/office/drawing/2014/main" id="{36A0D391-E7FE-1B53-5C16-0FE8D35AB4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4" name="Freeform 27">
                <a:extLst>
                  <a:ext uri="{FF2B5EF4-FFF2-40B4-BE49-F238E27FC236}">
                    <a16:creationId xmlns:a16="http://schemas.microsoft.com/office/drawing/2014/main" id="{8BBFFDD2-A9D2-BD89-FDAB-100B15BC314D}"/>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5" name="Freeform 28">
                <a:extLst>
                  <a:ext uri="{FF2B5EF4-FFF2-40B4-BE49-F238E27FC236}">
                    <a16:creationId xmlns:a16="http://schemas.microsoft.com/office/drawing/2014/main" id="{19DED88E-D488-5A44-76B0-3D062161BDE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3" name="Graphic 8">
              <a:extLst>
                <a:ext uri="{FF2B5EF4-FFF2-40B4-BE49-F238E27FC236}">
                  <a16:creationId xmlns:a16="http://schemas.microsoft.com/office/drawing/2014/main" id="{C2965FF7-AEF7-C2F0-63F8-F1FDEE0C409E}"/>
                </a:ext>
              </a:extLst>
            </p:cNvPr>
            <p:cNvGrpSpPr/>
            <p:nvPr/>
          </p:nvGrpSpPr>
          <p:grpSpPr>
            <a:xfrm>
              <a:off x="265625" y="6323271"/>
              <a:ext cx="1249223" cy="190348"/>
              <a:chOff x="265625" y="6323271"/>
              <a:chExt cx="1249223" cy="190348"/>
            </a:xfrm>
            <a:solidFill>
              <a:srgbClr val="000000"/>
            </a:solidFill>
          </p:grpSpPr>
          <p:sp>
            <p:nvSpPr>
              <p:cNvPr id="54" name="Freeform 10">
                <a:extLst>
                  <a:ext uri="{FF2B5EF4-FFF2-40B4-BE49-F238E27FC236}">
                    <a16:creationId xmlns:a16="http://schemas.microsoft.com/office/drawing/2014/main" id="{E038BDB1-BCA2-06EF-CE65-02DB90820FA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5" name="Freeform 11">
                <a:extLst>
                  <a:ext uri="{FF2B5EF4-FFF2-40B4-BE49-F238E27FC236}">
                    <a16:creationId xmlns:a16="http://schemas.microsoft.com/office/drawing/2014/main" id="{A747ED16-5106-EF7B-3AF4-C6B84D3101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56" name="Freeform 14">
                <a:extLst>
                  <a:ext uri="{FF2B5EF4-FFF2-40B4-BE49-F238E27FC236}">
                    <a16:creationId xmlns:a16="http://schemas.microsoft.com/office/drawing/2014/main" id="{93DF5C0C-BE16-8CCE-8B6F-4A8EBA56715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57" name="Freeform 15">
                <a:extLst>
                  <a:ext uri="{FF2B5EF4-FFF2-40B4-BE49-F238E27FC236}">
                    <a16:creationId xmlns:a16="http://schemas.microsoft.com/office/drawing/2014/main" id="{476666EF-1A24-FB49-755E-173132F59A7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58" name="Freeform 16">
                <a:extLst>
                  <a:ext uri="{FF2B5EF4-FFF2-40B4-BE49-F238E27FC236}">
                    <a16:creationId xmlns:a16="http://schemas.microsoft.com/office/drawing/2014/main" id="{4C641D78-B6F4-7DF1-7AC8-6C7C3706DC8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59" name="Freeform 17">
                <a:extLst>
                  <a:ext uri="{FF2B5EF4-FFF2-40B4-BE49-F238E27FC236}">
                    <a16:creationId xmlns:a16="http://schemas.microsoft.com/office/drawing/2014/main" id="{1243D46A-B0E8-A2B8-C46B-283C0925132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0" name="Freeform 18">
                <a:extLst>
                  <a:ext uri="{FF2B5EF4-FFF2-40B4-BE49-F238E27FC236}">
                    <a16:creationId xmlns:a16="http://schemas.microsoft.com/office/drawing/2014/main" id="{CBF21737-6D15-0013-436F-C4F38B7F768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50" name="TextBox 49">
            <a:extLst>
              <a:ext uri="{FF2B5EF4-FFF2-40B4-BE49-F238E27FC236}">
                <a16:creationId xmlns:a16="http://schemas.microsoft.com/office/drawing/2014/main" id="{B88D2144-6E96-D6CF-FAAD-0076DE22072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80867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Section - Wrap U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3" name="Parallelogram 2">
            <a:extLst>
              <a:ext uri="{FF2B5EF4-FFF2-40B4-BE49-F238E27FC236}">
                <a16:creationId xmlns:a16="http://schemas.microsoft.com/office/drawing/2014/main" id="{79EE9B0C-8EC5-6814-F2ED-1FA1F64E3BD5}"/>
              </a:ext>
            </a:extLst>
          </p:cNvPr>
          <p:cNvSpPr/>
          <p:nvPr userDrawn="1"/>
        </p:nvSpPr>
        <p:spPr>
          <a:xfrm>
            <a:off x="5406003" y="0"/>
            <a:ext cx="14676689" cy="6858001"/>
          </a:xfrm>
          <a:prstGeom prst="parallelogram">
            <a:avLst>
              <a:gd name="adj" fmla="val 100124"/>
            </a:avLst>
          </a:prstGeom>
          <a:gradFill flip="none" rotWithShape="1">
            <a:gsLst>
              <a:gs pos="24000">
                <a:schemeClr val="accent5"/>
              </a:gs>
              <a:gs pos="100000">
                <a:schemeClr val="accent5">
                  <a:lumMod val="60000"/>
                  <a:lumOff val="4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rallelogram 3">
            <a:extLst>
              <a:ext uri="{FF2B5EF4-FFF2-40B4-BE49-F238E27FC236}">
                <a16:creationId xmlns:a16="http://schemas.microsoft.com/office/drawing/2014/main" id="{999D53FC-B7CF-FBCC-47B1-992712553F5A}"/>
              </a:ext>
            </a:extLst>
          </p:cNvPr>
          <p:cNvSpPr/>
          <p:nvPr userDrawn="1"/>
        </p:nvSpPr>
        <p:spPr>
          <a:xfrm>
            <a:off x="1840256" y="-1"/>
            <a:ext cx="12934077" cy="6470788"/>
          </a:xfrm>
          <a:prstGeom prst="parallelogram">
            <a:avLst>
              <a:gd name="adj" fmla="val 100124"/>
            </a:avLst>
          </a:prstGeom>
          <a:gradFill flip="none" rotWithShape="1">
            <a:gsLst>
              <a:gs pos="0">
                <a:schemeClr val="accent5">
                  <a:alpha val="33000"/>
                </a:schemeClr>
              </a:gs>
              <a:gs pos="97000">
                <a:schemeClr val="accent5">
                  <a:alpha val="0"/>
                </a:schemeClr>
              </a:gs>
            </a:gsLst>
            <a:lin ang="8100000" scaled="1"/>
            <a:tileRect/>
          </a:gra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5" name="Graphic 143">
            <a:extLst>
              <a:ext uri="{FF2B5EF4-FFF2-40B4-BE49-F238E27FC236}">
                <a16:creationId xmlns:a16="http://schemas.microsoft.com/office/drawing/2014/main" id="{C0D01B70-85F2-84D3-EBFB-A50AA16FAED0}"/>
              </a:ext>
            </a:extLst>
          </p:cNvPr>
          <p:cNvSpPr/>
          <p:nvPr userDrawn="1"/>
        </p:nvSpPr>
        <p:spPr>
          <a:xfrm>
            <a:off x="4130978" y="4499933"/>
            <a:ext cx="2421204" cy="666750"/>
          </a:xfrm>
          <a:custGeom>
            <a:avLst/>
            <a:gdLst>
              <a:gd name="connsiteX0" fmla="*/ 482061 w 600651"/>
              <a:gd name="connsiteY0" fmla="*/ 38962 h 165407"/>
              <a:gd name="connsiteX1" fmla="*/ 398886 w 600651"/>
              <a:gd name="connsiteY1" fmla="*/ 75298 h 165407"/>
              <a:gd name="connsiteX2" fmla="*/ 268849 w 600651"/>
              <a:gd name="connsiteY2" fmla="*/ 0 h 165407"/>
              <a:gd name="connsiteX3" fmla="*/ 118927 w 600651"/>
              <a:gd name="connsiteY3" fmla="*/ 122878 h 165407"/>
              <a:gd name="connsiteX4" fmla="*/ 66185 w 600651"/>
              <a:gd name="connsiteY4" fmla="*/ 94823 h 165407"/>
              <a:gd name="connsiteX5" fmla="*/ 0 w 600651"/>
              <a:gd name="connsiteY5" fmla="*/ 165408 h 165407"/>
              <a:gd name="connsiteX6" fmla="*/ 600652 w 600651"/>
              <a:gd name="connsiteY6" fmla="*/ 165408 h 165407"/>
              <a:gd name="connsiteX7" fmla="*/ 482061 w 600651"/>
              <a:gd name="connsiteY7" fmla="*/ 38939 h 16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651" h="165407">
                <a:moveTo>
                  <a:pt x="482061" y="38962"/>
                </a:moveTo>
                <a:cubicBezTo>
                  <a:pt x="449653" y="38962"/>
                  <a:pt x="420297" y="52832"/>
                  <a:pt x="398886" y="75298"/>
                </a:cubicBezTo>
                <a:cubicBezTo>
                  <a:pt x="371236" y="29984"/>
                  <a:pt x="323341" y="0"/>
                  <a:pt x="268849" y="0"/>
                </a:cubicBezTo>
                <a:cubicBezTo>
                  <a:pt x="196963" y="0"/>
                  <a:pt x="136523" y="52136"/>
                  <a:pt x="118927" y="122878"/>
                </a:cubicBezTo>
                <a:cubicBezTo>
                  <a:pt x="106853" y="105865"/>
                  <a:pt x="87754" y="94823"/>
                  <a:pt x="66185" y="94823"/>
                </a:cubicBezTo>
                <a:cubicBezTo>
                  <a:pt x="29625" y="94823"/>
                  <a:pt x="0" y="126446"/>
                  <a:pt x="0" y="165408"/>
                </a:cubicBezTo>
                <a:lnTo>
                  <a:pt x="600652" y="165408"/>
                </a:lnTo>
                <a:cubicBezTo>
                  <a:pt x="600652" y="95564"/>
                  <a:pt x="547551" y="38939"/>
                  <a:pt x="482061" y="38939"/>
                </a:cubicBezTo>
                <a:close/>
              </a:path>
            </a:pathLst>
          </a:custGeom>
          <a:solidFill>
            <a:schemeClr val="accent5">
              <a:alpha val="18000"/>
            </a:schemeClr>
          </a:soli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6" name="Graphic 5">
            <a:extLst>
              <a:ext uri="{FF2B5EF4-FFF2-40B4-BE49-F238E27FC236}">
                <a16:creationId xmlns:a16="http://schemas.microsoft.com/office/drawing/2014/main" id="{BDB5472A-4BEE-FF45-254F-F33E3FCC35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79191" y="2319345"/>
            <a:ext cx="3124591" cy="1207366"/>
          </a:xfrm>
          <a:prstGeom prst="rect">
            <a:avLst/>
          </a:prstGeom>
        </p:spPr>
      </p:pic>
      <p:grpSp>
        <p:nvGrpSpPr>
          <p:cNvPr id="7" name="Group 6">
            <a:extLst>
              <a:ext uri="{FF2B5EF4-FFF2-40B4-BE49-F238E27FC236}">
                <a16:creationId xmlns:a16="http://schemas.microsoft.com/office/drawing/2014/main" id="{FA919E50-D9FE-6FA9-CF7F-1701FAFE68F2}"/>
              </a:ext>
            </a:extLst>
          </p:cNvPr>
          <p:cNvGrpSpPr/>
          <p:nvPr userDrawn="1"/>
        </p:nvGrpSpPr>
        <p:grpSpPr>
          <a:xfrm>
            <a:off x="8467108" y="1045130"/>
            <a:ext cx="1685206" cy="686138"/>
            <a:chOff x="437672" y="1280130"/>
            <a:chExt cx="2910783" cy="1185138"/>
          </a:xfrm>
        </p:grpSpPr>
        <p:sp>
          <p:nvSpPr>
            <p:cNvPr id="8" name="Freeform: Shape 187">
              <a:extLst>
                <a:ext uri="{FF2B5EF4-FFF2-40B4-BE49-F238E27FC236}">
                  <a16:creationId xmlns:a16="http://schemas.microsoft.com/office/drawing/2014/main" id="{E2A3A0F4-BE8B-B17E-21EA-77C6BDC8F8FB}"/>
                </a:ext>
              </a:extLst>
            </p:cNvPr>
            <p:cNvSpPr/>
            <p:nvPr/>
          </p:nvSpPr>
          <p:spPr>
            <a:xfrm>
              <a:off x="437672" y="1280130"/>
              <a:ext cx="2720832" cy="1110872"/>
            </a:xfrm>
            <a:custGeom>
              <a:avLst/>
              <a:gdLst>
                <a:gd name="connsiteX0" fmla="*/ 749249 w 907209"/>
                <a:gd name="connsiteY0" fmla="*/ 212440 h 370400"/>
                <a:gd name="connsiteX1" fmla="*/ 700014 w 907209"/>
                <a:gd name="connsiteY1" fmla="*/ 220306 h 370400"/>
                <a:gd name="connsiteX2" fmla="*/ 454537 w 907209"/>
                <a:gd name="connsiteY2" fmla="*/ 0 h 370400"/>
                <a:gd name="connsiteX3" fmla="*/ 213896 w 907209"/>
                <a:gd name="connsiteY3" fmla="*/ 191405 h 370400"/>
                <a:gd name="connsiteX4" fmla="*/ 178995 w 907209"/>
                <a:gd name="connsiteY4" fmla="*/ 191405 h 370400"/>
                <a:gd name="connsiteX5" fmla="*/ 0 w 907209"/>
                <a:gd name="connsiteY5" fmla="*/ 370400 h 370400"/>
                <a:gd name="connsiteX6" fmla="*/ 907209 w 907209"/>
                <a:gd name="connsiteY6" fmla="*/ 370400 h 370400"/>
                <a:gd name="connsiteX7" fmla="*/ 749249 w 907209"/>
                <a:gd name="connsiteY7" fmla="*/ 212440 h 3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7209" h="37040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9" name="Freeform: Shape 188">
              <a:extLst>
                <a:ext uri="{FF2B5EF4-FFF2-40B4-BE49-F238E27FC236}">
                  <a16:creationId xmlns:a16="http://schemas.microsoft.com/office/drawing/2014/main" id="{9B97CF0E-33B1-B6CF-DC73-A391B6DE859A}"/>
                </a:ext>
              </a:extLst>
            </p:cNvPr>
            <p:cNvSpPr/>
            <p:nvPr/>
          </p:nvSpPr>
          <p:spPr>
            <a:xfrm>
              <a:off x="1651302" y="1789783"/>
              <a:ext cx="1697153" cy="675485"/>
            </a:xfrm>
            <a:custGeom>
              <a:avLst/>
              <a:gdLst>
                <a:gd name="connsiteX0" fmla="*/ 154872 w 565884"/>
                <a:gd name="connsiteY0" fmla="*/ 70357 h 225229"/>
                <a:gd name="connsiteX1" fmla="*/ 0 w 565884"/>
                <a:gd name="connsiteY1" fmla="*/ 225229 h 225229"/>
                <a:gd name="connsiteX2" fmla="*/ 565884 w 565884"/>
                <a:gd name="connsiteY2" fmla="*/ 225229 h 225229"/>
                <a:gd name="connsiteX3" fmla="*/ 496023 w 565884"/>
                <a:gd name="connsiteY3" fmla="*/ 70357 h 225229"/>
                <a:gd name="connsiteX4" fmla="*/ 496023 w 565884"/>
                <a:gd name="connsiteY4" fmla="*/ 70357 h 225229"/>
                <a:gd name="connsiteX5" fmla="*/ 154872 w 565884"/>
                <a:gd name="connsiteY5" fmla="*/ 70357 h 2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5884" h="225229">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29000">
                  <a:srgbClr val="FFFFFF"/>
                </a:gs>
                <a:gs pos="48000">
                  <a:srgbClr val="F8FBFE"/>
                </a:gs>
                <a:gs pos="73000">
                  <a:srgbClr val="E7F3FB"/>
                </a:gs>
                <a:gs pos="100000">
                  <a:srgbClr val="CEE6F7"/>
                </a:gs>
              </a:gsLst>
              <a:lin ang="2700000" scaled="1"/>
            </a:gradFill>
            <a:ln w="5826" cap="flat">
              <a:noFill/>
              <a:prstDash val="solid"/>
              <a:miter/>
            </a:ln>
          </p:spPr>
          <p:txBody>
            <a:bodyPr lIns="36576" tIns="18288" rIns="36576" bIns="182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grpSp>
        <p:nvGrpSpPr>
          <p:cNvPr id="10" name="Graphic 133">
            <a:extLst>
              <a:ext uri="{FF2B5EF4-FFF2-40B4-BE49-F238E27FC236}">
                <a16:creationId xmlns:a16="http://schemas.microsoft.com/office/drawing/2014/main" id="{A923B27C-810D-95D5-69E8-1E21AEF7AD4C}"/>
              </a:ext>
            </a:extLst>
          </p:cNvPr>
          <p:cNvGrpSpPr/>
          <p:nvPr userDrawn="1"/>
        </p:nvGrpSpPr>
        <p:grpSpPr>
          <a:xfrm>
            <a:off x="7658058" y="759261"/>
            <a:ext cx="747561" cy="1467873"/>
            <a:chOff x="7819347" y="302010"/>
            <a:chExt cx="1311783" cy="2575750"/>
          </a:xfrm>
          <a:noFill/>
        </p:grpSpPr>
        <p:sp>
          <p:nvSpPr>
            <p:cNvPr id="11" name="Freeform: Shape 232">
              <a:extLst>
                <a:ext uri="{FF2B5EF4-FFF2-40B4-BE49-F238E27FC236}">
                  <a16:creationId xmlns:a16="http://schemas.microsoft.com/office/drawing/2014/main" id="{4276AB84-2CA3-B42D-27E7-9550D7C4120A}"/>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2" name="Freeform: Shape 233">
              <a:extLst>
                <a:ext uri="{FF2B5EF4-FFF2-40B4-BE49-F238E27FC236}">
                  <a16:creationId xmlns:a16="http://schemas.microsoft.com/office/drawing/2014/main" id="{4D3E3E2E-5DEF-A2B9-BAE3-DD8A8EEBD841}"/>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3" name="Freeform: Shape 234">
              <a:extLst>
                <a:ext uri="{FF2B5EF4-FFF2-40B4-BE49-F238E27FC236}">
                  <a16:creationId xmlns:a16="http://schemas.microsoft.com/office/drawing/2014/main" id="{69190E88-5AEC-915B-4642-B82A46EF4F18}"/>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4" name="Freeform: Shape 235">
              <a:extLst>
                <a:ext uri="{FF2B5EF4-FFF2-40B4-BE49-F238E27FC236}">
                  <a16:creationId xmlns:a16="http://schemas.microsoft.com/office/drawing/2014/main" id="{0678F5ED-7214-121F-5C17-D49D0E236506}"/>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5" name="Freeform: Shape 236">
              <a:extLst>
                <a:ext uri="{FF2B5EF4-FFF2-40B4-BE49-F238E27FC236}">
                  <a16:creationId xmlns:a16="http://schemas.microsoft.com/office/drawing/2014/main" id="{2490D979-AE3C-5B52-1827-5039E25DB9FE}"/>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16" name="Freeform: Shape 265">
            <a:extLst>
              <a:ext uri="{FF2B5EF4-FFF2-40B4-BE49-F238E27FC236}">
                <a16:creationId xmlns:a16="http://schemas.microsoft.com/office/drawing/2014/main" id="{2106605C-F14E-529E-A785-75A278F5C14B}"/>
              </a:ext>
            </a:extLst>
          </p:cNvPr>
          <p:cNvSpPr/>
          <p:nvPr userDrawn="1"/>
        </p:nvSpPr>
        <p:spPr>
          <a:xfrm>
            <a:off x="10295515" y="400250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7" name="Freeform: Shape 269">
            <a:extLst>
              <a:ext uri="{FF2B5EF4-FFF2-40B4-BE49-F238E27FC236}">
                <a16:creationId xmlns:a16="http://schemas.microsoft.com/office/drawing/2014/main" id="{FAE03E4B-070B-68A3-7550-49675FD6FDA6}"/>
              </a:ext>
            </a:extLst>
          </p:cNvPr>
          <p:cNvSpPr/>
          <p:nvPr userDrawn="1"/>
        </p:nvSpPr>
        <p:spPr>
          <a:xfrm>
            <a:off x="6195382" y="4307691"/>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8" name="Freeform: Shape 285">
            <a:extLst>
              <a:ext uri="{FF2B5EF4-FFF2-40B4-BE49-F238E27FC236}">
                <a16:creationId xmlns:a16="http://schemas.microsoft.com/office/drawing/2014/main" id="{BF116D4E-5C97-FB52-FEC5-48F20A99A412}"/>
              </a:ext>
            </a:extLst>
          </p:cNvPr>
          <p:cNvSpPr/>
          <p:nvPr userDrawn="1"/>
        </p:nvSpPr>
        <p:spPr>
          <a:xfrm>
            <a:off x="8709950" y="5303803"/>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19" name="Freeform: Shape 286">
            <a:extLst>
              <a:ext uri="{FF2B5EF4-FFF2-40B4-BE49-F238E27FC236}">
                <a16:creationId xmlns:a16="http://schemas.microsoft.com/office/drawing/2014/main" id="{AD17F4DA-92CB-06FB-32F5-3E889E1A2329}"/>
              </a:ext>
            </a:extLst>
          </p:cNvPr>
          <p:cNvSpPr/>
          <p:nvPr userDrawn="1"/>
        </p:nvSpPr>
        <p:spPr>
          <a:xfrm>
            <a:off x="9116688" y="501008"/>
            <a:ext cx="106108" cy="106108"/>
          </a:xfrm>
          <a:custGeom>
            <a:avLst/>
            <a:gdLst>
              <a:gd name="connsiteX0" fmla="*/ 106108 w 106108"/>
              <a:gd name="connsiteY0" fmla="*/ 53054 h 106108"/>
              <a:gd name="connsiteX1" fmla="*/ 53054 w 106108"/>
              <a:gd name="connsiteY1" fmla="*/ 106109 h 106108"/>
              <a:gd name="connsiteX2" fmla="*/ 0 w 106108"/>
              <a:gd name="connsiteY2" fmla="*/ 53054 h 106108"/>
              <a:gd name="connsiteX3" fmla="*/ 53054 w 106108"/>
              <a:gd name="connsiteY3" fmla="*/ 0 h 106108"/>
              <a:gd name="connsiteX4" fmla="*/ 106108 w 106108"/>
              <a:gd name="connsiteY4" fmla="*/ 53054 h 106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08" h="106108">
                <a:moveTo>
                  <a:pt x="106108" y="53054"/>
                </a:moveTo>
                <a:cubicBezTo>
                  <a:pt x="106108" y="82355"/>
                  <a:pt x="82355" y="106109"/>
                  <a:pt x="53054" y="106109"/>
                </a:cubicBezTo>
                <a:cubicBezTo>
                  <a:pt x="23753" y="106109"/>
                  <a:pt x="0" y="82355"/>
                  <a:pt x="0" y="53054"/>
                </a:cubicBezTo>
                <a:cubicBezTo>
                  <a:pt x="0" y="23753"/>
                  <a:pt x="23753" y="0"/>
                  <a:pt x="53054" y="0"/>
                </a:cubicBezTo>
                <a:cubicBezTo>
                  <a:pt x="82355" y="0"/>
                  <a:pt x="106108" y="23753"/>
                  <a:pt x="106108" y="53054"/>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nvGrpSpPr>
          <p:cNvPr id="20" name="Graphic 133">
            <a:extLst>
              <a:ext uri="{FF2B5EF4-FFF2-40B4-BE49-F238E27FC236}">
                <a16:creationId xmlns:a16="http://schemas.microsoft.com/office/drawing/2014/main" id="{4EF55AD1-CDEA-57F3-8521-BD59CA745EDC}"/>
              </a:ext>
            </a:extLst>
          </p:cNvPr>
          <p:cNvGrpSpPr/>
          <p:nvPr userDrawn="1"/>
        </p:nvGrpSpPr>
        <p:grpSpPr>
          <a:xfrm rot="15300000">
            <a:off x="5392445" y="1828091"/>
            <a:ext cx="1311783" cy="2575750"/>
            <a:chOff x="7819347" y="302010"/>
            <a:chExt cx="1311783" cy="2575750"/>
          </a:xfrm>
          <a:noFill/>
        </p:grpSpPr>
        <p:sp>
          <p:nvSpPr>
            <p:cNvPr id="21" name="Freeform: Shape 288">
              <a:extLst>
                <a:ext uri="{FF2B5EF4-FFF2-40B4-BE49-F238E27FC236}">
                  <a16:creationId xmlns:a16="http://schemas.microsoft.com/office/drawing/2014/main" id="{A957ED78-F6E1-34FD-5182-5AD30C0C8F14}"/>
                </a:ext>
              </a:extLst>
            </p:cNvPr>
            <p:cNvSpPr/>
            <p:nvPr/>
          </p:nvSpPr>
          <p:spPr>
            <a:xfrm>
              <a:off x="7835444" y="2453326"/>
              <a:ext cx="424434" cy="424433"/>
            </a:xfrm>
            <a:custGeom>
              <a:avLst/>
              <a:gdLst>
                <a:gd name="connsiteX0" fmla="*/ 424434 w 424434"/>
                <a:gd name="connsiteY0" fmla="*/ 212217 h 424433"/>
                <a:gd name="connsiteX1" fmla="*/ 212217 w 424434"/>
                <a:gd name="connsiteY1" fmla="*/ 424434 h 424433"/>
                <a:gd name="connsiteX2" fmla="*/ 0 w 424434"/>
                <a:gd name="connsiteY2" fmla="*/ 212217 h 424433"/>
                <a:gd name="connsiteX3" fmla="*/ 212217 w 424434"/>
                <a:gd name="connsiteY3" fmla="*/ 0 h 424433"/>
                <a:gd name="connsiteX4" fmla="*/ 424434 w 424434"/>
                <a:gd name="connsiteY4" fmla="*/ 212217 h 424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434" h="424433">
                  <a:moveTo>
                    <a:pt x="424434" y="212217"/>
                  </a:moveTo>
                  <a:cubicBezTo>
                    <a:pt x="424434" y="329421"/>
                    <a:pt x="329421" y="424434"/>
                    <a:pt x="212217" y="424434"/>
                  </a:cubicBezTo>
                  <a:cubicBezTo>
                    <a:pt x="95013" y="424434"/>
                    <a:pt x="0" y="329421"/>
                    <a:pt x="0" y="212217"/>
                  </a:cubicBezTo>
                  <a:cubicBezTo>
                    <a:pt x="0" y="95013"/>
                    <a:pt x="95013" y="0"/>
                    <a:pt x="212217" y="0"/>
                  </a:cubicBezTo>
                  <a:cubicBezTo>
                    <a:pt x="329421" y="0"/>
                    <a:pt x="424434" y="95013"/>
                    <a:pt x="424434" y="212217"/>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2" name="Freeform: Shape 289">
              <a:extLst>
                <a:ext uri="{FF2B5EF4-FFF2-40B4-BE49-F238E27FC236}">
                  <a16:creationId xmlns:a16="http://schemas.microsoft.com/office/drawing/2014/main" id="{10531981-49FB-8469-0945-A68C23CFDF93}"/>
                </a:ext>
              </a:extLst>
            </p:cNvPr>
            <p:cNvSpPr/>
            <p:nvPr/>
          </p:nvSpPr>
          <p:spPr>
            <a:xfrm>
              <a:off x="7819347" y="1098776"/>
              <a:ext cx="515112" cy="515111"/>
            </a:xfrm>
            <a:custGeom>
              <a:avLst/>
              <a:gdLst>
                <a:gd name="connsiteX0" fmla="*/ 515112 w 515112"/>
                <a:gd name="connsiteY0" fmla="*/ 257556 h 515111"/>
                <a:gd name="connsiteX1" fmla="*/ 257556 w 515112"/>
                <a:gd name="connsiteY1" fmla="*/ 515112 h 515111"/>
                <a:gd name="connsiteX2" fmla="*/ 0 w 515112"/>
                <a:gd name="connsiteY2" fmla="*/ 257556 h 515111"/>
                <a:gd name="connsiteX3" fmla="*/ 257556 w 515112"/>
                <a:gd name="connsiteY3" fmla="*/ 0 h 515111"/>
                <a:gd name="connsiteX4" fmla="*/ 515112 w 515112"/>
                <a:gd name="connsiteY4" fmla="*/ 257556 h 515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112" h="515111">
                  <a:moveTo>
                    <a:pt x="515112" y="257556"/>
                  </a:moveTo>
                  <a:cubicBezTo>
                    <a:pt x="515112" y="399800"/>
                    <a:pt x="399800" y="515112"/>
                    <a:pt x="257556" y="515112"/>
                  </a:cubicBezTo>
                  <a:cubicBezTo>
                    <a:pt x="115312" y="515112"/>
                    <a:pt x="0" y="399800"/>
                    <a:pt x="0" y="257556"/>
                  </a:cubicBezTo>
                  <a:cubicBezTo>
                    <a:pt x="0" y="115312"/>
                    <a:pt x="115312" y="0"/>
                    <a:pt x="257556" y="0"/>
                  </a:cubicBezTo>
                  <a:cubicBezTo>
                    <a:pt x="399800" y="0"/>
                    <a:pt x="515112" y="115312"/>
                    <a:pt x="515112" y="257556"/>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3" name="Freeform: Shape 290">
              <a:extLst>
                <a:ext uri="{FF2B5EF4-FFF2-40B4-BE49-F238E27FC236}">
                  <a16:creationId xmlns:a16="http://schemas.microsoft.com/office/drawing/2014/main" id="{F6BCD924-30CA-52FE-5150-31E8D5A51477}"/>
                </a:ext>
              </a:extLst>
            </p:cNvPr>
            <p:cNvSpPr/>
            <p:nvPr/>
          </p:nvSpPr>
          <p:spPr>
            <a:xfrm>
              <a:off x="8261497" y="581568"/>
              <a:ext cx="590073" cy="590073"/>
            </a:xfrm>
            <a:custGeom>
              <a:avLst/>
              <a:gdLst>
                <a:gd name="connsiteX0" fmla="*/ 590074 w 590073"/>
                <a:gd name="connsiteY0" fmla="*/ 0 h 590073"/>
                <a:gd name="connsiteX1" fmla="*/ 0 w 590073"/>
                <a:gd name="connsiteY1" fmla="*/ 590074 h 590073"/>
              </a:gdLst>
              <a:ahLst/>
              <a:cxnLst>
                <a:cxn ang="0">
                  <a:pos x="connsiteX0" y="connsiteY0"/>
                </a:cxn>
                <a:cxn ang="0">
                  <a:pos x="connsiteX1" y="connsiteY1"/>
                </a:cxn>
              </a:cxnLst>
              <a:rect l="l" t="t" r="r" b="b"/>
              <a:pathLst>
                <a:path w="590073" h="590073">
                  <a:moveTo>
                    <a:pt x="590074" y="0"/>
                  </a:moveTo>
                  <a:lnTo>
                    <a:pt x="0" y="590074"/>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4" name="Freeform: Shape 291">
              <a:extLst>
                <a:ext uri="{FF2B5EF4-FFF2-40B4-BE49-F238E27FC236}">
                  <a16:creationId xmlns:a16="http://schemas.microsoft.com/office/drawing/2014/main" id="{B98C0580-EA84-7963-4A4C-D7E8353F1C02}"/>
                </a:ext>
              </a:extLst>
            </p:cNvPr>
            <p:cNvSpPr/>
            <p:nvPr/>
          </p:nvSpPr>
          <p:spPr>
            <a:xfrm>
              <a:off x="8803660" y="302010"/>
              <a:ext cx="327469" cy="327469"/>
            </a:xfrm>
            <a:custGeom>
              <a:avLst/>
              <a:gdLst>
                <a:gd name="connsiteX0" fmla="*/ 327470 w 327469"/>
                <a:gd name="connsiteY0" fmla="*/ 163735 h 327469"/>
                <a:gd name="connsiteX1" fmla="*/ 163735 w 327469"/>
                <a:gd name="connsiteY1" fmla="*/ 327470 h 327469"/>
                <a:gd name="connsiteX2" fmla="*/ 0 w 327469"/>
                <a:gd name="connsiteY2" fmla="*/ 163735 h 327469"/>
                <a:gd name="connsiteX3" fmla="*/ 163735 w 327469"/>
                <a:gd name="connsiteY3" fmla="*/ 0 h 327469"/>
                <a:gd name="connsiteX4" fmla="*/ 327470 w 327469"/>
                <a:gd name="connsiteY4" fmla="*/ 163735 h 327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69" h="327469">
                  <a:moveTo>
                    <a:pt x="327470" y="163735"/>
                  </a:moveTo>
                  <a:cubicBezTo>
                    <a:pt x="327470" y="254163"/>
                    <a:pt x="254163" y="327470"/>
                    <a:pt x="163735" y="327470"/>
                  </a:cubicBezTo>
                  <a:cubicBezTo>
                    <a:pt x="73307" y="327470"/>
                    <a:pt x="0" y="254163"/>
                    <a:pt x="0" y="163735"/>
                  </a:cubicBezTo>
                  <a:cubicBezTo>
                    <a:pt x="0" y="73307"/>
                    <a:pt x="73307" y="0"/>
                    <a:pt x="163735" y="0"/>
                  </a:cubicBezTo>
                  <a:cubicBezTo>
                    <a:pt x="254163" y="0"/>
                    <a:pt x="327470" y="73307"/>
                    <a:pt x="327470" y="163735"/>
                  </a:cubicBezTo>
                  <a:close/>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
          <p:nvSpPr>
            <p:cNvPr id="25" name="Freeform: Shape 292">
              <a:extLst>
                <a:ext uri="{FF2B5EF4-FFF2-40B4-BE49-F238E27FC236}">
                  <a16:creationId xmlns:a16="http://schemas.microsoft.com/office/drawing/2014/main" id="{C1A9108D-BA76-0661-0B4E-172BC08DC8A8}"/>
                </a:ext>
              </a:extLst>
            </p:cNvPr>
            <p:cNvSpPr/>
            <p:nvPr/>
          </p:nvSpPr>
          <p:spPr>
            <a:xfrm>
              <a:off x="8052138" y="1612650"/>
              <a:ext cx="9525" cy="840771"/>
            </a:xfrm>
            <a:custGeom>
              <a:avLst/>
              <a:gdLst>
                <a:gd name="connsiteX0" fmla="*/ 0 w 9525"/>
                <a:gd name="connsiteY0" fmla="*/ 0 h 840771"/>
                <a:gd name="connsiteX1" fmla="*/ 0 w 9525"/>
                <a:gd name="connsiteY1" fmla="*/ 840772 h 840771"/>
              </a:gdLst>
              <a:ahLst/>
              <a:cxnLst>
                <a:cxn ang="0">
                  <a:pos x="connsiteX0" y="connsiteY0"/>
                </a:cxn>
                <a:cxn ang="0">
                  <a:pos x="connsiteX1" y="connsiteY1"/>
                </a:cxn>
              </a:cxnLst>
              <a:rect l="l" t="t" r="r" b="b"/>
              <a:pathLst>
                <a:path w="9525" h="840771">
                  <a:moveTo>
                    <a:pt x="0" y="0"/>
                  </a:moveTo>
                  <a:lnTo>
                    <a:pt x="0" y="840772"/>
                  </a:lnTo>
                </a:path>
              </a:pathLst>
            </a:custGeom>
            <a:noFill/>
            <a:ln w="25400" cap="rnd">
              <a:solidFill>
                <a:schemeClr val="accent5">
                  <a:lumMod val="40000"/>
                  <a:lumOff val="6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grpSp>
      <p:sp>
        <p:nvSpPr>
          <p:cNvPr id="26" name="Oval 25">
            <a:extLst>
              <a:ext uri="{FF2B5EF4-FFF2-40B4-BE49-F238E27FC236}">
                <a16:creationId xmlns:a16="http://schemas.microsoft.com/office/drawing/2014/main" id="{FE22D23E-503D-9704-25A0-42F034402AF9}"/>
              </a:ext>
            </a:extLst>
          </p:cNvPr>
          <p:cNvSpPr/>
          <p:nvPr userDrawn="1"/>
        </p:nvSpPr>
        <p:spPr>
          <a:xfrm flipV="1">
            <a:off x="6354876" y="1852997"/>
            <a:ext cx="3152006" cy="3152006"/>
          </a:xfrm>
          <a:prstGeom prst="ellipse">
            <a:avLst/>
          </a:prstGeom>
          <a:solidFill>
            <a:schemeClr val="bg1"/>
          </a:solidFill>
          <a:ln w="508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27" name="Freeform: Shape 298">
            <a:extLst>
              <a:ext uri="{FF2B5EF4-FFF2-40B4-BE49-F238E27FC236}">
                <a16:creationId xmlns:a16="http://schemas.microsoft.com/office/drawing/2014/main" id="{555CD9C8-C820-2375-977A-4C8165034A89}"/>
              </a:ext>
            </a:extLst>
          </p:cNvPr>
          <p:cNvSpPr/>
          <p:nvPr userDrawn="1"/>
        </p:nvSpPr>
        <p:spPr>
          <a:xfrm>
            <a:off x="5406003" y="4429286"/>
            <a:ext cx="2921280" cy="1192670"/>
          </a:xfrm>
          <a:custGeom>
            <a:avLst/>
            <a:gdLst>
              <a:gd name="connsiteX0" fmla="*/ 2797989 w 3387980"/>
              <a:gd name="connsiteY0" fmla="*/ 793219 h 1383210"/>
              <a:gd name="connsiteX1" fmla="*/ 2614092 w 3387980"/>
              <a:gd name="connsiteY1" fmla="*/ 822614 h 1383210"/>
              <a:gd name="connsiteX2" fmla="*/ 1697357 w 3387980"/>
              <a:gd name="connsiteY2" fmla="*/ 0 h 1383210"/>
              <a:gd name="connsiteX3" fmla="*/ 798795 w 3387980"/>
              <a:gd name="connsiteY3" fmla="*/ 714810 h 1383210"/>
              <a:gd name="connsiteX4" fmla="*/ 668546 w 3387980"/>
              <a:gd name="connsiteY4" fmla="*/ 714665 h 1383210"/>
              <a:gd name="connsiteX5" fmla="*/ 0 w 3387980"/>
              <a:gd name="connsiteY5" fmla="*/ 1383211 h 1383210"/>
              <a:gd name="connsiteX6" fmla="*/ 3387981 w 3387980"/>
              <a:gd name="connsiteY6" fmla="*/ 1383211 h 1383210"/>
              <a:gd name="connsiteX7" fmla="*/ 2797989 w 3387980"/>
              <a:gd name="connsiteY7" fmla="*/ 793219 h 138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7980" h="1383210">
                <a:moveTo>
                  <a:pt x="2797989" y="793219"/>
                </a:moveTo>
                <a:cubicBezTo>
                  <a:pt x="2733770" y="793219"/>
                  <a:pt x="2671940" y="803573"/>
                  <a:pt x="2614092" y="822614"/>
                </a:cubicBezTo>
                <a:cubicBezTo>
                  <a:pt x="2564425" y="360192"/>
                  <a:pt x="2172956" y="0"/>
                  <a:pt x="1697357" y="0"/>
                </a:cubicBezTo>
                <a:cubicBezTo>
                  <a:pt x="1259406" y="0"/>
                  <a:pt x="892915" y="305385"/>
                  <a:pt x="798795" y="714810"/>
                </a:cubicBezTo>
                <a:lnTo>
                  <a:pt x="668546" y="714665"/>
                </a:lnTo>
                <a:cubicBezTo>
                  <a:pt x="299304" y="714737"/>
                  <a:pt x="0" y="1014041"/>
                  <a:pt x="0" y="1383211"/>
                </a:cubicBezTo>
                <a:lnTo>
                  <a:pt x="3387981" y="1383211"/>
                </a:lnTo>
                <a:cubicBezTo>
                  <a:pt x="3387981" y="1057336"/>
                  <a:pt x="3123864" y="793219"/>
                  <a:pt x="2797989" y="793219"/>
                </a:cubicBezTo>
                <a:close/>
              </a:path>
            </a:pathLst>
          </a:custGeom>
          <a:gradFill>
            <a:gsLst>
              <a:gs pos="24000">
                <a:schemeClr val="bg1"/>
              </a:gs>
              <a:gs pos="100000">
                <a:srgbClr val="D5EEF6"/>
              </a:gs>
            </a:gsLst>
            <a:lin ang="0" scaled="1"/>
          </a:gradFill>
          <a:ln w="643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pic>
        <p:nvPicPr>
          <p:cNvPr id="28" name="Graphic 27">
            <a:extLst>
              <a:ext uri="{FF2B5EF4-FFF2-40B4-BE49-F238E27FC236}">
                <a16:creationId xmlns:a16="http://schemas.microsoft.com/office/drawing/2014/main" id="{2B56078F-F612-3510-474D-4317BC5845E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51836" y="1074745"/>
            <a:ext cx="828064" cy="1001254"/>
          </a:xfrm>
          <a:prstGeom prst="rect">
            <a:avLst/>
          </a:prstGeom>
        </p:spPr>
      </p:pic>
      <p:pic>
        <p:nvPicPr>
          <p:cNvPr id="29" name="Graphic 28">
            <a:extLst>
              <a:ext uri="{FF2B5EF4-FFF2-40B4-BE49-F238E27FC236}">
                <a16:creationId xmlns:a16="http://schemas.microsoft.com/office/drawing/2014/main" id="{468E49FB-09ED-00E6-4380-197590A859B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25699" y="4707812"/>
            <a:ext cx="2490461" cy="837840"/>
          </a:xfrm>
          <a:prstGeom prst="rect">
            <a:avLst/>
          </a:prstGeom>
        </p:spPr>
      </p:pic>
      <p:pic>
        <p:nvPicPr>
          <p:cNvPr id="30" name="Graphic 29">
            <a:extLst>
              <a:ext uri="{FF2B5EF4-FFF2-40B4-BE49-F238E27FC236}">
                <a16:creationId xmlns:a16="http://schemas.microsoft.com/office/drawing/2014/main" id="{1189873C-6363-95BB-1B64-E83908D13B3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05553" y="2486481"/>
            <a:ext cx="1737360" cy="1793405"/>
          </a:xfrm>
          <a:prstGeom prst="rect">
            <a:avLst/>
          </a:prstGeom>
        </p:spPr>
      </p:pic>
      <p:sp>
        <p:nvSpPr>
          <p:cNvPr id="31" name="TextBox 30">
            <a:extLst>
              <a:ext uri="{FF2B5EF4-FFF2-40B4-BE49-F238E27FC236}">
                <a16:creationId xmlns:a16="http://schemas.microsoft.com/office/drawing/2014/main" id="{A55B4DF8-2710-960B-3EF6-9F0F1C3BEA47}"/>
              </a:ext>
            </a:extLst>
          </p:cNvPr>
          <p:cNvSpPr txBox="1"/>
          <p:nvPr userDrawn="1"/>
        </p:nvSpPr>
        <p:spPr>
          <a:xfrm>
            <a:off x="1645084" y="6461498"/>
            <a:ext cx="76944"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  </a:t>
            </a:r>
          </a:p>
        </p:txBody>
      </p:sp>
      <p:grpSp>
        <p:nvGrpSpPr>
          <p:cNvPr id="33" name="Graphic 8">
            <a:extLst>
              <a:ext uri="{FF2B5EF4-FFF2-40B4-BE49-F238E27FC236}">
                <a16:creationId xmlns:a16="http://schemas.microsoft.com/office/drawing/2014/main" id="{6CBC91FB-AA0D-C33E-0AE0-4BE186A3148D}"/>
              </a:ext>
            </a:extLst>
          </p:cNvPr>
          <p:cNvGrpSpPr/>
          <p:nvPr userDrawn="1"/>
        </p:nvGrpSpPr>
        <p:grpSpPr>
          <a:xfrm>
            <a:off x="265625" y="6323271"/>
            <a:ext cx="1249223" cy="369648"/>
            <a:chOff x="265625" y="6323271"/>
            <a:chExt cx="1249223" cy="369648"/>
          </a:xfrm>
          <a:solidFill>
            <a:srgbClr val="000000"/>
          </a:solidFill>
        </p:grpSpPr>
        <p:grpSp>
          <p:nvGrpSpPr>
            <p:cNvPr id="34" name="Graphic 8">
              <a:extLst>
                <a:ext uri="{FF2B5EF4-FFF2-40B4-BE49-F238E27FC236}">
                  <a16:creationId xmlns:a16="http://schemas.microsoft.com/office/drawing/2014/main" id="{0083E9A3-1519-3E9F-2842-C17F82FBAC90}"/>
                </a:ext>
              </a:extLst>
            </p:cNvPr>
            <p:cNvGrpSpPr/>
            <p:nvPr/>
          </p:nvGrpSpPr>
          <p:grpSpPr>
            <a:xfrm>
              <a:off x="745455" y="6594444"/>
              <a:ext cx="722662" cy="98475"/>
              <a:chOff x="745455" y="6594444"/>
              <a:chExt cx="722662" cy="98475"/>
            </a:xfrm>
            <a:solidFill>
              <a:srgbClr val="000000"/>
            </a:solidFill>
          </p:grpSpPr>
          <p:sp>
            <p:nvSpPr>
              <p:cNvPr id="43" name="Freeform 19">
                <a:extLst>
                  <a:ext uri="{FF2B5EF4-FFF2-40B4-BE49-F238E27FC236}">
                    <a16:creationId xmlns:a16="http://schemas.microsoft.com/office/drawing/2014/main" id="{2B53FA9F-1E91-42C8-8B79-AD8321758FA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4" name="Freeform 20">
                <a:extLst>
                  <a:ext uri="{FF2B5EF4-FFF2-40B4-BE49-F238E27FC236}">
                    <a16:creationId xmlns:a16="http://schemas.microsoft.com/office/drawing/2014/main" id="{319C6281-6458-BA4D-D711-A3B9C41F142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5" name="Freeform 21">
                <a:extLst>
                  <a:ext uri="{FF2B5EF4-FFF2-40B4-BE49-F238E27FC236}">
                    <a16:creationId xmlns:a16="http://schemas.microsoft.com/office/drawing/2014/main" id="{5C2231C8-CEA9-BB53-0584-DD2E829791D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6" name="Freeform 22">
                <a:extLst>
                  <a:ext uri="{FF2B5EF4-FFF2-40B4-BE49-F238E27FC236}">
                    <a16:creationId xmlns:a16="http://schemas.microsoft.com/office/drawing/2014/main" id="{02B64BB3-E6DE-C8AD-E198-C3560DB7568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7" name="Freeform 23">
                <a:extLst>
                  <a:ext uri="{FF2B5EF4-FFF2-40B4-BE49-F238E27FC236}">
                    <a16:creationId xmlns:a16="http://schemas.microsoft.com/office/drawing/2014/main" id="{519E483B-4EE0-DA58-33AF-3602E4FDF0C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24">
                <a:extLst>
                  <a:ext uri="{FF2B5EF4-FFF2-40B4-BE49-F238E27FC236}">
                    <a16:creationId xmlns:a16="http://schemas.microsoft.com/office/drawing/2014/main" id="{B3BAB951-FCE5-33B2-CD9C-8DBE0BBCA8F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9" name="Freeform 25">
                <a:extLst>
                  <a:ext uri="{FF2B5EF4-FFF2-40B4-BE49-F238E27FC236}">
                    <a16:creationId xmlns:a16="http://schemas.microsoft.com/office/drawing/2014/main" id="{4439B443-9EC4-ABC8-1DE7-9A03A516A2D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0" name="Freeform 26">
                <a:extLst>
                  <a:ext uri="{FF2B5EF4-FFF2-40B4-BE49-F238E27FC236}">
                    <a16:creationId xmlns:a16="http://schemas.microsoft.com/office/drawing/2014/main" id="{4F5AE6E5-E3C4-5F5B-E96D-EB6EF34C5857}"/>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1" name="Freeform 27">
                <a:extLst>
                  <a:ext uri="{FF2B5EF4-FFF2-40B4-BE49-F238E27FC236}">
                    <a16:creationId xmlns:a16="http://schemas.microsoft.com/office/drawing/2014/main" id="{3B39986C-49CE-315A-C1C8-6C8F478F77B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2" name="Freeform 28">
                <a:extLst>
                  <a:ext uri="{FF2B5EF4-FFF2-40B4-BE49-F238E27FC236}">
                    <a16:creationId xmlns:a16="http://schemas.microsoft.com/office/drawing/2014/main" id="{49B93486-B386-14CB-5E91-4781CC2B33A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35" name="Graphic 8">
              <a:extLst>
                <a:ext uri="{FF2B5EF4-FFF2-40B4-BE49-F238E27FC236}">
                  <a16:creationId xmlns:a16="http://schemas.microsoft.com/office/drawing/2014/main" id="{E9062FF3-36CD-72BE-E112-B0DB644ED7F6}"/>
                </a:ext>
              </a:extLst>
            </p:cNvPr>
            <p:cNvGrpSpPr/>
            <p:nvPr/>
          </p:nvGrpSpPr>
          <p:grpSpPr>
            <a:xfrm>
              <a:off x="265625" y="6323271"/>
              <a:ext cx="1249223" cy="190348"/>
              <a:chOff x="265625" y="6323271"/>
              <a:chExt cx="1249223" cy="190348"/>
            </a:xfrm>
            <a:solidFill>
              <a:srgbClr val="000000"/>
            </a:solidFill>
          </p:grpSpPr>
          <p:sp>
            <p:nvSpPr>
              <p:cNvPr id="36" name="Freeform 10">
                <a:extLst>
                  <a:ext uri="{FF2B5EF4-FFF2-40B4-BE49-F238E27FC236}">
                    <a16:creationId xmlns:a16="http://schemas.microsoft.com/office/drawing/2014/main" id="{9868B6D2-9315-0084-FD71-426A5321D2F0}"/>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7" name="Freeform 11">
                <a:extLst>
                  <a:ext uri="{FF2B5EF4-FFF2-40B4-BE49-F238E27FC236}">
                    <a16:creationId xmlns:a16="http://schemas.microsoft.com/office/drawing/2014/main" id="{352D6F5D-8873-B10B-D182-D19CF8234ED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8" name="Freeform 14">
                <a:extLst>
                  <a:ext uri="{FF2B5EF4-FFF2-40B4-BE49-F238E27FC236}">
                    <a16:creationId xmlns:a16="http://schemas.microsoft.com/office/drawing/2014/main" id="{D8B690A5-3E25-AD28-48D9-EA67CD0674C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9" name="Freeform 15">
                <a:extLst>
                  <a:ext uri="{FF2B5EF4-FFF2-40B4-BE49-F238E27FC236}">
                    <a16:creationId xmlns:a16="http://schemas.microsoft.com/office/drawing/2014/main" id="{72351420-2F5B-37D4-CE32-270053CBB30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40" name="Freeform 16">
                <a:extLst>
                  <a:ext uri="{FF2B5EF4-FFF2-40B4-BE49-F238E27FC236}">
                    <a16:creationId xmlns:a16="http://schemas.microsoft.com/office/drawing/2014/main" id="{7C3EFDA6-C1B1-CB74-6D9D-8E0E09F310C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41" name="Freeform 17">
                <a:extLst>
                  <a:ext uri="{FF2B5EF4-FFF2-40B4-BE49-F238E27FC236}">
                    <a16:creationId xmlns:a16="http://schemas.microsoft.com/office/drawing/2014/main" id="{1DDD0EDE-B3A7-4368-C0F2-A1E071F3281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42" name="Freeform 18">
                <a:extLst>
                  <a:ext uri="{FF2B5EF4-FFF2-40B4-BE49-F238E27FC236}">
                    <a16:creationId xmlns:a16="http://schemas.microsoft.com/office/drawing/2014/main" id="{F3154DDB-864E-5DD9-4153-CABEA559227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2" name="TextBox 31">
            <a:extLst>
              <a:ext uri="{FF2B5EF4-FFF2-40B4-BE49-F238E27FC236}">
                <a16:creationId xmlns:a16="http://schemas.microsoft.com/office/drawing/2014/main" id="{4E022D5F-2A6A-1B3E-4CFE-07D21990ED1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5677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End of Template">
    <p:bg>
      <p:bgPr>
        <a:solidFill>
          <a:srgbClr val="E68C2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446863-BC96-B418-1052-C44A7E35FC2E}"/>
              </a:ext>
            </a:extLst>
          </p:cNvPr>
          <p:cNvSpPr txBox="1"/>
          <p:nvPr/>
        </p:nvSpPr>
        <p:spPr>
          <a:xfrm>
            <a:off x="606392" y="721895"/>
            <a:ext cx="10876547" cy="4880008"/>
          </a:xfrm>
          <a:prstGeom prst="rect">
            <a:avLst/>
          </a:prstGeom>
          <a:noFill/>
        </p:spPr>
        <p:txBody>
          <a:bodyPr wrap="square" lIns="0" tIns="0" rIns="0" bIns="0" rtlCol="0" anchor="ctr">
            <a:noAutofit/>
          </a:bodyPr>
          <a:lstStyle/>
          <a:p>
            <a:pPr algn="ctr">
              <a:lnSpc>
                <a:spcPct val="90000"/>
              </a:lnSpc>
            </a:pPr>
            <a:r>
              <a:rPr lang="en-US" sz="5400" spc="300" dirty="0">
                <a:solidFill>
                  <a:schemeClr val="tx2"/>
                </a:solidFill>
              </a:rPr>
              <a:t>DO NOT USE </a:t>
            </a:r>
          </a:p>
          <a:p>
            <a:pPr algn="ctr">
              <a:lnSpc>
                <a:spcPct val="90000"/>
              </a:lnSpc>
            </a:pPr>
            <a:endParaRPr lang="en-US" sz="5400" spc="300" dirty="0">
              <a:solidFill>
                <a:schemeClr val="tx2"/>
              </a:solidFill>
            </a:endParaRPr>
          </a:p>
          <a:p>
            <a:pPr algn="ctr">
              <a:lnSpc>
                <a:spcPct val="90000"/>
              </a:lnSpc>
            </a:pPr>
            <a:r>
              <a:rPr lang="en-US" sz="5400" spc="300" dirty="0">
                <a:solidFill>
                  <a:schemeClr val="tx2"/>
                </a:solidFill>
              </a:rPr>
              <a:t>ALL LAYOUTS PAST THIS ARE NOT PART OF THIS TEMPLATE</a:t>
            </a:r>
          </a:p>
        </p:txBody>
      </p:sp>
      <p:sp>
        <p:nvSpPr>
          <p:cNvPr id="3" name="TextBox 2">
            <a:extLst>
              <a:ext uri="{FF2B5EF4-FFF2-40B4-BE49-F238E27FC236}">
                <a16:creationId xmlns:a16="http://schemas.microsoft.com/office/drawing/2014/main" id="{D6446863-BC96-B418-1052-C44A7E35FC2E}"/>
              </a:ext>
            </a:extLst>
          </p:cNvPr>
          <p:cNvSpPr txBox="1"/>
          <p:nvPr userDrawn="1"/>
        </p:nvSpPr>
        <p:spPr>
          <a:xfrm>
            <a:off x="606392" y="721895"/>
            <a:ext cx="10876547" cy="4880008"/>
          </a:xfrm>
          <a:prstGeom prst="rect">
            <a:avLst/>
          </a:prstGeom>
          <a:noFill/>
        </p:spPr>
        <p:txBody>
          <a:bodyPr wrap="square" lIns="0" tIns="0" rIns="0" bIns="0" rtlCol="0" anchor="ctr">
            <a:noAutofit/>
          </a:bodyPr>
          <a:lstStyle/>
          <a:p>
            <a:pPr algn="ctr">
              <a:lnSpc>
                <a:spcPct val="90000"/>
              </a:lnSpc>
            </a:pPr>
            <a:r>
              <a:rPr lang="en-US" sz="5400" spc="300" dirty="0">
                <a:solidFill>
                  <a:schemeClr val="tx1"/>
                </a:solidFill>
              </a:rPr>
              <a:t>DO NOT USE </a:t>
            </a:r>
          </a:p>
          <a:p>
            <a:pPr algn="ctr">
              <a:lnSpc>
                <a:spcPct val="90000"/>
              </a:lnSpc>
            </a:pPr>
            <a:endParaRPr lang="en-US" sz="5400" spc="300" dirty="0">
              <a:solidFill>
                <a:schemeClr val="tx1"/>
              </a:solidFill>
            </a:endParaRPr>
          </a:p>
          <a:p>
            <a:pPr algn="ctr">
              <a:lnSpc>
                <a:spcPct val="90000"/>
              </a:lnSpc>
            </a:pPr>
            <a:r>
              <a:rPr lang="en-US" sz="5400" spc="300" dirty="0">
                <a:solidFill>
                  <a:schemeClr val="tx1"/>
                </a:solidFill>
              </a:rPr>
              <a:t>ALL LAYOUTS PAST THIS ARE NOT PART OF THIS TEMPLATE</a:t>
            </a:r>
          </a:p>
        </p:txBody>
      </p:sp>
    </p:spTree>
    <p:extLst>
      <p:ext uri="{BB962C8B-B14F-4D97-AF65-F5344CB8AC3E}">
        <p14:creationId xmlns:p14="http://schemas.microsoft.com/office/powerpoint/2010/main" val="100822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vcf-title-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pic>
        <p:nvPicPr>
          <p:cNvPr id="3" name="Picture 2">
            <a:extLst>
              <a:ext uri="{FF2B5EF4-FFF2-40B4-BE49-F238E27FC236}">
                <a16:creationId xmlns:a16="http://schemas.microsoft.com/office/drawing/2014/main" id="{5C172C47-B04C-E1F6-EDB5-FDC049FCD281}"/>
              </a:ext>
            </a:extLst>
          </p:cNvPr>
          <p:cNvPicPr>
            <a:picLocks noChangeAspect="1"/>
          </p:cNvPicPr>
          <p:nvPr userDrawn="1"/>
        </p:nvPicPr>
        <p:blipFill>
          <a:blip r:embed="rId2"/>
          <a:srcRect/>
          <a:stretch/>
        </p:blipFill>
        <p:spPr>
          <a:xfrm>
            <a:off x="1" y="893"/>
            <a:ext cx="12188821" cy="6856212"/>
          </a:xfrm>
          <a:prstGeom prst="rect">
            <a:avLst/>
          </a:prstGeom>
        </p:spPr>
      </p:pic>
      <p:sp>
        <p:nvSpPr>
          <p:cNvPr id="4" name="Title click to edit">
            <a:extLst>
              <a:ext uri="{FF2B5EF4-FFF2-40B4-BE49-F238E27FC236}">
                <a16:creationId xmlns:a16="http://schemas.microsoft.com/office/drawing/2014/main" id="{02DC6D70-483F-D243-4F88-413A27F4B8C7}"/>
              </a:ext>
            </a:extLst>
          </p:cNvPr>
          <p:cNvSpPr>
            <a:spLocks noGrp="1"/>
          </p:cNvSpPr>
          <p:nvPr>
            <p:ph type="title" hasCustomPrompt="1"/>
          </p:nvPr>
        </p:nvSpPr>
        <p:spPr>
          <a:xfrm>
            <a:off x="585626" y="1701846"/>
            <a:ext cx="4782865" cy="1234440"/>
          </a:xfrm>
        </p:spPr>
        <p:txBody>
          <a:bodyPr wrap="square" anchor="b"/>
          <a:lstStyle>
            <a:lvl1pPr algn="l">
              <a:defRPr sz="4000" b="0" cap="none" baseline="0">
                <a:solidFill>
                  <a:schemeClr val="tx1"/>
                </a:solidFill>
              </a:defRPr>
            </a:lvl1pPr>
          </a:lstStyle>
          <a:p>
            <a:r>
              <a:rPr lang="en-US" dirty="0"/>
              <a:t>Title Slide – Medium Theme</a:t>
            </a:r>
          </a:p>
        </p:txBody>
      </p:sp>
      <p:sp>
        <p:nvSpPr>
          <p:cNvPr id="7" name="Subtitle click to edit">
            <a:extLst>
              <a:ext uri="{FF2B5EF4-FFF2-40B4-BE49-F238E27FC236}">
                <a16:creationId xmlns:a16="http://schemas.microsoft.com/office/drawing/2014/main" id="{AC34C045-C4A3-B3CF-8013-28BB5F314BE6}"/>
              </a:ext>
            </a:extLst>
          </p:cNvPr>
          <p:cNvSpPr>
            <a:spLocks noGrp="1"/>
          </p:cNvSpPr>
          <p:nvPr>
            <p:ph type="subTitle" idx="10" hasCustomPrompt="1"/>
          </p:nvPr>
        </p:nvSpPr>
        <p:spPr>
          <a:xfrm>
            <a:off x="586477" y="2986547"/>
            <a:ext cx="4795599"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8" name="Click to edit Speaker Name ">
            <a:extLst>
              <a:ext uri="{FF2B5EF4-FFF2-40B4-BE49-F238E27FC236}">
                <a16:creationId xmlns:a16="http://schemas.microsoft.com/office/drawing/2014/main" id="{363E4230-B335-D7C4-E9EE-4F651CCF622E}"/>
              </a:ext>
            </a:extLst>
          </p:cNvPr>
          <p:cNvSpPr>
            <a:spLocks noGrp="1"/>
          </p:cNvSpPr>
          <p:nvPr>
            <p:ph type="body" sz="quarter" idx="11" hasCustomPrompt="1"/>
          </p:nvPr>
        </p:nvSpPr>
        <p:spPr>
          <a:xfrm>
            <a:off x="585625" y="4737425"/>
            <a:ext cx="5082201"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9" name="Click to edit role">
            <a:extLst>
              <a:ext uri="{FF2B5EF4-FFF2-40B4-BE49-F238E27FC236}">
                <a16:creationId xmlns:a16="http://schemas.microsoft.com/office/drawing/2014/main" id="{EB54C8EF-07DB-4A32-EB40-44984F785605}"/>
              </a:ext>
            </a:extLst>
          </p:cNvPr>
          <p:cNvSpPr>
            <a:spLocks noGrp="1"/>
          </p:cNvSpPr>
          <p:nvPr>
            <p:ph type="body" sz="quarter" idx="12" hasCustomPrompt="1"/>
          </p:nvPr>
        </p:nvSpPr>
        <p:spPr>
          <a:xfrm>
            <a:off x="585625" y="5117480"/>
            <a:ext cx="5082201" cy="355601"/>
          </a:xfrm>
        </p:spPr>
        <p:txBody>
          <a:bodyPr anchor="ctr"/>
          <a:lstStyle>
            <a:lvl1pPr algn="l">
              <a:buNone/>
              <a:defRPr sz="1600">
                <a:solidFill>
                  <a:schemeClr val="tx1"/>
                </a:solidFill>
              </a:defRPr>
            </a:lvl1pPr>
          </a:lstStyle>
          <a:p>
            <a:pPr lvl="0"/>
            <a:r>
              <a:rPr lang="en-US" dirty="0"/>
              <a:t>Role / Division, Broadcom</a:t>
            </a:r>
          </a:p>
        </p:txBody>
      </p:sp>
      <p:sp>
        <p:nvSpPr>
          <p:cNvPr id="10" name="Click to edit role">
            <a:extLst>
              <a:ext uri="{FF2B5EF4-FFF2-40B4-BE49-F238E27FC236}">
                <a16:creationId xmlns:a16="http://schemas.microsoft.com/office/drawing/2014/main" id="{347F7262-DCD7-861E-EBFD-55A18B121C20}"/>
              </a:ext>
            </a:extLst>
          </p:cNvPr>
          <p:cNvSpPr>
            <a:spLocks noGrp="1"/>
          </p:cNvSpPr>
          <p:nvPr>
            <p:ph type="body" sz="quarter" idx="14" hasCustomPrompt="1"/>
          </p:nvPr>
        </p:nvSpPr>
        <p:spPr>
          <a:xfrm>
            <a:off x="585625" y="5485986"/>
            <a:ext cx="5082201" cy="355601"/>
          </a:xfrm>
        </p:spPr>
        <p:txBody>
          <a:bodyPr anchor="ctr"/>
          <a:lstStyle>
            <a:lvl1pPr algn="l">
              <a:buNone/>
              <a:defRPr sz="1600">
                <a:solidFill>
                  <a:schemeClr val="tx1"/>
                </a:solidFill>
              </a:defRPr>
            </a:lvl1pPr>
          </a:lstStyle>
          <a:p>
            <a:pPr lvl="0"/>
            <a:r>
              <a:rPr lang="en-US"/>
              <a:t>Date</a:t>
            </a:r>
          </a:p>
        </p:txBody>
      </p:sp>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85625" y="570134"/>
            <a:ext cx="2857719" cy="562472"/>
          </a:xfrm>
          <a:prstGeom prst="rect">
            <a:avLst/>
          </a:prstGeom>
        </p:spPr>
      </p:pic>
    </p:spTree>
    <p:extLst>
      <p:ext uri="{BB962C8B-B14F-4D97-AF65-F5344CB8AC3E}">
        <p14:creationId xmlns:p14="http://schemas.microsoft.com/office/powerpoint/2010/main" val="99361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VCF-title-b">
    <p:spTree>
      <p:nvGrpSpPr>
        <p:cNvPr id="1" name=""/>
        <p:cNvGrpSpPr/>
        <p:nvPr/>
      </p:nvGrpSpPr>
      <p:grpSpPr>
        <a:xfrm>
          <a:off x="0" y="0"/>
          <a:ext cx="0" cy="0"/>
          <a:chOff x="0" y="0"/>
          <a:chExt cx="0" cy="0"/>
        </a:xfrm>
      </p:grpSpPr>
      <p:pic>
        <p:nvPicPr>
          <p:cNvPr id="37" name="Picture 36" descr="A logo of a cloud computing system&#10;&#10;AI-generated content may be incorrect.">
            <a:extLst>
              <a:ext uri="{FF2B5EF4-FFF2-40B4-BE49-F238E27FC236}">
                <a16:creationId xmlns:a16="http://schemas.microsoft.com/office/drawing/2014/main" id="{76C03434-B721-874C-862C-A6A095C3B992}"/>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sp>
        <p:nvSpPr>
          <p:cNvPr id="6" name="Title click to edit">
            <a:extLst>
              <a:ext uri="{FF2B5EF4-FFF2-40B4-BE49-F238E27FC236}">
                <a16:creationId xmlns:a16="http://schemas.microsoft.com/office/drawing/2014/main" id="{9A564A77-DB55-ED06-B6E2-D814406B5E70}"/>
              </a:ext>
            </a:extLst>
          </p:cNvPr>
          <p:cNvSpPr>
            <a:spLocks noGrp="1"/>
          </p:cNvSpPr>
          <p:nvPr>
            <p:ph type="title" hasCustomPrompt="1"/>
          </p:nvPr>
        </p:nvSpPr>
        <p:spPr>
          <a:xfrm>
            <a:off x="585626" y="1701846"/>
            <a:ext cx="4782865" cy="1234440"/>
          </a:xfrm>
        </p:spPr>
        <p:txBody>
          <a:bodyPr wrap="square" anchor="b"/>
          <a:lstStyle>
            <a:lvl1pPr algn="l">
              <a:defRPr sz="4000" b="0" cap="none" baseline="0">
                <a:solidFill>
                  <a:schemeClr val="tx1"/>
                </a:solidFill>
              </a:defRPr>
            </a:lvl1pPr>
          </a:lstStyle>
          <a:p>
            <a:r>
              <a:rPr lang="en-US" dirty="0"/>
              <a:t>Title Slide – Medium Theme</a:t>
            </a:r>
          </a:p>
        </p:txBody>
      </p:sp>
      <p:sp>
        <p:nvSpPr>
          <p:cNvPr id="16" name="Subtitle click to edit">
            <a:extLst>
              <a:ext uri="{FF2B5EF4-FFF2-40B4-BE49-F238E27FC236}">
                <a16:creationId xmlns:a16="http://schemas.microsoft.com/office/drawing/2014/main" id="{3E88110F-9182-0840-066F-3DE4AC6B8C94}"/>
              </a:ext>
            </a:extLst>
          </p:cNvPr>
          <p:cNvSpPr>
            <a:spLocks noGrp="1"/>
          </p:cNvSpPr>
          <p:nvPr>
            <p:ph type="subTitle" idx="10" hasCustomPrompt="1"/>
          </p:nvPr>
        </p:nvSpPr>
        <p:spPr>
          <a:xfrm>
            <a:off x="586477" y="2986547"/>
            <a:ext cx="4795599"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33" name="Click to edit Speaker Name ">
            <a:extLst>
              <a:ext uri="{FF2B5EF4-FFF2-40B4-BE49-F238E27FC236}">
                <a16:creationId xmlns:a16="http://schemas.microsoft.com/office/drawing/2014/main" id="{F3B64E52-E233-3D80-DBA7-7192CE74C2D6}"/>
              </a:ext>
            </a:extLst>
          </p:cNvPr>
          <p:cNvSpPr>
            <a:spLocks noGrp="1"/>
          </p:cNvSpPr>
          <p:nvPr>
            <p:ph type="body" sz="quarter" idx="11" hasCustomPrompt="1"/>
          </p:nvPr>
        </p:nvSpPr>
        <p:spPr>
          <a:xfrm>
            <a:off x="585625" y="4737425"/>
            <a:ext cx="5082201"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34" name="Click to edit role">
            <a:extLst>
              <a:ext uri="{FF2B5EF4-FFF2-40B4-BE49-F238E27FC236}">
                <a16:creationId xmlns:a16="http://schemas.microsoft.com/office/drawing/2014/main" id="{61F028C3-376D-2857-410D-AA8C02182DBB}"/>
              </a:ext>
            </a:extLst>
          </p:cNvPr>
          <p:cNvSpPr>
            <a:spLocks noGrp="1"/>
          </p:cNvSpPr>
          <p:nvPr>
            <p:ph type="body" sz="quarter" idx="12" hasCustomPrompt="1"/>
          </p:nvPr>
        </p:nvSpPr>
        <p:spPr>
          <a:xfrm>
            <a:off x="585625" y="5117480"/>
            <a:ext cx="5082201" cy="355601"/>
          </a:xfrm>
        </p:spPr>
        <p:txBody>
          <a:bodyPr anchor="ctr"/>
          <a:lstStyle>
            <a:lvl1pPr algn="l">
              <a:buNone/>
              <a:defRPr sz="1600">
                <a:solidFill>
                  <a:schemeClr val="tx1"/>
                </a:solidFill>
              </a:defRPr>
            </a:lvl1pPr>
          </a:lstStyle>
          <a:p>
            <a:pPr lvl="0"/>
            <a:r>
              <a:rPr lang="en-US" dirty="0"/>
              <a:t>Role / Division, Broadcom</a:t>
            </a:r>
          </a:p>
        </p:txBody>
      </p:sp>
      <p:sp>
        <p:nvSpPr>
          <p:cNvPr id="35" name="Click to edit role">
            <a:extLst>
              <a:ext uri="{FF2B5EF4-FFF2-40B4-BE49-F238E27FC236}">
                <a16:creationId xmlns:a16="http://schemas.microsoft.com/office/drawing/2014/main" id="{81EDBE59-D3BD-9990-3E9F-32B59874E467}"/>
              </a:ext>
            </a:extLst>
          </p:cNvPr>
          <p:cNvSpPr>
            <a:spLocks noGrp="1"/>
          </p:cNvSpPr>
          <p:nvPr>
            <p:ph type="body" sz="quarter" idx="14" hasCustomPrompt="1"/>
          </p:nvPr>
        </p:nvSpPr>
        <p:spPr>
          <a:xfrm>
            <a:off x="585625" y="5485986"/>
            <a:ext cx="5082201" cy="355601"/>
          </a:xfrm>
        </p:spPr>
        <p:txBody>
          <a:bodyPr anchor="ctr"/>
          <a:lstStyle>
            <a:lvl1pPr algn="l">
              <a:buNone/>
              <a:defRPr sz="1600">
                <a:solidFill>
                  <a:schemeClr val="tx1"/>
                </a:solidFill>
              </a:defRPr>
            </a:lvl1pPr>
          </a:lstStyle>
          <a:p>
            <a:pPr lvl="0"/>
            <a:r>
              <a:rPr lang="en-US"/>
              <a:t>Date</a:t>
            </a:r>
          </a:p>
        </p:txBody>
      </p:sp>
      <p:pic>
        <p:nvPicPr>
          <p:cNvPr id="36" name="Graphic 35">
            <a:extLst>
              <a:ext uri="{FF2B5EF4-FFF2-40B4-BE49-F238E27FC236}">
                <a16:creationId xmlns:a16="http://schemas.microsoft.com/office/drawing/2014/main" id="{C56447FA-F32D-9EA0-DEC5-21724B4D253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85625" y="570134"/>
            <a:ext cx="2857719" cy="562472"/>
          </a:xfrm>
          <a:prstGeom prst="rect">
            <a:avLst/>
          </a:prstGeom>
        </p:spPr>
      </p:pic>
    </p:spTree>
    <p:extLst>
      <p:ext uri="{BB962C8B-B14F-4D97-AF65-F5344CB8AC3E}">
        <p14:creationId xmlns:p14="http://schemas.microsoft.com/office/powerpoint/2010/main" val="343040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E832C870-B130-F9CC-6224-4A7EBA6FD046}"/>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3B49F1-E261-2E76-44FD-7CE4633B932C}"/>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tx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nchor="ct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nchor="ctr"/>
          <a:lstStyle>
            <a:lvl1pPr algn="l">
              <a:buNone/>
              <a:defRPr sz="1600">
                <a:solidFill>
                  <a:schemeClr val="tx1"/>
                </a:solidFill>
              </a:defRPr>
            </a:lvl1pPr>
          </a:lstStyle>
          <a:p>
            <a:pPr lvl="0"/>
            <a:r>
              <a:rPr lang="en-US"/>
              <a:t>Date</a:t>
            </a:r>
          </a:p>
        </p:txBody>
      </p:sp>
      <p:grpSp>
        <p:nvGrpSpPr>
          <p:cNvPr id="34" name="Graphic 8">
            <a:extLst>
              <a:ext uri="{FF2B5EF4-FFF2-40B4-BE49-F238E27FC236}">
                <a16:creationId xmlns:a16="http://schemas.microsoft.com/office/drawing/2014/main" id="{2BB61FAB-D61D-91C0-B6E9-540E07D70F8D}"/>
              </a:ext>
            </a:extLst>
          </p:cNvPr>
          <p:cNvGrpSpPr/>
          <p:nvPr/>
        </p:nvGrpSpPr>
        <p:grpSpPr>
          <a:xfrm>
            <a:off x="265625" y="6323271"/>
            <a:ext cx="1249223" cy="369648"/>
            <a:chOff x="265625" y="6323271"/>
            <a:chExt cx="1249223" cy="369648"/>
          </a:xfrm>
          <a:solidFill>
            <a:schemeClr val="tx1"/>
          </a:solidFill>
        </p:grpSpPr>
        <p:grpSp>
          <p:nvGrpSpPr>
            <p:cNvPr id="35" name="Graphic 8">
              <a:extLst>
                <a:ext uri="{FF2B5EF4-FFF2-40B4-BE49-F238E27FC236}">
                  <a16:creationId xmlns:a16="http://schemas.microsoft.com/office/drawing/2014/main" id="{335A91E3-C984-A339-9A90-22456A5B3A8A}"/>
                </a:ext>
              </a:extLst>
            </p:cNvPr>
            <p:cNvGrpSpPr/>
            <p:nvPr/>
          </p:nvGrpSpPr>
          <p:grpSpPr>
            <a:xfrm>
              <a:off x="745455" y="6594444"/>
              <a:ext cx="722662" cy="98475"/>
              <a:chOff x="745455" y="6594444"/>
              <a:chExt cx="722662" cy="98475"/>
            </a:xfrm>
            <a:grpFill/>
          </p:grpSpPr>
          <p:sp>
            <p:nvSpPr>
              <p:cNvPr id="44" name="Freeform 49">
                <a:extLst>
                  <a:ext uri="{FF2B5EF4-FFF2-40B4-BE49-F238E27FC236}">
                    <a16:creationId xmlns:a16="http://schemas.microsoft.com/office/drawing/2014/main" id="{2EEFE471-3371-E1FC-8E61-E71CA25FE11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50">
                <a:extLst>
                  <a:ext uri="{FF2B5EF4-FFF2-40B4-BE49-F238E27FC236}">
                    <a16:creationId xmlns:a16="http://schemas.microsoft.com/office/drawing/2014/main" id="{34442E96-4426-8630-B676-AB0394715E4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51">
                <a:extLst>
                  <a:ext uri="{FF2B5EF4-FFF2-40B4-BE49-F238E27FC236}">
                    <a16:creationId xmlns:a16="http://schemas.microsoft.com/office/drawing/2014/main" id="{8BA96E31-5EEA-7357-298B-37DAB50D934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52">
                <a:extLst>
                  <a:ext uri="{FF2B5EF4-FFF2-40B4-BE49-F238E27FC236}">
                    <a16:creationId xmlns:a16="http://schemas.microsoft.com/office/drawing/2014/main" id="{E859CE78-8BEE-82DE-03EC-271997048C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53">
                <a:extLst>
                  <a:ext uri="{FF2B5EF4-FFF2-40B4-BE49-F238E27FC236}">
                    <a16:creationId xmlns:a16="http://schemas.microsoft.com/office/drawing/2014/main" id="{E074AE8D-6BAE-0DDA-85ED-03C6DFCA1FC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9" name="Freeform 54">
                <a:extLst>
                  <a:ext uri="{FF2B5EF4-FFF2-40B4-BE49-F238E27FC236}">
                    <a16:creationId xmlns:a16="http://schemas.microsoft.com/office/drawing/2014/main" id="{2815B090-56C3-061C-A4E5-5567DB842EA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5">
                <a:extLst>
                  <a:ext uri="{FF2B5EF4-FFF2-40B4-BE49-F238E27FC236}">
                    <a16:creationId xmlns:a16="http://schemas.microsoft.com/office/drawing/2014/main" id="{8634125F-8CBC-AFEE-A587-4B1837F725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6">
                <a:extLst>
                  <a:ext uri="{FF2B5EF4-FFF2-40B4-BE49-F238E27FC236}">
                    <a16:creationId xmlns:a16="http://schemas.microsoft.com/office/drawing/2014/main" id="{1626768D-F016-8910-72B1-1285CDBD2C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7">
                <a:extLst>
                  <a:ext uri="{FF2B5EF4-FFF2-40B4-BE49-F238E27FC236}">
                    <a16:creationId xmlns:a16="http://schemas.microsoft.com/office/drawing/2014/main" id="{033F3E91-FC25-9595-D391-3BEFA2E3103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8">
                <a:extLst>
                  <a:ext uri="{FF2B5EF4-FFF2-40B4-BE49-F238E27FC236}">
                    <a16:creationId xmlns:a16="http://schemas.microsoft.com/office/drawing/2014/main" id="{1B389628-7A3D-BDD6-09AA-C8EB240B27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6" name="Graphic 8">
              <a:extLst>
                <a:ext uri="{FF2B5EF4-FFF2-40B4-BE49-F238E27FC236}">
                  <a16:creationId xmlns:a16="http://schemas.microsoft.com/office/drawing/2014/main" id="{8FA550BC-EBDD-737B-E99F-83A19CCC9A69}"/>
                </a:ext>
              </a:extLst>
            </p:cNvPr>
            <p:cNvGrpSpPr/>
            <p:nvPr/>
          </p:nvGrpSpPr>
          <p:grpSpPr>
            <a:xfrm>
              <a:off x="265625" y="6323271"/>
              <a:ext cx="1249223" cy="190348"/>
              <a:chOff x="265625" y="6323271"/>
              <a:chExt cx="1249223" cy="190348"/>
            </a:xfrm>
            <a:grpFill/>
          </p:grpSpPr>
          <p:sp>
            <p:nvSpPr>
              <p:cNvPr id="37" name="Freeform 60">
                <a:extLst>
                  <a:ext uri="{FF2B5EF4-FFF2-40B4-BE49-F238E27FC236}">
                    <a16:creationId xmlns:a16="http://schemas.microsoft.com/office/drawing/2014/main" id="{C76FC98A-1FB6-CE69-CC08-A918C3F29BB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38" name="Freeform 61">
                <a:extLst>
                  <a:ext uri="{FF2B5EF4-FFF2-40B4-BE49-F238E27FC236}">
                    <a16:creationId xmlns:a16="http://schemas.microsoft.com/office/drawing/2014/main" id="{D685DB74-4923-6FAD-8A0D-0932C52110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39" name="Freeform 62">
                <a:extLst>
                  <a:ext uri="{FF2B5EF4-FFF2-40B4-BE49-F238E27FC236}">
                    <a16:creationId xmlns:a16="http://schemas.microsoft.com/office/drawing/2014/main" id="{116AF541-5EFC-359A-ABC2-2C9EA68507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0" name="Freeform 63">
                <a:extLst>
                  <a:ext uri="{FF2B5EF4-FFF2-40B4-BE49-F238E27FC236}">
                    <a16:creationId xmlns:a16="http://schemas.microsoft.com/office/drawing/2014/main" id="{3163EAE2-C691-152F-3359-20D42B5E351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1" name="Freeform 64">
                <a:extLst>
                  <a:ext uri="{FF2B5EF4-FFF2-40B4-BE49-F238E27FC236}">
                    <a16:creationId xmlns:a16="http://schemas.microsoft.com/office/drawing/2014/main" id="{D142A448-EDF0-D8A5-2BCA-233FEC0793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5">
                <a:extLst>
                  <a:ext uri="{FF2B5EF4-FFF2-40B4-BE49-F238E27FC236}">
                    <a16:creationId xmlns:a16="http://schemas.microsoft.com/office/drawing/2014/main" id="{E1D9DD60-FD2B-F2E1-C858-BEADF788A55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6">
                <a:extLst>
                  <a:ext uri="{FF2B5EF4-FFF2-40B4-BE49-F238E27FC236}">
                    <a16:creationId xmlns:a16="http://schemas.microsoft.com/office/drawing/2014/main" id="{E70E549A-43A2-9663-41E9-A93F6C8A166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54" name="Freeform: Shape 29">
            <a:extLst>
              <a:ext uri="{FF2B5EF4-FFF2-40B4-BE49-F238E27FC236}">
                <a16:creationId xmlns:a16="http://schemas.microsoft.com/office/drawing/2014/main" id="{E832C870-B130-F9CC-6224-4A7EBA6FD046}"/>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55" name="Freeform: Shape 30">
            <a:extLst>
              <a:ext uri="{FF2B5EF4-FFF2-40B4-BE49-F238E27FC236}">
                <a16:creationId xmlns:a16="http://schemas.microsoft.com/office/drawing/2014/main" id="{2D3B49F1-E261-2E76-44FD-7CE4633B932C}"/>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grpSp>
        <p:nvGrpSpPr>
          <p:cNvPr id="58" name="Graphic 8">
            <a:extLst>
              <a:ext uri="{FF2B5EF4-FFF2-40B4-BE49-F238E27FC236}">
                <a16:creationId xmlns:a16="http://schemas.microsoft.com/office/drawing/2014/main" id="{2BB61FAB-D61D-91C0-B6E9-540E07D70F8D}"/>
              </a:ext>
            </a:extLst>
          </p:cNvPr>
          <p:cNvGrpSpPr/>
          <p:nvPr userDrawn="1"/>
        </p:nvGrpSpPr>
        <p:grpSpPr>
          <a:xfrm>
            <a:off x="265625" y="6323271"/>
            <a:ext cx="1249223" cy="369648"/>
            <a:chOff x="265625" y="6323271"/>
            <a:chExt cx="1249223" cy="369648"/>
          </a:xfrm>
          <a:solidFill>
            <a:schemeClr val="tx1"/>
          </a:solidFill>
        </p:grpSpPr>
        <p:grpSp>
          <p:nvGrpSpPr>
            <p:cNvPr id="59" name="Graphic 8">
              <a:extLst>
                <a:ext uri="{FF2B5EF4-FFF2-40B4-BE49-F238E27FC236}">
                  <a16:creationId xmlns:a16="http://schemas.microsoft.com/office/drawing/2014/main" id="{335A91E3-C984-A339-9A90-22456A5B3A8A}"/>
                </a:ext>
              </a:extLst>
            </p:cNvPr>
            <p:cNvGrpSpPr/>
            <p:nvPr/>
          </p:nvGrpSpPr>
          <p:grpSpPr>
            <a:xfrm>
              <a:off x="745455" y="6594444"/>
              <a:ext cx="722662" cy="98475"/>
              <a:chOff x="745455" y="6594444"/>
              <a:chExt cx="722662" cy="98475"/>
            </a:xfrm>
            <a:grpFill/>
          </p:grpSpPr>
          <p:sp>
            <p:nvSpPr>
              <p:cNvPr id="68" name="Freeform 49">
                <a:extLst>
                  <a:ext uri="{FF2B5EF4-FFF2-40B4-BE49-F238E27FC236}">
                    <a16:creationId xmlns:a16="http://schemas.microsoft.com/office/drawing/2014/main" id="{2EEFE471-3371-E1FC-8E61-E71CA25FE11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69" name="Freeform 50">
                <a:extLst>
                  <a:ext uri="{FF2B5EF4-FFF2-40B4-BE49-F238E27FC236}">
                    <a16:creationId xmlns:a16="http://schemas.microsoft.com/office/drawing/2014/main" id="{34442E96-4426-8630-B676-AB0394715E4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70" name="Freeform 51">
                <a:extLst>
                  <a:ext uri="{FF2B5EF4-FFF2-40B4-BE49-F238E27FC236}">
                    <a16:creationId xmlns:a16="http://schemas.microsoft.com/office/drawing/2014/main" id="{8BA96E31-5EEA-7357-298B-37DAB50D934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71" name="Freeform 52">
                <a:extLst>
                  <a:ext uri="{FF2B5EF4-FFF2-40B4-BE49-F238E27FC236}">
                    <a16:creationId xmlns:a16="http://schemas.microsoft.com/office/drawing/2014/main" id="{E859CE78-8BEE-82DE-03EC-271997048C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72" name="Freeform 53">
                <a:extLst>
                  <a:ext uri="{FF2B5EF4-FFF2-40B4-BE49-F238E27FC236}">
                    <a16:creationId xmlns:a16="http://schemas.microsoft.com/office/drawing/2014/main" id="{E074AE8D-6BAE-0DDA-85ED-03C6DFCA1FC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3" name="Freeform 54">
                <a:extLst>
                  <a:ext uri="{FF2B5EF4-FFF2-40B4-BE49-F238E27FC236}">
                    <a16:creationId xmlns:a16="http://schemas.microsoft.com/office/drawing/2014/main" id="{2815B090-56C3-061C-A4E5-5567DB842EA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74" name="Freeform 55">
                <a:extLst>
                  <a:ext uri="{FF2B5EF4-FFF2-40B4-BE49-F238E27FC236}">
                    <a16:creationId xmlns:a16="http://schemas.microsoft.com/office/drawing/2014/main" id="{8634125F-8CBC-AFEE-A587-4B1837F725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75" name="Freeform 56">
                <a:extLst>
                  <a:ext uri="{FF2B5EF4-FFF2-40B4-BE49-F238E27FC236}">
                    <a16:creationId xmlns:a16="http://schemas.microsoft.com/office/drawing/2014/main" id="{1626768D-F016-8910-72B1-1285CDBD2C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6" name="Freeform 57">
                <a:extLst>
                  <a:ext uri="{FF2B5EF4-FFF2-40B4-BE49-F238E27FC236}">
                    <a16:creationId xmlns:a16="http://schemas.microsoft.com/office/drawing/2014/main" id="{033F3E91-FC25-9595-D391-3BEFA2E3103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7" name="Freeform 58">
                <a:extLst>
                  <a:ext uri="{FF2B5EF4-FFF2-40B4-BE49-F238E27FC236}">
                    <a16:creationId xmlns:a16="http://schemas.microsoft.com/office/drawing/2014/main" id="{1B389628-7A3D-BDD6-09AA-C8EB240B27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60" name="Graphic 8">
              <a:extLst>
                <a:ext uri="{FF2B5EF4-FFF2-40B4-BE49-F238E27FC236}">
                  <a16:creationId xmlns:a16="http://schemas.microsoft.com/office/drawing/2014/main" id="{8FA550BC-EBDD-737B-E99F-83A19CCC9A69}"/>
                </a:ext>
              </a:extLst>
            </p:cNvPr>
            <p:cNvGrpSpPr/>
            <p:nvPr/>
          </p:nvGrpSpPr>
          <p:grpSpPr>
            <a:xfrm>
              <a:off x="265625" y="6323271"/>
              <a:ext cx="1249223" cy="190348"/>
              <a:chOff x="265625" y="6323271"/>
              <a:chExt cx="1249223" cy="190348"/>
            </a:xfrm>
            <a:grpFill/>
          </p:grpSpPr>
          <p:sp>
            <p:nvSpPr>
              <p:cNvPr id="61" name="Freeform 60">
                <a:extLst>
                  <a:ext uri="{FF2B5EF4-FFF2-40B4-BE49-F238E27FC236}">
                    <a16:creationId xmlns:a16="http://schemas.microsoft.com/office/drawing/2014/main" id="{C76FC98A-1FB6-CE69-CC08-A918C3F29BB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61">
                <a:extLst>
                  <a:ext uri="{FF2B5EF4-FFF2-40B4-BE49-F238E27FC236}">
                    <a16:creationId xmlns:a16="http://schemas.microsoft.com/office/drawing/2014/main" id="{D685DB74-4923-6FAD-8A0D-0932C52110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62">
                <a:extLst>
                  <a:ext uri="{FF2B5EF4-FFF2-40B4-BE49-F238E27FC236}">
                    <a16:creationId xmlns:a16="http://schemas.microsoft.com/office/drawing/2014/main" id="{116AF541-5EFC-359A-ABC2-2C9EA68507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64" name="Freeform 63">
                <a:extLst>
                  <a:ext uri="{FF2B5EF4-FFF2-40B4-BE49-F238E27FC236}">
                    <a16:creationId xmlns:a16="http://schemas.microsoft.com/office/drawing/2014/main" id="{3163EAE2-C691-152F-3359-20D42B5E351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65" name="Freeform 64">
                <a:extLst>
                  <a:ext uri="{FF2B5EF4-FFF2-40B4-BE49-F238E27FC236}">
                    <a16:creationId xmlns:a16="http://schemas.microsoft.com/office/drawing/2014/main" id="{D142A448-EDF0-D8A5-2BCA-233FEC0793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66" name="Freeform 65">
                <a:extLst>
                  <a:ext uri="{FF2B5EF4-FFF2-40B4-BE49-F238E27FC236}">
                    <a16:creationId xmlns:a16="http://schemas.microsoft.com/office/drawing/2014/main" id="{E1D9DD60-FD2B-F2E1-C858-BEADF788A55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67" name="Freeform 66">
                <a:extLst>
                  <a:ext uri="{FF2B5EF4-FFF2-40B4-BE49-F238E27FC236}">
                    <a16:creationId xmlns:a16="http://schemas.microsoft.com/office/drawing/2014/main" id="{E70E549A-43A2-9663-41E9-A93F6C8A166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D3419FAF-ACD3-DB06-B849-18BF7716266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422049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Arial" panose="020B0604020202020204" pitchFamily="34" charset="0"/>
              <a:buChar char="​"/>
              <a:defRPr>
                <a:solidFill>
                  <a:schemeClr val="tx1"/>
                </a:solidFill>
              </a:defRPr>
            </a:lvl1pPr>
            <a:lvl2pPr marL="0" indent="0">
              <a:spcBef>
                <a:spcPts val="600"/>
              </a:spcBef>
              <a:buFont typeface="Arial" panose="020B0604020202020204" pitchFamily="34" charset="0"/>
              <a:buNone/>
              <a:defRPr/>
            </a:lvl2pPr>
            <a:lvl3pPr marL="342900" indent="0">
              <a:buFont typeface="Arial" panose="020B0604020202020204" pitchFamily="34" charset="0"/>
              <a:buNone/>
              <a:defRPr sz="1800"/>
            </a:lvl3pPr>
            <a:lvl4pPr marL="342900" indent="0">
              <a:buFont typeface="Arial" panose="020B0604020202020204" pitchFamily="34" charset="0"/>
              <a:buChar char="​"/>
              <a:tabLst/>
              <a:defRPr sz="1800">
                <a:solidFill>
                  <a:schemeClr val="tx2"/>
                </a:solidFill>
              </a:defRPr>
            </a:lvl4pPr>
            <a:lvl5pPr marL="342900" indent="0">
              <a:buFont typeface="Arial" panose="020B0604020202020204" pitchFamily="34" charset="0"/>
              <a:buChar char="​"/>
              <a:tabLst/>
              <a:defRPr sz="1800">
                <a:solidFill>
                  <a:schemeClr val="tx2"/>
                </a:solidFill>
              </a:defRPr>
            </a:lvl5pPr>
            <a:lvl6pPr marL="342900" indent="0">
              <a:buFont typeface="Arial" panose="020B0604020202020204" pitchFamily="34" charset="0"/>
              <a:buChar char="​"/>
              <a:defRPr sz="1800">
                <a:solidFill>
                  <a:schemeClr val="tx2"/>
                </a:solidFill>
              </a:defRPr>
            </a:lvl6pPr>
            <a:lvl7pPr marL="342900" indent="0">
              <a:buFont typeface="Arial" panose="020B0604020202020204" pitchFamily="34" charset="0"/>
              <a:buChar char="​"/>
              <a:defRPr sz="1800">
                <a:solidFill>
                  <a:schemeClr val="tx2"/>
                </a:solidFill>
              </a:defRPr>
            </a:lvl7pPr>
            <a:lvl8pPr marL="342900" indent="0">
              <a:buFont typeface="Arial" panose="020B0604020202020204" pitchFamily="34" charset="0"/>
              <a:buChar char="​"/>
              <a:defRPr sz="1800">
                <a:solidFill>
                  <a:schemeClr val="tx2"/>
                </a:solidFill>
              </a:defRPr>
            </a:lvl8pPr>
            <a:lvl9pPr marL="342900" indent="0">
              <a:buFont typeface="Arial" panose="020B0604020202020204" pitchFamily="34" charset="0"/>
              <a:buChar char="​"/>
              <a:defRPr sz="1800">
                <a:solidFill>
                  <a:schemeClr val="tx2"/>
                </a:solidFill>
              </a:defRPr>
            </a:lvl9pPr>
          </a:lstStyle>
          <a:p>
            <a:pPr lvl="0"/>
            <a:r>
              <a:rPr lang="en-US" dirty="0"/>
              <a:t>Edit text</a:t>
            </a:r>
          </a:p>
          <a:p>
            <a:pPr lvl="1"/>
            <a:endParaRPr lang="en-US" dirty="0"/>
          </a:p>
        </p:txBody>
      </p:sp>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 name="TextBox 1">
            <a:extLst>
              <a:ext uri="{FF2B5EF4-FFF2-40B4-BE49-F238E27FC236}">
                <a16:creationId xmlns:a16="http://schemas.microsoft.com/office/drawing/2014/main" id="{EFAB009F-8C77-4345-BB40-5C6D1F329C80}"/>
              </a:ext>
            </a:extLst>
          </p:cNvPr>
          <p:cNvSpPr txBox="1"/>
          <p:nvPr/>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a:solidFill>
                  <a:schemeClr val="tx1"/>
                </a:solidFill>
              </a:rPr>
              <a:t>Agenda</a:t>
            </a: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6" name="TextBox 5">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tx1"/>
                </a:solidFill>
              </a:rPr>
              <a:t>Agenda</a:t>
            </a:r>
          </a:p>
        </p:txBody>
      </p:sp>
    </p:spTree>
    <p:extLst>
      <p:ext uri="{BB962C8B-B14F-4D97-AF65-F5344CB8AC3E}">
        <p14:creationId xmlns:p14="http://schemas.microsoft.com/office/powerpoint/2010/main" val="304233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7" name="Freeform: Shape 26">
            <a:extLst>
              <a:ext uri="{FF2B5EF4-FFF2-40B4-BE49-F238E27FC236}">
                <a16:creationId xmlns:a16="http://schemas.microsoft.com/office/drawing/2014/main" id="{FAAA3BBF-4C76-744C-98CD-FE087D70233F}"/>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6">
            <a:extLst>
              <a:ext uri="{FF2B5EF4-FFF2-40B4-BE49-F238E27FC236}">
                <a16:creationId xmlns:a16="http://schemas.microsoft.com/office/drawing/2014/main" id="{FAAA3BBF-4C76-744C-98CD-FE087D70233F}"/>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387978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tx1"/>
                </a:solidFill>
              </a:defRPr>
            </a:lvl1pPr>
          </a:lstStyle>
          <a:p>
            <a:r>
              <a:rPr lang="en-US" dirty="0"/>
              <a:t>Section Title Option 2</a:t>
            </a:r>
            <a:br>
              <a:rPr lang="en-US" dirty="0"/>
            </a:br>
            <a:r>
              <a:rPr lang="en-US" dirty="0"/>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7" name="Freeform: Shape 26">
            <a:extLst>
              <a:ext uri="{FF2B5EF4-FFF2-40B4-BE49-F238E27FC236}">
                <a16:creationId xmlns:a16="http://schemas.microsoft.com/office/drawing/2014/main" id="{91AFD096-497D-5408-14FF-AFEF0DD58883}"/>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1"/>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6">
            <a:extLst>
              <a:ext uri="{FF2B5EF4-FFF2-40B4-BE49-F238E27FC236}">
                <a16:creationId xmlns:a16="http://schemas.microsoft.com/office/drawing/2014/main" id="{91AFD096-497D-5408-14FF-AFEF0DD58883}"/>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1"/>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77137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tx1"/>
                </a:solidFill>
              </a:defRPr>
            </a:lvl1pPr>
          </a:lstStyle>
          <a:p>
            <a:r>
              <a:rPr lang="en-US" dirty="0"/>
              <a:t>Section Title Option 3 </a:t>
            </a:r>
            <a:br>
              <a:rPr lang="en-US" dirty="0"/>
            </a:br>
            <a:r>
              <a:rPr lang="en-US" dirty="0"/>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8" name="Freeform: Shape 27">
            <a:extLst>
              <a:ext uri="{FF2B5EF4-FFF2-40B4-BE49-F238E27FC236}">
                <a16:creationId xmlns:a16="http://schemas.microsoft.com/office/drawing/2014/main" id="{73A0F87F-2BDE-1844-C8AF-E9E494A1B4B5}"/>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7">
            <a:extLst>
              <a:ext uri="{FF2B5EF4-FFF2-40B4-BE49-F238E27FC236}">
                <a16:creationId xmlns:a16="http://schemas.microsoft.com/office/drawing/2014/main" id="{73A0F87F-2BDE-1844-C8AF-E9E494A1B4B5}"/>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060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Section Header – Photo 5">
    <p:bg>
      <p:bgPr>
        <a:gradFill>
          <a:gsLst>
            <a:gs pos="0">
              <a:srgbClr val="074D73"/>
            </a:gs>
            <a:gs pos="76000">
              <a:srgbClr val="1A1F38"/>
            </a:gs>
            <a:gs pos="20000">
              <a:srgbClr val="113454"/>
            </a:gs>
            <a:gs pos="51000">
              <a:srgbClr val="1A203A"/>
            </a:gs>
            <a:gs pos="95000">
              <a:srgbClr val="1B1D36"/>
            </a:gs>
          </a:gsLst>
          <a:lin ang="19200000" scaled="0"/>
        </a:gradFill>
        <a:effectLst/>
      </p:bgPr>
    </p:bg>
    <p:spTree>
      <p:nvGrpSpPr>
        <p:cNvPr id="1" name=""/>
        <p:cNvGrpSpPr/>
        <p:nvPr/>
      </p:nvGrpSpPr>
      <p:grpSpPr>
        <a:xfrm>
          <a:off x="0" y="0"/>
          <a:ext cx="0" cy="0"/>
          <a:chOff x="0" y="0"/>
          <a:chExt cx="0" cy="0"/>
        </a:xfrm>
      </p:grpSpPr>
      <p:pic>
        <p:nvPicPr>
          <p:cNvPr id="3" name="Picture 2" descr="A blue sky with white clouds&#10;&#10;Description automatically generated">
            <a:extLst>
              <a:ext uri="{FF2B5EF4-FFF2-40B4-BE49-F238E27FC236}">
                <a16:creationId xmlns:a16="http://schemas.microsoft.com/office/drawing/2014/main" id="{7169D6F6-E30F-A17E-6C94-69ADD6FC87A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 name="Picture 1">
            <a:extLst>
              <a:ext uri="{FF2B5EF4-FFF2-40B4-BE49-F238E27FC236}">
                <a16:creationId xmlns:a16="http://schemas.microsoft.com/office/drawing/2014/main" id="{C259BB32-99BA-3BA2-1A2F-33AF15E3AF34}"/>
              </a:ext>
            </a:extLst>
          </p:cNvPr>
          <p:cNvPicPr>
            <a:picLocks noChangeAspect="1"/>
          </p:cNvPicPr>
          <p:nvPr/>
        </p:nvPicPr>
        <p:blipFill>
          <a:blip r:embed="rId3"/>
          <a:stretch>
            <a:fillRect/>
          </a:stretch>
        </p:blipFill>
        <p:spPr>
          <a:xfrm>
            <a:off x="-27711" y="0"/>
            <a:ext cx="12220331" cy="6876719"/>
          </a:xfrm>
          <a:prstGeom prst="rect">
            <a:avLst/>
          </a:prstGeom>
        </p:spPr>
      </p:pic>
      <p:sp>
        <p:nvSpPr>
          <p:cNvPr id="6" name="Freeform: Shape 5">
            <a:extLst>
              <a:ext uri="{FF2B5EF4-FFF2-40B4-BE49-F238E27FC236}">
                <a16:creationId xmlns:a16="http://schemas.microsoft.com/office/drawing/2014/main" id="{F705FF27-7F71-D359-EABA-F1A1B8488C78}"/>
              </a:ext>
            </a:extLst>
          </p:cNvPr>
          <p:cNvSpPr/>
          <p:nvPr/>
        </p:nvSpPr>
        <p:spPr>
          <a:xfrm>
            <a:off x="5788396" y="1252917"/>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1"/>
              </a:gs>
            </a:gsLst>
            <a:lin ang="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7" name="page number">
            <a:extLst>
              <a:ext uri="{FF2B5EF4-FFF2-40B4-BE49-F238E27FC236}">
                <a16:creationId xmlns:a16="http://schemas.microsoft.com/office/drawing/2014/main" id="{1F27E68D-9E1F-8D43-7D91-195342E7D2C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8" name="TextBox 7">
            <a:extLst>
              <a:ext uri="{FF2B5EF4-FFF2-40B4-BE49-F238E27FC236}">
                <a16:creationId xmlns:a16="http://schemas.microsoft.com/office/drawing/2014/main" id="{84EC33C8-FD42-CAC0-0F84-5B16725AA099}"/>
              </a:ext>
            </a:extLst>
          </p:cNvPr>
          <p:cNvSpPr txBox="1"/>
          <p:nvPr/>
        </p:nvSpPr>
        <p:spPr>
          <a:xfrm>
            <a:off x="1645084" y="6461498"/>
            <a:ext cx="44884" cy="127471"/>
          </a:xfrm>
          <a:prstGeom prst="rect">
            <a:avLst/>
          </a:prstGeom>
          <a:noFill/>
        </p:spPr>
        <p:txBody>
          <a:bodyPr wrap="none" lIns="0" tIns="0" rIns="0" bIns="0" rtlCol="0">
            <a:spAutoFit/>
          </a:bodyPr>
          <a:lstStyle/>
          <a:p>
            <a:pPr algn="l">
              <a:lnSpc>
                <a:spcPct val="130000"/>
              </a:lnSpc>
            </a:pPr>
            <a:r>
              <a:rPr lang="en-US" sz="700" spc="0" baseline="0" dirty="0">
                <a:ln/>
                <a:solidFill>
                  <a:schemeClr val="tx1"/>
                </a:solidFill>
                <a:latin typeface="Arial" panose="020B0604020202020204" pitchFamily="34" charset="0"/>
                <a:sym typeface="Arial" panose="020B0604020202020204" pitchFamily="34" charset="0"/>
                <a:rtl val="0"/>
              </a:rPr>
              <a:t>  </a:t>
            </a:r>
          </a:p>
        </p:txBody>
      </p:sp>
      <p:grpSp>
        <p:nvGrpSpPr>
          <p:cNvPr id="10" name="Graphic 8">
            <a:extLst>
              <a:ext uri="{FF2B5EF4-FFF2-40B4-BE49-F238E27FC236}">
                <a16:creationId xmlns:a16="http://schemas.microsoft.com/office/drawing/2014/main" id="{24F4BBFA-E401-71DB-322A-C0F7B1456DD1}"/>
              </a:ext>
            </a:extLst>
          </p:cNvPr>
          <p:cNvGrpSpPr/>
          <p:nvPr/>
        </p:nvGrpSpPr>
        <p:grpSpPr>
          <a:xfrm>
            <a:off x="265625" y="6323271"/>
            <a:ext cx="1249223" cy="369648"/>
            <a:chOff x="265625" y="6323271"/>
            <a:chExt cx="1249223" cy="369648"/>
          </a:xfrm>
          <a:solidFill>
            <a:schemeClr val="tx1"/>
          </a:solidFill>
        </p:grpSpPr>
        <p:grpSp>
          <p:nvGrpSpPr>
            <p:cNvPr id="11" name="Graphic 8">
              <a:extLst>
                <a:ext uri="{FF2B5EF4-FFF2-40B4-BE49-F238E27FC236}">
                  <a16:creationId xmlns:a16="http://schemas.microsoft.com/office/drawing/2014/main" id="{1152CECE-7D00-FB57-8AED-A980E0AA706C}"/>
                </a:ext>
              </a:extLst>
            </p:cNvPr>
            <p:cNvGrpSpPr/>
            <p:nvPr/>
          </p:nvGrpSpPr>
          <p:grpSpPr>
            <a:xfrm>
              <a:off x="745455" y="6594444"/>
              <a:ext cx="722662" cy="98475"/>
              <a:chOff x="745455" y="6594444"/>
              <a:chExt cx="722662" cy="98475"/>
            </a:xfrm>
            <a:grpFill/>
          </p:grpSpPr>
          <p:sp>
            <p:nvSpPr>
              <p:cNvPr id="31" name="Freeform 49">
                <a:extLst>
                  <a:ext uri="{FF2B5EF4-FFF2-40B4-BE49-F238E27FC236}">
                    <a16:creationId xmlns:a16="http://schemas.microsoft.com/office/drawing/2014/main" id="{79C20AE1-12CE-3C84-4231-7F713A84F36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0">
                <a:extLst>
                  <a:ext uri="{FF2B5EF4-FFF2-40B4-BE49-F238E27FC236}">
                    <a16:creationId xmlns:a16="http://schemas.microsoft.com/office/drawing/2014/main" id="{F5399904-C3CC-6381-9A25-73DC23134DB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33" name="Freeform 51">
                <a:extLst>
                  <a:ext uri="{FF2B5EF4-FFF2-40B4-BE49-F238E27FC236}">
                    <a16:creationId xmlns:a16="http://schemas.microsoft.com/office/drawing/2014/main" id="{F6EAAC51-D815-2AF9-147A-07BA9A749C6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34" name="Freeform 52">
                <a:extLst>
                  <a:ext uri="{FF2B5EF4-FFF2-40B4-BE49-F238E27FC236}">
                    <a16:creationId xmlns:a16="http://schemas.microsoft.com/office/drawing/2014/main" id="{8B1191D5-1604-2303-9E26-925E5C75E6A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35" name="Freeform 53">
                <a:extLst>
                  <a:ext uri="{FF2B5EF4-FFF2-40B4-BE49-F238E27FC236}">
                    <a16:creationId xmlns:a16="http://schemas.microsoft.com/office/drawing/2014/main" id="{B37FACCB-F53B-68CA-2282-169C34C4F5F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6" name="Freeform 54">
                <a:extLst>
                  <a:ext uri="{FF2B5EF4-FFF2-40B4-BE49-F238E27FC236}">
                    <a16:creationId xmlns:a16="http://schemas.microsoft.com/office/drawing/2014/main" id="{31702D51-613B-DB30-99CD-A859266C481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5">
                <a:extLst>
                  <a:ext uri="{FF2B5EF4-FFF2-40B4-BE49-F238E27FC236}">
                    <a16:creationId xmlns:a16="http://schemas.microsoft.com/office/drawing/2014/main" id="{F544E4C7-C463-AE78-0748-5F5110FB542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6">
                <a:extLst>
                  <a:ext uri="{FF2B5EF4-FFF2-40B4-BE49-F238E27FC236}">
                    <a16:creationId xmlns:a16="http://schemas.microsoft.com/office/drawing/2014/main" id="{ED108FCB-216A-4598-63A8-416600940D1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7">
                <a:extLst>
                  <a:ext uri="{FF2B5EF4-FFF2-40B4-BE49-F238E27FC236}">
                    <a16:creationId xmlns:a16="http://schemas.microsoft.com/office/drawing/2014/main" id="{CD156F37-DF1C-3C97-515C-0F98B4D997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8">
                <a:extLst>
                  <a:ext uri="{FF2B5EF4-FFF2-40B4-BE49-F238E27FC236}">
                    <a16:creationId xmlns:a16="http://schemas.microsoft.com/office/drawing/2014/main" id="{9D7C8B40-9761-A603-215B-B3D65D7C3B9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12" name="Graphic 8">
              <a:extLst>
                <a:ext uri="{FF2B5EF4-FFF2-40B4-BE49-F238E27FC236}">
                  <a16:creationId xmlns:a16="http://schemas.microsoft.com/office/drawing/2014/main" id="{B245A94E-E9E8-00F4-6425-D0D03AE313D3}"/>
                </a:ext>
              </a:extLst>
            </p:cNvPr>
            <p:cNvGrpSpPr/>
            <p:nvPr/>
          </p:nvGrpSpPr>
          <p:grpSpPr>
            <a:xfrm>
              <a:off x="265625" y="6323271"/>
              <a:ext cx="1249223" cy="190348"/>
              <a:chOff x="265625" y="6323271"/>
              <a:chExt cx="1249223" cy="190348"/>
            </a:xfrm>
            <a:grpFill/>
          </p:grpSpPr>
          <p:sp>
            <p:nvSpPr>
              <p:cNvPr id="13" name="Freeform 60">
                <a:extLst>
                  <a:ext uri="{FF2B5EF4-FFF2-40B4-BE49-F238E27FC236}">
                    <a16:creationId xmlns:a16="http://schemas.microsoft.com/office/drawing/2014/main" id="{208C38E2-D216-085B-DB26-61A15766D53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4" name="Freeform 61">
                <a:extLst>
                  <a:ext uri="{FF2B5EF4-FFF2-40B4-BE49-F238E27FC236}">
                    <a16:creationId xmlns:a16="http://schemas.microsoft.com/office/drawing/2014/main" id="{DA109CD5-2DBD-005B-F641-CF9759FE6BA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2">
                <a:extLst>
                  <a:ext uri="{FF2B5EF4-FFF2-40B4-BE49-F238E27FC236}">
                    <a16:creationId xmlns:a16="http://schemas.microsoft.com/office/drawing/2014/main" id="{874DFA82-922F-DC4A-5476-8F2960412F5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3">
                <a:extLst>
                  <a:ext uri="{FF2B5EF4-FFF2-40B4-BE49-F238E27FC236}">
                    <a16:creationId xmlns:a16="http://schemas.microsoft.com/office/drawing/2014/main" id="{3254E0F9-148B-20DE-65F7-BBE10DFC827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7" name="Freeform 64">
                <a:extLst>
                  <a:ext uri="{FF2B5EF4-FFF2-40B4-BE49-F238E27FC236}">
                    <a16:creationId xmlns:a16="http://schemas.microsoft.com/office/drawing/2014/main" id="{809F8B96-CFBF-721E-5471-5D911E0F46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65">
                <a:extLst>
                  <a:ext uri="{FF2B5EF4-FFF2-40B4-BE49-F238E27FC236}">
                    <a16:creationId xmlns:a16="http://schemas.microsoft.com/office/drawing/2014/main" id="{830D8964-98D6-2883-9A2B-CA4B4A12D0A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66">
                <a:extLst>
                  <a:ext uri="{FF2B5EF4-FFF2-40B4-BE49-F238E27FC236}">
                    <a16:creationId xmlns:a16="http://schemas.microsoft.com/office/drawing/2014/main" id="{7E6F124E-943B-470E-3146-50464B6C914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pic>
        <p:nvPicPr>
          <p:cNvPr id="30" name="Picture 29" descr="A blue sky with white clouds&#10;&#10;Description automatically generated">
            <a:extLst>
              <a:ext uri="{FF2B5EF4-FFF2-40B4-BE49-F238E27FC236}">
                <a16:creationId xmlns:a16="http://schemas.microsoft.com/office/drawing/2014/main" id="{7169D6F6-E30F-A17E-6C94-69ADD6FC87A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C259BB32-99BA-3BA2-1A2F-33AF15E3AF34}"/>
              </a:ext>
            </a:extLst>
          </p:cNvPr>
          <p:cNvPicPr>
            <a:picLocks noChangeAspect="1"/>
          </p:cNvPicPr>
          <p:nvPr userDrawn="1"/>
        </p:nvPicPr>
        <p:blipFill>
          <a:blip r:embed="rId3"/>
          <a:stretch>
            <a:fillRect/>
          </a:stretch>
        </p:blipFill>
        <p:spPr>
          <a:xfrm>
            <a:off x="-27711" y="0"/>
            <a:ext cx="12220331" cy="6876719"/>
          </a:xfrm>
          <a:prstGeom prst="rect">
            <a:avLst/>
          </a:prstGeom>
        </p:spPr>
      </p:pic>
      <p:sp>
        <p:nvSpPr>
          <p:cNvPr id="38" name="Freeform: Shape 5">
            <a:extLst>
              <a:ext uri="{FF2B5EF4-FFF2-40B4-BE49-F238E27FC236}">
                <a16:creationId xmlns:a16="http://schemas.microsoft.com/office/drawing/2014/main" id="{F705FF27-7F71-D359-EABA-F1A1B8488C78}"/>
              </a:ext>
            </a:extLst>
          </p:cNvPr>
          <p:cNvSpPr/>
          <p:nvPr userDrawn="1"/>
        </p:nvSpPr>
        <p:spPr>
          <a:xfrm>
            <a:off x="5788396" y="1252917"/>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1"/>
              </a:gs>
            </a:gsLst>
            <a:lin ang="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39" name="page number">
            <a:extLst>
              <a:ext uri="{FF2B5EF4-FFF2-40B4-BE49-F238E27FC236}">
                <a16:creationId xmlns:a16="http://schemas.microsoft.com/office/drawing/2014/main" id="{1F27E68D-9E1F-8D43-7D91-195342E7D2C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grpSp>
        <p:nvGrpSpPr>
          <p:cNvPr id="42" name="Graphic 8">
            <a:extLst>
              <a:ext uri="{FF2B5EF4-FFF2-40B4-BE49-F238E27FC236}">
                <a16:creationId xmlns:a16="http://schemas.microsoft.com/office/drawing/2014/main" id="{24F4BBFA-E401-71DB-322A-C0F7B1456DD1}"/>
              </a:ext>
            </a:extLst>
          </p:cNvPr>
          <p:cNvGrpSpPr/>
          <p:nvPr userDrawn="1"/>
        </p:nvGrpSpPr>
        <p:grpSpPr>
          <a:xfrm>
            <a:off x="265625" y="6323271"/>
            <a:ext cx="1249223" cy="369648"/>
            <a:chOff x="265625" y="6323271"/>
            <a:chExt cx="1249223" cy="369648"/>
          </a:xfrm>
          <a:solidFill>
            <a:schemeClr val="tx1"/>
          </a:solidFill>
        </p:grpSpPr>
        <p:grpSp>
          <p:nvGrpSpPr>
            <p:cNvPr id="43" name="Graphic 8">
              <a:extLst>
                <a:ext uri="{FF2B5EF4-FFF2-40B4-BE49-F238E27FC236}">
                  <a16:creationId xmlns:a16="http://schemas.microsoft.com/office/drawing/2014/main" id="{1152CECE-7D00-FB57-8AED-A980E0AA706C}"/>
                </a:ext>
              </a:extLst>
            </p:cNvPr>
            <p:cNvGrpSpPr/>
            <p:nvPr/>
          </p:nvGrpSpPr>
          <p:grpSpPr>
            <a:xfrm>
              <a:off x="745455" y="6594444"/>
              <a:ext cx="722662" cy="98475"/>
              <a:chOff x="745455" y="6594444"/>
              <a:chExt cx="722662" cy="98475"/>
            </a:xfrm>
            <a:grpFill/>
          </p:grpSpPr>
          <p:sp>
            <p:nvSpPr>
              <p:cNvPr id="56" name="Freeform 49">
                <a:extLst>
                  <a:ext uri="{FF2B5EF4-FFF2-40B4-BE49-F238E27FC236}">
                    <a16:creationId xmlns:a16="http://schemas.microsoft.com/office/drawing/2014/main" id="{79C20AE1-12CE-3C84-4231-7F713A84F36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0">
                <a:extLst>
                  <a:ext uri="{FF2B5EF4-FFF2-40B4-BE49-F238E27FC236}">
                    <a16:creationId xmlns:a16="http://schemas.microsoft.com/office/drawing/2014/main" id="{F5399904-C3CC-6381-9A25-73DC23134DB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8" name="Freeform 51">
                <a:extLst>
                  <a:ext uri="{FF2B5EF4-FFF2-40B4-BE49-F238E27FC236}">
                    <a16:creationId xmlns:a16="http://schemas.microsoft.com/office/drawing/2014/main" id="{F6EAAC51-D815-2AF9-147A-07BA9A749C6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2">
                <a:extLst>
                  <a:ext uri="{FF2B5EF4-FFF2-40B4-BE49-F238E27FC236}">
                    <a16:creationId xmlns:a16="http://schemas.microsoft.com/office/drawing/2014/main" id="{8B1191D5-1604-2303-9E26-925E5C75E6A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60" name="Freeform 53">
                <a:extLst>
                  <a:ext uri="{FF2B5EF4-FFF2-40B4-BE49-F238E27FC236}">
                    <a16:creationId xmlns:a16="http://schemas.microsoft.com/office/drawing/2014/main" id="{B37FACCB-F53B-68CA-2282-169C34C4F5F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1" name="Freeform 54">
                <a:extLst>
                  <a:ext uri="{FF2B5EF4-FFF2-40B4-BE49-F238E27FC236}">
                    <a16:creationId xmlns:a16="http://schemas.microsoft.com/office/drawing/2014/main" id="{31702D51-613B-DB30-99CD-A859266C481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55">
                <a:extLst>
                  <a:ext uri="{FF2B5EF4-FFF2-40B4-BE49-F238E27FC236}">
                    <a16:creationId xmlns:a16="http://schemas.microsoft.com/office/drawing/2014/main" id="{F544E4C7-C463-AE78-0748-5F5110FB542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56">
                <a:extLst>
                  <a:ext uri="{FF2B5EF4-FFF2-40B4-BE49-F238E27FC236}">
                    <a16:creationId xmlns:a16="http://schemas.microsoft.com/office/drawing/2014/main" id="{ED108FCB-216A-4598-63A8-416600940D1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4" name="Freeform 57">
                <a:extLst>
                  <a:ext uri="{FF2B5EF4-FFF2-40B4-BE49-F238E27FC236}">
                    <a16:creationId xmlns:a16="http://schemas.microsoft.com/office/drawing/2014/main" id="{CD156F37-DF1C-3C97-515C-0F98B4D997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5" name="Freeform 58">
                <a:extLst>
                  <a:ext uri="{FF2B5EF4-FFF2-40B4-BE49-F238E27FC236}">
                    <a16:creationId xmlns:a16="http://schemas.microsoft.com/office/drawing/2014/main" id="{9D7C8B40-9761-A603-215B-B3D65D7C3B9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44" name="Graphic 8">
              <a:extLst>
                <a:ext uri="{FF2B5EF4-FFF2-40B4-BE49-F238E27FC236}">
                  <a16:creationId xmlns:a16="http://schemas.microsoft.com/office/drawing/2014/main" id="{B245A94E-E9E8-00F4-6425-D0D03AE313D3}"/>
                </a:ext>
              </a:extLst>
            </p:cNvPr>
            <p:cNvGrpSpPr/>
            <p:nvPr/>
          </p:nvGrpSpPr>
          <p:grpSpPr>
            <a:xfrm>
              <a:off x="265625" y="6323271"/>
              <a:ext cx="1249223" cy="190348"/>
              <a:chOff x="265625" y="6323271"/>
              <a:chExt cx="1249223" cy="190348"/>
            </a:xfrm>
            <a:grpFill/>
          </p:grpSpPr>
          <p:sp>
            <p:nvSpPr>
              <p:cNvPr id="45" name="Freeform 60">
                <a:extLst>
                  <a:ext uri="{FF2B5EF4-FFF2-40B4-BE49-F238E27FC236}">
                    <a16:creationId xmlns:a16="http://schemas.microsoft.com/office/drawing/2014/main" id="{208C38E2-D216-085B-DB26-61A15766D53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6" name="Freeform 61">
                <a:extLst>
                  <a:ext uri="{FF2B5EF4-FFF2-40B4-BE49-F238E27FC236}">
                    <a16:creationId xmlns:a16="http://schemas.microsoft.com/office/drawing/2014/main" id="{DA109CD5-2DBD-005B-F641-CF9759FE6BA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62">
                <a:extLst>
                  <a:ext uri="{FF2B5EF4-FFF2-40B4-BE49-F238E27FC236}">
                    <a16:creationId xmlns:a16="http://schemas.microsoft.com/office/drawing/2014/main" id="{874DFA82-922F-DC4A-5476-8F2960412F5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63">
                <a:extLst>
                  <a:ext uri="{FF2B5EF4-FFF2-40B4-BE49-F238E27FC236}">
                    <a16:creationId xmlns:a16="http://schemas.microsoft.com/office/drawing/2014/main" id="{3254E0F9-148B-20DE-65F7-BBE10DFC827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64">
                <a:extLst>
                  <a:ext uri="{FF2B5EF4-FFF2-40B4-BE49-F238E27FC236}">
                    <a16:creationId xmlns:a16="http://schemas.microsoft.com/office/drawing/2014/main" id="{809F8B96-CFBF-721E-5471-5D911E0F46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65">
                <a:extLst>
                  <a:ext uri="{FF2B5EF4-FFF2-40B4-BE49-F238E27FC236}">
                    <a16:creationId xmlns:a16="http://schemas.microsoft.com/office/drawing/2014/main" id="{830D8964-98D6-2883-9A2B-CA4B4A12D0A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55" name="Freeform 66">
                <a:extLst>
                  <a:ext uri="{FF2B5EF4-FFF2-40B4-BE49-F238E27FC236}">
                    <a16:creationId xmlns:a16="http://schemas.microsoft.com/office/drawing/2014/main" id="{7E6F124E-943B-470E-3146-50464B6C914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5" name="TextBox 4">
            <a:extLst>
              <a:ext uri="{FF2B5EF4-FFF2-40B4-BE49-F238E27FC236}">
                <a16:creationId xmlns:a16="http://schemas.microsoft.com/office/drawing/2014/main" id="{CCD1F3D8-738C-E588-944B-48AC43E7FD2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Section Title </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121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Freeform: Shape 2">
            <a:extLst>
              <a:ext uri="{FF2B5EF4-FFF2-40B4-BE49-F238E27FC236}">
                <a16:creationId xmlns:a16="http://schemas.microsoft.com/office/drawing/2014/main" id="{A4E09EAF-21A8-2364-FB16-C37C8768B257}"/>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4"/>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6" name="Graphic 8">
            <a:extLst>
              <a:ext uri="{FF2B5EF4-FFF2-40B4-BE49-F238E27FC236}">
                <a16:creationId xmlns:a16="http://schemas.microsoft.com/office/drawing/2014/main" id="{EF8AAA69-F9C8-285C-6751-D512EF1C4E2A}"/>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B1E86749-AF0E-35B9-4E9D-E2ED707B976B}"/>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5EFC1DAB-0C0C-9890-2845-1C41412A839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0">
                <a:extLst>
                  <a:ext uri="{FF2B5EF4-FFF2-40B4-BE49-F238E27FC236}">
                    <a16:creationId xmlns:a16="http://schemas.microsoft.com/office/drawing/2014/main" id="{D03C5645-52E1-7462-FF94-A7AAA1193C4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1">
                <a:extLst>
                  <a:ext uri="{FF2B5EF4-FFF2-40B4-BE49-F238E27FC236}">
                    <a16:creationId xmlns:a16="http://schemas.microsoft.com/office/drawing/2014/main" id="{51D3D6D3-7B6E-917C-E4F2-6A34F132B7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2">
                <a:extLst>
                  <a:ext uri="{FF2B5EF4-FFF2-40B4-BE49-F238E27FC236}">
                    <a16:creationId xmlns:a16="http://schemas.microsoft.com/office/drawing/2014/main" id="{4F771D9E-BC6B-7074-013D-D6DD8F8D396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8" name="Freeform 53">
                <a:extLst>
                  <a:ext uri="{FF2B5EF4-FFF2-40B4-BE49-F238E27FC236}">
                    <a16:creationId xmlns:a16="http://schemas.microsoft.com/office/drawing/2014/main" id="{F358783A-FE6E-ABAD-24A2-7001EDCB652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4">
                <a:extLst>
                  <a:ext uri="{FF2B5EF4-FFF2-40B4-BE49-F238E27FC236}">
                    <a16:creationId xmlns:a16="http://schemas.microsoft.com/office/drawing/2014/main" id="{0D96871D-534B-242E-A8A3-6BF2C4A2A20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5">
                <a:extLst>
                  <a:ext uri="{FF2B5EF4-FFF2-40B4-BE49-F238E27FC236}">
                    <a16:creationId xmlns:a16="http://schemas.microsoft.com/office/drawing/2014/main" id="{7EFD97DA-53F5-39D8-4BFE-9718F51B8E3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1" name="Freeform 56">
                <a:extLst>
                  <a:ext uri="{FF2B5EF4-FFF2-40B4-BE49-F238E27FC236}">
                    <a16:creationId xmlns:a16="http://schemas.microsoft.com/office/drawing/2014/main" id="{D43F1DA5-7A7C-8D09-B0FD-237EE96575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7">
                <a:extLst>
                  <a:ext uri="{FF2B5EF4-FFF2-40B4-BE49-F238E27FC236}">
                    <a16:creationId xmlns:a16="http://schemas.microsoft.com/office/drawing/2014/main" id="{AF168E8C-27DD-1F28-179C-69AA01DD027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8">
                <a:extLst>
                  <a:ext uri="{FF2B5EF4-FFF2-40B4-BE49-F238E27FC236}">
                    <a16:creationId xmlns:a16="http://schemas.microsoft.com/office/drawing/2014/main" id="{7EC46BFF-F84B-8719-B28A-91DF0F6EFF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442CD4E2-6C45-610C-B37B-9EBF4B3115C2}"/>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ED525359-6B46-C9E5-6E5B-B3C26E52350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0" name="Freeform 61">
                <a:extLst>
                  <a:ext uri="{FF2B5EF4-FFF2-40B4-BE49-F238E27FC236}">
                    <a16:creationId xmlns:a16="http://schemas.microsoft.com/office/drawing/2014/main" id="{7EF8FA77-DD00-B32A-8E5D-B8EC0601713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2" name="Freeform 62">
                <a:extLst>
                  <a:ext uri="{FF2B5EF4-FFF2-40B4-BE49-F238E27FC236}">
                    <a16:creationId xmlns:a16="http://schemas.microsoft.com/office/drawing/2014/main" id="{5B6CD07D-9D52-9ADA-8705-8975DC744B4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3" name="Freeform 63">
                <a:extLst>
                  <a:ext uri="{FF2B5EF4-FFF2-40B4-BE49-F238E27FC236}">
                    <a16:creationId xmlns:a16="http://schemas.microsoft.com/office/drawing/2014/main" id="{743CD6CC-2436-9E0B-F9AA-5E7F7A57019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4" name="Freeform 64">
                <a:extLst>
                  <a:ext uri="{FF2B5EF4-FFF2-40B4-BE49-F238E27FC236}">
                    <a16:creationId xmlns:a16="http://schemas.microsoft.com/office/drawing/2014/main" id="{D002A0F9-D34F-062E-FA0D-55E00502A6A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5">
                <a:extLst>
                  <a:ext uri="{FF2B5EF4-FFF2-40B4-BE49-F238E27FC236}">
                    <a16:creationId xmlns:a16="http://schemas.microsoft.com/office/drawing/2014/main" id="{7F1B60F0-5EE6-28CA-7BCF-8E426EB9FCC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6">
                <a:extLst>
                  <a:ext uri="{FF2B5EF4-FFF2-40B4-BE49-F238E27FC236}">
                    <a16:creationId xmlns:a16="http://schemas.microsoft.com/office/drawing/2014/main" id="{F30FD712-5475-5FC0-34B0-E973EECE9D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3"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4" name="Freeform: Shape 2">
            <a:extLst>
              <a:ext uri="{FF2B5EF4-FFF2-40B4-BE49-F238E27FC236}">
                <a16:creationId xmlns:a16="http://schemas.microsoft.com/office/drawing/2014/main" id="{A4E09EAF-21A8-2364-FB16-C37C8768B257}"/>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4"/>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7" name="Graphic 8">
            <a:extLst>
              <a:ext uri="{FF2B5EF4-FFF2-40B4-BE49-F238E27FC236}">
                <a16:creationId xmlns:a16="http://schemas.microsoft.com/office/drawing/2014/main" id="{EF8AAA69-F9C8-285C-6751-D512EF1C4E2A}"/>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B1E86749-AF0E-35B9-4E9D-E2ED707B976B}"/>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5EFC1DAB-0C0C-9890-2845-1C41412A839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D03C5645-52E1-7462-FF94-A7AAA1193C4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51D3D6D3-7B6E-917C-E4F2-6A34F132B7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4F771D9E-BC6B-7074-013D-D6DD8F8D396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3">
                <a:extLst>
                  <a:ext uri="{FF2B5EF4-FFF2-40B4-BE49-F238E27FC236}">
                    <a16:creationId xmlns:a16="http://schemas.microsoft.com/office/drawing/2014/main" id="{F358783A-FE6E-ABAD-24A2-7001EDCB652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4">
                <a:extLst>
                  <a:ext uri="{FF2B5EF4-FFF2-40B4-BE49-F238E27FC236}">
                    <a16:creationId xmlns:a16="http://schemas.microsoft.com/office/drawing/2014/main" id="{0D96871D-534B-242E-A8A3-6BF2C4A2A20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5">
                <a:extLst>
                  <a:ext uri="{FF2B5EF4-FFF2-40B4-BE49-F238E27FC236}">
                    <a16:creationId xmlns:a16="http://schemas.microsoft.com/office/drawing/2014/main" id="{7EFD97DA-53F5-39D8-4BFE-9718F51B8E3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6">
                <a:extLst>
                  <a:ext uri="{FF2B5EF4-FFF2-40B4-BE49-F238E27FC236}">
                    <a16:creationId xmlns:a16="http://schemas.microsoft.com/office/drawing/2014/main" id="{D43F1DA5-7A7C-8D09-B0FD-237EE96575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7">
                <a:extLst>
                  <a:ext uri="{FF2B5EF4-FFF2-40B4-BE49-F238E27FC236}">
                    <a16:creationId xmlns:a16="http://schemas.microsoft.com/office/drawing/2014/main" id="{AF168E8C-27DD-1F28-179C-69AA01DD027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8">
                <a:extLst>
                  <a:ext uri="{FF2B5EF4-FFF2-40B4-BE49-F238E27FC236}">
                    <a16:creationId xmlns:a16="http://schemas.microsoft.com/office/drawing/2014/main" id="{7EC46BFF-F84B-8719-B28A-91DF0F6EFF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442CD4E2-6C45-610C-B37B-9EBF4B3115C2}"/>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ED525359-6B46-C9E5-6E5B-B3C26E52350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7EF8FA77-DD00-B32A-8E5D-B8EC0601713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5B6CD07D-9D52-9ADA-8705-8975DC744B4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743CD6CC-2436-9E0B-F9AA-5E7F7A57019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D002A0F9-D34F-062E-FA0D-55E00502A6A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7F1B60F0-5EE6-28CA-7BCF-8E426EB9FCC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F30FD712-5475-5FC0-34B0-E973EECE9D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2" name="TextBox 1">
            <a:extLst>
              <a:ext uri="{FF2B5EF4-FFF2-40B4-BE49-F238E27FC236}">
                <a16:creationId xmlns:a16="http://schemas.microsoft.com/office/drawing/2014/main" id="{C4CA9F3B-4EFA-7D5B-E6CE-D0918D7D181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179470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Freeform: Shape 2">
            <a:extLst>
              <a:ext uri="{FF2B5EF4-FFF2-40B4-BE49-F238E27FC236}">
                <a16:creationId xmlns:a16="http://schemas.microsoft.com/office/drawing/2014/main" id="{35A9104F-6CE0-0E15-0E37-20E590BF49BB}"/>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1"/>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6" name="Graphic 8">
            <a:extLst>
              <a:ext uri="{FF2B5EF4-FFF2-40B4-BE49-F238E27FC236}">
                <a16:creationId xmlns:a16="http://schemas.microsoft.com/office/drawing/2014/main" id="{01895A84-0D4A-E136-EC12-BE455D6F7BDC}"/>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5E616E0B-1DB3-5240-5AD0-E9C7820B5554}"/>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9FC75BD4-120F-D586-74ED-1F911624035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0">
                <a:extLst>
                  <a:ext uri="{FF2B5EF4-FFF2-40B4-BE49-F238E27FC236}">
                    <a16:creationId xmlns:a16="http://schemas.microsoft.com/office/drawing/2014/main" id="{3411B67E-FDC4-855B-4FDF-B1B3C8C0BE8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1">
                <a:extLst>
                  <a:ext uri="{FF2B5EF4-FFF2-40B4-BE49-F238E27FC236}">
                    <a16:creationId xmlns:a16="http://schemas.microsoft.com/office/drawing/2014/main" id="{72CFFA37-B73D-9C96-B859-9FB926027C5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2">
                <a:extLst>
                  <a:ext uri="{FF2B5EF4-FFF2-40B4-BE49-F238E27FC236}">
                    <a16:creationId xmlns:a16="http://schemas.microsoft.com/office/drawing/2014/main" id="{F65B3DF8-4E57-9859-C549-D211492D16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8" name="Freeform 53">
                <a:extLst>
                  <a:ext uri="{FF2B5EF4-FFF2-40B4-BE49-F238E27FC236}">
                    <a16:creationId xmlns:a16="http://schemas.microsoft.com/office/drawing/2014/main" id="{E63B148F-D1AB-4B3E-2140-B0D6C63E1DD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4">
                <a:extLst>
                  <a:ext uri="{FF2B5EF4-FFF2-40B4-BE49-F238E27FC236}">
                    <a16:creationId xmlns:a16="http://schemas.microsoft.com/office/drawing/2014/main" id="{BD50620D-D8BD-B773-E6FE-E3283A29B8F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5">
                <a:extLst>
                  <a:ext uri="{FF2B5EF4-FFF2-40B4-BE49-F238E27FC236}">
                    <a16:creationId xmlns:a16="http://schemas.microsoft.com/office/drawing/2014/main" id="{686C6B4E-EBDE-17C6-C5A2-CAA2EAEDAD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1" name="Freeform 56">
                <a:extLst>
                  <a:ext uri="{FF2B5EF4-FFF2-40B4-BE49-F238E27FC236}">
                    <a16:creationId xmlns:a16="http://schemas.microsoft.com/office/drawing/2014/main" id="{AED721C8-E7D9-E1A0-4669-657ADCCF759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7">
                <a:extLst>
                  <a:ext uri="{FF2B5EF4-FFF2-40B4-BE49-F238E27FC236}">
                    <a16:creationId xmlns:a16="http://schemas.microsoft.com/office/drawing/2014/main" id="{7DE26621-6B38-2204-1342-65B558997C9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8">
                <a:extLst>
                  <a:ext uri="{FF2B5EF4-FFF2-40B4-BE49-F238E27FC236}">
                    <a16:creationId xmlns:a16="http://schemas.microsoft.com/office/drawing/2014/main" id="{137E68B0-08B6-7410-B11F-AF9CD95A72C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BC54518F-E881-574F-10B7-841B324AFCBA}"/>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B25FE72A-50C4-D231-C81E-ECF25717B6E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0" name="Freeform 61">
                <a:extLst>
                  <a:ext uri="{FF2B5EF4-FFF2-40B4-BE49-F238E27FC236}">
                    <a16:creationId xmlns:a16="http://schemas.microsoft.com/office/drawing/2014/main" id="{AE425AE6-C96D-44E8-E3EA-1BC62111CE3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2" name="Freeform 62">
                <a:extLst>
                  <a:ext uri="{FF2B5EF4-FFF2-40B4-BE49-F238E27FC236}">
                    <a16:creationId xmlns:a16="http://schemas.microsoft.com/office/drawing/2014/main" id="{61F793F8-9FE9-DB13-3AED-2542BDE18CA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3" name="Freeform 63">
                <a:extLst>
                  <a:ext uri="{FF2B5EF4-FFF2-40B4-BE49-F238E27FC236}">
                    <a16:creationId xmlns:a16="http://schemas.microsoft.com/office/drawing/2014/main" id="{A37968DD-C7DF-0A07-C51D-2DDEB93AC2F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4" name="Freeform 64">
                <a:extLst>
                  <a:ext uri="{FF2B5EF4-FFF2-40B4-BE49-F238E27FC236}">
                    <a16:creationId xmlns:a16="http://schemas.microsoft.com/office/drawing/2014/main" id="{18ABE9A8-DDC7-C2A0-CAF1-CBC7108A343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5">
                <a:extLst>
                  <a:ext uri="{FF2B5EF4-FFF2-40B4-BE49-F238E27FC236}">
                    <a16:creationId xmlns:a16="http://schemas.microsoft.com/office/drawing/2014/main" id="{0F476DB9-C430-1781-1A44-29B98BBF2D4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6">
                <a:extLst>
                  <a:ext uri="{FF2B5EF4-FFF2-40B4-BE49-F238E27FC236}">
                    <a16:creationId xmlns:a16="http://schemas.microsoft.com/office/drawing/2014/main" id="{3A162B77-4A66-2CB0-97D5-895CBEDF3B1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3"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4" name="Freeform: Shape 2">
            <a:extLst>
              <a:ext uri="{FF2B5EF4-FFF2-40B4-BE49-F238E27FC236}">
                <a16:creationId xmlns:a16="http://schemas.microsoft.com/office/drawing/2014/main" id="{35A9104F-6CE0-0E15-0E37-20E590BF49BB}"/>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1"/>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7" name="Graphic 8">
            <a:extLst>
              <a:ext uri="{FF2B5EF4-FFF2-40B4-BE49-F238E27FC236}">
                <a16:creationId xmlns:a16="http://schemas.microsoft.com/office/drawing/2014/main" id="{01895A84-0D4A-E136-EC12-BE455D6F7BDC}"/>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5E616E0B-1DB3-5240-5AD0-E9C7820B5554}"/>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9FC75BD4-120F-D586-74ED-1F911624035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3411B67E-FDC4-855B-4FDF-B1B3C8C0BE8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72CFFA37-B73D-9C96-B859-9FB926027C5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F65B3DF8-4E57-9859-C549-D211492D16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3">
                <a:extLst>
                  <a:ext uri="{FF2B5EF4-FFF2-40B4-BE49-F238E27FC236}">
                    <a16:creationId xmlns:a16="http://schemas.microsoft.com/office/drawing/2014/main" id="{E63B148F-D1AB-4B3E-2140-B0D6C63E1DD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4">
                <a:extLst>
                  <a:ext uri="{FF2B5EF4-FFF2-40B4-BE49-F238E27FC236}">
                    <a16:creationId xmlns:a16="http://schemas.microsoft.com/office/drawing/2014/main" id="{BD50620D-D8BD-B773-E6FE-E3283A29B8F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5">
                <a:extLst>
                  <a:ext uri="{FF2B5EF4-FFF2-40B4-BE49-F238E27FC236}">
                    <a16:creationId xmlns:a16="http://schemas.microsoft.com/office/drawing/2014/main" id="{686C6B4E-EBDE-17C6-C5A2-CAA2EAEDAD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6">
                <a:extLst>
                  <a:ext uri="{FF2B5EF4-FFF2-40B4-BE49-F238E27FC236}">
                    <a16:creationId xmlns:a16="http://schemas.microsoft.com/office/drawing/2014/main" id="{AED721C8-E7D9-E1A0-4669-657ADCCF759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7">
                <a:extLst>
                  <a:ext uri="{FF2B5EF4-FFF2-40B4-BE49-F238E27FC236}">
                    <a16:creationId xmlns:a16="http://schemas.microsoft.com/office/drawing/2014/main" id="{7DE26621-6B38-2204-1342-65B558997C9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8">
                <a:extLst>
                  <a:ext uri="{FF2B5EF4-FFF2-40B4-BE49-F238E27FC236}">
                    <a16:creationId xmlns:a16="http://schemas.microsoft.com/office/drawing/2014/main" id="{137E68B0-08B6-7410-B11F-AF9CD95A72C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BC54518F-E881-574F-10B7-841B324AFCBA}"/>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B25FE72A-50C4-D231-C81E-ECF25717B6E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AE425AE6-C96D-44E8-E3EA-1BC62111CE3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61F793F8-9FE9-DB13-3AED-2542BDE18CA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A37968DD-C7DF-0A07-C51D-2DDEB93AC2F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18ABE9A8-DDC7-C2A0-CAF1-CBC7108A343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0F476DB9-C430-1781-1A44-29B98BBF2D4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3A162B77-4A66-2CB0-97D5-895CBEDF3B1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9B8C7D05-A7CE-2989-2ED9-F641F9332C5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411838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6" name="Freeform: Shape 5">
            <a:extLst>
              <a:ext uri="{FF2B5EF4-FFF2-40B4-BE49-F238E27FC236}">
                <a16:creationId xmlns:a16="http://schemas.microsoft.com/office/drawing/2014/main" id="{28BB6002-9774-B78F-802F-0CF8624B2003}"/>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9" name="Graphic 8">
            <a:extLst>
              <a:ext uri="{FF2B5EF4-FFF2-40B4-BE49-F238E27FC236}">
                <a16:creationId xmlns:a16="http://schemas.microsoft.com/office/drawing/2014/main" id="{2390A11A-A86F-5882-6844-0E466052BF52}"/>
              </a:ext>
            </a:extLst>
          </p:cNvPr>
          <p:cNvGrpSpPr/>
          <p:nvPr/>
        </p:nvGrpSpPr>
        <p:grpSpPr>
          <a:xfrm>
            <a:off x="265625" y="6323271"/>
            <a:ext cx="1249223" cy="369648"/>
            <a:chOff x="265625" y="6323271"/>
            <a:chExt cx="1249223" cy="369648"/>
          </a:xfrm>
          <a:solidFill>
            <a:schemeClr val="tx1"/>
          </a:solidFill>
        </p:grpSpPr>
        <p:grpSp>
          <p:nvGrpSpPr>
            <p:cNvPr id="10" name="Graphic 8">
              <a:extLst>
                <a:ext uri="{FF2B5EF4-FFF2-40B4-BE49-F238E27FC236}">
                  <a16:creationId xmlns:a16="http://schemas.microsoft.com/office/drawing/2014/main" id="{1287141A-AA2B-4B0A-BFA9-B84F27B17532}"/>
                </a:ext>
              </a:extLst>
            </p:cNvPr>
            <p:cNvGrpSpPr/>
            <p:nvPr/>
          </p:nvGrpSpPr>
          <p:grpSpPr>
            <a:xfrm>
              <a:off x="745455" y="6594444"/>
              <a:ext cx="722662" cy="98475"/>
              <a:chOff x="745455" y="6594444"/>
              <a:chExt cx="722662" cy="98475"/>
            </a:xfrm>
            <a:grpFill/>
          </p:grpSpPr>
          <p:sp>
            <p:nvSpPr>
              <p:cNvPr id="27" name="Freeform 49">
                <a:extLst>
                  <a:ext uri="{FF2B5EF4-FFF2-40B4-BE49-F238E27FC236}">
                    <a16:creationId xmlns:a16="http://schemas.microsoft.com/office/drawing/2014/main" id="{1C066710-B26E-D1E3-18D6-B3AA21057E1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50">
                <a:extLst>
                  <a:ext uri="{FF2B5EF4-FFF2-40B4-BE49-F238E27FC236}">
                    <a16:creationId xmlns:a16="http://schemas.microsoft.com/office/drawing/2014/main" id="{17E74D78-C752-D8A6-FF08-1CF49E8D7D2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51">
                <a:extLst>
                  <a:ext uri="{FF2B5EF4-FFF2-40B4-BE49-F238E27FC236}">
                    <a16:creationId xmlns:a16="http://schemas.microsoft.com/office/drawing/2014/main" id="{E956BC4F-EAFF-0316-8046-2498326918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2">
                <a:extLst>
                  <a:ext uri="{FF2B5EF4-FFF2-40B4-BE49-F238E27FC236}">
                    <a16:creationId xmlns:a16="http://schemas.microsoft.com/office/drawing/2014/main" id="{11ABB7B0-C48D-D848-95FC-587FB08D89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31" name="Freeform 53">
                <a:extLst>
                  <a:ext uri="{FF2B5EF4-FFF2-40B4-BE49-F238E27FC236}">
                    <a16:creationId xmlns:a16="http://schemas.microsoft.com/office/drawing/2014/main" id="{23892A0C-9FCE-A2F5-4A3D-C3330D546A4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4">
                <a:extLst>
                  <a:ext uri="{FF2B5EF4-FFF2-40B4-BE49-F238E27FC236}">
                    <a16:creationId xmlns:a16="http://schemas.microsoft.com/office/drawing/2014/main" id="{109C5B71-71F9-4AD1-51F2-47EA49F9769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3" name="Freeform 55">
                <a:extLst>
                  <a:ext uri="{FF2B5EF4-FFF2-40B4-BE49-F238E27FC236}">
                    <a16:creationId xmlns:a16="http://schemas.microsoft.com/office/drawing/2014/main" id="{1B0AB11E-CABA-4FFE-5521-213169BFDFC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4" name="Freeform 56">
                <a:extLst>
                  <a:ext uri="{FF2B5EF4-FFF2-40B4-BE49-F238E27FC236}">
                    <a16:creationId xmlns:a16="http://schemas.microsoft.com/office/drawing/2014/main" id="{BEC0AE63-DA48-1109-85C6-871ECA0854B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7">
                <a:extLst>
                  <a:ext uri="{FF2B5EF4-FFF2-40B4-BE49-F238E27FC236}">
                    <a16:creationId xmlns:a16="http://schemas.microsoft.com/office/drawing/2014/main" id="{D5D2CE9B-809B-9734-8DCA-B3AC5B5BE6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8">
                <a:extLst>
                  <a:ext uri="{FF2B5EF4-FFF2-40B4-BE49-F238E27FC236}">
                    <a16:creationId xmlns:a16="http://schemas.microsoft.com/office/drawing/2014/main" id="{4ADEE0A9-9710-7D46-37C9-DA1F237FE51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12" name="Graphic 8">
              <a:extLst>
                <a:ext uri="{FF2B5EF4-FFF2-40B4-BE49-F238E27FC236}">
                  <a16:creationId xmlns:a16="http://schemas.microsoft.com/office/drawing/2014/main" id="{BD93DA91-446A-F96C-CE09-5FB06F7FE181}"/>
                </a:ext>
              </a:extLst>
            </p:cNvPr>
            <p:cNvGrpSpPr/>
            <p:nvPr/>
          </p:nvGrpSpPr>
          <p:grpSpPr>
            <a:xfrm>
              <a:off x="265625" y="6323271"/>
              <a:ext cx="1249223" cy="190348"/>
              <a:chOff x="265625" y="6323271"/>
              <a:chExt cx="1249223" cy="190348"/>
            </a:xfrm>
            <a:grpFill/>
          </p:grpSpPr>
          <p:sp>
            <p:nvSpPr>
              <p:cNvPr id="13" name="Freeform 60">
                <a:extLst>
                  <a:ext uri="{FF2B5EF4-FFF2-40B4-BE49-F238E27FC236}">
                    <a16:creationId xmlns:a16="http://schemas.microsoft.com/office/drawing/2014/main" id="{F00DA642-945F-5A86-57AF-04C4AED1224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4" name="Freeform 61">
                <a:extLst>
                  <a:ext uri="{FF2B5EF4-FFF2-40B4-BE49-F238E27FC236}">
                    <a16:creationId xmlns:a16="http://schemas.microsoft.com/office/drawing/2014/main" id="{DF0075F0-B738-3CD2-2EDB-6FC7CA0C9AC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2">
                <a:extLst>
                  <a:ext uri="{FF2B5EF4-FFF2-40B4-BE49-F238E27FC236}">
                    <a16:creationId xmlns:a16="http://schemas.microsoft.com/office/drawing/2014/main" id="{8BBEB3D7-E405-4303-E5F9-F7C188A7E49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3">
                <a:extLst>
                  <a:ext uri="{FF2B5EF4-FFF2-40B4-BE49-F238E27FC236}">
                    <a16:creationId xmlns:a16="http://schemas.microsoft.com/office/drawing/2014/main" id="{27121B67-8C5B-C0A8-81BF-983C52B8490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2" name="Freeform 64">
                <a:extLst>
                  <a:ext uri="{FF2B5EF4-FFF2-40B4-BE49-F238E27FC236}">
                    <a16:creationId xmlns:a16="http://schemas.microsoft.com/office/drawing/2014/main" id="{AB234BB0-68CB-1B7B-2215-CF5302E248E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5">
                <a:extLst>
                  <a:ext uri="{FF2B5EF4-FFF2-40B4-BE49-F238E27FC236}">
                    <a16:creationId xmlns:a16="http://schemas.microsoft.com/office/drawing/2014/main" id="{7E66E60A-E387-27FC-C421-69C1B6A8382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6">
                <a:extLst>
                  <a:ext uri="{FF2B5EF4-FFF2-40B4-BE49-F238E27FC236}">
                    <a16:creationId xmlns:a16="http://schemas.microsoft.com/office/drawing/2014/main" id="{1113AF47-BC85-4E31-745F-72A7961DCA3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5"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6" name="Freeform: Shape 5">
            <a:extLst>
              <a:ext uri="{FF2B5EF4-FFF2-40B4-BE49-F238E27FC236}">
                <a16:creationId xmlns:a16="http://schemas.microsoft.com/office/drawing/2014/main" id="{28BB6002-9774-B78F-802F-0CF8624B2003}"/>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9" name="Graphic 8">
            <a:extLst>
              <a:ext uri="{FF2B5EF4-FFF2-40B4-BE49-F238E27FC236}">
                <a16:creationId xmlns:a16="http://schemas.microsoft.com/office/drawing/2014/main" id="{2390A11A-A86F-5882-6844-0E466052BF52}"/>
              </a:ext>
            </a:extLst>
          </p:cNvPr>
          <p:cNvGrpSpPr/>
          <p:nvPr userDrawn="1"/>
        </p:nvGrpSpPr>
        <p:grpSpPr>
          <a:xfrm>
            <a:off x="265625" y="6323271"/>
            <a:ext cx="1249223" cy="369648"/>
            <a:chOff x="265625" y="6323271"/>
            <a:chExt cx="1249223" cy="369648"/>
          </a:xfrm>
          <a:solidFill>
            <a:schemeClr val="tx1"/>
          </a:solidFill>
        </p:grpSpPr>
        <p:grpSp>
          <p:nvGrpSpPr>
            <p:cNvPr id="40" name="Graphic 8">
              <a:extLst>
                <a:ext uri="{FF2B5EF4-FFF2-40B4-BE49-F238E27FC236}">
                  <a16:creationId xmlns:a16="http://schemas.microsoft.com/office/drawing/2014/main" id="{1287141A-AA2B-4B0A-BFA9-B84F27B17532}"/>
                </a:ext>
              </a:extLst>
            </p:cNvPr>
            <p:cNvGrpSpPr/>
            <p:nvPr/>
          </p:nvGrpSpPr>
          <p:grpSpPr>
            <a:xfrm>
              <a:off x="745455" y="6594444"/>
              <a:ext cx="722662" cy="98475"/>
              <a:chOff x="745455" y="6594444"/>
              <a:chExt cx="722662" cy="98475"/>
            </a:xfrm>
            <a:grpFill/>
          </p:grpSpPr>
          <p:sp>
            <p:nvSpPr>
              <p:cNvPr id="49" name="Freeform 49">
                <a:extLst>
                  <a:ext uri="{FF2B5EF4-FFF2-40B4-BE49-F238E27FC236}">
                    <a16:creationId xmlns:a16="http://schemas.microsoft.com/office/drawing/2014/main" id="{1C066710-B26E-D1E3-18D6-B3AA21057E1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0">
                <a:extLst>
                  <a:ext uri="{FF2B5EF4-FFF2-40B4-BE49-F238E27FC236}">
                    <a16:creationId xmlns:a16="http://schemas.microsoft.com/office/drawing/2014/main" id="{17E74D78-C752-D8A6-FF08-1CF49E8D7D2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3" name="Freeform 51">
                <a:extLst>
                  <a:ext uri="{FF2B5EF4-FFF2-40B4-BE49-F238E27FC236}">
                    <a16:creationId xmlns:a16="http://schemas.microsoft.com/office/drawing/2014/main" id="{E956BC4F-EAFF-0316-8046-2498326918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2">
                <a:extLst>
                  <a:ext uri="{FF2B5EF4-FFF2-40B4-BE49-F238E27FC236}">
                    <a16:creationId xmlns:a16="http://schemas.microsoft.com/office/drawing/2014/main" id="{11ABB7B0-C48D-D848-95FC-587FB08D89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5" name="Freeform 53">
                <a:extLst>
                  <a:ext uri="{FF2B5EF4-FFF2-40B4-BE49-F238E27FC236}">
                    <a16:creationId xmlns:a16="http://schemas.microsoft.com/office/drawing/2014/main" id="{23892A0C-9FCE-A2F5-4A3D-C3330D546A4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4">
                <a:extLst>
                  <a:ext uri="{FF2B5EF4-FFF2-40B4-BE49-F238E27FC236}">
                    <a16:creationId xmlns:a16="http://schemas.microsoft.com/office/drawing/2014/main" id="{109C5B71-71F9-4AD1-51F2-47EA49F9769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5">
                <a:extLst>
                  <a:ext uri="{FF2B5EF4-FFF2-40B4-BE49-F238E27FC236}">
                    <a16:creationId xmlns:a16="http://schemas.microsoft.com/office/drawing/2014/main" id="{1B0AB11E-CABA-4FFE-5521-213169BFDFC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6">
                <a:extLst>
                  <a:ext uri="{FF2B5EF4-FFF2-40B4-BE49-F238E27FC236}">
                    <a16:creationId xmlns:a16="http://schemas.microsoft.com/office/drawing/2014/main" id="{BEC0AE63-DA48-1109-85C6-871ECA0854B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7">
                <a:extLst>
                  <a:ext uri="{FF2B5EF4-FFF2-40B4-BE49-F238E27FC236}">
                    <a16:creationId xmlns:a16="http://schemas.microsoft.com/office/drawing/2014/main" id="{D5D2CE9B-809B-9734-8DCA-B3AC5B5BE6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0" name="Freeform 58">
                <a:extLst>
                  <a:ext uri="{FF2B5EF4-FFF2-40B4-BE49-F238E27FC236}">
                    <a16:creationId xmlns:a16="http://schemas.microsoft.com/office/drawing/2014/main" id="{4ADEE0A9-9710-7D46-37C9-DA1F237FE51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41" name="Graphic 8">
              <a:extLst>
                <a:ext uri="{FF2B5EF4-FFF2-40B4-BE49-F238E27FC236}">
                  <a16:creationId xmlns:a16="http://schemas.microsoft.com/office/drawing/2014/main" id="{BD93DA91-446A-F96C-CE09-5FB06F7FE181}"/>
                </a:ext>
              </a:extLst>
            </p:cNvPr>
            <p:cNvGrpSpPr/>
            <p:nvPr/>
          </p:nvGrpSpPr>
          <p:grpSpPr>
            <a:xfrm>
              <a:off x="265625" y="6323271"/>
              <a:ext cx="1249223" cy="190348"/>
              <a:chOff x="265625" y="6323271"/>
              <a:chExt cx="1249223" cy="190348"/>
            </a:xfrm>
            <a:grpFill/>
          </p:grpSpPr>
          <p:sp>
            <p:nvSpPr>
              <p:cNvPr id="42" name="Freeform 60">
                <a:extLst>
                  <a:ext uri="{FF2B5EF4-FFF2-40B4-BE49-F238E27FC236}">
                    <a16:creationId xmlns:a16="http://schemas.microsoft.com/office/drawing/2014/main" id="{F00DA642-945F-5A86-57AF-04C4AED1224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3" name="Freeform 61">
                <a:extLst>
                  <a:ext uri="{FF2B5EF4-FFF2-40B4-BE49-F238E27FC236}">
                    <a16:creationId xmlns:a16="http://schemas.microsoft.com/office/drawing/2014/main" id="{DF0075F0-B738-3CD2-2EDB-6FC7CA0C9AC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4" name="Freeform 62">
                <a:extLst>
                  <a:ext uri="{FF2B5EF4-FFF2-40B4-BE49-F238E27FC236}">
                    <a16:creationId xmlns:a16="http://schemas.microsoft.com/office/drawing/2014/main" id="{8BBEB3D7-E405-4303-E5F9-F7C188A7E49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5" name="Freeform 63">
                <a:extLst>
                  <a:ext uri="{FF2B5EF4-FFF2-40B4-BE49-F238E27FC236}">
                    <a16:creationId xmlns:a16="http://schemas.microsoft.com/office/drawing/2014/main" id="{27121B67-8C5B-C0A8-81BF-983C52B8490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4">
                <a:extLst>
                  <a:ext uri="{FF2B5EF4-FFF2-40B4-BE49-F238E27FC236}">
                    <a16:creationId xmlns:a16="http://schemas.microsoft.com/office/drawing/2014/main" id="{AB234BB0-68CB-1B7B-2215-CF5302E248E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65">
                <a:extLst>
                  <a:ext uri="{FF2B5EF4-FFF2-40B4-BE49-F238E27FC236}">
                    <a16:creationId xmlns:a16="http://schemas.microsoft.com/office/drawing/2014/main" id="{7E66E60A-E387-27FC-C421-69C1B6A8382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66">
                <a:extLst>
                  <a:ext uri="{FF2B5EF4-FFF2-40B4-BE49-F238E27FC236}">
                    <a16:creationId xmlns:a16="http://schemas.microsoft.com/office/drawing/2014/main" id="{1113AF47-BC85-4E31-745F-72A7961DCA3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2" name="TextBox 1">
            <a:extLst>
              <a:ext uri="{FF2B5EF4-FFF2-40B4-BE49-F238E27FC236}">
                <a16:creationId xmlns:a16="http://schemas.microsoft.com/office/drawing/2014/main" id="{EB6E9A2C-A30C-1FC4-7D2B-2E73E9CAB87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1577192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Quote – Photo 5">
    <p:bg>
      <p:bgRef idx="1001">
        <a:schemeClr val="bg1"/>
      </p:bgRef>
    </p:bg>
    <p:spTree>
      <p:nvGrpSpPr>
        <p:cNvPr id="1" name=""/>
        <p:cNvGrpSpPr/>
        <p:nvPr/>
      </p:nvGrpSpPr>
      <p:grpSpPr>
        <a:xfrm>
          <a:off x="0" y="0"/>
          <a:ext cx="0" cy="0"/>
          <a:chOff x="0" y="0"/>
          <a:chExt cx="0" cy="0"/>
        </a:xfrm>
      </p:grpSpPr>
      <p:pic>
        <p:nvPicPr>
          <p:cNvPr id="14" name="Picture 13" descr="Looking up view of a tall building with glass windows&#10;&#10;Description automatically generated">
            <a:extLst>
              <a:ext uri="{FF2B5EF4-FFF2-40B4-BE49-F238E27FC236}">
                <a16:creationId xmlns:a16="http://schemas.microsoft.com/office/drawing/2014/main" id="{B58239E3-9C93-6272-ED1E-D9695DC94E85}"/>
              </a:ext>
            </a:extLst>
          </p:cNvPr>
          <p:cNvPicPr>
            <a:picLocks noChangeAspect="1"/>
          </p:cNvPicPr>
          <p:nvPr/>
        </p:nvPicPr>
        <p:blipFill rotWithShape="1">
          <a:blip r:embed="rId2">
            <a:alphaModFix/>
          </a:blip>
          <a:srcRect l="161" t="1221" r="1066" b="309"/>
          <a:stretch/>
        </p:blipFill>
        <p:spPr>
          <a:xfrm>
            <a:off x="1829993" y="0"/>
            <a:ext cx="10358832" cy="6858000"/>
          </a:xfrm>
          <a:prstGeom prst="rect">
            <a:avLst/>
          </a:prstGeom>
        </p:spPr>
      </p:pic>
      <p:pic>
        <p:nvPicPr>
          <p:cNvPr id="3" name="Graphic 2">
            <a:extLst>
              <a:ext uri="{FF2B5EF4-FFF2-40B4-BE49-F238E27FC236}">
                <a16:creationId xmlns:a16="http://schemas.microsoft.com/office/drawing/2014/main" id="{26674980-3D29-D390-CCF3-4BAE501BF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904689" cy="6858000"/>
          </a:xfrm>
          <a:prstGeom prst="rect">
            <a:avLst/>
          </a:prstGeom>
        </p:spPr>
      </p:pic>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a:solidFill>
                <a:schemeClr val="bg1"/>
              </a:solidFill>
            </a:endParaRPr>
          </a:p>
        </p:txBody>
      </p:sp>
      <p:sp>
        <p:nvSpPr>
          <p:cNvPr id="16" name="Freeform: Shape 15">
            <a:extLst>
              <a:ext uri="{FF2B5EF4-FFF2-40B4-BE49-F238E27FC236}">
                <a16:creationId xmlns:a16="http://schemas.microsoft.com/office/drawing/2014/main" id="{49B903B5-7F2F-E66E-598F-E60B2A8F00A5}"/>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1"/>
              </a:gs>
            </a:gsLst>
            <a:lin ang="0" scaled="1"/>
          </a:gradFill>
          <a:ln w="0" cap="flat">
            <a:noFill/>
            <a:prstDash val="solid"/>
            <a:miter/>
          </a:ln>
        </p:spPr>
        <p:txBody>
          <a:bodyPr rtlCol="0" anchor="ctr"/>
          <a:lstStyle/>
          <a:p>
            <a:endParaRPr lang="en-US"/>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5"/>
            <a:ext cx="3603217" cy="642005"/>
          </a:xfrm>
        </p:spPr>
        <p:txBody>
          <a:bodyPr/>
          <a:lstStyle>
            <a:lvl1pPr>
              <a:defRPr sz="1800">
                <a:solidFill>
                  <a:schemeClr val="tx1"/>
                </a:solidFill>
              </a:defRPr>
            </a:lvl1pPr>
          </a:lstStyle>
          <a:p>
            <a:pPr lvl="0"/>
            <a:r>
              <a:rPr lang="en-US"/>
              <a:t>Source Name</a:t>
            </a:r>
          </a:p>
        </p:txBody>
      </p:sp>
      <p:sp>
        <p:nvSpPr>
          <p:cNvPr id="18" name="TextBox 17">
            <a:extLst>
              <a:ext uri="{FF2B5EF4-FFF2-40B4-BE49-F238E27FC236}">
                <a16:creationId xmlns:a16="http://schemas.microsoft.com/office/drawing/2014/main" id="{B8C89D83-34B7-9DE5-2D23-D9CC98989628}"/>
              </a:ext>
            </a:extLst>
          </p:cNvPr>
          <p:cNvSpPr txBox="1"/>
          <p:nvPr/>
        </p:nvSpPr>
        <p:spPr>
          <a:xfrm>
            <a:off x="1645084" y="6461498"/>
            <a:ext cx="44884" cy="127471"/>
          </a:xfrm>
          <a:prstGeom prst="rect">
            <a:avLst/>
          </a:prstGeom>
          <a:noFill/>
        </p:spPr>
        <p:txBody>
          <a:bodyPr wrap="none" lIns="0" tIns="0" rIns="0" bIns="0" rtlCol="0">
            <a:spAutoFit/>
          </a:bodyPr>
          <a:lstStyle/>
          <a:p>
            <a:pPr algn="l">
              <a:lnSpc>
                <a:spcPct val="130000"/>
              </a:lnSpc>
            </a:pPr>
            <a:r>
              <a:rPr lang="en-US" sz="700" spc="0" baseline="0" dirty="0">
                <a:ln/>
                <a:solidFill>
                  <a:schemeClr val="tx1"/>
                </a:solidFill>
                <a:latin typeface="Arial" panose="020B0604020202020204" pitchFamily="34" charset="0"/>
                <a:sym typeface="Arial" panose="020B0604020202020204" pitchFamily="34" charset="0"/>
                <a:rtl val="0"/>
              </a:rPr>
              <a:t>  </a:t>
            </a:r>
          </a:p>
        </p:txBody>
      </p:sp>
      <p:grpSp>
        <p:nvGrpSpPr>
          <p:cNvPr id="20" name="Graphic 8">
            <a:extLst>
              <a:ext uri="{FF2B5EF4-FFF2-40B4-BE49-F238E27FC236}">
                <a16:creationId xmlns:a16="http://schemas.microsoft.com/office/drawing/2014/main" id="{B313AB46-F6F1-7548-233A-70080E090ABE}"/>
              </a:ext>
            </a:extLst>
          </p:cNvPr>
          <p:cNvGrpSpPr/>
          <p:nvPr/>
        </p:nvGrpSpPr>
        <p:grpSpPr>
          <a:xfrm>
            <a:off x="265625" y="6323271"/>
            <a:ext cx="1249223" cy="369648"/>
            <a:chOff x="265625" y="6323271"/>
            <a:chExt cx="1249223" cy="369648"/>
          </a:xfrm>
          <a:solidFill>
            <a:schemeClr val="tx1"/>
          </a:solidFill>
        </p:grpSpPr>
        <p:grpSp>
          <p:nvGrpSpPr>
            <p:cNvPr id="21" name="Graphic 8">
              <a:extLst>
                <a:ext uri="{FF2B5EF4-FFF2-40B4-BE49-F238E27FC236}">
                  <a16:creationId xmlns:a16="http://schemas.microsoft.com/office/drawing/2014/main" id="{16B66651-CA05-C7CB-6AE6-5BBB5AB3905A}"/>
                </a:ext>
              </a:extLst>
            </p:cNvPr>
            <p:cNvGrpSpPr/>
            <p:nvPr/>
          </p:nvGrpSpPr>
          <p:grpSpPr>
            <a:xfrm>
              <a:off x="745455" y="6594444"/>
              <a:ext cx="722662" cy="98475"/>
              <a:chOff x="745455" y="6594444"/>
              <a:chExt cx="722662" cy="98475"/>
            </a:xfrm>
            <a:grpFill/>
          </p:grpSpPr>
          <p:sp>
            <p:nvSpPr>
              <p:cNvPr id="30" name="Freeform 49">
                <a:extLst>
                  <a:ext uri="{FF2B5EF4-FFF2-40B4-BE49-F238E27FC236}">
                    <a16:creationId xmlns:a16="http://schemas.microsoft.com/office/drawing/2014/main" id="{DE447064-204F-4225-B4B6-D91E27CBAD6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0">
                <a:extLst>
                  <a:ext uri="{FF2B5EF4-FFF2-40B4-BE49-F238E27FC236}">
                    <a16:creationId xmlns:a16="http://schemas.microsoft.com/office/drawing/2014/main" id="{BC71CF05-E965-6FEA-1892-5ADD408578B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1" name="Freeform 51">
                <a:extLst>
                  <a:ext uri="{FF2B5EF4-FFF2-40B4-BE49-F238E27FC236}">
                    <a16:creationId xmlns:a16="http://schemas.microsoft.com/office/drawing/2014/main" id="{2B0E1D31-FDF5-DCF3-829D-706DAAB219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2">
                <a:extLst>
                  <a:ext uri="{FF2B5EF4-FFF2-40B4-BE49-F238E27FC236}">
                    <a16:creationId xmlns:a16="http://schemas.microsoft.com/office/drawing/2014/main" id="{CD1DB4F1-5803-C754-D908-25AB6C2EC97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3" name="Freeform 53">
                <a:extLst>
                  <a:ext uri="{FF2B5EF4-FFF2-40B4-BE49-F238E27FC236}">
                    <a16:creationId xmlns:a16="http://schemas.microsoft.com/office/drawing/2014/main" id="{84B26A25-3662-F756-7FAE-65E5273F2EE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4">
                <a:extLst>
                  <a:ext uri="{FF2B5EF4-FFF2-40B4-BE49-F238E27FC236}">
                    <a16:creationId xmlns:a16="http://schemas.microsoft.com/office/drawing/2014/main" id="{1A481190-1482-7661-0DEF-3F26B2C271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5">
                <a:extLst>
                  <a:ext uri="{FF2B5EF4-FFF2-40B4-BE49-F238E27FC236}">
                    <a16:creationId xmlns:a16="http://schemas.microsoft.com/office/drawing/2014/main" id="{4F993F4B-50BB-6189-C1FF-B7DA8569DA4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6">
                <a:extLst>
                  <a:ext uri="{FF2B5EF4-FFF2-40B4-BE49-F238E27FC236}">
                    <a16:creationId xmlns:a16="http://schemas.microsoft.com/office/drawing/2014/main" id="{10F9046F-1DCD-7514-1672-62798186F1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7">
                <a:extLst>
                  <a:ext uri="{FF2B5EF4-FFF2-40B4-BE49-F238E27FC236}">
                    <a16:creationId xmlns:a16="http://schemas.microsoft.com/office/drawing/2014/main" id="{6CE0977D-3D89-3E6A-450D-E7D4A69FC21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8">
                <a:extLst>
                  <a:ext uri="{FF2B5EF4-FFF2-40B4-BE49-F238E27FC236}">
                    <a16:creationId xmlns:a16="http://schemas.microsoft.com/office/drawing/2014/main" id="{3EAFC586-7768-A5DE-0377-EDBAB1E13EE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22" name="Graphic 8">
              <a:extLst>
                <a:ext uri="{FF2B5EF4-FFF2-40B4-BE49-F238E27FC236}">
                  <a16:creationId xmlns:a16="http://schemas.microsoft.com/office/drawing/2014/main" id="{D842B4DD-F1FB-EC35-383A-1F53319B094E}"/>
                </a:ext>
              </a:extLst>
            </p:cNvPr>
            <p:cNvGrpSpPr/>
            <p:nvPr/>
          </p:nvGrpSpPr>
          <p:grpSpPr>
            <a:xfrm>
              <a:off x="265625" y="6323271"/>
              <a:ext cx="1249223" cy="190348"/>
              <a:chOff x="265625" y="6323271"/>
              <a:chExt cx="1249223" cy="190348"/>
            </a:xfrm>
            <a:grpFill/>
          </p:grpSpPr>
          <p:sp>
            <p:nvSpPr>
              <p:cNvPr id="23" name="Freeform 60">
                <a:extLst>
                  <a:ext uri="{FF2B5EF4-FFF2-40B4-BE49-F238E27FC236}">
                    <a16:creationId xmlns:a16="http://schemas.microsoft.com/office/drawing/2014/main" id="{BFA6694F-C1C2-7D3E-CB1D-C91AE343F37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24" name="Freeform 61">
                <a:extLst>
                  <a:ext uri="{FF2B5EF4-FFF2-40B4-BE49-F238E27FC236}">
                    <a16:creationId xmlns:a16="http://schemas.microsoft.com/office/drawing/2014/main" id="{A6D92E3F-3118-57BB-C0B4-66DCA0299E8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2">
                <a:extLst>
                  <a:ext uri="{FF2B5EF4-FFF2-40B4-BE49-F238E27FC236}">
                    <a16:creationId xmlns:a16="http://schemas.microsoft.com/office/drawing/2014/main" id="{5A01F2AD-EA45-EB64-56BC-05C1C6993AA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3">
                <a:extLst>
                  <a:ext uri="{FF2B5EF4-FFF2-40B4-BE49-F238E27FC236}">
                    <a16:creationId xmlns:a16="http://schemas.microsoft.com/office/drawing/2014/main" id="{E88E6DB9-04BF-52E9-243F-9C0129D0D9E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7" name="Freeform 64">
                <a:extLst>
                  <a:ext uri="{FF2B5EF4-FFF2-40B4-BE49-F238E27FC236}">
                    <a16:creationId xmlns:a16="http://schemas.microsoft.com/office/drawing/2014/main" id="{269D09DD-6D49-9D68-0318-D45B96F85F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65">
                <a:extLst>
                  <a:ext uri="{FF2B5EF4-FFF2-40B4-BE49-F238E27FC236}">
                    <a16:creationId xmlns:a16="http://schemas.microsoft.com/office/drawing/2014/main" id="{14ED6E64-9503-EAFF-07F3-B2BEB464C49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66">
                <a:extLst>
                  <a:ext uri="{FF2B5EF4-FFF2-40B4-BE49-F238E27FC236}">
                    <a16:creationId xmlns:a16="http://schemas.microsoft.com/office/drawing/2014/main" id="{57E06DF9-22C9-B636-2D5D-1FE4635EF8A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pic>
        <p:nvPicPr>
          <p:cNvPr id="31" name="Picture 30" descr="Looking up view of a tall building with glass windows&#10;&#10;Description automatically generated">
            <a:extLst>
              <a:ext uri="{FF2B5EF4-FFF2-40B4-BE49-F238E27FC236}">
                <a16:creationId xmlns:a16="http://schemas.microsoft.com/office/drawing/2014/main" id="{B58239E3-9C93-6272-ED1E-D9695DC94E85}"/>
              </a:ext>
            </a:extLst>
          </p:cNvPr>
          <p:cNvPicPr>
            <a:picLocks noChangeAspect="1"/>
          </p:cNvPicPr>
          <p:nvPr userDrawn="1"/>
        </p:nvPicPr>
        <p:blipFill rotWithShape="1">
          <a:blip r:embed="rId2">
            <a:alphaModFix/>
          </a:blip>
          <a:srcRect l="161" t="1221" r="1066" b="309"/>
          <a:stretch/>
        </p:blipFill>
        <p:spPr>
          <a:xfrm>
            <a:off x="1829993" y="0"/>
            <a:ext cx="10358832" cy="6858000"/>
          </a:xfrm>
          <a:prstGeom prst="rect">
            <a:avLst/>
          </a:prstGeom>
        </p:spPr>
      </p:pic>
      <p:pic>
        <p:nvPicPr>
          <p:cNvPr id="32" name="Graphic 2">
            <a:extLst>
              <a:ext uri="{FF2B5EF4-FFF2-40B4-BE49-F238E27FC236}">
                <a16:creationId xmlns:a16="http://schemas.microsoft.com/office/drawing/2014/main" id="{26674980-3D29-D390-CCF3-4BAE501BFC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1904689" cy="6858000"/>
          </a:xfrm>
          <a:prstGeom prst="rect">
            <a:avLst/>
          </a:prstGeom>
        </p:spPr>
      </p:pic>
      <p:sp>
        <p:nvSpPr>
          <p:cNvPr id="33"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a:solidFill>
                <a:schemeClr val="bg1"/>
              </a:solidFill>
            </a:endParaRPr>
          </a:p>
        </p:txBody>
      </p:sp>
      <p:sp>
        <p:nvSpPr>
          <p:cNvPr id="34" name="Freeform: Shape 15">
            <a:extLst>
              <a:ext uri="{FF2B5EF4-FFF2-40B4-BE49-F238E27FC236}">
                <a16:creationId xmlns:a16="http://schemas.microsoft.com/office/drawing/2014/main" id="{49B903B5-7F2F-E66E-598F-E60B2A8F00A5}"/>
              </a:ext>
            </a:extLst>
          </p:cNvPr>
          <p:cNvSpPr/>
          <p:nvPr userDrawn="1"/>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1"/>
              </a:gs>
            </a:gsLst>
            <a:lin ang="0" scaled="1"/>
          </a:gradFill>
          <a:ln w="0" cap="flat">
            <a:noFill/>
            <a:prstDash val="solid"/>
            <a:miter/>
          </a:ln>
        </p:spPr>
        <p:txBody>
          <a:bodyPr rtlCol="0" anchor="ctr"/>
          <a:lstStyle/>
          <a:p>
            <a:endParaRPr lang="en-US"/>
          </a:p>
        </p:txBody>
      </p:sp>
      <p:grpSp>
        <p:nvGrpSpPr>
          <p:cNvPr id="37" name="Graphic 8">
            <a:extLst>
              <a:ext uri="{FF2B5EF4-FFF2-40B4-BE49-F238E27FC236}">
                <a16:creationId xmlns:a16="http://schemas.microsoft.com/office/drawing/2014/main" id="{B313AB46-F6F1-7548-233A-70080E090ABE}"/>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16B66651-CA05-C7CB-6AE6-5BBB5AB3905A}"/>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DE447064-204F-4225-B4B6-D91E27CBAD6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BC71CF05-E965-6FEA-1892-5ADD408578B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2B0E1D31-FDF5-DCF3-829D-706DAAB219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2">
                <a:extLst>
                  <a:ext uri="{FF2B5EF4-FFF2-40B4-BE49-F238E27FC236}">
                    <a16:creationId xmlns:a16="http://schemas.microsoft.com/office/drawing/2014/main" id="{CD1DB4F1-5803-C754-D908-25AB6C2EC97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60" name="Freeform 53">
                <a:extLst>
                  <a:ext uri="{FF2B5EF4-FFF2-40B4-BE49-F238E27FC236}">
                    <a16:creationId xmlns:a16="http://schemas.microsoft.com/office/drawing/2014/main" id="{84B26A25-3662-F756-7FAE-65E5273F2EE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1" name="Freeform 54">
                <a:extLst>
                  <a:ext uri="{FF2B5EF4-FFF2-40B4-BE49-F238E27FC236}">
                    <a16:creationId xmlns:a16="http://schemas.microsoft.com/office/drawing/2014/main" id="{1A481190-1482-7661-0DEF-3F26B2C271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55">
                <a:extLst>
                  <a:ext uri="{FF2B5EF4-FFF2-40B4-BE49-F238E27FC236}">
                    <a16:creationId xmlns:a16="http://schemas.microsoft.com/office/drawing/2014/main" id="{4F993F4B-50BB-6189-C1FF-B7DA8569DA4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56">
                <a:extLst>
                  <a:ext uri="{FF2B5EF4-FFF2-40B4-BE49-F238E27FC236}">
                    <a16:creationId xmlns:a16="http://schemas.microsoft.com/office/drawing/2014/main" id="{10F9046F-1DCD-7514-1672-62798186F1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4" name="Freeform 57">
                <a:extLst>
                  <a:ext uri="{FF2B5EF4-FFF2-40B4-BE49-F238E27FC236}">
                    <a16:creationId xmlns:a16="http://schemas.microsoft.com/office/drawing/2014/main" id="{6CE0977D-3D89-3E6A-450D-E7D4A69FC21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5" name="Freeform 58">
                <a:extLst>
                  <a:ext uri="{FF2B5EF4-FFF2-40B4-BE49-F238E27FC236}">
                    <a16:creationId xmlns:a16="http://schemas.microsoft.com/office/drawing/2014/main" id="{3EAFC586-7768-A5DE-0377-EDBAB1E13EE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D842B4DD-F1FB-EC35-383A-1F53319B094E}"/>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BFA6694F-C1C2-7D3E-CB1D-C91AE343F37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A6D92E3F-3118-57BB-C0B4-66DCA0299E8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5A01F2AD-EA45-EB64-56BC-05C1C6993AA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E88E6DB9-04BF-52E9-243F-9C0129D0D9E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269D09DD-6D49-9D68-0318-D45B96F85F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14ED6E64-9503-EAFF-07F3-B2BEB464C49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57E06DF9-22C9-B636-2D5D-1FE4635EF8A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CFD3FFDA-55E7-C453-30A5-BFF418716CB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2939421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tx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dirty="0">
              <a:solidFill>
                <a:schemeClr val="tx1"/>
              </a:solidFill>
            </a:endParaRPr>
          </a:p>
        </p:txBody>
      </p:sp>
    </p:spTree>
    <p:extLst>
      <p:ext uri="{BB962C8B-B14F-4D97-AF65-F5344CB8AC3E}">
        <p14:creationId xmlns:p14="http://schemas.microsoft.com/office/powerpoint/2010/main" val="180394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tx1"/>
                </a:solidFill>
              </a:defRPr>
            </a:lvl1pPr>
          </a:lstStyle>
          <a:p>
            <a:r>
              <a:rPr lang="en-US" dirty="0"/>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348002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tx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defRPr>
                <a:solidFill>
                  <a:schemeClr val="tx1"/>
                </a:solidFill>
              </a:defRPr>
            </a:lvl2pPr>
            <a:lvl3pPr>
              <a:spcBef>
                <a:spcPts val="0"/>
              </a:spcBef>
              <a:defRPr>
                <a:solidFill>
                  <a:schemeClr val="tx1"/>
                </a:solidFill>
              </a:defRPr>
            </a:lvl3pPr>
            <a:lvl4pPr>
              <a:spcBef>
                <a:spcPts val="0"/>
              </a:spcBef>
              <a:defRPr>
                <a:solidFill>
                  <a:schemeClr val="tx1"/>
                </a:solidFill>
              </a:defRPr>
            </a:lvl4pPr>
            <a:lvl5pPr>
              <a:spcBef>
                <a:spcPts val="0"/>
              </a:spcBef>
              <a:defRPr>
                <a:solidFill>
                  <a:schemeClr val="tx1"/>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79228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dirty="0"/>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267030"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75083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chemeClr val="bg1">
              <a:alpha val="20000"/>
            </a:schemeClr>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0" y="1600201"/>
            <a:ext cx="5893593" cy="4572000"/>
          </a:xfrm>
          <a:noFill/>
        </p:spPr>
        <p:txBody>
          <a:bodyPr vert="horz" lIns="640080" tIns="457200" rIns="457200" bIns="457200" rtlCol="0">
            <a:noAutofit/>
          </a:bodyPr>
          <a:lstStyle>
            <a:lvl1pPr>
              <a:spcBef>
                <a:spcPts val="1200"/>
              </a:spcBef>
              <a:buClr>
                <a:schemeClr val="tx1"/>
              </a:buClr>
              <a:defRPr lang="en-US" sz="1800" dirty="0">
                <a:solidFill>
                  <a:schemeClr val="tx1"/>
                </a:solidFill>
              </a:defRPr>
            </a:lvl1pPr>
            <a:lvl2pPr>
              <a:buClr>
                <a:schemeClr val="tx1"/>
              </a:buClr>
              <a:defRPr lang="en-US" sz="1600" dirty="0">
                <a:solidFill>
                  <a:schemeClr val="tx1"/>
                </a:solidFill>
              </a:defRPr>
            </a:lvl2pPr>
            <a:lvl3pPr>
              <a:buClr>
                <a:schemeClr val="tx1"/>
              </a:buClr>
              <a:defRPr lang="en-US" sz="1400" dirty="0">
                <a:solidFill>
                  <a:schemeClr val="tx1"/>
                </a:solidFill>
              </a:defRPr>
            </a:lvl3pPr>
            <a:lvl4pPr>
              <a:buClr>
                <a:schemeClr val="tx1"/>
              </a:buClr>
              <a:defRPr lang="en-US" sz="1200" dirty="0">
                <a:solidFill>
                  <a:schemeClr val="tx1"/>
                </a:solidFill>
              </a:defRPr>
            </a:lvl4pPr>
            <a:lvl5pPr>
              <a:buClr>
                <a:schemeClr val="tx1"/>
              </a:buClr>
              <a:defRPr lang="en-US" sz="1200" dirty="0">
                <a:solidFill>
                  <a:schemeClr val="tx1"/>
                </a:solidFill>
              </a:defRPr>
            </a:lvl5pPr>
            <a:lvl6pPr>
              <a:buClrTx/>
              <a:defRPr sz="1400">
                <a:solidFill>
                  <a:schemeClr val="tx1"/>
                </a:solidFill>
              </a:defRPr>
            </a:lvl6pPr>
            <a:lvl7pPr>
              <a:buClrTx/>
              <a:defRPr sz="1400">
                <a:solidFill>
                  <a:schemeClr val="tx1"/>
                </a:solidFill>
              </a:defRPr>
            </a:lvl7pPr>
            <a:lvl8pPr>
              <a:buClr>
                <a:schemeClr val="tx1"/>
              </a:buClr>
              <a:defRPr sz="1400">
                <a:solidFill>
                  <a:schemeClr val="tx1"/>
                </a:solidFill>
              </a:defRPr>
            </a:lvl8pPr>
            <a:lvl9pPr>
              <a:buClr>
                <a:schemeClr val="tx1"/>
              </a:buClr>
              <a:defRPr sz="1400">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04890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Content Placeholder 17">
            <a:extLst>
              <a:ext uri="{FF2B5EF4-FFF2-40B4-BE49-F238E27FC236}">
                <a16:creationId xmlns:a16="http://schemas.microsoft.com/office/drawing/2014/main" id="{E4143250-D1B5-E54B-9FA1-AB95D634DBC6}"/>
              </a:ext>
            </a:extLst>
          </p:cNvPr>
          <p:cNvSpPr>
            <a:spLocks noGrp="1"/>
          </p:cNvSpPr>
          <p:nvPr>
            <p:ph sz="quarter" idx="16" hasCustomPrompt="1"/>
          </p:nvPr>
        </p:nvSpPr>
        <p:spPr bwMode="ltGray">
          <a:xfrm>
            <a:off x="0" y="1600201"/>
            <a:ext cx="5865445" cy="4572000"/>
          </a:xfrm>
          <a:solidFill>
            <a:schemeClr val="bg1">
              <a:alpha val="20000"/>
            </a:schemeClr>
          </a:solidFill>
        </p:spPr>
        <p:txBody>
          <a:bodyPr vert="horz" lIns="64008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6323382" y="1600201"/>
            <a:ext cx="5865444" cy="4572000"/>
          </a:xfrm>
          <a:noFill/>
        </p:spPr>
        <p:txBody>
          <a:bodyPr vert="horz" lIns="457200" tIns="457200" rIns="457200" bIns="457200" rtlCol="0">
            <a:noAutofit/>
          </a:bodyPr>
          <a:lstStyle>
            <a:lvl1pPr>
              <a:spcBef>
                <a:spcPts val="1200"/>
              </a:spcBef>
              <a:defRPr lang="en-US" sz="1800" dirty="0">
                <a:solidFill>
                  <a:schemeClr val="tx1"/>
                </a:solidFill>
              </a:defRPr>
            </a:lvl1pPr>
            <a:lvl2pPr>
              <a:buClr>
                <a:schemeClr val="tx1"/>
              </a:buClr>
              <a:defRPr lang="en-US" sz="1600" dirty="0">
                <a:solidFill>
                  <a:schemeClr val="tx1"/>
                </a:solidFill>
              </a:defRPr>
            </a:lvl2pPr>
            <a:lvl3pPr>
              <a:buClr>
                <a:schemeClr val="tx1"/>
              </a:buClr>
              <a:defRPr lang="en-US" sz="1400" dirty="0">
                <a:solidFill>
                  <a:schemeClr val="tx1"/>
                </a:solidFill>
              </a:defRPr>
            </a:lvl3pPr>
            <a:lvl4pPr>
              <a:buClr>
                <a:schemeClr val="tx1"/>
              </a:buClr>
              <a:defRPr lang="en-US" sz="1200" dirty="0">
                <a:solidFill>
                  <a:schemeClr val="tx1"/>
                </a:solidFill>
              </a:defRPr>
            </a:lvl4pPr>
            <a:lvl5pPr>
              <a:buClr>
                <a:schemeClr val="tx1"/>
              </a:buClr>
              <a:defRPr lang="en-US" sz="1200" dirty="0">
                <a:solidFill>
                  <a:schemeClr val="tx1"/>
                </a:solidFill>
              </a:defRPr>
            </a:lvl5pPr>
            <a:lvl6pPr>
              <a:buClrTx/>
              <a:defRPr sz="1400">
                <a:solidFill>
                  <a:schemeClr val="tx1"/>
                </a:solidFill>
              </a:defRPr>
            </a:lvl6pPr>
            <a:lvl7pPr>
              <a:buClrTx/>
              <a:defRPr sz="1400">
                <a:solidFill>
                  <a:schemeClr val="tx1"/>
                </a:solidFill>
              </a:defRPr>
            </a:lvl7pPr>
            <a:lvl8pPr>
              <a:buClrTx/>
              <a:defRPr sz="1400">
                <a:solidFill>
                  <a:schemeClr val="tx1"/>
                </a:solidFill>
              </a:defRPr>
            </a:lvl8pPr>
            <a:lvl9pPr>
              <a:buClrTx/>
              <a:defRPr sz="1400">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61620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tx1"/>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38974" cy="875370"/>
          </a:xfrm>
          <a:noFill/>
        </p:spPr>
        <p:txBody>
          <a:bodyPr vert="horz" lIns="0" tIns="91440" rIns="457200" bIns="91440" rtlCol="0" anchor="b">
            <a:noAutofit/>
          </a:bodyPr>
          <a:lstStyle>
            <a:lvl1pPr>
              <a:defRPr lang="en-US" dirty="0">
                <a:solidFill>
                  <a:schemeClr val="accent3"/>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38974"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79808" y="2621020"/>
            <a:ext cx="5267273"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70043" y="1600202"/>
            <a:ext cx="523897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65191" y="2484176"/>
            <a:ext cx="523897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69460" y="2621021"/>
            <a:ext cx="523897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38974"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65191" y="2484176"/>
            <a:ext cx="523897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201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tx1"/>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3"/>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11744"/>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0" name="Text Placeholder 15">
            <a:extLst>
              <a:ext uri="{FF2B5EF4-FFF2-40B4-BE49-F238E27FC236}">
                <a16:creationId xmlns:a16="http://schemas.microsoft.com/office/drawing/2014/main" id="{088F3A7B-ECB7-0E49-B754-464BE3E44868}"/>
              </a:ext>
            </a:extLst>
          </p:cNvPr>
          <p:cNvSpPr>
            <a:spLocks noGrp="1"/>
          </p:cNvSpPr>
          <p:nvPr>
            <p:ph type="body" sz="quarter" idx="27" hasCustomPrompt="1"/>
          </p:nvPr>
        </p:nvSpPr>
        <p:spPr>
          <a:xfrm>
            <a:off x="592866" y="2546329"/>
            <a:ext cx="3593592" cy="3627773"/>
          </a:xfrm>
          <a:noFill/>
          <a:ln>
            <a:noFill/>
          </a:ln>
        </p:spPr>
        <p:txBody>
          <a:bodyPr lIns="0" tIns="182880" rIns="182880" bIns="182880"/>
          <a:lstStyle>
            <a:lvl1pPr>
              <a:defRPr sz="1600">
                <a:solidFill>
                  <a:schemeClr val="tx1"/>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300806" y="1600200"/>
            <a:ext cx="3593592" cy="914400"/>
          </a:xfrm>
          <a:noFill/>
        </p:spPr>
        <p:txBody>
          <a:bodyPr lIns="0" tIns="91440" rIns="182880" bIns="91440" anchor="b"/>
          <a:lstStyle>
            <a:lvl1pPr>
              <a:defRPr sz="1800">
                <a:solidFill>
                  <a:schemeClr val="accent4"/>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8" name="Rectangle 27">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p:nvSpPr>
        <p:spPr>
          <a:xfrm>
            <a:off x="4300806" y="2511744"/>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 name="Text Placeholder 13">
            <a:extLst>
              <a:ext uri="{FF2B5EF4-FFF2-40B4-BE49-F238E27FC236}">
                <a16:creationId xmlns:a16="http://schemas.microsoft.com/office/drawing/2014/main" id="{44EE5778-B7AD-374C-B107-63971E570839}"/>
              </a:ext>
            </a:extLst>
          </p:cNvPr>
          <p:cNvSpPr>
            <a:spLocks noGrp="1"/>
          </p:cNvSpPr>
          <p:nvPr>
            <p:ph type="body" sz="quarter" idx="25" hasCustomPrompt="1"/>
          </p:nvPr>
        </p:nvSpPr>
        <p:spPr>
          <a:xfrm>
            <a:off x="4300806" y="2546329"/>
            <a:ext cx="3593592" cy="3627773"/>
          </a:xfrm>
          <a:noFill/>
          <a:ln>
            <a:noFill/>
          </a:ln>
        </p:spPr>
        <p:txBody>
          <a:bodyPr lIns="0" tIns="182880" rIns="182880" bIns="182880"/>
          <a:lstStyle>
            <a:lvl1pPr>
              <a:defRPr sz="1600">
                <a:solidFill>
                  <a:schemeClr val="tx1"/>
                </a:solidFill>
              </a:defRPr>
            </a:lvl1pPr>
          </a:lstStyle>
          <a:p>
            <a:r>
              <a:rPr lang="en-US"/>
              <a:t>Click to add text</a:t>
            </a:r>
          </a:p>
          <a:p>
            <a:r>
              <a:rPr lang="en-US"/>
              <a:t>Click to add text</a:t>
            </a:r>
          </a:p>
          <a:p>
            <a:r>
              <a:rPr lang="en-US"/>
              <a:t>Click to add text</a:t>
            </a:r>
          </a:p>
          <a:p>
            <a:r>
              <a:rPr lang="en-US"/>
              <a:t>Click to add text</a:t>
            </a:r>
          </a:p>
          <a:p>
            <a:endParaRPr lang="en-US"/>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8746" y="1600200"/>
            <a:ext cx="3593592" cy="914400"/>
          </a:xfrm>
          <a:noFill/>
        </p:spPr>
        <p:txBody>
          <a:bodyPr lIns="0" tIns="91440" rIns="182880" bIns="91440" anchor="b"/>
          <a:lstStyle>
            <a:lvl1pPr>
              <a:defRPr sz="1800">
                <a:solidFill>
                  <a:schemeClr val="accent6"/>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8746" y="2509480"/>
            <a:ext cx="3593592" cy="5024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2" name="Text Placeholder 12">
            <a:extLst>
              <a:ext uri="{FF2B5EF4-FFF2-40B4-BE49-F238E27FC236}">
                <a16:creationId xmlns:a16="http://schemas.microsoft.com/office/drawing/2014/main" id="{7C6F38D2-AD30-AE4E-B0AD-4BAFB463F8B5}"/>
              </a:ext>
            </a:extLst>
          </p:cNvPr>
          <p:cNvSpPr>
            <a:spLocks noGrp="1"/>
          </p:cNvSpPr>
          <p:nvPr>
            <p:ph type="body" sz="quarter" idx="24" hasCustomPrompt="1"/>
          </p:nvPr>
        </p:nvSpPr>
        <p:spPr>
          <a:xfrm>
            <a:off x="8008746" y="2546329"/>
            <a:ext cx="3593592" cy="3627773"/>
          </a:xfrm>
          <a:noFill/>
          <a:ln>
            <a:noFill/>
          </a:ln>
        </p:spPr>
        <p:txBody>
          <a:bodyPr lIns="0" tIns="182880" rIns="182880" bIns="182880"/>
          <a:lstStyle>
            <a:lvl1pPr>
              <a:defRPr sz="1600">
                <a:solidFill>
                  <a:schemeClr val="tx1"/>
                </a:solidFill>
              </a:defRPr>
            </a:lvl1pPr>
          </a:lstStyle>
          <a:p>
            <a:r>
              <a:rPr lang="en-US"/>
              <a:t>Click to add text</a:t>
            </a:r>
          </a:p>
          <a:p>
            <a:r>
              <a:rPr lang="en-US"/>
              <a:t>Click to add text</a:t>
            </a:r>
          </a:p>
          <a:p>
            <a:r>
              <a:rPr lang="en-US"/>
              <a:t>Click to add text</a:t>
            </a:r>
          </a:p>
          <a:p>
            <a:r>
              <a:rPr lang="en-US"/>
              <a:t>Click to add text</a:t>
            </a:r>
          </a:p>
          <a:p>
            <a:endParaRPr lang="en-US"/>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11744"/>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6" name="Rectangle 15">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userDrawn="1"/>
        </p:nvSpPr>
        <p:spPr>
          <a:xfrm>
            <a:off x="4300806" y="2511744"/>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7" name="Rectangle 16">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8746" y="2509480"/>
            <a:ext cx="3593592" cy="5024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496317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tx1"/>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89925"/>
            <a:ext cx="2894012"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44789"/>
            <a:ext cx="2894013" cy="4527410"/>
          </a:xfrm>
          <a:solidFill>
            <a:schemeClr val="bg1">
              <a:alpha val="20000"/>
            </a:schemeClr>
          </a:solidFill>
        </p:spPr>
        <p:txBody>
          <a:bodyPr vert="horz" lIns="457200" tIns="457200" rIns="457200" bIns="457200" rtlCol="0">
            <a:noAutofit/>
          </a:bodyPr>
          <a:lstStyle>
            <a:lvl1pPr>
              <a:defRPr lang="en-US" sz="1800" dirty="0">
                <a:solidFill>
                  <a:schemeClr val="tx1"/>
                </a:solidFill>
              </a:defRPr>
            </a:lvl1pPr>
            <a:lvl2pPr>
              <a:defRPr lang="en-US" sz="1600" dirty="0" smtClean="0">
                <a:solidFill>
                  <a:schemeClr val="tx1"/>
                </a:solidFill>
              </a:defRPr>
            </a:lvl2pPr>
            <a:lvl3pPr>
              <a:defRPr lang="en-US" sz="1400" dirty="0" smtClean="0">
                <a:solidFill>
                  <a:schemeClr val="tx1"/>
                </a:solidFill>
              </a:defRPr>
            </a:lvl3pPr>
            <a:lvl4pPr>
              <a:defRPr lang="en-US" sz="1200" dirty="0" smtClean="0">
                <a:solidFill>
                  <a:schemeClr val="tx1"/>
                </a:solidFill>
              </a:defRPr>
            </a:lvl4pPr>
            <a:lvl5pPr>
              <a:defRPr lang="en-US" sz="1200" dirty="0">
                <a:solidFill>
                  <a:schemeClr val="tx1"/>
                </a:solidFill>
              </a:defRPr>
            </a:lvl5pPr>
          </a:lstStyle>
          <a:p>
            <a:pPr lvl="0">
              <a:spcBef>
                <a:spcPts val="1200"/>
              </a:spcBef>
            </a:pPr>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0200"/>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89925"/>
            <a:ext cx="2894012"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54108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tx1"/>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 name="Content Placeholder 7">
            <a:extLst>
              <a:ext uri="{FF2B5EF4-FFF2-40B4-BE49-F238E27FC236}">
                <a16:creationId xmlns:a16="http://schemas.microsoft.com/office/drawing/2014/main" id="{7460DEEA-0331-45ED-8943-6F9E74884092}"/>
              </a:ext>
            </a:extLst>
          </p:cNvPr>
          <p:cNvSpPr>
            <a:spLocks noGrp="1"/>
          </p:cNvSpPr>
          <p:nvPr>
            <p:ph sz="quarter" idx="19" hasCustomPrompt="1"/>
          </p:nvPr>
        </p:nvSpPr>
        <p:spPr>
          <a:xfrm>
            <a:off x="608013" y="1600200"/>
            <a:ext cx="8229600" cy="4572000"/>
          </a:xfrm>
        </p:spPr>
        <p:txBody>
          <a:bodyPr tIns="4572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Rectangle 6">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p:nvSpPr>
        <p:spPr>
          <a:xfrm flipV="1">
            <a:off x="9285149" y="1589924"/>
            <a:ext cx="2903676" cy="6090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5" name="Text Placeholder 4">
            <a:extLst>
              <a:ext uri="{FF2B5EF4-FFF2-40B4-BE49-F238E27FC236}">
                <a16:creationId xmlns:a16="http://schemas.microsoft.com/office/drawing/2014/main" id="{8197ED16-D162-4BF7-B635-2F70E10855A0}"/>
              </a:ext>
            </a:extLst>
          </p:cNvPr>
          <p:cNvSpPr>
            <a:spLocks noGrp="1"/>
          </p:cNvSpPr>
          <p:nvPr>
            <p:ph type="body" sz="quarter" idx="20" hasCustomPrompt="1"/>
          </p:nvPr>
        </p:nvSpPr>
        <p:spPr>
          <a:xfrm>
            <a:off x="9326880" y="1644788"/>
            <a:ext cx="2894012" cy="4527411"/>
          </a:xfrm>
          <a:solidFill>
            <a:schemeClr val="bg1">
              <a:alpha val="20000"/>
            </a:schemeClr>
          </a:solidFill>
        </p:spPr>
        <p:txBody>
          <a:bodyPr vert="horz" lIns="274320" tIns="457200" rIns="457200" bIns="457200" rtlCol="0">
            <a:noAutofit/>
          </a:bodyPr>
          <a:lstStyle>
            <a:lvl1pPr>
              <a:spcAft>
                <a:spcPts val="1200"/>
              </a:spcAft>
              <a:defRPr lang="en-US" sz="1800" dirty="0">
                <a:solidFill>
                  <a:schemeClr val="tx1"/>
                </a:solidFill>
              </a:defRPr>
            </a:lvl1pPr>
            <a:lvl2pPr>
              <a:spcAft>
                <a:spcPts val="1200"/>
              </a:spcAft>
              <a:defRPr lang="en-US" sz="1600" dirty="0">
                <a:solidFill>
                  <a:schemeClr val="tx1"/>
                </a:solidFill>
              </a:defRPr>
            </a:lvl2pPr>
            <a:lvl3pPr>
              <a:spcAft>
                <a:spcPts val="1200"/>
              </a:spcAft>
              <a:defRPr lang="en-US" sz="1400" dirty="0">
                <a:solidFill>
                  <a:schemeClr val="tx1"/>
                </a:solidFill>
              </a:defRPr>
            </a:lvl3pPr>
            <a:lvl4pPr>
              <a:spcAft>
                <a:spcPts val="1200"/>
              </a:spcAft>
              <a:defRPr lang="en-US" sz="1200" dirty="0">
                <a:solidFill>
                  <a:schemeClr val="tx1"/>
                </a:solidFill>
              </a:defRPr>
            </a:lvl4pPr>
            <a:lvl5pPr>
              <a:spcAft>
                <a:spcPts val="1200"/>
              </a:spcAft>
              <a:defRPr lang="en-US" sz="1200" dirty="0">
                <a:solidFill>
                  <a:schemeClr val="tx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0" name="Rectangle 9">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userDrawn="1"/>
        </p:nvSpPr>
        <p:spPr>
          <a:xfrm flipV="1">
            <a:off x="9285149" y="1589924"/>
            <a:ext cx="2903676" cy="6090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11"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673847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tx1"/>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 name="Content Placeholder 17">
            <a:extLst>
              <a:ext uri="{FF2B5EF4-FFF2-40B4-BE49-F238E27FC236}">
                <a16:creationId xmlns:a16="http://schemas.microsoft.com/office/drawing/2014/main" id="{73A8AFF7-683B-9045-8B6E-5867DABAE588}"/>
              </a:ext>
            </a:extLst>
          </p:cNvPr>
          <p:cNvSpPr>
            <a:spLocks noGrp="1"/>
          </p:cNvSpPr>
          <p:nvPr>
            <p:ph sz="quarter" idx="14" hasCustomPrompt="1"/>
          </p:nvPr>
        </p:nvSpPr>
        <p:spPr bwMode="ltGray">
          <a:xfrm>
            <a:off x="595424" y="1600201"/>
            <a:ext cx="7410892" cy="4572000"/>
          </a:xfrm>
          <a:noFill/>
        </p:spPr>
        <p:txBody>
          <a:bodyPr vert="horz" lIns="457200" tIns="457200" rIns="457200" bIns="457200" rtlCol="0">
            <a:noAutofit/>
          </a:bodyPr>
          <a:lstStyle>
            <a:lvl1pPr algn="ctr">
              <a:spcBef>
                <a:spcPts val="1200"/>
              </a:spcBef>
              <a:defRPr lang="en-US" sz="12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add a graphic. Note intended for text. </a:t>
            </a:r>
            <a:br>
              <a:rPr lang="en-US"/>
            </a:br>
            <a:r>
              <a:rPr lang="en-US"/>
              <a:t>Please use 2 content dynamic layout for text layouts</a:t>
            </a: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a:noFill/>
        </p:spPr>
        <p:txBody>
          <a:bodyPr tIns="457200" rIns="594360" bIns="457200"/>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vl6pPr>
              <a:defRPr sz="1100">
                <a:solidFill>
                  <a:schemeClr val="tx1"/>
                </a:solidFill>
              </a:defRPr>
            </a:lvl6pPr>
            <a:lvl7pPr>
              <a:defRPr sz="1100">
                <a:solidFill>
                  <a:schemeClr val="tx1"/>
                </a:solidFill>
              </a:defRPr>
            </a:lvl7pPr>
            <a:lvl8pPr>
              <a:defRPr sz="1100">
                <a:solidFill>
                  <a:schemeClr val="tx1"/>
                </a:solidFill>
              </a:defRPr>
            </a:lvl8pPr>
            <a:lvl9pPr>
              <a:defRPr sz="110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2" name="Rectangle 11">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Tree>
    <p:extLst>
      <p:ext uri="{BB962C8B-B14F-4D97-AF65-F5344CB8AC3E}">
        <p14:creationId xmlns:p14="http://schemas.microsoft.com/office/powerpoint/2010/main" val="2964455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tx1"/>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Content Placeholder 17">
            <a:extLst>
              <a:ext uri="{FF2B5EF4-FFF2-40B4-BE49-F238E27FC236}">
                <a16:creationId xmlns:a16="http://schemas.microsoft.com/office/drawing/2014/main" id="{DAEEA46F-682F-5A4F-8E4D-B4CA754E0724}"/>
              </a:ext>
            </a:extLst>
          </p:cNvPr>
          <p:cNvSpPr>
            <a:spLocks noGrp="1"/>
          </p:cNvSpPr>
          <p:nvPr>
            <p:ph sz="quarter" idx="14" hasCustomPrompt="1"/>
          </p:nvPr>
        </p:nvSpPr>
        <p:spPr bwMode="ltGray">
          <a:xfrm>
            <a:off x="595424" y="1600201"/>
            <a:ext cx="7410892" cy="4572000"/>
          </a:xfrm>
          <a:noFill/>
        </p:spPr>
        <p:txBody>
          <a:bodyPr vert="horz" lIns="457200" tIns="457200" rIns="457200" bIns="457200" rtlCol="0">
            <a:noAutofit/>
          </a:bodyPr>
          <a:lstStyle>
            <a:lvl1pPr marL="171450" indent="-171450" algn="ctr">
              <a:spcBef>
                <a:spcPts val="1200"/>
              </a:spcBef>
              <a:defRPr lang="en-US" sz="1200" kern="1200" dirty="0">
                <a:solidFill>
                  <a:schemeClr val="tx1"/>
                </a:solidFill>
                <a:latin typeface="+mn-lt"/>
                <a:ea typeface="+mn-ea"/>
                <a:cs typeface="+mn-cs"/>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marL="0" marR="0" lvl="0" indent="0" algn="ctr" defTabSz="914400" rtl="0" eaLnBrk="1" fontAlgn="auto" latinLnBrk="0" hangingPunct="1">
              <a:lnSpc>
                <a:spcPct val="100000"/>
              </a:lnSpc>
              <a:spcBef>
                <a:spcPts val="1200"/>
              </a:spcBef>
              <a:spcAft>
                <a:spcPts val="0"/>
              </a:spcAft>
              <a:buClr>
                <a:schemeClr val="tx1">
                  <a:lumMod val="60000"/>
                  <a:lumOff val="40000"/>
                </a:schemeClr>
              </a:buClr>
              <a:buSzPct val="90000"/>
              <a:buFont typeface="Arial" panose="020B0604020202020204" pitchFamily="34" charset="0"/>
              <a:buChar char="​"/>
              <a:tabLst/>
              <a:defRPr/>
            </a:pPr>
            <a:r>
              <a:rPr lang="en-US"/>
              <a:t>Click to add a graphic. Note intended for text. </a:t>
            </a:r>
            <a:br>
              <a:rPr lang="en-US"/>
            </a:br>
            <a:r>
              <a:rPr lang="en-US"/>
              <a:t>Please use 2 content dynamic layout for text layouts</a:t>
            </a:r>
          </a:p>
          <a:p>
            <a:pPr marL="0" lvl="0" indent="0" algn="ctr"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endParaRPr lang="en-US"/>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2006600" cy="298450"/>
          </a:xfrm>
        </p:spPr>
        <p:txBody>
          <a:bodyPr anchor="b"/>
          <a:lstStyle>
            <a:lvl1pPr>
              <a:defRPr sz="1800">
                <a:solidFill>
                  <a:schemeClr val="accent3"/>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20066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6090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tx1"/>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 Placeholder 6">
            <a:extLst>
              <a:ext uri="{FF2B5EF4-FFF2-40B4-BE49-F238E27FC236}">
                <a16:creationId xmlns:a16="http://schemas.microsoft.com/office/drawing/2014/main" id="{40CB7868-5ADF-4E42-9BA5-758DD5ADEBC0}"/>
              </a:ext>
            </a:extLst>
          </p:cNvPr>
          <p:cNvSpPr>
            <a:spLocks noGrp="1"/>
          </p:cNvSpPr>
          <p:nvPr>
            <p:ph type="body" sz="quarter" idx="17" hasCustomPrompt="1"/>
          </p:nvPr>
        </p:nvSpPr>
        <p:spPr>
          <a:xfrm>
            <a:off x="613093" y="1564006"/>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ABOUT</a:t>
            </a:r>
          </a:p>
        </p:txBody>
      </p: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Text Placeholder 6">
            <a:extLst>
              <a:ext uri="{FF2B5EF4-FFF2-40B4-BE49-F238E27FC236}">
                <a16:creationId xmlns:a16="http://schemas.microsoft.com/office/drawing/2014/main" id="{5A3D06D5-FD3F-BA4E-8627-B3D253D001EB}"/>
              </a:ext>
            </a:extLst>
          </p:cNvPr>
          <p:cNvSpPr>
            <a:spLocks noGrp="1"/>
          </p:cNvSpPr>
          <p:nvPr>
            <p:ph type="body" sz="quarter" idx="39" hasCustomPrompt="1"/>
          </p:nvPr>
        </p:nvSpPr>
        <p:spPr>
          <a:xfrm>
            <a:off x="4418012" y="1564006"/>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SOLUTION</a:t>
            </a:r>
          </a:p>
        </p:txBody>
      </p: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 Placeholder 6">
            <a:extLst>
              <a:ext uri="{FF2B5EF4-FFF2-40B4-BE49-F238E27FC236}">
                <a16:creationId xmlns:a16="http://schemas.microsoft.com/office/drawing/2014/main" id="{68B03587-93C7-A44F-A27D-84877C6A912A}"/>
              </a:ext>
            </a:extLst>
          </p:cNvPr>
          <p:cNvSpPr>
            <a:spLocks noGrp="1"/>
          </p:cNvSpPr>
          <p:nvPr>
            <p:ph type="body" sz="quarter" idx="19" hasCustomPrompt="1"/>
          </p:nvPr>
        </p:nvSpPr>
        <p:spPr>
          <a:xfrm>
            <a:off x="613093" y="3345364"/>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CHALLENGES</a:t>
            </a:r>
          </a:p>
        </p:txBody>
      </p: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 Placeholder 33">
            <a:extLst>
              <a:ext uri="{FF2B5EF4-FFF2-40B4-BE49-F238E27FC236}">
                <a16:creationId xmlns:a16="http://schemas.microsoft.com/office/drawing/2014/main" id="{12DEAF9A-D0A2-3A4B-B37B-FD530909C5D1}"/>
              </a:ext>
            </a:extLst>
          </p:cNvPr>
          <p:cNvSpPr>
            <a:spLocks noGrp="1"/>
          </p:cNvSpPr>
          <p:nvPr>
            <p:ph type="body" sz="quarter" idx="23" hasCustomPrompt="1"/>
          </p:nvPr>
        </p:nvSpPr>
        <p:spPr>
          <a:xfrm>
            <a:off x="4426811" y="3345364"/>
            <a:ext cx="2006600" cy="227454"/>
          </a:xfrm>
        </p:spPr>
        <p:txBody>
          <a:bodyPr anchor="b" anchorCtr="0"/>
          <a:lstStyle>
            <a:lvl1pPr>
              <a:defRPr sz="1200" cap="all" baseline="0">
                <a:solidFill>
                  <a:schemeClr val="tx1"/>
                </a:solidFill>
              </a:defRPr>
            </a:lvl1pPr>
          </a:lstStyle>
          <a:p>
            <a:r>
              <a:rPr lang="en-US"/>
              <a:t>IMPACT</a:t>
            </a:r>
          </a:p>
        </p:txBody>
      </p: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3689"/>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 Placeholder 6">
            <a:extLst>
              <a:ext uri="{FF2B5EF4-FFF2-40B4-BE49-F238E27FC236}">
                <a16:creationId xmlns:a16="http://schemas.microsoft.com/office/drawing/2014/main" id="{EF15C3B0-3307-FF46-8C6D-169079865548}"/>
              </a:ext>
            </a:extLst>
          </p:cNvPr>
          <p:cNvSpPr>
            <a:spLocks noGrp="1"/>
          </p:cNvSpPr>
          <p:nvPr>
            <p:ph type="body" sz="quarter" idx="29" hasCustomPrompt="1"/>
          </p:nvPr>
        </p:nvSpPr>
        <p:spPr>
          <a:xfrm>
            <a:off x="613093" y="5039275"/>
            <a:ext cx="3200400" cy="227454"/>
          </a:xfrm>
        </p:spPr>
        <p:txBody>
          <a:bodyPr anchor="b"/>
          <a:lstStyle>
            <a:lvl1pPr algn="l">
              <a:lnSpc>
                <a:spcPct val="100000"/>
              </a:lnSpc>
              <a:spcBef>
                <a:spcPts val="0"/>
              </a:spcBef>
              <a:defRPr sz="1200" cap="all" baseline="0">
                <a:solidFill>
                  <a:schemeClr val="tx1"/>
                </a:solidFill>
              </a:defRPr>
            </a:lvl1pPr>
            <a:lvl5pPr>
              <a:defRPr/>
            </a:lvl5pPr>
          </a:lstStyle>
          <a:p>
            <a:pPr lvl="0"/>
            <a:r>
              <a:rPr lang="en-US"/>
              <a:t>PRODUCTS</a:t>
            </a:r>
          </a:p>
        </p:txBody>
      </p: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67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76118"/>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07027"/>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5" name="Text Placeholder 6">
            <a:extLst>
              <a:ext uri="{FF2B5EF4-FFF2-40B4-BE49-F238E27FC236}">
                <a16:creationId xmlns:a16="http://schemas.microsoft.com/office/drawing/2014/main" id="{715C6E1C-FC70-6A4E-8F12-8EFEDFF99F5A}"/>
              </a:ext>
            </a:extLst>
          </p:cNvPr>
          <p:cNvSpPr>
            <a:spLocks noGrp="1"/>
          </p:cNvSpPr>
          <p:nvPr>
            <p:ph type="body" sz="quarter" idx="40" hasCustomPrompt="1"/>
          </p:nvPr>
        </p:nvSpPr>
        <p:spPr>
          <a:xfrm>
            <a:off x="4393597" y="5039274"/>
            <a:ext cx="3200400" cy="227454"/>
          </a:xfrm>
        </p:spPr>
        <p:txBody>
          <a:bodyPr anchor="b"/>
          <a:lstStyle>
            <a:lvl1pPr algn="l">
              <a:lnSpc>
                <a:spcPct val="100000"/>
              </a:lnSpc>
              <a:spcBef>
                <a:spcPts val="0"/>
              </a:spcBef>
              <a:defRPr sz="1200" cap="all" baseline="0">
                <a:solidFill>
                  <a:schemeClr val="tx1"/>
                </a:solidFill>
              </a:defRPr>
            </a:lvl1pPr>
            <a:lvl5pPr>
              <a:defRPr/>
            </a:lvl5pPr>
          </a:lstStyle>
          <a:p>
            <a:pPr lvl="0"/>
            <a:r>
              <a:rPr lang="en-US"/>
              <a:t>STRATEGIC PRIORITIES</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76718"/>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07627"/>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Arial" panose="020B0604020202020204" pitchFamily="34" charset="0"/>
              <a:buChar char="​"/>
              <a:defRPr sz="1200">
                <a:solidFill>
                  <a:schemeClr val="tx1"/>
                </a:solidFill>
              </a:defRPr>
            </a:lvl2pPr>
            <a:lvl3pPr marL="0" indent="0" algn="ctr">
              <a:buFont typeface="Arial" panose="020B0604020202020204" pitchFamily="34" charset="0"/>
              <a:buNone/>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3" name="Straight Connector 2">
            <a:extLst>
              <a:ext uri="{FF2B5EF4-FFF2-40B4-BE49-F238E27FC236}">
                <a16:creationId xmlns:a16="http://schemas.microsoft.com/office/drawing/2014/main" id="{D35F47B4-23F1-B9FD-9FC0-4D2A8FB45EAF}"/>
              </a:ext>
              <a:ext uri="{C183D7F6-B498-43B3-948B-1728B52AA6E4}">
                <adec:decorative xmlns:adec="http://schemas.microsoft.com/office/drawing/2017/decorative" val="1"/>
              </a:ext>
            </a:extLst>
          </p:cNvPr>
          <p:cNvCxnSpPr>
            <a:cxnSpLocks/>
          </p:cNvCxnSpPr>
          <p:nvPr/>
        </p:nvCxnSpPr>
        <p:spPr>
          <a:xfrm>
            <a:off x="4387095" y="5019911"/>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3689"/>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60" name="Straight Connector 59">
            <a:extLst>
              <a:ext uri="{FF2B5EF4-FFF2-40B4-BE49-F238E27FC236}">
                <a16:creationId xmlns:a16="http://schemas.microsoft.com/office/drawing/2014/main" id="{D35F47B4-23F1-B9FD-9FC0-4D2A8FB45EAF}"/>
              </a:ext>
              <a:ext uri="{C183D7F6-B498-43B3-948B-1728B52AA6E4}">
                <adec:decorative xmlns:adec="http://schemas.microsoft.com/office/drawing/2017/decorative" val="1"/>
              </a:ext>
            </a:extLst>
          </p:cNvPr>
          <p:cNvCxnSpPr>
            <a:cxnSpLocks/>
          </p:cNvCxnSpPr>
          <p:nvPr userDrawn="1"/>
        </p:nvCxnSpPr>
        <p:spPr>
          <a:xfrm>
            <a:off x="4387095" y="5019911"/>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55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tx1"/>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8" name="Oval 17">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Oval 19">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469646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tx1"/>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9" name="Oval 18">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4" name="Oval 2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098895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3110473"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tx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5412658"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6" name="Oval 25">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31" name="Oval 30">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3" name="Oval 32">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tx1"/>
              </a:solidFill>
            </a:endParaRPr>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3000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610850"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2894013"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518509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2529075"/>
            <a:ext cx="1828800" cy="2871263"/>
          </a:xfrm>
          <a:noFill/>
          <a:ln>
            <a:noFill/>
          </a:ln>
        </p:spPr>
        <p:txBody>
          <a:bodyPr lIns="182880" tIns="548640" rIns="182880" bIns="182880"/>
          <a:lstStyle>
            <a:lvl1pPr algn="ctr">
              <a:lnSpc>
                <a:spcPct val="9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2"/>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1</a:t>
            </a:r>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2"/>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2</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2"/>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a:solidFill>
                  <a:schemeClr val="tx1"/>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2"/>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2"/>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cxnSp>
        <p:nvCxnSpPr>
          <p:cNvPr id="34" name="Straight Connector 33">
            <a:extLst>
              <a:ext uri="{FF2B5EF4-FFF2-40B4-BE49-F238E27FC236}">
                <a16:creationId xmlns:a16="http://schemas.microsoft.com/office/drawing/2014/main" id="{903341DC-DE80-5E4C-A4C9-C984D7074760}"/>
              </a:ext>
            </a:extLst>
          </p:cNvPr>
          <p:cNvCxnSpPr/>
          <p:nvPr userDrawn="1"/>
        </p:nvCxnSpPr>
        <p:spPr bwMode="gray">
          <a:xfrm>
            <a:off x="610850"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82EA033-41AE-6148-A260-889FF59E41C9}"/>
              </a:ext>
            </a:extLst>
          </p:cNvPr>
          <p:cNvCxnSpPr/>
          <p:nvPr userDrawn="1"/>
        </p:nvCxnSpPr>
        <p:spPr bwMode="gray">
          <a:xfrm>
            <a:off x="2894013"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62FF207-1B75-1940-91E1-2692254C727F}"/>
              </a:ext>
            </a:extLst>
          </p:cNvPr>
          <p:cNvCxnSpPr/>
          <p:nvPr userDrawn="1"/>
        </p:nvCxnSpPr>
        <p:spPr bwMode="gray">
          <a:xfrm>
            <a:off x="518509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45" name="Oval 44">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2"/>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tx1"/>
                </a:solidFill>
              </a:rPr>
              <a:t>1</a:t>
            </a:r>
          </a:p>
        </p:txBody>
      </p:sp>
      <p:sp>
        <p:nvSpPr>
          <p:cNvPr id="46" name="Oval 45">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2"/>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2</a:t>
            </a:r>
          </a:p>
        </p:txBody>
      </p:sp>
      <p:sp>
        <p:nvSpPr>
          <p:cNvPr id="47" name="Oval 46">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2"/>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a:solidFill>
                  <a:schemeClr val="tx1"/>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2"/>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2"/>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5</a:t>
            </a:r>
          </a:p>
        </p:txBody>
      </p:sp>
    </p:spTree>
    <p:extLst>
      <p:ext uri="{BB962C8B-B14F-4D97-AF65-F5344CB8AC3E}">
        <p14:creationId xmlns:p14="http://schemas.microsoft.com/office/powerpoint/2010/main" val="397338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no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3012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3808412"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3816081" y="2699834"/>
            <a:ext cx="243012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655161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6529754" y="2699834"/>
            <a:ext cx="2477611" cy="1949198"/>
          </a:xfrm>
          <a:noFill/>
          <a:ln w="15875">
            <a:noFill/>
          </a:ln>
        </p:spPr>
        <p:txBody>
          <a:bodyPr tIns="36576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a:t>Click to add text</a:t>
            </a:r>
          </a:p>
          <a:p>
            <a:pPr lvl="1"/>
            <a:r>
              <a:rPr lang="en-US"/>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458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a:t>Click to add text</a:t>
            </a:r>
          </a:p>
          <a:p>
            <a:pPr lvl="1"/>
            <a:r>
              <a:rPr lang="en-US"/>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dirty="0"/>
              <a:t>Click to add text</a:t>
            </a:r>
          </a:p>
          <a:p>
            <a:pPr lvl="1"/>
            <a:r>
              <a:rPr lang="en-US" dirty="0"/>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23" name="Straight Connector 22">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3808412"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655161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71575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4" name="Group 3">
            <a:extLst>
              <a:ext uri="{FF2B5EF4-FFF2-40B4-BE49-F238E27FC236}">
                <a16:creationId xmlns:a16="http://schemas.microsoft.com/office/drawing/2014/main" id="{FC1F0186-3845-7382-86A6-5F5D4383F8F7}"/>
              </a:ext>
            </a:extLst>
          </p:cNvPr>
          <p:cNvGrpSpPr/>
          <p:nvPr/>
        </p:nvGrpSpPr>
        <p:grpSpPr>
          <a:xfrm>
            <a:off x="5111737" y="1408637"/>
            <a:ext cx="7077088" cy="4553747"/>
            <a:chOff x="5111737" y="1408637"/>
            <a:chExt cx="7077088" cy="4553747"/>
          </a:xfrm>
        </p:grpSpPr>
        <p:sp>
          <p:nvSpPr>
            <p:cNvPr id="5" name="Freeform: Shape 4">
              <a:extLst>
                <a:ext uri="{FF2B5EF4-FFF2-40B4-BE49-F238E27FC236}">
                  <a16:creationId xmlns:a16="http://schemas.microsoft.com/office/drawing/2014/main" id="{5CE73523-7E54-A36C-FD38-BF94183DD0EB}"/>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6" name="Freeform: Shape 5">
              <a:extLst>
                <a:ext uri="{FF2B5EF4-FFF2-40B4-BE49-F238E27FC236}">
                  <a16:creationId xmlns:a16="http://schemas.microsoft.com/office/drawing/2014/main" id="{6BE9AFFF-4763-3B75-31C5-5DD8D812F069}"/>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a:t>Slide with large text placeholder, green theme.</a:t>
            </a:r>
          </a:p>
        </p:txBody>
      </p:sp>
      <p:sp>
        <p:nvSpPr>
          <p:cNvPr id="7"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8" name="Group 7">
            <a:extLst>
              <a:ext uri="{FF2B5EF4-FFF2-40B4-BE49-F238E27FC236}">
                <a16:creationId xmlns:a16="http://schemas.microsoft.com/office/drawing/2014/main" id="{FC1F0186-3845-7382-86A6-5F5D4383F8F7}"/>
              </a:ext>
            </a:extLst>
          </p:cNvPr>
          <p:cNvGrpSpPr/>
          <p:nvPr userDrawn="1"/>
        </p:nvGrpSpPr>
        <p:grpSpPr>
          <a:xfrm>
            <a:off x="5111737" y="1408637"/>
            <a:ext cx="7077088" cy="4553747"/>
            <a:chOff x="5111737" y="1408637"/>
            <a:chExt cx="7077088" cy="4553747"/>
          </a:xfrm>
        </p:grpSpPr>
        <p:sp>
          <p:nvSpPr>
            <p:cNvPr id="10" name="Freeform: Shape 4">
              <a:extLst>
                <a:ext uri="{FF2B5EF4-FFF2-40B4-BE49-F238E27FC236}">
                  <a16:creationId xmlns:a16="http://schemas.microsoft.com/office/drawing/2014/main" id="{5CE73523-7E54-A36C-FD38-BF94183DD0EB}"/>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11" name="Freeform: Shape 5">
              <a:extLst>
                <a:ext uri="{FF2B5EF4-FFF2-40B4-BE49-F238E27FC236}">
                  <a16:creationId xmlns:a16="http://schemas.microsoft.com/office/drawing/2014/main" id="{6BE9AFFF-4763-3B75-31C5-5DD8D812F069}"/>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372924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3DD054C-4464-7CB7-C3A1-6A8668D833BD}"/>
              </a:ext>
            </a:extLst>
          </p:cNvPr>
          <p:cNvGrpSpPr/>
          <p:nvPr/>
        </p:nvGrpSpPr>
        <p:grpSpPr>
          <a:xfrm>
            <a:off x="5111737" y="1408637"/>
            <a:ext cx="7077088" cy="4553747"/>
            <a:chOff x="5111737" y="1408637"/>
            <a:chExt cx="7077088" cy="4553747"/>
          </a:xfrm>
        </p:grpSpPr>
        <p:sp>
          <p:nvSpPr>
            <p:cNvPr id="8" name="Freeform: Shape 7">
              <a:extLst>
                <a:ext uri="{FF2B5EF4-FFF2-40B4-BE49-F238E27FC236}">
                  <a16:creationId xmlns:a16="http://schemas.microsoft.com/office/drawing/2014/main" id="{09E671A8-33F0-DC2E-2A8F-DD407B020081}"/>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789EC2F6-3343-CE3E-3067-8087325DE6DA}"/>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11" name="Group 10">
            <a:extLst>
              <a:ext uri="{FF2B5EF4-FFF2-40B4-BE49-F238E27FC236}">
                <a16:creationId xmlns:a16="http://schemas.microsoft.com/office/drawing/2014/main" id="{73DD054C-4464-7CB7-C3A1-6A8668D833BD}"/>
              </a:ext>
            </a:extLst>
          </p:cNvPr>
          <p:cNvGrpSpPr/>
          <p:nvPr userDrawn="1"/>
        </p:nvGrpSpPr>
        <p:grpSpPr>
          <a:xfrm>
            <a:off x="5111737" y="1408637"/>
            <a:ext cx="7077088" cy="4553747"/>
            <a:chOff x="5111737" y="1408637"/>
            <a:chExt cx="7077088" cy="4553747"/>
          </a:xfrm>
        </p:grpSpPr>
        <p:sp>
          <p:nvSpPr>
            <p:cNvPr id="12" name="Freeform: Shape 7">
              <a:extLst>
                <a:ext uri="{FF2B5EF4-FFF2-40B4-BE49-F238E27FC236}">
                  <a16:creationId xmlns:a16="http://schemas.microsoft.com/office/drawing/2014/main" id="{09E671A8-33F0-DC2E-2A8F-DD407B020081}"/>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3" name="Freeform: Shape 9">
              <a:extLst>
                <a:ext uri="{FF2B5EF4-FFF2-40B4-BE49-F238E27FC236}">
                  <a16:creationId xmlns:a16="http://schemas.microsoft.com/office/drawing/2014/main" id="{789EC2F6-3343-CE3E-3067-8087325DE6DA}"/>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14"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62233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C4F28F-D820-7F1F-91C7-4E732E3FF4B9}"/>
              </a:ext>
            </a:extLst>
          </p:cNvPr>
          <p:cNvGrpSpPr/>
          <p:nvPr/>
        </p:nvGrpSpPr>
        <p:grpSpPr>
          <a:xfrm>
            <a:off x="5111737" y="1408637"/>
            <a:ext cx="7077088" cy="4553747"/>
            <a:chOff x="5111737" y="1408637"/>
            <a:chExt cx="7077088" cy="4553747"/>
          </a:xfrm>
        </p:grpSpPr>
        <p:sp>
          <p:nvSpPr>
            <p:cNvPr id="4" name="Freeform: Shape 3">
              <a:extLst>
                <a:ext uri="{FF2B5EF4-FFF2-40B4-BE49-F238E27FC236}">
                  <a16:creationId xmlns:a16="http://schemas.microsoft.com/office/drawing/2014/main" id="{A23EE99F-E93C-3420-BB05-2D555AD744F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5" name="Freeform: Shape 4">
              <a:extLst>
                <a:ext uri="{FF2B5EF4-FFF2-40B4-BE49-F238E27FC236}">
                  <a16:creationId xmlns:a16="http://schemas.microsoft.com/office/drawing/2014/main" id="{6BD13FCB-AB86-7965-C7A5-41F3EA7F3FEE}"/>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7" name="Group 6">
            <a:extLst>
              <a:ext uri="{FF2B5EF4-FFF2-40B4-BE49-F238E27FC236}">
                <a16:creationId xmlns:a16="http://schemas.microsoft.com/office/drawing/2014/main" id="{49C4F28F-D820-7F1F-91C7-4E732E3FF4B9}"/>
              </a:ext>
            </a:extLst>
          </p:cNvPr>
          <p:cNvGrpSpPr/>
          <p:nvPr userDrawn="1"/>
        </p:nvGrpSpPr>
        <p:grpSpPr>
          <a:xfrm>
            <a:off x="5111737" y="1408637"/>
            <a:ext cx="7077088" cy="4553747"/>
            <a:chOff x="5111737" y="1408637"/>
            <a:chExt cx="7077088" cy="4553747"/>
          </a:xfrm>
        </p:grpSpPr>
        <p:sp>
          <p:nvSpPr>
            <p:cNvPr id="8" name="Freeform: Shape 3">
              <a:extLst>
                <a:ext uri="{FF2B5EF4-FFF2-40B4-BE49-F238E27FC236}">
                  <a16:creationId xmlns:a16="http://schemas.microsoft.com/office/drawing/2014/main" id="{A23EE99F-E93C-3420-BB05-2D555AD744F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9" name="Freeform: Shape 4">
              <a:extLst>
                <a:ext uri="{FF2B5EF4-FFF2-40B4-BE49-F238E27FC236}">
                  <a16:creationId xmlns:a16="http://schemas.microsoft.com/office/drawing/2014/main" id="{6BD13FCB-AB86-7965-C7A5-41F3EA7F3FEE}"/>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424278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Big Statement 2 - Leaf">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790259BD-425B-08EE-F13F-3E45E77F1B6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797BAED2-30F9-8FE2-1EEF-B548291B27BB}"/>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8" name="Freeform: Shape 1">
            <a:extLst>
              <a:ext uri="{FF2B5EF4-FFF2-40B4-BE49-F238E27FC236}">
                <a16:creationId xmlns:a16="http://schemas.microsoft.com/office/drawing/2014/main" id="{790259BD-425B-08EE-F13F-3E45E77F1B6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a:p>
        </p:txBody>
      </p:sp>
      <p:sp>
        <p:nvSpPr>
          <p:cNvPr id="9" name="Freeform: Shape 2">
            <a:extLst>
              <a:ext uri="{FF2B5EF4-FFF2-40B4-BE49-F238E27FC236}">
                <a16:creationId xmlns:a16="http://schemas.microsoft.com/office/drawing/2014/main" id="{797BAED2-30F9-8FE2-1EEF-B548291B27BB}"/>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a:p>
        </p:txBody>
      </p:sp>
      <p:sp>
        <p:nvSpPr>
          <p:cNvPr id="10"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79821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B1DED2-F6CE-9D78-8DD9-803750B574EF}"/>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1"/>
              </a:gs>
            </a:gsLst>
            <a:lin ang="0" scaled="1"/>
          </a:gradFill>
          <a:ln w="0" cap="flat">
            <a:noFill/>
            <a:prstDash val="solid"/>
            <a:miter/>
          </a:ln>
        </p:spPr>
        <p:txBody>
          <a:bodyPr rtlCol="0" anchor="ctr"/>
          <a:lstStyle/>
          <a:p>
            <a:endParaRPr lang="en-US">
              <a:solidFill>
                <a:schemeClr val="tx1"/>
              </a:solidFill>
            </a:endParaRPr>
          </a:p>
        </p:txBody>
      </p:sp>
      <p:sp>
        <p:nvSpPr>
          <p:cNvPr id="9" name="Freeform: Shape 8">
            <a:extLst>
              <a:ext uri="{FF2B5EF4-FFF2-40B4-BE49-F238E27FC236}">
                <a16:creationId xmlns:a16="http://schemas.microsoft.com/office/drawing/2014/main" id="{6C96B54B-26F9-6C7B-9D73-932720ABCAA1}"/>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1"/>
              </a:gs>
              <a:gs pos="83000">
                <a:srgbClr val="0095C4"/>
              </a:gs>
            </a:gsLst>
            <a:lin ang="18900033" scaled="1"/>
          </a:gradFill>
          <a:ln w="0" cap="flat">
            <a:noFill/>
            <a:prstDash val="solid"/>
            <a:miter/>
          </a:ln>
        </p:spPr>
        <p:txBody>
          <a:bodyPr rtlCol="0" anchor="ctr"/>
          <a:lstStyle/>
          <a:p>
            <a:endParaRPr lang="en-US">
              <a:solidFill>
                <a:schemeClr val="tx1"/>
              </a:solidFill>
            </a:endParaRPr>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0" name="Freeform: Shape 6">
            <a:extLst>
              <a:ext uri="{FF2B5EF4-FFF2-40B4-BE49-F238E27FC236}">
                <a16:creationId xmlns:a16="http://schemas.microsoft.com/office/drawing/2014/main" id="{C8B1DED2-F6CE-9D78-8DD9-803750B574EF}"/>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1"/>
              </a:gs>
            </a:gsLst>
            <a:lin ang="0" scaled="1"/>
          </a:gradFill>
          <a:ln w="0" cap="flat">
            <a:noFill/>
            <a:prstDash val="solid"/>
            <a:miter/>
          </a:ln>
        </p:spPr>
        <p:txBody>
          <a:bodyPr rtlCol="0" anchor="ctr"/>
          <a:lstStyle/>
          <a:p>
            <a:endParaRPr lang="en-US">
              <a:solidFill>
                <a:schemeClr val="tx1"/>
              </a:solidFill>
            </a:endParaRPr>
          </a:p>
        </p:txBody>
      </p:sp>
      <p:sp>
        <p:nvSpPr>
          <p:cNvPr id="11" name="Freeform: Shape 8">
            <a:extLst>
              <a:ext uri="{FF2B5EF4-FFF2-40B4-BE49-F238E27FC236}">
                <a16:creationId xmlns:a16="http://schemas.microsoft.com/office/drawing/2014/main" id="{6C96B54B-26F9-6C7B-9D73-932720ABCAA1}"/>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1"/>
              </a:gs>
              <a:gs pos="83000">
                <a:srgbClr val="0095C4"/>
              </a:gs>
            </a:gsLst>
            <a:lin ang="18900033" scaled="1"/>
          </a:gradFill>
          <a:ln w="0" cap="flat">
            <a:noFill/>
            <a:prstDash val="solid"/>
            <a:miter/>
          </a:ln>
        </p:spPr>
        <p:txBody>
          <a:bodyPr rtlCol="0" anchor="ctr"/>
          <a:lstStyle/>
          <a:p>
            <a:endParaRPr lang="en-US">
              <a:solidFill>
                <a:schemeClr val="tx1"/>
              </a:solidFill>
            </a:endParaRPr>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7084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6E4A6A4-1A48-0239-8DF5-68F0A2A307AB}"/>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3583FB7-2B1D-4669-092E-B0B76204F1A0}"/>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8" name="Freeform: Shape 9">
            <a:extLst>
              <a:ext uri="{FF2B5EF4-FFF2-40B4-BE49-F238E27FC236}">
                <a16:creationId xmlns:a16="http://schemas.microsoft.com/office/drawing/2014/main" id="{06E4A6A4-1A48-0239-8DF5-68F0A2A307AB}"/>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a:p>
        </p:txBody>
      </p:sp>
      <p:sp>
        <p:nvSpPr>
          <p:cNvPr id="9" name="Freeform: Shape 10">
            <a:extLst>
              <a:ext uri="{FF2B5EF4-FFF2-40B4-BE49-F238E27FC236}">
                <a16:creationId xmlns:a16="http://schemas.microsoft.com/office/drawing/2014/main" id="{43583FB7-2B1D-4669-092E-B0B76204F1A0}"/>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a:p>
        </p:txBody>
      </p:sp>
      <p:sp>
        <p:nvSpPr>
          <p:cNvPr id="12"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90167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76200"/>
            <a:ext cx="5403138" cy="6781800"/>
          </a:xfrm>
        </p:spPr>
        <p:txBody>
          <a:bodyPr lIns="640080" tIns="0" rIns="640080" anchor="ctr"/>
          <a:lstStyle>
            <a:lvl1pPr algn="ctr">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87517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3D8C2E-2827-1599-941D-1FD3BF42DC89}"/>
              </a:ext>
            </a:extLst>
          </p:cNvPr>
          <p:cNvSpPr/>
          <p:nvPr/>
        </p:nvSpPr>
        <p:spPr>
          <a:xfrm>
            <a:off x="0" y="84572"/>
            <a:ext cx="12188825" cy="424600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a:xfrm>
            <a:off x="662672" y="722997"/>
            <a:ext cx="4480256" cy="4480256"/>
          </a:xfrm>
        </p:spPr>
        <p:txBody>
          <a:bodyPr anchor="ctr"/>
          <a:lstStyle>
            <a:lvl1pPr algn="ctr">
              <a:defRPr/>
            </a:lvl1pPr>
          </a:lstStyle>
          <a:p>
            <a:r>
              <a:rPr lang="en-US"/>
              <a:t>Click to insert a </a:t>
            </a:r>
            <a:br>
              <a:rPr lang="en-US"/>
            </a:br>
            <a:r>
              <a:rPr lang="en-US"/>
              <a:t>Doughnut chart</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33" name="Text Placeholder 32">
            <a:extLst>
              <a:ext uri="{FF2B5EF4-FFF2-40B4-BE49-F238E27FC236}">
                <a16:creationId xmlns:a16="http://schemas.microsoft.com/office/drawing/2014/main" id="{AE6BB438-1CBE-5073-B41D-5C2F345BDEF9}"/>
              </a:ext>
            </a:extLst>
          </p:cNvPr>
          <p:cNvSpPr>
            <a:spLocks noGrp="1"/>
          </p:cNvSpPr>
          <p:nvPr>
            <p:ph type="body" sz="quarter" idx="23" hasCustomPrompt="1"/>
          </p:nvPr>
        </p:nvSpPr>
        <p:spPr>
          <a:xfrm>
            <a:off x="6096000" y="2514600"/>
            <a:ext cx="5083175" cy="1371600"/>
          </a:xfrm>
        </p:spPr>
        <p:txBody>
          <a:bodyPr anchor="ctr" anchorCtr="0"/>
          <a:lstStyle>
            <a:lvl1pPr>
              <a:defRPr sz="3600"/>
            </a:lvl1pPr>
          </a:lstStyle>
          <a:p>
            <a:pPr lvl="0"/>
            <a:r>
              <a:rPr lang="en-US"/>
              <a:t>Doughnut Chart slide, click to add text here</a:t>
            </a:r>
          </a:p>
        </p:txBody>
      </p:sp>
      <p:sp>
        <p:nvSpPr>
          <p:cNvPr id="12" name="Rectangle 11">
            <a:extLst>
              <a:ext uri="{FF2B5EF4-FFF2-40B4-BE49-F238E27FC236}">
                <a16:creationId xmlns:a16="http://schemas.microsoft.com/office/drawing/2014/main" id="{073D8C2E-2827-1599-941D-1FD3BF42DC89}"/>
              </a:ext>
            </a:extLst>
          </p:cNvPr>
          <p:cNvSpPr/>
          <p:nvPr userDrawn="1"/>
        </p:nvSpPr>
        <p:spPr>
          <a:xfrm>
            <a:off x="0" y="84572"/>
            <a:ext cx="12188825" cy="424600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 name="Oval 13">
            <a:extLst>
              <a:ext uri="{FF2B5EF4-FFF2-40B4-BE49-F238E27FC236}">
                <a16:creationId xmlns:a16="http://schemas.microsoft.com/office/drawing/2014/main" id="{24AFE851-C873-10C5-E165-301FDB834692}"/>
              </a:ext>
            </a:extLst>
          </p:cNvPr>
          <p:cNvSpPr/>
          <p:nvPr userDrawn="1"/>
        </p:nvSpPr>
        <p:spPr>
          <a:xfrm>
            <a:off x="667600" y="732853"/>
            <a:ext cx="4470400" cy="447040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54022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250817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vcf-med-close-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pic>
        <p:nvPicPr>
          <p:cNvPr id="3" name="Picture 2">
            <a:extLst>
              <a:ext uri="{FF2B5EF4-FFF2-40B4-BE49-F238E27FC236}">
                <a16:creationId xmlns:a16="http://schemas.microsoft.com/office/drawing/2014/main" id="{5C172C47-B04C-E1F6-EDB5-FDC049FCD281}"/>
              </a:ext>
            </a:extLst>
          </p:cNvPr>
          <p:cNvPicPr>
            <a:picLocks noChangeAspect="1"/>
          </p:cNvPicPr>
          <p:nvPr userDrawn="1"/>
        </p:nvPicPr>
        <p:blipFill>
          <a:blip r:embed="rId2"/>
          <a:srcRect/>
          <a:stretch/>
        </p:blipFill>
        <p:spPr>
          <a:xfrm>
            <a:off x="1" y="893"/>
            <a:ext cx="12188821" cy="6856212"/>
          </a:xfrm>
          <a:prstGeom prst="rect">
            <a:avLst/>
          </a:prstGeom>
        </p:spPr>
      </p:pic>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85625" y="570134"/>
            <a:ext cx="2857719" cy="562472"/>
          </a:xfrm>
          <a:prstGeom prst="rect">
            <a:avLst/>
          </a:prstGeom>
        </p:spPr>
      </p:pic>
      <p:sp>
        <p:nvSpPr>
          <p:cNvPr id="16" name="TextBox 15">
            <a:extLst>
              <a:ext uri="{FF2B5EF4-FFF2-40B4-BE49-F238E27FC236}">
                <a16:creationId xmlns:a16="http://schemas.microsoft.com/office/drawing/2014/main" id="{22C2E771-D0D0-2A17-F766-9A83E4EC1011}"/>
              </a:ext>
            </a:extLst>
          </p:cNvPr>
          <p:cNvSpPr txBox="1"/>
          <p:nvPr userDrawn="1"/>
        </p:nvSpPr>
        <p:spPr>
          <a:xfrm>
            <a:off x="612593" y="3428999"/>
            <a:ext cx="4562681" cy="8309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6000" b="0" kern="1200" cap="none" baseline="0" dirty="0">
                <a:solidFill>
                  <a:schemeClr val="tx1"/>
                </a:solidFill>
                <a:latin typeface="+mj-lt"/>
                <a:ea typeface="+mj-ea"/>
                <a:cs typeface="+mj-cs"/>
              </a:rPr>
              <a:t>Thank You</a:t>
            </a:r>
          </a:p>
        </p:txBody>
      </p:sp>
    </p:spTree>
    <p:extLst>
      <p:ext uri="{BB962C8B-B14F-4D97-AF65-F5344CB8AC3E}">
        <p14:creationId xmlns:p14="http://schemas.microsoft.com/office/powerpoint/2010/main" val="386612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vcf-close-b">
    <p:spTree>
      <p:nvGrpSpPr>
        <p:cNvPr id="1" name=""/>
        <p:cNvGrpSpPr/>
        <p:nvPr/>
      </p:nvGrpSpPr>
      <p:grpSpPr>
        <a:xfrm>
          <a:off x="0" y="0"/>
          <a:ext cx="0" cy="0"/>
          <a:chOff x="0" y="0"/>
          <a:chExt cx="0" cy="0"/>
        </a:xfrm>
      </p:grpSpPr>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5625" y="570134"/>
            <a:ext cx="2857719" cy="562472"/>
          </a:xfrm>
          <a:prstGeom prst="rect">
            <a:avLst/>
          </a:prstGeom>
        </p:spPr>
      </p:pic>
      <p:sp>
        <p:nvSpPr>
          <p:cNvPr id="16" name="TextBox 15">
            <a:extLst>
              <a:ext uri="{FF2B5EF4-FFF2-40B4-BE49-F238E27FC236}">
                <a16:creationId xmlns:a16="http://schemas.microsoft.com/office/drawing/2014/main" id="{22C2E771-D0D0-2A17-F766-9A83E4EC1011}"/>
              </a:ext>
            </a:extLst>
          </p:cNvPr>
          <p:cNvSpPr txBox="1"/>
          <p:nvPr userDrawn="1"/>
        </p:nvSpPr>
        <p:spPr>
          <a:xfrm>
            <a:off x="612593" y="3428999"/>
            <a:ext cx="4562681" cy="8309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6000" b="0" kern="1200" cap="none" baseline="0" dirty="0">
                <a:solidFill>
                  <a:schemeClr val="tx1"/>
                </a:solidFill>
                <a:latin typeface="+mj-lt"/>
                <a:ea typeface="+mj-ea"/>
                <a:cs typeface="+mj-cs"/>
              </a:rPr>
              <a:t>Thank You</a:t>
            </a:r>
          </a:p>
        </p:txBody>
      </p:sp>
      <p:pic>
        <p:nvPicPr>
          <p:cNvPr id="2" name="Picture 1" descr="A logo of a cloud computing system&#10;&#10;AI-generated content may be incorrect.">
            <a:extLst>
              <a:ext uri="{FF2B5EF4-FFF2-40B4-BE49-F238E27FC236}">
                <a16:creationId xmlns:a16="http://schemas.microsoft.com/office/drawing/2014/main" id="{58532459-AEB4-3B92-84E1-44F39CB76D44}"/>
              </a:ext>
            </a:extLst>
          </p:cNvPr>
          <p:cNvPicPr>
            <a:picLocks noChangeAspect="1"/>
          </p:cNvPicPr>
          <p:nvPr userDrawn="1"/>
        </p:nvPicPr>
        <p:blipFill>
          <a:blip r:embed="rId4"/>
          <a:stretch>
            <a:fillRect/>
          </a:stretch>
        </p:blipFill>
        <p:spPr>
          <a:xfrm>
            <a:off x="5330825" y="0"/>
            <a:ext cx="6858000" cy="6858000"/>
          </a:xfrm>
          <a:prstGeom prst="rect">
            <a:avLst/>
          </a:prstGeom>
        </p:spPr>
      </p:pic>
    </p:spTree>
    <p:extLst>
      <p:ext uri="{BB962C8B-B14F-4D97-AF65-F5344CB8AC3E}">
        <p14:creationId xmlns:p14="http://schemas.microsoft.com/office/powerpoint/2010/main" val="1082867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a:solidFill>
                  <a:schemeClr val="tx1"/>
                </a:solidFill>
                <a:latin typeface="+mj-lt"/>
                <a:ea typeface="+mj-ea"/>
                <a:cs typeface="+mj-cs"/>
              </a:rPr>
              <a:t>Thank You</a:t>
            </a:r>
          </a:p>
        </p:txBody>
      </p:sp>
      <p:sp>
        <p:nvSpPr>
          <p:cNvPr id="2" name="Freeform: Shape 1">
            <a:extLst>
              <a:ext uri="{FF2B5EF4-FFF2-40B4-BE49-F238E27FC236}">
                <a16:creationId xmlns:a16="http://schemas.microsoft.com/office/drawing/2014/main" id="{17E91023-10EB-482E-9A60-63046152A4F2}"/>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1"/>
              </a:gs>
              <a:gs pos="85000">
                <a:srgbClr val="0095C4"/>
              </a:gs>
            </a:gsLst>
            <a:lin ang="18899976" scaled="1"/>
          </a:gradFill>
          <a:ln w="0"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1411A888-7B56-C3B9-74A9-B85C4178B94B}"/>
              </a:ext>
            </a:extLst>
          </p:cNvPr>
          <p:cNvSpPr/>
          <p:nvPr/>
        </p:nvSpPr>
        <p:spPr>
          <a:xfrm>
            <a:off x="-14487" y="-14414"/>
            <a:ext cx="8406233" cy="5164293"/>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1"/>
              </a:gs>
            </a:gsLst>
            <a:lin ang="0" scaled="1"/>
          </a:gradFill>
          <a:ln w="0" cap="flat">
            <a:noFill/>
            <a:prstDash val="solid"/>
            <a:miter/>
          </a:ln>
        </p:spPr>
        <p:txBody>
          <a:bodyPr rtlCol="0" anchor="ctr"/>
          <a:lstStyle/>
          <a:p>
            <a:endParaRPr lang="en-US"/>
          </a:p>
        </p:txBody>
      </p:sp>
      <p:grpSp>
        <p:nvGrpSpPr>
          <p:cNvPr id="6" name="Graphic 8">
            <a:extLst>
              <a:ext uri="{FF2B5EF4-FFF2-40B4-BE49-F238E27FC236}">
                <a16:creationId xmlns:a16="http://schemas.microsoft.com/office/drawing/2014/main" id="{BFA62A8C-E510-FB2E-C3B9-93A77FB74BAD}"/>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78515B65-5A64-7093-4F25-C7624B72C555}"/>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2F19FC1C-64E6-1578-BB18-4446F344936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3" name="Freeform 50">
                <a:extLst>
                  <a:ext uri="{FF2B5EF4-FFF2-40B4-BE49-F238E27FC236}">
                    <a16:creationId xmlns:a16="http://schemas.microsoft.com/office/drawing/2014/main" id="{C5D27704-22C8-487D-5310-6884BC915B3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4" name="Freeform 51">
                <a:extLst>
                  <a:ext uri="{FF2B5EF4-FFF2-40B4-BE49-F238E27FC236}">
                    <a16:creationId xmlns:a16="http://schemas.microsoft.com/office/drawing/2014/main" id="{846ED2F8-7ABD-73B6-621C-66E4F3FD18E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2">
                <a:extLst>
                  <a:ext uri="{FF2B5EF4-FFF2-40B4-BE49-F238E27FC236}">
                    <a16:creationId xmlns:a16="http://schemas.microsoft.com/office/drawing/2014/main" id="{CF5CF0F2-F548-74F9-8D28-C8593AADA65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3">
                <a:extLst>
                  <a:ext uri="{FF2B5EF4-FFF2-40B4-BE49-F238E27FC236}">
                    <a16:creationId xmlns:a16="http://schemas.microsoft.com/office/drawing/2014/main" id="{E59744EF-42C6-F8A6-28CA-57AFA409E09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4">
                <a:extLst>
                  <a:ext uri="{FF2B5EF4-FFF2-40B4-BE49-F238E27FC236}">
                    <a16:creationId xmlns:a16="http://schemas.microsoft.com/office/drawing/2014/main" id="{7C58CD46-75D7-5936-FB05-0A8DB809D7B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55">
                <a:extLst>
                  <a:ext uri="{FF2B5EF4-FFF2-40B4-BE49-F238E27FC236}">
                    <a16:creationId xmlns:a16="http://schemas.microsoft.com/office/drawing/2014/main" id="{540D970C-2D00-5766-0E9C-2715FD9A9CA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6">
                <a:extLst>
                  <a:ext uri="{FF2B5EF4-FFF2-40B4-BE49-F238E27FC236}">
                    <a16:creationId xmlns:a16="http://schemas.microsoft.com/office/drawing/2014/main" id="{E0C09106-E6A9-23BB-EE86-5FC5A3C5571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7">
                <a:extLst>
                  <a:ext uri="{FF2B5EF4-FFF2-40B4-BE49-F238E27FC236}">
                    <a16:creationId xmlns:a16="http://schemas.microsoft.com/office/drawing/2014/main" id="{48FFDB81-4B23-9458-27CB-7FE2D86B9CC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9" name="Freeform 58">
                <a:extLst>
                  <a:ext uri="{FF2B5EF4-FFF2-40B4-BE49-F238E27FC236}">
                    <a16:creationId xmlns:a16="http://schemas.microsoft.com/office/drawing/2014/main" id="{7B9C7324-145C-A501-C113-DC68A1F951F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8242D681-0564-11FF-F314-2A8C383B5111}"/>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BC1F610E-F144-A115-E553-C9EE5FEA4A6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6" name="Freeform 61">
                <a:extLst>
                  <a:ext uri="{FF2B5EF4-FFF2-40B4-BE49-F238E27FC236}">
                    <a16:creationId xmlns:a16="http://schemas.microsoft.com/office/drawing/2014/main" id="{6857D863-9A06-6571-80F6-DD59B73A3C1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7" name="Freeform 62">
                <a:extLst>
                  <a:ext uri="{FF2B5EF4-FFF2-40B4-BE49-F238E27FC236}">
                    <a16:creationId xmlns:a16="http://schemas.microsoft.com/office/drawing/2014/main" id="{2CD29205-052C-95E0-C678-4DD16DEC5C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8" name="Freeform 63">
                <a:extLst>
                  <a:ext uri="{FF2B5EF4-FFF2-40B4-BE49-F238E27FC236}">
                    <a16:creationId xmlns:a16="http://schemas.microsoft.com/office/drawing/2014/main" id="{525F39ED-302E-07C7-3369-B1B583F05A4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9" name="Freeform 64">
                <a:extLst>
                  <a:ext uri="{FF2B5EF4-FFF2-40B4-BE49-F238E27FC236}">
                    <a16:creationId xmlns:a16="http://schemas.microsoft.com/office/drawing/2014/main" id="{507A5BC5-09D6-FB8A-6D25-83CEB0C04D1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0" name="Freeform 65">
                <a:extLst>
                  <a:ext uri="{FF2B5EF4-FFF2-40B4-BE49-F238E27FC236}">
                    <a16:creationId xmlns:a16="http://schemas.microsoft.com/office/drawing/2014/main" id="{D492BDA2-A0E6-5AFB-1033-44C34177413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1" name="Freeform 66">
                <a:extLst>
                  <a:ext uri="{FF2B5EF4-FFF2-40B4-BE49-F238E27FC236}">
                    <a16:creationId xmlns:a16="http://schemas.microsoft.com/office/drawing/2014/main" id="{88A7983D-3B88-4F8C-72F3-052E520F89A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0" name="TextBox 29">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tx1"/>
                </a:solidFill>
                <a:latin typeface="+mj-lt"/>
                <a:ea typeface="+mj-ea"/>
                <a:cs typeface="+mj-cs"/>
              </a:rPr>
              <a:t>Thank You</a:t>
            </a:r>
          </a:p>
        </p:txBody>
      </p:sp>
      <p:sp>
        <p:nvSpPr>
          <p:cNvPr id="31" name="Freeform: Shape 1">
            <a:extLst>
              <a:ext uri="{FF2B5EF4-FFF2-40B4-BE49-F238E27FC236}">
                <a16:creationId xmlns:a16="http://schemas.microsoft.com/office/drawing/2014/main" id="{17E91023-10EB-482E-9A60-63046152A4F2}"/>
              </a:ext>
            </a:extLst>
          </p:cNvPr>
          <p:cNvSpPr/>
          <p:nvPr userDrawn="1"/>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1"/>
              </a:gs>
              <a:gs pos="85000">
                <a:srgbClr val="0095C4"/>
              </a:gs>
            </a:gsLst>
            <a:lin ang="18899976" scaled="1"/>
          </a:gradFill>
          <a:ln w="0" cap="flat">
            <a:noFill/>
            <a:prstDash val="solid"/>
            <a:miter/>
          </a:ln>
        </p:spPr>
        <p:txBody>
          <a:bodyPr rtlCol="0" anchor="ctr"/>
          <a:lstStyle/>
          <a:p>
            <a:endParaRPr lang="en-US"/>
          </a:p>
        </p:txBody>
      </p:sp>
      <p:sp>
        <p:nvSpPr>
          <p:cNvPr id="32" name="Freeform: Shape 2">
            <a:extLst>
              <a:ext uri="{FF2B5EF4-FFF2-40B4-BE49-F238E27FC236}">
                <a16:creationId xmlns:a16="http://schemas.microsoft.com/office/drawing/2014/main" id="{1411A888-7B56-C3B9-74A9-B85C4178B94B}"/>
              </a:ext>
            </a:extLst>
          </p:cNvPr>
          <p:cNvSpPr/>
          <p:nvPr userDrawn="1"/>
        </p:nvSpPr>
        <p:spPr>
          <a:xfrm>
            <a:off x="-14487" y="-14414"/>
            <a:ext cx="8406233" cy="5164293"/>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1"/>
              </a:gs>
            </a:gsLst>
            <a:lin ang="0" scaled="1"/>
          </a:gradFill>
          <a:ln w="0" cap="flat">
            <a:noFill/>
            <a:prstDash val="solid"/>
            <a:miter/>
          </a:ln>
        </p:spPr>
        <p:txBody>
          <a:bodyPr rtlCol="0" anchor="ctr"/>
          <a:lstStyle/>
          <a:p>
            <a:endParaRPr lang="en-US"/>
          </a:p>
        </p:txBody>
      </p:sp>
      <p:grpSp>
        <p:nvGrpSpPr>
          <p:cNvPr id="35" name="Graphic 8">
            <a:extLst>
              <a:ext uri="{FF2B5EF4-FFF2-40B4-BE49-F238E27FC236}">
                <a16:creationId xmlns:a16="http://schemas.microsoft.com/office/drawing/2014/main" id="{BFA62A8C-E510-FB2E-C3B9-93A77FB74BAD}"/>
              </a:ext>
            </a:extLst>
          </p:cNvPr>
          <p:cNvGrpSpPr/>
          <p:nvPr userDrawn="1"/>
        </p:nvGrpSpPr>
        <p:grpSpPr>
          <a:xfrm>
            <a:off x="265625" y="6323271"/>
            <a:ext cx="1249223" cy="369648"/>
            <a:chOff x="265625" y="6323271"/>
            <a:chExt cx="1249223" cy="369648"/>
          </a:xfrm>
          <a:solidFill>
            <a:schemeClr val="tx1"/>
          </a:solidFill>
        </p:grpSpPr>
        <p:grpSp>
          <p:nvGrpSpPr>
            <p:cNvPr id="36" name="Graphic 8">
              <a:extLst>
                <a:ext uri="{FF2B5EF4-FFF2-40B4-BE49-F238E27FC236}">
                  <a16:creationId xmlns:a16="http://schemas.microsoft.com/office/drawing/2014/main" id="{78515B65-5A64-7093-4F25-C7624B72C555}"/>
                </a:ext>
              </a:extLst>
            </p:cNvPr>
            <p:cNvGrpSpPr/>
            <p:nvPr/>
          </p:nvGrpSpPr>
          <p:grpSpPr>
            <a:xfrm>
              <a:off x="745455" y="6594444"/>
              <a:ext cx="722662" cy="98475"/>
              <a:chOff x="745455" y="6594444"/>
              <a:chExt cx="722662" cy="98475"/>
            </a:xfrm>
            <a:grpFill/>
          </p:grpSpPr>
          <p:sp>
            <p:nvSpPr>
              <p:cNvPr id="45" name="Freeform 49">
                <a:extLst>
                  <a:ext uri="{FF2B5EF4-FFF2-40B4-BE49-F238E27FC236}">
                    <a16:creationId xmlns:a16="http://schemas.microsoft.com/office/drawing/2014/main" id="{2F19FC1C-64E6-1578-BB18-4446F344936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6" name="Freeform 50">
                <a:extLst>
                  <a:ext uri="{FF2B5EF4-FFF2-40B4-BE49-F238E27FC236}">
                    <a16:creationId xmlns:a16="http://schemas.microsoft.com/office/drawing/2014/main" id="{C5D27704-22C8-487D-5310-6884BC915B3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7" name="Freeform 51">
                <a:extLst>
                  <a:ext uri="{FF2B5EF4-FFF2-40B4-BE49-F238E27FC236}">
                    <a16:creationId xmlns:a16="http://schemas.microsoft.com/office/drawing/2014/main" id="{846ED2F8-7ABD-73B6-621C-66E4F3FD18E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CF5CF0F2-F548-74F9-8D28-C8593AADA65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1" name="Freeform 53">
                <a:extLst>
                  <a:ext uri="{FF2B5EF4-FFF2-40B4-BE49-F238E27FC236}">
                    <a16:creationId xmlns:a16="http://schemas.microsoft.com/office/drawing/2014/main" id="{E59744EF-42C6-F8A6-28CA-57AFA409E09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4">
                <a:extLst>
                  <a:ext uri="{FF2B5EF4-FFF2-40B4-BE49-F238E27FC236}">
                    <a16:creationId xmlns:a16="http://schemas.microsoft.com/office/drawing/2014/main" id="{7C58CD46-75D7-5936-FB05-0A8DB809D7B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5">
                <a:extLst>
                  <a:ext uri="{FF2B5EF4-FFF2-40B4-BE49-F238E27FC236}">
                    <a16:creationId xmlns:a16="http://schemas.microsoft.com/office/drawing/2014/main" id="{540D970C-2D00-5766-0E9C-2715FD9A9CA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6">
                <a:extLst>
                  <a:ext uri="{FF2B5EF4-FFF2-40B4-BE49-F238E27FC236}">
                    <a16:creationId xmlns:a16="http://schemas.microsoft.com/office/drawing/2014/main" id="{E0C09106-E6A9-23BB-EE86-5FC5A3C5571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7">
                <a:extLst>
                  <a:ext uri="{FF2B5EF4-FFF2-40B4-BE49-F238E27FC236}">
                    <a16:creationId xmlns:a16="http://schemas.microsoft.com/office/drawing/2014/main" id="{48FFDB81-4B23-9458-27CB-7FE2D86B9CC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8">
                <a:extLst>
                  <a:ext uri="{FF2B5EF4-FFF2-40B4-BE49-F238E27FC236}">
                    <a16:creationId xmlns:a16="http://schemas.microsoft.com/office/drawing/2014/main" id="{7B9C7324-145C-A501-C113-DC68A1F951F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7" name="Graphic 8">
              <a:extLst>
                <a:ext uri="{FF2B5EF4-FFF2-40B4-BE49-F238E27FC236}">
                  <a16:creationId xmlns:a16="http://schemas.microsoft.com/office/drawing/2014/main" id="{8242D681-0564-11FF-F314-2A8C383B5111}"/>
                </a:ext>
              </a:extLst>
            </p:cNvPr>
            <p:cNvGrpSpPr/>
            <p:nvPr/>
          </p:nvGrpSpPr>
          <p:grpSpPr>
            <a:xfrm>
              <a:off x="265625" y="6323271"/>
              <a:ext cx="1249223" cy="190348"/>
              <a:chOff x="265625" y="6323271"/>
              <a:chExt cx="1249223" cy="190348"/>
            </a:xfrm>
            <a:grpFill/>
          </p:grpSpPr>
          <p:sp>
            <p:nvSpPr>
              <p:cNvPr id="38" name="Freeform 60">
                <a:extLst>
                  <a:ext uri="{FF2B5EF4-FFF2-40B4-BE49-F238E27FC236}">
                    <a16:creationId xmlns:a16="http://schemas.microsoft.com/office/drawing/2014/main" id="{BC1F610E-F144-A115-E553-C9EE5FEA4A6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39" name="Freeform 61">
                <a:extLst>
                  <a:ext uri="{FF2B5EF4-FFF2-40B4-BE49-F238E27FC236}">
                    <a16:creationId xmlns:a16="http://schemas.microsoft.com/office/drawing/2014/main" id="{6857D863-9A06-6571-80F6-DD59B73A3C1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0" name="Freeform 62">
                <a:extLst>
                  <a:ext uri="{FF2B5EF4-FFF2-40B4-BE49-F238E27FC236}">
                    <a16:creationId xmlns:a16="http://schemas.microsoft.com/office/drawing/2014/main" id="{2CD29205-052C-95E0-C678-4DD16DEC5C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1" name="Freeform 63">
                <a:extLst>
                  <a:ext uri="{FF2B5EF4-FFF2-40B4-BE49-F238E27FC236}">
                    <a16:creationId xmlns:a16="http://schemas.microsoft.com/office/drawing/2014/main" id="{525F39ED-302E-07C7-3369-B1B583F05A4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2" name="Freeform 64">
                <a:extLst>
                  <a:ext uri="{FF2B5EF4-FFF2-40B4-BE49-F238E27FC236}">
                    <a16:creationId xmlns:a16="http://schemas.microsoft.com/office/drawing/2014/main" id="{507A5BC5-09D6-FB8A-6D25-83CEB0C04D1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3" name="Freeform 65">
                <a:extLst>
                  <a:ext uri="{FF2B5EF4-FFF2-40B4-BE49-F238E27FC236}">
                    <a16:creationId xmlns:a16="http://schemas.microsoft.com/office/drawing/2014/main" id="{D492BDA2-A0E6-5AFB-1033-44C34177413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6">
                <a:extLst>
                  <a:ext uri="{FF2B5EF4-FFF2-40B4-BE49-F238E27FC236}">
                    <a16:creationId xmlns:a16="http://schemas.microsoft.com/office/drawing/2014/main" id="{88A7983D-3B88-4F8C-72F3-052E520F89A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10" name="TextBox 9">
            <a:extLst>
              <a:ext uri="{FF2B5EF4-FFF2-40B4-BE49-F238E27FC236}">
                <a16:creationId xmlns:a16="http://schemas.microsoft.com/office/drawing/2014/main" id="{BC225031-D7BB-0C78-565E-460F449111B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317152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slideLayout" Target="../slideLayouts/slideLayout100.xml"/><Relationship Id="rId3" Type="http://schemas.openxmlformats.org/officeDocument/2006/relationships/slideLayout" Target="../slideLayouts/slideLayout101.xml"/><Relationship Id="rId4" Type="http://schemas.openxmlformats.org/officeDocument/2006/relationships/slideLayout" Target="../slideLayouts/slideLayout102.xml"/><Relationship Id="rId5" Type="http://schemas.openxmlformats.org/officeDocument/2006/relationships/slideLayout" Target="../slideLayouts/slideLayout103.xml"/><Relationship Id="rId6" Type="http://schemas.openxmlformats.org/officeDocument/2006/relationships/slideLayout" Target="../slideLayouts/slideLayout104.xml"/><Relationship Id="rId7" Type="http://schemas.openxmlformats.org/officeDocument/2006/relationships/slideLayout" Target="../slideLayouts/slideLayout105.xml"/><Relationship Id="rId8" Type="http://schemas.openxmlformats.org/officeDocument/2006/relationships/slideLayout" Target="../slideLayouts/slideLayout106.xml"/><Relationship Id="rId9" Type="http://schemas.openxmlformats.org/officeDocument/2006/relationships/slideLayout" Target="../slideLayouts/slideLayout107.xml"/><Relationship Id="rId10" Type="http://schemas.openxmlformats.org/officeDocument/2006/relationships/slideLayout" Target="../slideLayouts/slideLayout108.xml"/><Relationship Id="rId11" Type="http://schemas.openxmlformats.org/officeDocument/2006/relationships/slideLayout" Target="../slideLayouts/slideLayout109.xml"/><Relationship Id="rId12" Type="http://schemas.openxmlformats.org/officeDocument/2006/relationships/slideLayout" Target="../slideLayouts/slideLayout110.xml"/><Relationship Id="rId13" Type="http://schemas.openxmlformats.org/officeDocument/2006/relationships/slideLayout" Target="../slideLayouts/slideLayout111.xml"/><Relationship Id="rId14" Type="http://schemas.openxmlformats.org/officeDocument/2006/relationships/slideLayout" Target="../slideLayouts/slideLayout112.xml"/><Relationship Id="rId15" Type="http://schemas.openxmlformats.org/officeDocument/2006/relationships/slideLayout" Target="../slideLayouts/slideLayout113.xml"/><Relationship Id="rId16" Type="http://schemas.openxmlformats.org/officeDocument/2006/relationships/slideLayout" Target="../slideLayouts/slideLayout114.xml"/><Relationship Id="rId17" Type="http://schemas.openxmlformats.org/officeDocument/2006/relationships/slideLayout" Target="../slideLayouts/slideLayout115.xml"/><Relationship Id="rId18" Type="http://schemas.openxmlformats.org/officeDocument/2006/relationships/slideLayout" Target="../slideLayouts/slideLayout116.xml"/><Relationship Id="rId19" Type="http://schemas.openxmlformats.org/officeDocument/2006/relationships/slideLayout" Target="../slideLayouts/slideLayout117.xml"/><Relationship Id="rId20" Type="http://schemas.openxmlformats.org/officeDocument/2006/relationships/slideLayout" Target="../slideLayouts/slideLayout118.xml"/><Relationship Id="rId21" Type="http://schemas.openxmlformats.org/officeDocument/2006/relationships/slideLayout" Target="../slideLayouts/slideLayout119.xml"/><Relationship Id="rId22" Type="http://schemas.openxmlformats.org/officeDocument/2006/relationships/slideLayout" Target="../slideLayouts/slideLayout120.xml"/><Relationship Id="rId23" Type="http://schemas.openxmlformats.org/officeDocument/2006/relationships/slideLayout" Target="../slideLayouts/slideLayout121.xml"/><Relationship Id="rId24" Type="http://schemas.openxmlformats.org/officeDocument/2006/relationships/slideLayout" Target="../slideLayouts/slideLayout122.xml"/><Relationship Id="rId25" Type="http://schemas.openxmlformats.org/officeDocument/2006/relationships/slideLayout" Target="../slideLayouts/slideLayout123.xml"/><Relationship Id="rId26" Type="http://schemas.openxmlformats.org/officeDocument/2006/relationships/slideLayout" Target="../slideLayouts/slideLayout124.xml"/><Relationship Id="rId27" Type="http://schemas.openxmlformats.org/officeDocument/2006/relationships/slideLayout" Target="../slideLayouts/slideLayout125.xml"/><Relationship Id="rId28" Type="http://schemas.openxmlformats.org/officeDocument/2006/relationships/slideLayout" Target="../slideLayouts/slideLayout126.xml"/><Relationship Id="rId29" Type="http://schemas.openxmlformats.org/officeDocument/2006/relationships/slideLayout" Target="../slideLayouts/slideLayout127.xml"/><Relationship Id="rId30" Type="http://schemas.openxmlformats.org/officeDocument/2006/relationships/slideLayout" Target="../slideLayouts/slideLayout128.xml"/><Relationship Id="rId31" Type="http://schemas.openxmlformats.org/officeDocument/2006/relationships/slideLayout" Target="../slideLayouts/slideLayout129.xml"/><Relationship Id="rId32" Type="http://schemas.openxmlformats.org/officeDocument/2006/relationships/slideLayout" Target="../slideLayouts/slideLayout130.xml"/><Relationship Id="rId33" Type="http://schemas.openxmlformats.org/officeDocument/2006/relationships/slideLayout" Target="../slideLayouts/slideLayout131.xml"/><Relationship Id="rId34" Type="http://schemas.openxmlformats.org/officeDocument/2006/relationships/slideLayout" Target="../slideLayouts/slideLayout132.xml"/><Relationship Id="rId35" Type="http://schemas.openxmlformats.org/officeDocument/2006/relationships/slideLayout" Target="../slideLayouts/slideLayout133.xml"/><Relationship Id="rId36" Type="http://schemas.openxmlformats.org/officeDocument/2006/relationships/slideLayout" Target="../slideLayouts/slideLayout134.xml"/><Relationship Id="rId37" Type="http://schemas.openxmlformats.org/officeDocument/2006/relationships/slideLayout" Target="../slideLayouts/slideLayout135.xml"/><Relationship Id="rId38" Type="http://schemas.openxmlformats.org/officeDocument/2006/relationships/slideLayout" Target="../slideLayouts/slideLayout136.xml"/><Relationship Id="rId39" Type="http://schemas.openxmlformats.org/officeDocument/2006/relationships/slideLayout" Target="../slideLayouts/slideLayout137.xml"/><Relationship Id="rId40" Type="http://schemas.openxmlformats.org/officeDocument/2006/relationships/slideLayout" Target="../slideLayouts/slideLayout138.xml"/><Relationship Id="rId41" Type="http://schemas.openxmlformats.org/officeDocument/2006/relationships/slideLayout" Target="../slideLayouts/slideLayout139.xml"/><Relationship Id="rId42" Type="http://schemas.openxmlformats.org/officeDocument/2006/relationships/slideLayout" Target="../slideLayouts/slideLayout140.xml"/><Relationship Id="rId4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squar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325" r:id="rId2"/>
    <p:sldLayoutId id="2147484197" r:id="rId3"/>
    <p:sldLayoutId id="2147484326" r:id="rId4"/>
    <p:sldLayoutId id="2147484198" r:id="rId5"/>
    <p:sldLayoutId id="2147484327" r:id="rId6"/>
    <p:sldLayoutId id="2147484376" r:id="rId7"/>
    <p:sldLayoutId id="2147484377" r:id="rId8"/>
    <p:sldLayoutId id="2147484328" r:id="rId9"/>
    <p:sldLayoutId id="2147484329" r:id="rId10"/>
    <p:sldLayoutId id="2147484199" r:id="rId11"/>
    <p:sldLayoutId id="2147484200" r:id="rId12"/>
    <p:sldLayoutId id="2147484201" r:id="rId13"/>
    <p:sldLayoutId id="2147484202" r:id="rId14"/>
    <p:sldLayoutId id="2147484366" r:id="rId15"/>
    <p:sldLayoutId id="2147484367" r:id="rId16"/>
    <p:sldLayoutId id="2147484203" r:id="rId17"/>
    <p:sldLayoutId id="2147484330" r:id="rId18"/>
    <p:sldLayoutId id="2147484423" r:id="rId19"/>
    <p:sldLayoutId id="2147484204" r:id="rId20"/>
    <p:sldLayoutId id="2147484205" r:id="rId21"/>
    <p:sldLayoutId id="2147484206" r:id="rId22"/>
    <p:sldLayoutId id="2147484207" r:id="rId23"/>
    <p:sldLayoutId id="2147484208" r:id="rId24"/>
    <p:sldLayoutId id="2147484209" r:id="rId25"/>
    <p:sldLayoutId id="2147484210" r:id="rId26"/>
    <p:sldLayoutId id="2147484211" r:id="rId27"/>
    <p:sldLayoutId id="2147484212" r:id="rId28"/>
    <p:sldLayoutId id="2147484213" r:id="rId29"/>
    <p:sldLayoutId id="2147484214" r:id="rId30"/>
    <p:sldLayoutId id="2147484215" r:id="rId31"/>
    <p:sldLayoutId id="2147484216" r:id="rId32"/>
    <p:sldLayoutId id="2147484217" r:id="rId33"/>
    <p:sldLayoutId id="2147484218" r:id="rId34"/>
    <p:sldLayoutId id="2147484219" r:id="rId35"/>
    <p:sldLayoutId id="2147484220" r:id="rId36"/>
    <p:sldLayoutId id="2147484221" r:id="rId37"/>
    <p:sldLayoutId id="2147484331" r:id="rId38"/>
    <p:sldLayoutId id="2147484368" r:id="rId39"/>
    <p:sldLayoutId id="2147484222" r:id="rId40"/>
    <p:sldLayoutId id="2147484332" r:id="rId41"/>
    <p:sldLayoutId id="2147484369" r:id="rId42"/>
    <p:sldLayoutId id="2147484223" r:id="rId43"/>
    <p:sldLayoutId id="2147484333" r:id="rId44"/>
    <p:sldLayoutId id="2147484370" r:id="rId45"/>
    <p:sldLayoutId id="2147484334" r:id="rId46"/>
    <p:sldLayoutId id="2147484224" r:id="rId47"/>
    <p:sldLayoutId id="2147484225" r:id="rId48"/>
    <p:sldLayoutId id="2147484335" r:id="rId49"/>
    <p:sldLayoutId id="2147484336" r:id="rId50"/>
    <p:sldLayoutId id="2147484337" r:id="rId51"/>
    <p:sldLayoutId id="2147484338" r:id="rId52"/>
    <p:sldLayoutId id="2147484339" r:id="rId53"/>
    <p:sldLayoutId id="2147484371" r:id="rId54"/>
    <p:sldLayoutId id="2147484226" r:id="rId55"/>
    <p:sldLayoutId id="2147484227" r:id="rId56"/>
    <p:sldLayoutId id="2147484228" r:id="rId57"/>
    <p:sldLayoutId id="2147484229" r:id="rId58"/>
    <p:sldLayoutId id="2147484230" r:id="rId59"/>
    <p:sldLayoutId id="2147484231" r:id="rId60"/>
    <p:sldLayoutId id="2147484232" r:id="rId61"/>
    <p:sldLayoutId id="2147484233" r:id="rId62"/>
    <p:sldLayoutId id="2147484234" r:id="rId63"/>
    <p:sldLayoutId id="2147484340" r:id="rId64"/>
    <p:sldLayoutId id="2147484341" r:id="rId65"/>
    <p:sldLayoutId id="2147484342" r:id="rId66"/>
    <p:sldLayoutId id="2147484343" r:id="rId67"/>
    <p:sldLayoutId id="2147484344" r:id="rId68"/>
    <p:sldLayoutId id="2147484345" r:id="rId69"/>
    <p:sldLayoutId id="2147484346" r:id="rId70"/>
    <p:sldLayoutId id="2147484347" r:id="rId71"/>
    <p:sldLayoutId id="2147484372" r:id="rId72"/>
    <p:sldLayoutId id="2147484348" r:id="rId73"/>
    <p:sldLayoutId id="2147484349" r:id="rId74"/>
    <p:sldLayoutId id="2147484350" r:id="rId75"/>
    <p:sldLayoutId id="2147484373" r:id="rId76"/>
    <p:sldLayoutId id="2147484425" r:id="rId77"/>
    <p:sldLayoutId id="2147484424" r:id="rId78"/>
    <p:sldLayoutId id="2147484351" r:id="rId79"/>
    <p:sldLayoutId id="2147484235" r:id="rId80"/>
    <p:sldLayoutId id="2147484236" r:id="rId81"/>
    <p:sldLayoutId id="2147484237" r:id="rId82"/>
    <p:sldLayoutId id="2147484378" r:id="rId83"/>
    <p:sldLayoutId id="2147484379" r:id="rId84"/>
    <p:sldLayoutId id="2147484352" r:id="rId85"/>
    <p:sldLayoutId id="2147484375" r:id="rId86"/>
    <p:sldLayoutId id="2147484374" r:id="rId87"/>
    <p:sldLayoutId id="2147484354" r:id="rId88"/>
    <p:sldLayoutId id="2147484355" r:id="rId89"/>
    <p:sldLayoutId id="2147484356" r:id="rId90"/>
    <p:sldLayoutId id="2147484357" r:id="rId91"/>
    <p:sldLayoutId id="2147484358" r:id="rId92"/>
    <p:sldLayoutId id="2147484359" r:id="rId93"/>
    <p:sldLayoutId id="2147484360" r:id="rId94"/>
    <p:sldLayoutId id="2147484361" r:id="rId95"/>
    <p:sldLayoutId id="2147484362" r:id="rId96"/>
    <p:sldLayoutId id="2147484363" r:id="rId97"/>
    <p:sldLayoutId id="2147484364" r:id="rId98"/>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hf sldNum="0"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gradFill flip="none" rotWithShape="1">
          <a:gsLst>
            <a:gs pos="0">
              <a:srgbClr val="074D73"/>
            </a:gs>
            <a:gs pos="76000">
              <a:srgbClr val="1A1F38"/>
            </a:gs>
            <a:gs pos="20000">
              <a:srgbClr val="113454"/>
            </a:gs>
            <a:gs pos="51000">
              <a:srgbClr val="1A203A"/>
            </a:gs>
            <a:gs pos="95000">
              <a:srgbClr val="1B1D36"/>
            </a:gs>
          </a:gsLst>
          <a:lin ang="19200000" scaled="0"/>
          <a:tileRect/>
        </a:gra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chemeClr val="tx1"/>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grp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grp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6" name="Graphic 7">
            <a:extLst>
              <a:ext uri="{FF2B5EF4-FFF2-40B4-BE49-F238E27FC236}">
                <a16:creationId xmlns:a16="http://schemas.microsoft.com/office/drawing/2014/main" id="{FBB70F38-152E-EDE0-7342-5C6679CABC5C}"/>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2"/>
              </a:gs>
              <a:gs pos="50000">
                <a:schemeClr val="accent3"/>
              </a:gs>
              <a:gs pos="75000">
                <a:schemeClr val="accent1"/>
              </a:gs>
              <a:gs pos="100000">
                <a:schemeClr val="accent5"/>
              </a:gs>
            </a:gsLst>
            <a:lin ang="0" scaled="1"/>
          </a:gradFill>
          <a:ln w="0" cap="flat">
            <a:noFill/>
            <a:prstDash val="solid"/>
            <a:miter/>
          </a:ln>
        </p:spPr>
        <p:txBody>
          <a:bodyPr rtlCol="0" anchor="ctr"/>
          <a:lstStyle/>
          <a:p>
            <a:endParaRPr lang="en-US"/>
          </a:p>
        </p:txBody>
      </p:sp>
      <p:sp>
        <p:nvSpPr>
          <p:cNvPr id="29" name="Graphic 7">
            <a:extLst>
              <a:ext uri="{FF2B5EF4-FFF2-40B4-BE49-F238E27FC236}">
                <a16:creationId xmlns:a16="http://schemas.microsoft.com/office/drawing/2014/main" id="{FBB70F38-152E-EDE0-7342-5C6679CABC5C}"/>
              </a:ext>
            </a:extLst>
          </p:cNvPr>
          <p:cNvSpPr/>
          <p:nvPr userDrawn="1"/>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2"/>
              </a:gs>
              <a:gs pos="50000">
                <a:schemeClr val="accent3"/>
              </a:gs>
              <a:gs pos="75000">
                <a:schemeClr val="accent1"/>
              </a:gs>
              <a:gs pos="100000">
                <a:schemeClr val="accent5"/>
              </a:gs>
            </a:gsLst>
            <a:lin ang="0" scaled="1"/>
          </a:gradFill>
          <a:ln w="0"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04983755-D295-0247-D3CD-EAE7D44A028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2008961984"/>
      </p:ext>
    </p:extLst>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 id="2147484392" r:id="rId12"/>
    <p:sldLayoutId id="2147484393" r:id="rId13"/>
    <p:sldLayoutId id="2147484394" r:id="rId14"/>
    <p:sldLayoutId id="2147484395" r:id="rId15"/>
    <p:sldLayoutId id="2147484396" r:id="rId16"/>
    <p:sldLayoutId id="2147484397" r:id="rId17"/>
    <p:sldLayoutId id="2147484398" r:id="rId18"/>
    <p:sldLayoutId id="2147484399" r:id="rId19"/>
    <p:sldLayoutId id="2147484400" r:id="rId20"/>
    <p:sldLayoutId id="2147484401" r:id="rId21"/>
    <p:sldLayoutId id="2147484402" r:id="rId22"/>
    <p:sldLayoutId id="2147484403" r:id="rId23"/>
    <p:sldLayoutId id="2147484404" r:id="rId24"/>
    <p:sldLayoutId id="2147484405" r:id="rId25"/>
    <p:sldLayoutId id="2147484406" r:id="rId26"/>
    <p:sldLayoutId id="2147484407" r:id="rId27"/>
    <p:sldLayoutId id="2147484408" r:id="rId28"/>
    <p:sldLayoutId id="2147484409" r:id="rId29"/>
    <p:sldLayoutId id="2147484410" r:id="rId30"/>
    <p:sldLayoutId id="2147484411" r:id="rId31"/>
    <p:sldLayoutId id="2147484412" r:id="rId32"/>
    <p:sldLayoutId id="2147484413" r:id="rId33"/>
    <p:sldLayoutId id="2147484414" r:id="rId34"/>
    <p:sldLayoutId id="2147484415" r:id="rId35"/>
    <p:sldLayoutId id="2147484416" r:id="rId36"/>
    <p:sldLayoutId id="2147484417" r:id="rId37"/>
    <p:sldLayoutId id="2147484418" r:id="rId38"/>
    <p:sldLayoutId id="2147484419" r:id="rId39"/>
    <p:sldLayoutId id="2147484420" r:id="rId40"/>
    <p:sldLayoutId id="2147484421" r:id="rId41"/>
    <p:sldLayoutId id="2147484422" r:id="rId42"/>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hf sldNum="0"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69.png"/><Relationship Id="rId4" Type="http://schemas.openxmlformats.org/officeDocument/2006/relationships/image" Target="../media/image70.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8CB83-8D65-2ABB-DC6D-88BDC7E607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BE15E7-62D4-18F9-2A8E-2DFDA291F6AA}"/>
              </a:ext>
            </a:extLst>
          </p:cNvPr>
          <p:cNvSpPr>
            <a:spLocks noGrp="1"/>
          </p:cNvSpPr>
          <p:nvPr>
            <p:ph type="body" sz="quarter" idx="11"/>
          </p:nvPr>
        </p:nvSpPr>
        <p:spPr/>
        <p:txBody>
          <a:bodyPr/>
          <a:lstStyle/>
          <a:p>
            <a:r>
              <a:rPr lang="en-US" dirty="0">
                <a:ea typeface="Microsoft JhengHei"/>
              </a:rPr>
              <a:t>Kosten Yang</a:t>
            </a:r>
          </a:p>
        </p:txBody>
      </p:sp>
      <p:sp>
        <p:nvSpPr>
          <p:cNvPr id="3" name="Text Placeholder 2">
            <a:extLst>
              <a:ext uri="{FF2B5EF4-FFF2-40B4-BE49-F238E27FC236}">
                <a16:creationId xmlns:a16="http://schemas.microsoft.com/office/drawing/2014/main" id="{8DFE6FB6-1609-3FAE-9BEA-89AB92753A87}"/>
              </a:ext>
            </a:extLst>
          </p:cNvPr>
          <p:cNvSpPr>
            <a:spLocks noGrp="1"/>
          </p:cNvSpPr>
          <p:nvPr>
            <p:ph type="body" sz="quarter" idx="12"/>
          </p:nvPr>
        </p:nvSpPr>
        <p:spPr/>
        <p:txBody>
          <a:bodyPr/>
          <a:lstStyle/>
          <a:p>
            <a:r>
              <a:rPr lang="en-US" dirty="0">
                <a:ea typeface="Microsoft JhengHei"/>
              </a:rPr>
              <a:t>Broadcom CXS</a:t>
            </a:r>
          </a:p>
        </p:txBody>
      </p:sp>
      <p:sp>
        <p:nvSpPr>
          <p:cNvPr id="4" name="Text Placeholder 3">
            <a:extLst>
              <a:ext uri="{FF2B5EF4-FFF2-40B4-BE49-F238E27FC236}">
                <a16:creationId xmlns:a16="http://schemas.microsoft.com/office/drawing/2014/main" id="{9132F5D4-89CA-F716-8646-DAC34C98DC2D}"/>
              </a:ext>
            </a:extLst>
          </p:cNvPr>
          <p:cNvSpPr>
            <a:spLocks noGrp="1"/>
          </p:cNvSpPr>
          <p:nvPr>
            <p:ph type="body" sz="quarter" idx="14"/>
          </p:nvPr>
        </p:nvSpPr>
        <p:spPr/>
        <p:txBody>
          <a:bodyPr/>
          <a:lstStyle/>
          <a:p>
            <a:r>
              <a:rPr lang="en-US" dirty="0">
                <a:ea typeface="Microsoft JhengHei"/>
              </a:rPr>
              <a:t>October 2026</a:t>
            </a:r>
          </a:p>
        </p:txBody>
      </p:sp>
      <p:sp>
        <p:nvSpPr>
          <p:cNvPr id="5" name="Title 4" title="Title">
            <a:extLst>
              <a:ext uri="{FF2B5EF4-FFF2-40B4-BE49-F238E27FC236}">
                <a16:creationId xmlns:a16="http://schemas.microsoft.com/office/drawing/2014/main" id="{AEDE7F6C-FEFE-9BC1-068E-5660ECB25F07}"/>
              </a:ext>
            </a:extLst>
          </p:cNvPr>
          <p:cNvSpPr>
            <a:spLocks noGrp="1"/>
          </p:cNvSpPr>
          <p:nvPr>
            <p:ph type="title"/>
          </p:nvPr>
        </p:nvSpPr>
        <p:spPr/>
        <p:txBody>
          <a:bodyPr/>
          <a:lstStyle/>
          <a:p>
            <a:r>
              <a:rPr lang="en-US" dirty="0">
                <a:solidFill>
                  <a:schemeClr val="accent2"/>
                </a:solidFill>
                <a:ea typeface="Microsoft JhengHei"/>
              </a:rPr>
              <a:t>VCF 9.1.1 Converge &amp; Import Plan</a:t>
            </a:r>
          </a:p>
        </p:txBody>
      </p:sp>
      <p:sp>
        <p:nvSpPr>
          <p:cNvPr id="6" name="Subtitle 5" title="Subtitle">
            <a:extLst>
              <a:ext uri="{FF2B5EF4-FFF2-40B4-BE49-F238E27FC236}">
                <a16:creationId xmlns:a16="http://schemas.microsoft.com/office/drawing/2014/main" id="{86EB749A-6516-3642-E642-19AECC60C370}"/>
              </a:ext>
            </a:extLst>
          </p:cNvPr>
          <p:cNvSpPr>
            <a:spLocks noGrp="1"/>
          </p:cNvSpPr>
          <p:nvPr>
            <p:ph type="subTitle" idx="10"/>
          </p:nvPr>
        </p:nvSpPr>
        <p:spPr/>
        <p:txBody>
          <a:bodyPr/>
          <a:lstStyle/>
          <a:p>
            <a:pPr marL="0" marR="0" lvl="0" indent="0" algn="l" defTabSz="914400" rtl="0" eaLnBrk="1" fontAlgn="auto" latinLnBrk="0" hangingPunct="1">
              <a:lnSpc>
                <a:spcPct val="100000"/>
              </a:lnSpc>
              <a:spcBef>
                <a:spcPts val="1200"/>
              </a:spcBef>
              <a:spcAft>
                <a:spcPts val="0"/>
              </a:spcAft>
              <a:buClr>
                <a:srgbClr val="000001">
                  <a:lumMod val="60000"/>
                  <a:lumOff val="40000"/>
                </a:srgbClr>
              </a:buClr>
              <a:buSzPct val="90000"/>
              <a:buFont typeface="Metropolis" panose="020B0604020202020204"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CTBC ｜ 執行計畫與每步 Checklist</a:t>
            </a:r>
          </a:p>
        </p:txBody>
      </p:sp>
      <p:pic>
        <p:nvPicPr>
          <p:cNvPr id="8" name="Graphic 7">
            <a:extLst>
              <a:ext uri="{FF2B5EF4-FFF2-40B4-BE49-F238E27FC236}">
                <a16:creationId xmlns:a16="http://schemas.microsoft.com/office/drawing/2014/main" id="{17DE22BB-CD4F-C36C-54AE-6B4A09B2DB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840" y="2227256"/>
            <a:ext cx="2377440" cy="2377440"/>
          </a:xfrm>
          <a:prstGeom prst="rect">
            <a:avLst/>
          </a:prstGeom>
        </p:spPr>
      </p:pic>
    </p:spTree>
    <p:extLst>
      <p:ext uri="{BB962C8B-B14F-4D97-AF65-F5344CB8AC3E}">
        <p14:creationId xmlns:p14="http://schemas.microsoft.com/office/powerpoint/2010/main" val="153336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773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Plan at a Glance</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結論先講：原 13 步大方向可行，4 個地方要調整</a:t>
            </a:r>
          </a:p>
        </p:txBody>
      </p:sp>
      <p:sp>
        <p:nvSpPr>
          <p:cNvPr id="4" name="TextBox 3"/>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5" name="Oval 4"/>
          <p:cNvSpPr/>
          <p:nvPr/>
        </p:nvSpPr>
        <p:spPr>
          <a:xfrm>
            <a:off x="621792" y="1325880"/>
            <a:ext cx="731520" cy="731520"/>
          </a:xfrm>
          <a:prstGeom prst="ellipse">
            <a:avLst/>
          </a:prstGeom>
          <a:solidFill>
            <a:srgbClr val="6C4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1800" b="1">
                <a:solidFill>
                  <a:srgbClr val="FFFFFF"/>
                </a:solidFill>
                <a:latin typeface="Arial"/>
                <a:ea typeface="Microsoft JhengHei"/>
                <a:cs typeface="Arial"/>
              </a:rPr>
              <a:t>01</a:t>
            </a:r>
          </a:p>
        </p:txBody>
      </p:sp>
      <p:cxnSp>
        <p:nvCxnSpPr>
          <p:cNvPr id="6" name="Connector 5"/>
          <p:cNvCxnSpPr/>
          <p:nvPr/>
        </p:nvCxnSpPr>
        <p:spPr>
          <a:xfrm>
            <a:off x="1444752" y="1691640"/>
            <a:ext cx="19202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76072" y="2176272"/>
            <a:ext cx="2697480" cy="329184"/>
          </a:xfrm>
          <a:prstGeom prst="rect">
            <a:avLst/>
          </a:prstGeom>
          <a:noFill/>
        </p:spPr>
        <p:txBody>
          <a:bodyPr wrap="square" lIns="45720" rIns="45720" tIns="27432" bIns="27432" anchor="t">
            <a:spAutoFit/>
          </a:bodyPr>
          <a:lstStyle/>
          <a:p>
            <a:pPr algn="l">
              <a:spcAft>
                <a:spcPts val="200"/>
              </a:spcAft>
            </a:pPr>
            <a:r>
              <a:rPr sz="1300" b="1">
                <a:solidFill>
                  <a:srgbClr val="6C4B94"/>
                </a:solidFill>
                <a:latin typeface="Arial"/>
                <a:ea typeface="Microsoft JhengHei"/>
                <a:cs typeface="Arial"/>
              </a:rPr>
              <a:t>Sequence / 順序調整</a:t>
            </a:r>
          </a:p>
        </p:txBody>
      </p:sp>
      <p:sp>
        <p:nvSpPr>
          <p:cNvPr id="8" name="Rectangle 7"/>
          <p:cNvSpPr/>
          <p:nvPr/>
        </p:nvSpPr>
        <p:spPr>
          <a:xfrm>
            <a:off x="612648" y="2542032"/>
            <a:ext cx="2587752" cy="36576"/>
          </a:xfrm>
          <a:prstGeom prst="rect">
            <a:avLst/>
          </a:prstGeom>
          <a:solidFill>
            <a:srgbClr val="6C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2697480"/>
            <a:ext cx="2697480" cy="1645920"/>
          </a:xfrm>
          <a:prstGeom prst="rect">
            <a:avLst/>
          </a:prstGeom>
          <a:noFill/>
        </p:spPr>
        <p:txBody>
          <a:bodyPr wrap="square" lIns="45720" rIns="45720" tIns="27432" bIns="27432" anchor="t">
            <a:spAutoFit/>
          </a:bodyPr>
          <a:lstStyle/>
          <a:p>
            <a:pPr algn="l">
              <a:spcAft>
                <a:spcPts val="800"/>
              </a:spcAft>
            </a:pPr>
            <a:r>
              <a:rPr sz="1250" b="0">
                <a:solidFill>
                  <a:srgbClr val="333333"/>
                </a:solidFill>
                <a:latin typeface="Arial"/>
                <a:ea typeface="Microsoft JhengHei"/>
                <a:cs typeface="Arial"/>
              </a:rPr>
              <a:t>• vRO 移到最後（VCFA 9.1.1 之後）</a:t>
            </a:r>
          </a:p>
          <a:p>
            <a:pPr algn="l">
              <a:spcAft>
                <a:spcPts val="800"/>
              </a:spcAft>
            </a:pPr>
            <a:r>
              <a:rPr sz="1250" b="0">
                <a:solidFill>
                  <a:srgbClr val="333333"/>
                </a:solidFill>
                <a:latin typeface="Arial"/>
                <a:ea typeface="Microsoft JhengHei"/>
                <a:cs typeface="Arial"/>
              </a:rPr>
              <a:t>• vRA / vRO 先冷遷移進管理網域</a:t>
            </a:r>
          </a:p>
          <a:p>
            <a:pPr algn="l">
              <a:spcAft>
                <a:spcPts val="800"/>
              </a:spcAft>
            </a:pPr>
            <a:r>
              <a:rPr sz="1250" b="0">
                <a:solidFill>
                  <a:srgbClr val="333333"/>
                </a:solidFill>
                <a:latin typeface="Arial"/>
                <a:ea typeface="Microsoft JhengHei"/>
                <a:cs typeface="Arial"/>
              </a:rPr>
              <a:t>• WLD 升級拆成 vCenter、ESXi 兩段</a:t>
            </a:r>
          </a:p>
        </p:txBody>
      </p:sp>
      <p:sp>
        <p:nvSpPr>
          <p:cNvPr id="10" name="Oval 9"/>
          <p:cNvSpPr/>
          <p:nvPr/>
        </p:nvSpPr>
        <p:spPr>
          <a:xfrm>
            <a:off x="3429000" y="1325880"/>
            <a:ext cx="731520" cy="731520"/>
          </a:xfrm>
          <a:prstGeom prst="ellipse">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1800" b="1">
                <a:solidFill>
                  <a:srgbClr val="FFFFFF"/>
                </a:solidFill>
                <a:latin typeface="Arial"/>
                <a:ea typeface="Microsoft JhengHei"/>
                <a:cs typeface="Arial"/>
              </a:rPr>
              <a:t>02</a:t>
            </a:r>
          </a:p>
        </p:txBody>
      </p:sp>
      <p:cxnSp>
        <p:nvCxnSpPr>
          <p:cNvPr id="11" name="Connector 10"/>
          <p:cNvCxnSpPr/>
          <p:nvPr/>
        </p:nvCxnSpPr>
        <p:spPr>
          <a:xfrm>
            <a:off x="4251960" y="1691640"/>
            <a:ext cx="19202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83280" y="2176272"/>
            <a:ext cx="2697480" cy="329184"/>
          </a:xfrm>
          <a:prstGeom prst="rect">
            <a:avLst/>
          </a:prstGeom>
          <a:noFill/>
        </p:spPr>
        <p:txBody>
          <a:bodyPr wrap="square" lIns="45720" rIns="45720" tIns="27432" bIns="27432" anchor="t">
            <a:spAutoFit/>
          </a:bodyPr>
          <a:lstStyle/>
          <a:p>
            <a:pPr algn="l">
              <a:spcAft>
                <a:spcPts val="200"/>
              </a:spcAft>
            </a:pPr>
            <a:r>
              <a:rPr sz="1300" b="1">
                <a:solidFill>
                  <a:srgbClr val="007B8C"/>
                </a:solidFill>
                <a:latin typeface="Arial"/>
                <a:ea typeface="Microsoft JhengHei"/>
                <a:cs typeface="Arial"/>
              </a:rPr>
              <a:t>WLD Path / 匯入路徑</a:t>
            </a:r>
          </a:p>
        </p:txBody>
      </p:sp>
      <p:sp>
        <p:nvSpPr>
          <p:cNvPr id="13" name="Rectangle 12"/>
          <p:cNvSpPr/>
          <p:nvPr/>
        </p:nvSpPr>
        <p:spPr>
          <a:xfrm>
            <a:off x="3419856" y="2542032"/>
            <a:ext cx="2587752" cy="36576"/>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2697480"/>
            <a:ext cx="2697480" cy="1645920"/>
          </a:xfrm>
          <a:prstGeom prst="rect">
            <a:avLst/>
          </a:prstGeom>
          <a:noFill/>
        </p:spPr>
        <p:txBody>
          <a:bodyPr wrap="square" lIns="45720" rIns="45720" tIns="27432" bIns="27432" anchor="t">
            <a:spAutoFit/>
          </a:bodyPr>
          <a:lstStyle/>
          <a:p>
            <a:pPr algn="l">
              <a:spcAft>
                <a:spcPts val="800"/>
              </a:spcAft>
            </a:pPr>
            <a:r>
              <a:rPr sz="1250" b="0">
                <a:solidFill>
                  <a:srgbClr val="333333"/>
                </a:solidFill>
                <a:latin typeface="Arial"/>
                <a:ea typeface="Microsoft JhengHei"/>
                <a:cs typeface="Arial"/>
              </a:rPr>
              <a:t>• import 8.0.3 一定會帶 NSX（新 3-node）</a:t>
            </a:r>
          </a:p>
          <a:p>
            <a:pPr algn="l">
              <a:spcAft>
                <a:spcPts val="800"/>
              </a:spcAft>
            </a:pPr>
            <a:r>
              <a:rPr sz="1250" b="0">
                <a:solidFill>
                  <a:srgbClr val="333333"/>
                </a:solidFill>
                <a:latin typeface="Arial"/>
                <a:ea typeface="Microsoft JhengHei"/>
                <a:cs typeface="Arial"/>
              </a:rPr>
              <a:t>• 建議：vCenter 先 RDU → import 共用 NSX</a:t>
            </a:r>
          </a:p>
          <a:p>
            <a:pPr algn="l">
              <a:spcAft>
                <a:spcPts val="800"/>
              </a:spcAft>
            </a:pPr>
            <a:r>
              <a:rPr sz="1250" b="0">
                <a:solidFill>
                  <a:srgbClr val="333333"/>
                </a:solidFill>
                <a:latin typeface="Arial"/>
                <a:ea typeface="Microsoft JhengHei"/>
                <a:cs typeface="Arial"/>
              </a:rPr>
              <a:t>• 設計會議定案 A / B</a:t>
            </a:r>
          </a:p>
        </p:txBody>
      </p:sp>
      <p:sp>
        <p:nvSpPr>
          <p:cNvPr id="15" name="Oval 14"/>
          <p:cNvSpPr/>
          <p:nvPr/>
        </p:nvSpPr>
        <p:spPr>
          <a:xfrm>
            <a:off x="6236208" y="1325880"/>
            <a:ext cx="731520" cy="731520"/>
          </a:xfrm>
          <a:prstGeom prst="ellipse">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1800" b="1">
                <a:solidFill>
                  <a:srgbClr val="FFFFFF"/>
                </a:solidFill>
                <a:latin typeface="Arial"/>
                <a:ea typeface="Microsoft JhengHei"/>
                <a:cs typeface="Arial"/>
              </a:rPr>
              <a:t>03</a:t>
            </a:r>
          </a:p>
        </p:txBody>
      </p:sp>
      <p:cxnSp>
        <p:nvCxnSpPr>
          <p:cNvPr id="16" name="Connector 15"/>
          <p:cNvCxnSpPr/>
          <p:nvPr/>
        </p:nvCxnSpPr>
        <p:spPr>
          <a:xfrm>
            <a:off x="7059168" y="1691640"/>
            <a:ext cx="19202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90488" y="2176272"/>
            <a:ext cx="2697480" cy="329184"/>
          </a:xfrm>
          <a:prstGeom prst="rect">
            <a:avLst/>
          </a:prstGeom>
          <a:noFill/>
        </p:spPr>
        <p:txBody>
          <a:bodyPr wrap="square" lIns="45720" rIns="45720" tIns="27432" bIns="27432" anchor="t">
            <a:spAutoFit/>
          </a:bodyPr>
          <a:lstStyle/>
          <a:p>
            <a:pPr algn="l">
              <a:spcAft>
                <a:spcPts val="200"/>
              </a:spcAft>
            </a:pPr>
            <a:r>
              <a:rPr sz="1300" b="1">
                <a:solidFill>
                  <a:srgbClr val="0098C7"/>
                </a:solidFill>
                <a:latin typeface="Arial"/>
                <a:ea typeface="Microsoft JhengHei"/>
                <a:cs typeface="Arial"/>
              </a:rPr>
              <a:t>Depot / 離線來源</a:t>
            </a:r>
          </a:p>
        </p:txBody>
      </p:sp>
      <p:sp>
        <p:nvSpPr>
          <p:cNvPr id="18" name="Rectangle 17"/>
          <p:cNvSpPr/>
          <p:nvPr/>
        </p:nvSpPr>
        <p:spPr>
          <a:xfrm>
            <a:off x="6227064" y="2542032"/>
            <a:ext cx="2587752" cy="36576"/>
          </a:xfrm>
          <a:prstGeom prst="rect">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0488" y="2697480"/>
            <a:ext cx="2697480" cy="1645920"/>
          </a:xfrm>
          <a:prstGeom prst="rect">
            <a:avLst/>
          </a:prstGeom>
          <a:noFill/>
        </p:spPr>
        <p:txBody>
          <a:bodyPr wrap="square" lIns="45720" rIns="45720" tIns="27432" bIns="27432" anchor="t">
            <a:spAutoFit/>
          </a:bodyPr>
          <a:lstStyle/>
          <a:p>
            <a:pPr algn="l">
              <a:spcAft>
                <a:spcPts val="800"/>
              </a:spcAft>
            </a:pPr>
            <a:r>
              <a:rPr sz="1250" b="0">
                <a:solidFill>
                  <a:srgbClr val="333333"/>
                </a:solidFill>
                <a:latin typeface="Arial"/>
                <a:ea typeface="Microsoft JhengHei"/>
                <a:cs typeface="Arial"/>
              </a:rPr>
              <a:t>• Offline Depot 非必要，但建議架</a:t>
            </a:r>
          </a:p>
          <a:p>
            <a:pPr algn="l">
              <a:spcAft>
                <a:spcPts val="800"/>
              </a:spcAft>
            </a:pPr>
            <a:r>
              <a:rPr sz="1250" b="0">
                <a:solidFill>
                  <a:srgbClr val="333333"/>
                </a:solidFill>
                <a:latin typeface="Arial"/>
                <a:ea typeface="Microsoft JhengHei"/>
                <a:cs typeface="Arial"/>
              </a:rPr>
              <a:t>• Installer 內 binaries 不會轉移</a:t>
            </a:r>
          </a:p>
          <a:p>
            <a:pPr algn="l">
              <a:spcAft>
                <a:spcPts val="800"/>
              </a:spcAft>
            </a:pPr>
            <a:r>
              <a:rPr sz="1250" b="0">
                <a:solidFill>
                  <a:srgbClr val="333333"/>
                </a:solidFill>
                <a:latin typeface="Arial"/>
                <a:ea typeface="Microsoft JhengHei"/>
                <a:cs typeface="Arial"/>
              </a:rPr>
              <a:t>• VCFA、WLD 升級都還要用</a:t>
            </a:r>
          </a:p>
        </p:txBody>
      </p:sp>
      <p:sp>
        <p:nvSpPr>
          <p:cNvPr id="20" name="Oval 19"/>
          <p:cNvSpPr/>
          <p:nvPr/>
        </p:nvSpPr>
        <p:spPr>
          <a:xfrm>
            <a:off x="9043416" y="1325880"/>
            <a:ext cx="731520" cy="731520"/>
          </a:xfrm>
          <a:prstGeom prst="ellipse">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1800" b="1">
                <a:solidFill>
                  <a:srgbClr val="FFFFFF"/>
                </a:solidFill>
                <a:latin typeface="Arial"/>
                <a:ea typeface="Microsoft JhengHei"/>
                <a:cs typeface="Arial"/>
              </a:rPr>
              <a:t>04</a:t>
            </a:r>
          </a:p>
        </p:txBody>
      </p:sp>
      <p:sp>
        <p:nvSpPr>
          <p:cNvPr id="21" name="TextBox 20"/>
          <p:cNvSpPr txBox="1"/>
          <p:nvPr/>
        </p:nvSpPr>
        <p:spPr>
          <a:xfrm>
            <a:off x="8997696" y="2176272"/>
            <a:ext cx="2697480" cy="329184"/>
          </a:xfrm>
          <a:prstGeom prst="rect">
            <a:avLst/>
          </a:prstGeom>
          <a:noFill/>
        </p:spPr>
        <p:txBody>
          <a:bodyPr wrap="square" lIns="45720" rIns="45720" tIns="27432" bIns="27432" anchor="t">
            <a:spAutoFit/>
          </a:bodyPr>
          <a:lstStyle/>
          <a:p>
            <a:pPr algn="l">
              <a:spcAft>
                <a:spcPts val="200"/>
              </a:spcAft>
            </a:pPr>
            <a:r>
              <a:rPr sz="1300" b="1">
                <a:solidFill>
                  <a:srgbClr val="61A60E"/>
                </a:solidFill>
                <a:latin typeface="Arial"/>
                <a:ea typeface="Microsoft JhengHei"/>
                <a:cs typeface="Arial"/>
              </a:rPr>
              <a:t>Gates &amp; PONR / 管控</a:t>
            </a:r>
          </a:p>
        </p:txBody>
      </p:sp>
      <p:sp>
        <p:nvSpPr>
          <p:cNvPr id="22" name="Rectangle 21"/>
          <p:cNvSpPr/>
          <p:nvPr/>
        </p:nvSpPr>
        <p:spPr>
          <a:xfrm>
            <a:off x="9034272" y="2542032"/>
            <a:ext cx="2587752" cy="36576"/>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97696" y="2697480"/>
            <a:ext cx="2697480" cy="1645920"/>
          </a:xfrm>
          <a:prstGeom prst="rect">
            <a:avLst/>
          </a:prstGeom>
          <a:noFill/>
        </p:spPr>
        <p:txBody>
          <a:bodyPr wrap="square" lIns="45720" rIns="45720" tIns="27432" bIns="27432" anchor="t">
            <a:spAutoFit/>
          </a:bodyPr>
          <a:lstStyle/>
          <a:p>
            <a:pPr algn="l">
              <a:spcAft>
                <a:spcPts val="800"/>
              </a:spcAft>
            </a:pPr>
            <a:r>
              <a:rPr sz="1250" b="0">
                <a:solidFill>
                  <a:srgbClr val="333333"/>
                </a:solidFill>
                <a:latin typeface="Arial"/>
                <a:ea typeface="Microsoft JhengHei"/>
                <a:cs typeface="Arial"/>
              </a:rPr>
              <a:t>• G0–G5 六個 Gate</a:t>
            </a:r>
          </a:p>
          <a:p>
            <a:pPr algn="l">
              <a:spcAft>
                <a:spcPts val="800"/>
              </a:spcAft>
            </a:pPr>
            <a:r>
              <a:rPr sz="1250" b="0">
                <a:solidFill>
                  <a:srgbClr val="333333"/>
                </a:solidFill>
                <a:latin typeface="Arial"/>
                <a:ea typeface="Microsoft JhengHei"/>
                <a:cs typeface="Arial"/>
              </a:rPr>
              <a:t>• PONR：Converge、兩次 Import、vSAN format</a:t>
            </a:r>
          </a:p>
          <a:p>
            <a:pPr algn="l">
              <a:spcAft>
                <a:spcPts val="800"/>
              </a:spcAft>
            </a:pPr>
            <a:r>
              <a:rPr sz="1250" b="0">
                <a:solidFill>
                  <a:srgbClr val="333333"/>
                </a:solidFill>
                <a:latin typeface="Arial"/>
                <a:ea typeface="Microsoft JhengHei"/>
                <a:cs typeface="Arial"/>
              </a:rPr>
              <a:t>• 每一步都有退版點與截止點</a:t>
            </a:r>
          </a:p>
        </p:txBody>
      </p:sp>
      <p:sp>
        <p:nvSpPr>
          <p:cNvPr id="24" name="Rounded Rectangle 23"/>
          <p:cNvSpPr/>
          <p:nvPr/>
        </p:nvSpPr>
        <p:spPr>
          <a:xfrm>
            <a:off x="576072" y="4526280"/>
            <a:ext cx="11036808" cy="868680"/>
          </a:xfrm>
          <a:prstGeom prst="roundRect">
            <a:avLst>
              <a:gd name="adj" fmla="val 8000"/>
            </a:avLst>
          </a:prstGeom>
          <a:solidFill>
            <a:srgbClr val="F5F7F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590288"/>
            <a:ext cx="10789920" cy="777240"/>
          </a:xfrm>
          <a:prstGeom prst="rect">
            <a:avLst/>
          </a:prstGeom>
          <a:noFill/>
        </p:spPr>
        <p:txBody>
          <a:bodyPr wrap="square" lIns="45720" rIns="45720" tIns="27432" bIns="27432" anchor="ctr">
            <a:spAutoFit/>
          </a:bodyPr>
          <a:lstStyle/>
          <a:p>
            <a:pPr algn="l">
              <a:spcAft>
                <a:spcPts val="400"/>
              </a:spcAft>
            </a:pPr>
            <a:r>
              <a:rPr sz="1100" b="1">
                <a:solidFill>
                  <a:srgbClr val="1B1D36"/>
                </a:solidFill>
                <a:latin typeface="Arial"/>
                <a:ea typeface="Microsoft JhengHei"/>
                <a:cs typeface="Arial"/>
              </a:rPr>
              <a:t>Scope ｜ </a:t>
            </a:r>
            <a:r>
              <a:rPr sz="1100" b="0">
                <a:solidFill>
                  <a:srgbClr val="333333"/>
                </a:solidFill>
                <a:latin typeface="Arial"/>
                <a:ea typeface="Microsoft JhengHei"/>
                <a:cs typeface="Arial"/>
              </a:rPr>
              <a:t>Management Cluster Converge · vRA 8.18 → VCF Automation 9.1.1 · 整合雲 / 中信雲 Import 與升級 · SRM 重新註冊 · vRO → 9.1.1</a:t>
            </a:r>
          </a:p>
          <a:p>
            <a:pPr algn="l">
              <a:spcAft>
                <a:spcPts val="400"/>
              </a:spcAft>
            </a:pPr>
            <a:r>
              <a:rPr sz="1100" b="1">
                <a:solidFill>
                  <a:srgbClr val="1B1D36"/>
                </a:solidFill>
                <a:latin typeface="Arial"/>
                <a:ea typeface="Microsoft JhengHei"/>
                <a:cs typeface="Arial"/>
              </a:rPr>
              <a:t>前提 ｜ </a:t>
            </a:r>
            <a:r>
              <a:rPr sz="1100" b="0">
                <a:solidFill>
                  <a:srgbClr val="333333"/>
                </a:solidFill>
                <a:latin typeface="Arial"/>
                <a:ea typeface="Microsoft JhengHei"/>
                <a:cs typeface="Arial"/>
              </a:rPr>
              <a:t>不含 NSX Edge cluster（無 Edge node / T0 / T1）；每一步都要有已在 Lab 演練過的退版點，才進正式環境。</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Current &amp; Target</a:t>
            </a:r>
          </a:p>
        </p:txBody>
      </p:sp>
      <p:sp>
        <p:nvSpPr>
          <p:cNvPr id="3" name="Subtitle 2"/>
          <p:cNvSpPr>
            <a:spLocks noGrp="1"/>
          </p:cNvSpPr>
          <p:nvPr>
            <p:ph type="subTitle" idx="10"/>
          </p:nvPr>
        </p:nvSpPr>
        <p:spPr/>
        <p:txBody>
          <a:bodyPr/>
          <a:lstStyle/>
          <a:p>
            <a:r>
              <a:rPr>
                <a:ea typeface="Microsoft JhengHei"/>
              </a:rPr>
              <a:t>現況、目標架構與原計畫檢視</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Current vs Target ｜ One VCF 9.1.1 Instance</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一個 VCF Instance：管理網域 + 兩個 VI Workload Domain</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依據：TechDocs《Supported and Not Supported Configurations to Converge to VCF》《Import an Existing vCenter to Create a Workload Domain》《Upgrading to VCF Automation 9.1》</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76072" y="1188720"/>
            <a:ext cx="4114800" cy="274320"/>
          </a:xfrm>
          <a:prstGeom prst="rect">
            <a:avLst/>
          </a:prstGeom>
          <a:noFill/>
        </p:spPr>
        <p:txBody>
          <a:bodyPr wrap="square" lIns="45720" rIns="45720" tIns="27432" bIns="27432" anchor="t">
            <a:spAutoFit/>
          </a:bodyPr>
          <a:lstStyle/>
          <a:p>
            <a:pPr algn="l">
              <a:spcAft>
                <a:spcPts val="200"/>
              </a:spcAft>
            </a:pPr>
            <a:r>
              <a:rPr sz="1100" b="1">
                <a:solidFill>
                  <a:srgbClr val="717074"/>
                </a:solidFill>
                <a:latin typeface="Arial"/>
                <a:ea typeface="Microsoft JhengHei"/>
                <a:cs typeface="Arial"/>
              </a:rPr>
              <a:t>Current ｜ 現況</a:t>
            </a:r>
          </a:p>
        </p:txBody>
      </p:sp>
      <p:sp>
        <p:nvSpPr>
          <p:cNvPr id="7" name="TextBox 6"/>
          <p:cNvSpPr txBox="1"/>
          <p:nvPr/>
        </p:nvSpPr>
        <p:spPr>
          <a:xfrm>
            <a:off x="5349240" y="1188720"/>
            <a:ext cx="6217920" cy="274320"/>
          </a:xfrm>
          <a:prstGeom prst="rect">
            <a:avLst/>
          </a:prstGeom>
          <a:noFill/>
        </p:spPr>
        <p:txBody>
          <a:bodyPr wrap="square" lIns="45720" rIns="45720" tIns="27432" bIns="27432" anchor="t">
            <a:spAutoFit/>
          </a:bodyPr>
          <a:lstStyle/>
          <a:p>
            <a:pPr algn="l">
              <a:spcAft>
                <a:spcPts val="200"/>
              </a:spcAft>
            </a:pPr>
            <a:r>
              <a:rPr sz="1100" b="1">
                <a:solidFill>
                  <a:srgbClr val="6C4B94"/>
                </a:solidFill>
                <a:latin typeface="Arial"/>
                <a:ea typeface="Microsoft JhengHei"/>
                <a:cs typeface="Arial"/>
              </a:rPr>
              <a:t>Target ｜ VCF 9.1.1 Instance</a:t>
            </a:r>
          </a:p>
        </p:txBody>
      </p:sp>
      <p:sp>
        <p:nvSpPr>
          <p:cNvPr id="8" name="TextBox 7"/>
          <p:cNvSpPr txBox="1"/>
          <p:nvPr/>
        </p:nvSpPr>
        <p:spPr>
          <a:xfrm>
            <a:off x="576072" y="1508760"/>
            <a:ext cx="4114800" cy="201168"/>
          </a:xfrm>
          <a:prstGeom prst="rect">
            <a:avLst/>
          </a:prstGeom>
          <a:noFill/>
        </p:spPr>
        <p:txBody>
          <a:bodyPr wrap="square" lIns="18288" rIns="18288" tIns="27432" bIns="27432" anchor="t">
            <a:spAutoFit/>
          </a:bodyPr>
          <a:lstStyle/>
          <a:p>
            <a:pPr algn="l">
              <a:spcAft>
                <a:spcPts val="200"/>
              </a:spcAft>
            </a:pPr>
            <a:r>
              <a:rPr sz="800" b="1">
                <a:solidFill>
                  <a:srgbClr val="6C4B94"/>
                </a:solidFill>
                <a:latin typeface="Arial"/>
                <a:ea typeface="Microsoft JhengHei"/>
                <a:cs typeface="Arial"/>
              </a:rPr>
              <a:t>MANAGEMENT</a:t>
            </a:r>
          </a:p>
        </p:txBody>
      </p:sp>
      <p:sp>
        <p:nvSpPr>
          <p:cNvPr id="9" name="Rounded Rectangle 8"/>
          <p:cNvSpPr/>
          <p:nvPr/>
        </p:nvSpPr>
        <p:spPr>
          <a:xfrm>
            <a:off x="576072" y="1728216"/>
            <a:ext cx="4206240" cy="1097280"/>
          </a:xfrm>
          <a:prstGeom prst="roundRect">
            <a:avLst>
              <a:gd name="adj" fmla="val 6000"/>
            </a:avLst>
          </a:prstGeom>
          <a:solidFill>
            <a:srgbClr val="FFFFFF"/>
          </a:solidFill>
          <a:ln w="15875">
            <a:solidFill>
              <a:srgbClr val="6C4B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83080"/>
            <a:ext cx="4023360" cy="1005840"/>
          </a:xfrm>
          <a:prstGeom prst="rect">
            <a:avLst/>
          </a:prstGeom>
          <a:noFill/>
        </p:spPr>
        <p:txBody>
          <a:bodyPr wrap="square" lIns="45720" rIns="45720" tIns="27432" bIns="27432" anchor="t">
            <a:spAutoFit/>
          </a:bodyPr>
          <a:lstStyle/>
          <a:p>
            <a:pPr algn="l">
              <a:spcAft>
                <a:spcPts val="300"/>
              </a:spcAft>
            </a:pPr>
            <a:r>
              <a:rPr sz="1150" b="1">
                <a:solidFill>
                  <a:srgbClr val="6C4B94"/>
                </a:solidFill>
                <a:latin typeface="Arial"/>
                <a:ea typeface="Microsoft JhengHei"/>
                <a:cs typeface="Arial"/>
              </a:rPr>
              <a:t>Management Cluster</a:t>
            </a:r>
          </a:p>
          <a:p>
            <a:pPr algn="l">
              <a:spcAft>
                <a:spcPts val="300"/>
              </a:spcAft>
            </a:pPr>
            <a:r>
              <a:rPr sz="1000" b="0">
                <a:solidFill>
                  <a:srgbClr val="333333"/>
                </a:solidFill>
                <a:latin typeface="Arial"/>
                <a:ea typeface="Microsoft JhengHei"/>
                <a:cs typeface="Arial"/>
              </a:rPr>
              <a:t>vCenter 9.1.1 + ESXi 9.1.1 ×6（vSphere，尚非 VCF）</a:t>
            </a:r>
          </a:p>
        </p:txBody>
      </p:sp>
      <p:sp>
        <p:nvSpPr>
          <p:cNvPr id="11" name="Right Arrow 10"/>
          <p:cNvSpPr/>
          <p:nvPr/>
        </p:nvSpPr>
        <p:spPr>
          <a:xfrm>
            <a:off x="4864608" y="2112264"/>
            <a:ext cx="384048" cy="329184"/>
          </a:xfrm>
          <a:prstGeom prst="rightArrow">
            <a:avLst/>
          </a:prstGeom>
          <a:solidFill>
            <a:srgbClr val="6C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49240" y="1728216"/>
            <a:ext cx="6263640" cy="1097280"/>
          </a:xfrm>
          <a:prstGeom prst="roundRect">
            <a:avLst>
              <a:gd name="adj" fmla="val 6000"/>
            </a:avLst>
          </a:prstGeom>
          <a:solidFill>
            <a:srgbClr val="6C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58968" y="1783080"/>
            <a:ext cx="6080760" cy="1005840"/>
          </a:xfrm>
          <a:prstGeom prst="rect">
            <a:avLst/>
          </a:prstGeom>
          <a:noFill/>
        </p:spPr>
        <p:txBody>
          <a:bodyPr wrap="square" lIns="45720" rIns="45720" tIns="27432" bIns="27432" anchor="t">
            <a:spAutoFit/>
          </a:bodyPr>
          <a:lstStyle/>
          <a:p>
            <a:pPr algn="l">
              <a:spcAft>
                <a:spcPts val="300"/>
              </a:spcAft>
            </a:pPr>
            <a:r>
              <a:rPr sz="1150" b="1">
                <a:solidFill>
                  <a:srgbClr val="FFFFFF"/>
                </a:solidFill>
                <a:latin typeface="Arial"/>
                <a:ea typeface="Microsoft JhengHei"/>
                <a:cs typeface="Arial"/>
              </a:rPr>
              <a:t>VCF 9.1.1 Management Domain（Converge）</a:t>
            </a:r>
          </a:p>
          <a:p>
            <a:pPr algn="l">
              <a:spcAft>
                <a:spcPts val="300"/>
              </a:spcAft>
            </a:pPr>
            <a:r>
              <a:rPr sz="1000" b="0">
                <a:solidFill>
                  <a:srgbClr val="FFFFFF"/>
                </a:solidFill>
                <a:latin typeface="Arial"/>
                <a:ea typeface="Microsoft JhengHei"/>
                <a:cs typeface="Arial"/>
              </a:rPr>
              <a:t>SDDC Manager · NSX Manager（無 Edge）· VCF Operations + Mgmt Services · Identity Broker · License Server</a:t>
            </a:r>
          </a:p>
          <a:p>
            <a:pPr algn="l">
              <a:spcAft>
                <a:spcPts val="300"/>
              </a:spcAft>
            </a:pPr>
            <a:r>
              <a:rPr sz="1000" b="0">
                <a:solidFill>
                  <a:srgbClr val="FFFFFF"/>
                </a:solidFill>
                <a:latin typeface="Arial"/>
                <a:ea typeface="Microsoft JhengHei"/>
                <a:cs typeface="Arial"/>
              </a:rPr>
              <a:t>VCF Automation 9.1.1（vRA 8.18 藍綠升級）· VCF Operations orchestrator 9.1.1（vRO）</a:t>
            </a:r>
          </a:p>
        </p:txBody>
      </p:sp>
      <p:sp>
        <p:nvSpPr>
          <p:cNvPr id="14" name="TextBox 13"/>
          <p:cNvSpPr txBox="1"/>
          <p:nvPr/>
        </p:nvSpPr>
        <p:spPr>
          <a:xfrm>
            <a:off x="576072" y="2990088"/>
            <a:ext cx="4114800" cy="201168"/>
          </a:xfrm>
          <a:prstGeom prst="rect">
            <a:avLst/>
          </a:prstGeom>
          <a:noFill/>
        </p:spPr>
        <p:txBody>
          <a:bodyPr wrap="square" lIns="18288" rIns="18288" tIns="27432" bIns="27432" anchor="t">
            <a:spAutoFit/>
          </a:bodyPr>
          <a:lstStyle/>
          <a:p>
            <a:pPr algn="l">
              <a:spcAft>
                <a:spcPts val="200"/>
              </a:spcAft>
            </a:pPr>
            <a:r>
              <a:rPr sz="800" b="1">
                <a:solidFill>
                  <a:srgbClr val="007B8C"/>
                </a:solidFill>
                <a:latin typeface="Arial"/>
                <a:ea typeface="Microsoft JhengHei"/>
                <a:cs typeface="Arial"/>
              </a:rPr>
              <a:t>WORKLOAD DOMAIN ｜ 整合雲</a:t>
            </a:r>
          </a:p>
        </p:txBody>
      </p:sp>
      <p:sp>
        <p:nvSpPr>
          <p:cNvPr id="15" name="Rounded Rectangle 14"/>
          <p:cNvSpPr/>
          <p:nvPr/>
        </p:nvSpPr>
        <p:spPr>
          <a:xfrm>
            <a:off x="576072" y="3209544"/>
            <a:ext cx="4206240" cy="1097280"/>
          </a:xfrm>
          <a:prstGeom prst="roundRect">
            <a:avLst>
              <a:gd name="adj" fmla="val 6000"/>
            </a:avLst>
          </a:prstGeom>
          <a:solidFill>
            <a:srgbClr val="FFFFFF"/>
          </a:solidFill>
          <a:ln w="15875">
            <a:solidFill>
              <a:srgbClr val="007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64408"/>
            <a:ext cx="4023360" cy="1005840"/>
          </a:xfrm>
          <a:prstGeom prst="rect">
            <a:avLst/>
          </a:prstGeom>
          <a:noFill/>
        </p:spPr>
        <p:txBody>
          <a:bodyPr wrap="square" lIns="45720" rIns="45720" tIns="27432" bIns="27432" anchor="t">
            <a:spAutoFit/>
          </a:bodyPr>
          <a:lstStyle/>
          <a:p>
            <a:pPr algn="l">
              <a:spcAft>
                <a:spcPts val="300"/>
              </a:spcAft>
            </a:pPr>
            <a:r>
              <a:rPr sz="1150" b="1">
                <a:solidFill>
                  <a:srgbClr val="007B8C"/>
                </a:solidFill>
                <a:latin typeface="Arial"/>
                <a:ea typeface="Microsoft JhengHei"/>
                <a:cs typeface="Arial"/>
              </a:rPr>
              <a:t>整合雲 Cluster</a:t>
            </a:r>
          </a:p>
          <a:p>
            <a:pPr algn="l">
              <a:spcAft>
                <a:spcPts val="300"/>
              </a:spcAft>
            </a:pPr>
            <a:r>
              <a:rPr sz="1000" b="0">
                <a:solidFill>
                  <a:srgbClr val="333333"/>
                </a:solidFill>
                <a:latin typeface="Arial"/>
                <a:ea typeface="Microsoft JhengHei"/>
                <a:cs typeface="Arial"/>
              </a:rPr>
              <a:t>vCenter 8.0.3 + ESXi 8.0.3 ×6 · SRM 9.1.1</a:t>
            </a:r>
          </a:p>
        </p:txBody>
      </p:sp>
      <p:sp>
        <p:nvSpPr>
          <p:cNvPr id="17" name="Right Arrow 16"/>
          <p:cNvSpPr/>
          <p:nvPr/>
        </p:nvSpPr>
        <p:spPr>
          <a:xfrm>
            <a:off x="4864608" y="3593592"/>
            <a:ext cx="384048" cy="329184"/>
          </a:xfrm>
          <a:prstGeom prst="rightArrow">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49240" y="3209544"/>
            <a:ext cx="6263640" cy="1097280"/>
          </a:xfrm>
          <a:prstGeom prst="roundRect">
            <a:avLst>
              <a:gd name="adj" fmla="val 6000"/>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58968" y="3264408"/>
            <a:ext cx="6080760" cy="1005840"/>
          </a:xfrm>
          <a:prstGeom prst="rect">
            <a:avLst/>
          </a:prstGeom>
          <a:noFill/>
        </p:spPr>
        <p:txBody>
          <a:bodyPr wrap="square" lIns="45720" rIns="45720" tIns="27432" bIns="27432" anchor="t">
            <a:spAutoFit/>
          </a:bodyPr>
          <a:lstStyle/>
          <a:p>
            <a:pPr algn="l">
              <a:spcAft>
                <a:spcPts val="300"/>
              </a:spcAft>
            </a:pPr>
            <a:r>
              <a:rPr sz="1150" b="1">
                <a:solidFill>
                  <a:srgbClr val="FFFFFF"/>
                </a:solidFill>
                <a:latin typeface="Arial"/>
                <a:ea typeface="Microsoft JhengHei"/>
                <a:cs typeface="Arial"/>
              </a:rPr>
              <a:t>VI Workload Domain（Import）</a:t>
            </a:r>
          </a:p>
          <a:p>
            <a:pPr algn="l">
              <a:spcAft>
                <a:spcPts val="300"/>
              </a:spcAft>
            </a:pPr>
            <a:r>
              <a:rPr sz="1000" b="0">
                <a:solidFill>
                  <a:srgbClr val="FFFFFF"/>
                </a:solidFill>
                <a:latin typeface="Arial"/>
                <a:ea typeface="Microsoft JhengHei"/>
                <a:cs typeface="Arial"/>
              </a:rPr>
              <a:t>vCenter 9.1.1 + ESXi 9.1.1 ×6 · 共用管理網域 NSX 9.1.1（方案 B）</a:t>
            </a:r>
          </a:p>
          <a:p>
            <a:pPr algn="l">
              <a:spcAft>
                <a:spcPts val="300"/>
              </a:spcAft>
            </a:pPr>
            <a:r>
              <a:rPr sz="1000" b="0">
                <a:solidFill>
                  <a:srgbClr val="FFFFFF"/>
                </a:solidFill>
                <a:latin typeface="Arial"/>
                <a:ea typeface="Microsoft JhengHei"/>
                <a:cs typeface="Arial"/>
              </a:rPr>
              <a:t>SRM 9.1.1：vCenter 升級後兩站 Reconfigure + Reconnect</a:t>
            </a:r>
          </a:p>
        </p:txBody>
      </p:sp>
      <p:sp>
        <p:nvSpPr>
          <p:cNvPr id="20" name="TextBox 19"/>
          <p:cNvSpPr txBox="1"/>
          <p:nvPr/>
        </p:nvSpPr>
        <p:spPr>
          <a:xfrm>
            <a:off x="576072" y="4471416"/>
            <a:ext cx="4114800" cy="201168"/>
          </a:xfrm>
          <a:prstGeom prst="rect">
            <a:avLst/>
          </a:prstGeom>
          <a:noFill/>
        </p:spPr>
        <p:txBody>
          <a:bodyPr wrap="square" lIns="18288" rIns="18288" tIns="27432" bIns="27432" anchor="t">
            <a:spAutoFit/>
          </a:bodyPr>
          <a:lstStyle/>
          <a:p>
            <a:pPr algn="l">
              <a:spcAft>
                <a:spcPts val="200"/>
              </a:spcAft>
            </a:pPr>
            <a:r>
              <a:rPr sz="800" b="1">
                <a:solidFill>
                  <a:srgbClr val="0098C7"/>
                </a:solidFill>
                <a:latin typeface="Arial"/>
                <a:ea typeface="Microsoft JhengHei"/>
                <a:cs typeface="Arial"/>
              </a:rPr>
              <a:t>WORKLOAD DOMAIN ｜ 中信雲</a:t>
            </a:r>
          </a:p>
        </p:txBody>
      </p:sp>
      <p:sp>
        <p:nvSpPr>
          <p:cNvPr id="21" name="Rounded Rectangle 20"/>
          <p:cNvSpPr/>
          <p:nvPr/>
        </p:nvSpPr>
        <p:spPr>
          <a:xfrm>
            <a:off x="576072" y="4690872"/>
            <a:ext cx="4206240" cy="1097280"/>
          </a:xfrm>
          <a:prstGeom prst="roundRect">
            <a:avLst>
              <a:gd name="adj" fmla="val 6000"/>
            </a:avLst>
          </a:prstGeom>
          <a:solidFill>
            <a:srgbClr val="FFFFFF"/>
          </a:solidFill>
          <a:ln w="15875">
            <a:solidFill>
              <a:srgbClr val="009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745736"/>
            <a:ext cx="4023360" cy="1005840"/>
          </a:xfrm>
          <a:prstGeom prst="rect">
            <a:avLst/>
          </a:prstGeom>
          <a:noFill/>
        </p:spPr>
        <p:txBody>
          <a:bodyPr wrap="square" lIns="45720" rIns="45720" tIns="27432" bIns="27432" anchor="t">
            <a:spAutoFit/>
          </a:bodyPr>
          <a:lstStyle/>
          <a:p>
            <a:pPr algn="l">
              <a:spcAft>
                <a:spcPts val="300"/>
              </a:spcAft>
            </a:pPr>
            <a:r>
              <a:rPr sz="1150" b="1">
                <a:solidFill>
                  <a:srgbClr val="0098C7"/>
                </a:solidFill>
                <a:latin typeface="Arial"/>
                <a:ea typeface="Microsoft JhengHei"/>
                <a:cs typeface="Arial"/>
              </a:rPr>
              <a:t>中信雲 Cluster</a:t>
            </a:r>
          </a:p>
          <a:p>
            <a:pPr algn="l">
              <a:spcAft>
                <a:spcPts val="300"/>
              </a:spcAft>
            </a:pPr>
            <a:r>
              <a:rPr sz="1000" b="0">
                <a:solidFill>
                  <a:srgbClr val="333333"/>
                </a:solidFill>
                <a:latin typeface="Arial"/>
                <a:ea typeface="Microsoft JhengHei"/>
                <a:cs typeface="Arial"/>
              </a:rPr>
              <a:t>vCenter 8.0.3 + ESXi 8.0.3 ×6 · SRM 9.1.1</a:t>
            </a:r>
          </a:p>
          <a:p>
            <a:pPr algn="l">
              <a:spcAft>
                <a:spcPts val="300"/>
              </a:spcAft>
            </a:pPr>
            <a:r>
              <a:rPr sz="1000" b="0">
                <a:solidFill>
                  <a:srgbClr val="333333"/>
                </a:solidFill>
                <a:latin typeface="Arial"/>
                <a:ea typeface="Microsoft JhengHei"/>
                <a:cs typeface="Arial"/>
              </a:rPr>
              <a:t>vRA 8.18 · vRO（將移出至管理網域）</a:t>
            </a:r>
          </a:p>
        </p:txBody>
      </p:sp>
      <p:sp>
        <p:nvSpPr>
          <p:cNvPr id="23" name="Right Arrow 22"/>
          <p:cNvSpPr/>
          <p:nvPr/>
        </p:nvSpPr>
        <p:spPr>
          <a:xfrm>
            <a:off x="4864608" y="5074920"/>
            <a:ext cx="384048" cy="329184"/>
          </a:xfrm>
          <a:prstGeom prst="rightArrow">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349240" y="4690872"/>
            <a:ext cx="6263640" cy="1097280"/>
          </a:xfrm>
          <a:prstGeom prst="roundRect">
            <a:avLst>
              <a:gd name="adj" fmla="val 6000"/>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58968" y="4745736"/>
            <a:ext cx="6080760" cy="1005840"/>
          </a:xfrm>
          <a:prstGeom prst="rect">
            <a:avLst/>
          </a:prstGeom>
          <a:noFill/>
        </p:spPr>
        <p:txBody>
          <a:bodyPr wrap="square" lIns="45720" rIns="45720" tIns="27432" bIns="27432" anchor="t">
            <a:spAutoFit/>
          </a:bodyPr>
          <a:lstStyle/>
          <a:p>
            <a:pPr algn="l">
              <a:spcAft>
                <a:spcPts val="300"/>
              </a:spcAft>
            </a:pPr>
            <a:r>
              <a:rPr sz="1150" b="1">
                <a:solidFill>
                  <a:srgbClr val="FFFFFF"/>
                </a:solidFill>
                <a:latin typeface="Arial"/>
                <a:ea typeface="Microsoft JhengHei"/>
                <a:cs typeface="Arial"/>
              </a:rPr>
              <a:t>VI Workload Domain（Import）</a:t>
            </a:r>
          </a:p>
          <a:p>
            <a:pPr algn="l">
              <a:spcAft>
                <a:spcPts val="300"/>
              </a:spcAft>
            </a:pPr>
            <a:r>
              <a:rPr sz="1000" b="0">
                <a:solidFill>
                  <a:srgbClr val="FFFFFF"/>
                </a:solidFill>
                <a:latin typeface="Arial"/>
                <a:ea typeface="Microsoft JhengHei"/>
                <a:cs typeface="Arial"/>
              </a:rPr>
              <a:t>vCenter 9.1.1 + ESXi 9.1.1 ×6 · 共用管理網域 NSX 9.1.1（方案 B）</a:t>
            </a:r>
          </a:p>
          <a:p>
            <a:pPr algn="l">
              <a:spcAft>
                <a:spcPts val="300"/>
              </a:spcAft>
            </a:pPr>
            <a:r>
              <a:rPr sz="1000" b="0">
                <a:solidFill>
                  <a:srgbClr val="FFFFFF"/>
                </a:solidFill>
                <a:latin typeface="Arial"/>
                <a:ea typeface="Microsoft JhengHei"/>
                <a:cs typeface="Arial"/>
              </a:rPr>
              <a:t>SRM 9.1.1 重新註冊；vRA / vRO 已不在此叢集</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Original Plan Review ｜ 13 Steps Checked against TechDocs</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原暫定計畫逐步檢視：照做 / 調整 / 移位，以及對應的建議步驟</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 VCF 9.1（Converge、Import vCenter、Import / Upgrade Aria Automation、Upgrade VCF Operations Orchestrator、Downloading Binaries）；KB 318582、446701；Broadcom Interop Matrix</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graphicFrame>
        <p:nvGraphicFramePr>
          <p:cNvPr id="6" name="Table 5"/>
          <p:cNvGraphicFramePr>
            <a:graphicFrameLocks noGrp="1"/>
          </p:cNvGraphicFramePr>
          <p:nvPr/>
        </p:nvGraphicFramePr>
        <p:xfrm>
          <a:off x="576072" y="1207008"/>
          <a:ext cx="11036808" cy="4608576"/>
        </p:xfrm>
        <a:graphic>
          <a:graphicData uri="http://schemas.openxmlformats.org/drawingml/2006/table">
            <a:tbl>
              <a:tblPr firstRow="1" bandRow="0">
                <a:tableStyleId>{5C22544A-7EE6-4342-B048-85BDC9FD1C3A}</a:tableStyleId>
              </a:tblPr>
              <a:tblGrid>
                <a:gridCol w="365760"/>
                <a:gridCol w="2834640"/>
                <a:gridCol w="868680"/>
                <a:gridCol w="5779008"/>
                <a:gridCol w="1188720"/>
              </a:tblGrid>
              <a:tr h="329184">
                <a:tc>
                  <a:txBody>
                    <a:bodyPr wrap="square"/>
                    <a:lstStyle/>
                    <a:p>
                      <a:pPr algn="l">
                        <a:spcAft>
                          <a:spcPts val="0"/>
                        </a:spcAft>
                      </a:pPr>
                      <a:r>
                        <a:rPr sz="1000" b="1">
                          <a:solidFill>
                            <a:srgbClr val="FFFFFF"/>
                          </a:solidFill>
                          <a:latin typeface="Arial"/>
                          <a:ea typeface="Microsoft JhengHei"/>
                          <a:cs typeface="Arial"/>
                        </a:rPr>
                        <a:t>#</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原步驟</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判定</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說明</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建議步驟</a:t>
                      </a:r>
                    </a:p>
                  </a:txBody>
                  <a:tcPr marL="54864" marR="54864" marT="22860" marB="22860" anchor="ctr">
                    <a:solidFill>
                      <a:srgbClr val="1B1D36"/>
                    </a:solidFill>
                  </a:tcPr>
                </a:tc>
              </a:tr>
              <a:tr h="329184">
                <a:tc>
                  <a:txBody>
                    <a:bodyPr wrap="square"/>
                    <a:lstStyle/>
                    <a:p>
                      <a:pPr algn="l">
                        <a:spcAft>
                          <a:spcPts val="0"/>
                        </a:spcAft>
                      </a:pPr>
                      <a:r>
                        <a:rPr sz="95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vMotion vRO、vRA to Management Cluster</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調整</a:t>
                      </a:r>
                    </a:p>
                  </a:txBody>
                  <a:tcPr marL="54864" marR="54864" marT="22860" marB="22860" anchor="ctr">
                    <a:solidFill>
                      <a:srgbClr val="E68C28"/>
                    </a:solidFill>
                  </a:tcPr>
                </a:tc>
                <a:tc>
                  <a:txBody>
                    <a:bodyPr wrap="square"/>
                    <a:lstStyle/>
                    <a:p>
                      <a:pPr algn="l">
                        <a:spcAft>
                          <a:spcPts val="0"/>
                        </a:spcAft>
                      </a:pPr>
                      <a:r>
                        <a:rPr sz="950" b="0">
                          <a:solidFill>
                            <a:srgbClr val="333333"/>
                          </a:solidFill>
                          <a:latin typeface="Arial"/>
                          <a:ea typeface="Microsoft JhengHei"/>
                          <a:cs typeface="Arial"/>
                        </a:rPr>
                        <a:t>改為冷遷移；目標 port group 與 vRA 同一 L2 網段（IP / FQDN 不變）</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S01</a:t>
                      </a:r>
                    </a:p>
                  </a:txBody>
                  <a:tcPr marL="54864" marR="54864" marT="22860" marB="22860" anchor="ctr">
                    <a:solidFill>
                      <a:srgbClr val="FFFFFF"/>
                    </a:solidFill>
                  </a:tcPr>
                </a:tc>
              </a:tr>
              <a:tr h="329184">
                <a:tc>
                  <a:txBody>
                    <a:bodyPr wrap="square"/>
                    <a:lstStyle/>
                    <a:p>
                      <a:pPr algn="l">
                        <a:spcAft>
                          <a:spcPts val="0"/>
                        </a:spcAft>
                      </a:pPr>
                      <a:r>
                        <a:rPr sz="950" b="0">
                          <a:solidFill>
                            <a:srgbClr val="333333"/>
                          </a:solidFill>
                          <a:latin typeface="Arial"/>
                          <a:ea typeface="Microsoft JhengHei"/>
                          <a:cs typeface="Arial"/>
                        </a:rPr>
                        <a:t>2</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Upgrade vRO to 9.1.1</a:t>
                      </a:r>
                    </a:p>
                  </a:txBody>
                  <a:tcPr marL="54864" marR="54864" marT="22860" marB="22860" anchor="ctr">
                    <a:solidFill>
                      <a:srgbClr val="F5F7F9"/>
                    </a:solidFill>
                  </a:tcPr>
                </a:tc>
                <a:tc>
                  <a:txBody>
                    <a:bodyPr wrap="square"/>
                    <a:lstStyle/>
                    <a:p>
                      <a:pPr algn="l">
                        <a:spcAft>
                          <a:spcPts val="0"/>
                        </a:spcAft>
                      </a:pPr>
                      <a:r>
                        <a:rPr sz="950" b="1">
                          <a:solidFill>
                            <a:srgbClr val="FFFFFF"/>
                          </a:solidFill>
                          <a:latin typeface="Arial"/>
                          <a:ea typeface="Microsoft JhengHei"/>
                          <a:cs typeface="Arial"/>
                        </a:rPr>
                        <a:t>移到最後</a:t>
                      </a:r>
                    </a:p>
                  </a:txBody>
                  <a:tcPr marL="54864" marR="54864" marT="22860" marB="22860" anchor="ctr">
                    <a:solidFill>
                      <a:srgbClr val="A6192E"/>
                    </a:solidFill>
                  </a:tcPr>
                </a:tc>
                <a:tc>
                  <a:txBody>
                    <a:bodyPr wrap="square"/>
                    <a:lstStyle/>
                    <a:p>
                      <a:pPr algn="l">
                        <a:spcAft>
                          <a:spcPts val="0"/>
                        </a:spcAft>
                      </a:pPr>
                      <a:r>
                        <a:rPr sz="950" b="0">
                          <a:solidFill>
                            <a:srgbClr val="333333"/>
                          </a:solidFill>
                          <a:latin typeface="Arial"/>
                          <a:ea typeface="Microsoft JhengHei"/>
                          <a:cs typeface="Arial"/>
                        </a:rPr>
                        <a:t>external vRO 必須在 vRA → VCFA 之後升；vRO 9.1.1 不支援 vRA 8.18 與 vCenter 8.0U3</a:t>
                      </a:r>
                    </a:p>
                  </a:txBody>
                  <a:tcPr marL="54864" marR="54864" marT="22860" marB="22860" anchor="ctr">
                    <a:solidFill>
                      <a:srgbClr val="F5F7F9"/>
                    </a:solidFill>
                  </a:tcPr>
                </a:tc>
                <a:tc>
                  <a:txBody>
                    <a:bodyPr wrap="square"/>
                    <a:lstStyle/>
                    <a:p>
                      <a:pPr algn="l">
                        <a:spcAft>
                          <a:spcPts val="0"/>
                        </a:spcAft>
                      </a:pPr>
                      <a:r>
                        <a:rPr sz="950" b="1">
                          <a:solidFill>
                            <a:srgbClr val="333333"/>
                          </a:solidFill>
                          <a:latin typeface="Arial"/>
                          <a:ea typeface="Microsoft JhengHei"/>
                          <a:cs typeface="Arial"/>
                        </a:rPr>
                        <a:t>S15</a:t>
                      </a:r>
                    </a:p>
                  </a:txBody>
                  <a:tcPr marL="54864" marR="54864" marT="22860" marB="22860" anchor="ctr">
                    <a:solidFill>
                      <a:srgbClr val="F5F7F9"/>
                    </a:solidFill>
                  </a:tcPr>
                </a:tc>
              </a:tr>
              <a:tr h="329184">
                <a:tc>
                  <a:txBody>
                    <a:bodyPr wrap="square"/>
                    <a:lstStyle/>
                    <a:p>
                      <a:pPr algn="l">
                        <a:spcAft>
                          <a:spcPts val="0"/>
                        </a:spcAft>
                      </a:pPr>
                      <a:r>
                        <a:rPr sz="950" b="0">
                          <a:solidFill>
                            <a:srgbClr val="333333"/>
                          </a:solidFill>
                          <a:latin typeface="Arial"/>
                          <a:ea typeface="Microsoft JhengHei"/>
                          <a:cs typeface="Arial"/>
                        </a:rPr>
                        <a:t>3</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Deploy VCF Installer 9.1.1</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照做</a:t>
                      </a:r>
                    </a:p>
                  </a:txBody>
                  <a:tcPr marL="54864" marR="54864" marT="22860" marB="22860" anchor="ctr">
                    <a:solidFill>
                      <a:srgbClr val="61A60E"/>
                    </a:solidFill>
                  </a:tcPr>
                </a:tc>
                <a:tc>
                  <a:txBody>
                    <a:bodyPr wrap="square"/>
                    <a:lstStyle/>
                    <a:p>
                      <a:pPr algn="l">
                        <a:spcAft>
                          <a:spcPts val="0"/>
                        </a:spcAft>
                      </a:pPr>
                      <a:r>
                        <a:rPr sz="950" b="0">
                          <a:solidFill>
                            <a:srgbClr val="333333"/>
                          </a:solidFill>
                          <a:latin typeface="Arial"/>
                          <a:ea typeface="Microsoft JhengHei"/>
                          <a:cs typeface="Arial"/>
                        </a:rPr>
                        <a:t>全新 Installer、版本 ≥ 9.1.1</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S02</a:t>
                      </a:r>
                    </a:p>
                  </a:txBody>
                  <a:tcPr marL="54864" marR="54864" marT="22860" marB="22860" anchor="ctr">
                    <a:solidFill>
                      <a:srgbClr val="FFFFFF"/>
                    </a:solidFill>
                  </a:tcPr>
                </a:tc>
              </a:tr>
              <a:tr h="329184">
                <a:tc>
                  <a:txBody>
                    <a:bodyPr wrap="square"/>
                    <a:lstStyle/>
                    <a:p>
                      <a:pPr algn="l">
                        <a:spcAft>
                          <a:spcPts val="0"/>
                        </a:spcAft>
                      </a:pPr>
                      <a:r>
                        <a:rPr sz="950" b="0">
                          <a:solidFill>
                            <a:srgbClr val="333333"/>
                          </a:solidFill>
                          <a:latin typeface="Arial"/>
                          <a:ea typeface="Microsoft JhengHei"/>
                          <a:cs typeface="Arial"/>
                        </a:rPr>
                        <a:t>4</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Offline Depot???</a:t>
                      </a:r>
                    </a:p>
                  </a:txBody>
                  <a:tcPr marL="54864" marR="54864" marT="22860" marB="22860" anchor="ctr">
                    <a:solidFill>
                      <a:srgbClr val="F5F7F9"/>
                    </a:solidFill>
                  </a:tcPr>
                </a:tc>
                <a:tc>
                  <a:txBody>
                    <a:bodyPr wrap="square"/>
                    <a:lstStyle/>
                    <a:p>
                      <a:pPr algn="l">
                        <a:spcAft>
                          <a:spcPts val="0"/>
                        </a:spcAft>
                      </a:pPr>
                      <a:r>
                        <a:rPr sz="950" b="1">
                          <a:solidFill>
                            <a:srgbClr val="FFFFFF"/>
                          </a:solidFill>
                          <a:latin typeface="Arial"/>
                          <a:ea typeface="Microsoft JhengHei"/>
                          <a:cs typeface="Arial"/>
                        </a:rPr>
                        <a:t>建議架</a:t>
                      </a:r>
                    </a:p>
                  </a:txBody>
                  <a:tcPr marL="54864" marR="54864" marT="22860" marB="22860" anchor="ctr">
                    <a:solidFill>
                      <a:srgbClr val="007B8C"/>
                    </a:solidFill>
                  </a:tcPr>
                </a:tc>
                <a:tc>
                  <a:txBody>
                    <a:bodyPr wrap="square"/>
                    <a:lstStyle/>
                    <a:p>
                      <a:pPr algn="l">
                        <a:spcAft>
                          <a:spcPts val="0"/>
                        </a:spcAft>
                      </a:pPr>
                      <a:r>
                        <a:rPr sz="950" b="0">
                          <a:solidFill>
                            <a:srgbClr val="333333"/>
                          </a:solidFill>
                          <a:latin typeface="Arial"/>
                          <a:ea typeface="Microsoft JhengHei"/>
                          <a:cs typeface="Arial"/>
                        </a:rPr>
                        <a:t>非必要（可 Manual Transfer），但 Installer 內 binaries 不會轉移，後續 VCFA / WLD 升級還要用</a:t>
                      </a:r>
                    </a:p>
                  </a:txBody>
                  <a:tcPr marL="54864" marR="54864" marT="22860" marB="22860" anchor="ctr">
                    <a:solidFill>
                      <a:srgbClr val="F5F7F9"/>
                    </a:solidFill>
                  </a:tcPr>
                </a:tc>
                <a:tc>
                  <a:txBody>
                    <a:bodyPr wrap="square"/>
                    <a:lstStyle/>
                    <a:p>
                      <a:pPr algn="l">
                        <a:spcAft>
                          <a:spcPts val="0"/>
                        </a:spcAft>
                      </a:pPr>
                      <a:r>
                        <a:rPr sz="950" b="1">
                          <a:solidFill>
                            <a:srgbClr val="333333"/>
                          </a:solidFill>
                          <a:latin typeface="Arial"/>
                          <a:ea typeface="Microsoft JhengHei"/>
                          <a:cs typeface="Arial"/>
                        </a:rPr>
                        <a:t>S03</a:t>
                      </a:r>
                    </a:p>
                  </a:txBody>
                  <a:tcPr marL="54864" marR="54864" marT="22860" marB="22860" anchor="ctr">
                    <a:solidFill>
                      <a:srgbClr val="F5F7F9"/>
                    </a:solidFill>
                  </a:tcPr>
                </a:tc>
              </a:tr>
              <a:tr h="329184">
                <a:tc>
                  <a:txBody>
                    <a:bodyPr wrap="square"/>
                    <a:lstStyle/>
                    <a:p>
                      <a:pPr algn="l">
                        <a:spcAft>
                          <a:spcPts val="0"/>
                        </a:spcAft>
                      </a:pPr>
                      <a:r>
                        <a:rPr sz="950" b="0">
                          <a:solidFill>
                            <a:srgbClr val="333333"/>
                          </a:solidFill>
                          <a:latin typeface="Arial"/>
                          <a:ea typeface="Microsoft JhengHei"/>
                          <a:cs typeface="Arial"/>
                        </a:rPr>
                        <a:t>5</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Converge Management Cluster to VCF 9.1.1</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照做</a:t>
                      </a:r>
                    </a:p>
                  </a:txBody>
                  <a:tcPr marL="54864" marR="54864" marT="22860" marB="22860" anchor="ctr">
                    <a:solidFill>
                      <a:srgbClr val="61A60E"/>
                    </a:solidFill>
                  </a:tcPr>
                </a:tc>
                <a:tc>
                  <a:txBody>
                    <a:bodyPr wrap="square"/>
                    <a:lstStyle/>
                    <a:p>
                      <a:pPr algn="l">
                        <a:spcAft>
                          <a:spcPts val="0"/>
                        </a:spcAft>
                      </a:pPr>
                      <a:r>
                        <a:rPr sz="950" b="0">
                          <a:solidFill>
                            <a:srgbClr val="333333"/>
                          </a:solidFill>
                          <a:latin typeface="Arial"/>
                          <a:ea typeface="Microsoft JhengHei"/>
                          <a:cs typeface="Arial"/>
                        </a:rPr>
                        <a:t>先過支援組態檢查；成功後不可逆（PONR）</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S04</a:t>
                      </a:r>
                    </a:p>
                  </a:txBody>
                  <a:tcPr marL="54864" marR="54864" marT="22860" marB="22860" anchor="ctr">
                    <a:solidFill>
                      <a:srgbClr val="FFFFFF"/>
                    </a:solidFill>
                  </a:tcPr>
                </a:tc>
              </a:tr>
              <a:tr h="329184">
                <a:tc>
                  <a:txBody>
                    <a:bodyPr wrap="square"/>
                    <a:lstStyle/>
                    <a:p>
                      <a:pPr algn="l">
                        <a:spcAft>
                          <a:spcPts val="0"/>
                        </a:spcAft>
                      </a:pPr>
                      <a:r>
                        <a:rPr sz="950" b="0">
                          <a:solidFill>
                            <a:srgbClr val="333333"/>
                          </a:solidFill>
                          <a:latin typeface="Arial"/>
                          <a:ea typeface="Microsoft JhengHei"/>
                          <a:cs typeface="Arial"/>
                        </a:rPr>
                        <a:t>6</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Import vRA to VCF</a:t>
                      </a:r>
                    </a:p>
                  </a:txBody>
                  <a:tcPr marL="54864" marR="54864" marT="22860" marB="22860" anchor="ctr">
                    <a:solidFill>
                      <a:srgbClr val="F5F7F9"/>
                    </a:solidFill>
                  </a:tcPr>
                </a:tc>
                <a:tc>
                  <a:txBody>
                    <a:bodyPr wrap="square"/>
                    <a:lstStyle/>
                    <a:p>
                      <a:pPr algn="l">
                        <a:spcAft>
                          <a:spcPts val="0"/>
                        </a:spcAft>
                      </a:pPr>
                      <a:r>
                        <a:rPr sz="950" b="1">
                          <a:solidFill>
                            <a:srgbClr val="FFFFFF"/>
                          </a:solidFill>
                          <a:latin typeface="Arial"/>
                          <a:ea typeface="Microsoft JhengHei"/>
                          <a:cs typeface="Arial"/>
                        </a:rPr>
                        <a:t>照做</a:t>
                      </a:r>
                    </a:p>
                  </a:txBody>
                  <a:tcPr marL="54864" marR="54864" marT="22860" marB="22860" anchor="ctr">
                    <a:solidFill>
                      <a:srgbClr val="61A60E"/>
                    </a:solidFill>
                  </a:tcPr>
                </a:tc>
                <a:tc>
                  <a:txBody>
                    <a:bodyPr wrap="square"/>
                    <a:lstStyle/>
                    <a:p>
                      <a:pPr algn="l">
                        <a:spcAft>
                          <a:spcPts val="0"/>
                        </a:spcAft>
                      </a:pPr>
                      <a:r>
                        <a:rPr sz="950" b="0">
                          <a:solidFill>
                            <a:srgbClr val="333333"/>
                          </a:solidFill>
                          <a:latin typeface="Arial"/>
                          <a:ea typeface="Microsoft JhengHei"/>
                          <a:cs typeface="Arial"/>
                        </a:rPr>
                        <a:t>前提：vRA 已在管理網域（Step 1）</a:t>
                      </a:r>
                    </a:p>
                  </a:txBody>
                  <a:tcPr marL="54864" marR="54864" marT="22860" marB="22860" anchor="ctr">
                    <a:solidFill>
                      <a:srgbClr val="F5F7F9"/>
                    </a:solidFill>
                  </a:tcPr>
                </a:tc>
                <a:tc>
                  <a:txBody>
                    <a:bodyPr wrap="square"/>
                    <a:lstStyle/>
                    <a:p>
                      <a:pPr algn="l">
                        <a:spcAft>
                          <a:spcPts val="0"/>
                        </a:spcAft>
                      </a:pPr>
                      <a:r>
                        <a:rPr sz="950" b="1">
                          <a:solidFill>
                            <a:srgbClr val="333333"/>
                          </a:solidFill>
                          <a:latin typeface="Arial"/>
                          <a:ea typeface="Microsoft JhengHei"/>
                          <a:cs typeface="Arial"/>
                        </a:rPr>
                        <a:t>S05</a:t>
                      </a:r>
                    </a:p>
                  </a:txBody>
                  <a:tcPr marL="54864" marR="54864" marT="22860" marB="22860" anchor="ctr">
                    <a:solidFill>
                      <a:srgbClr val="F5F7F9"/>
                    </a:solidFill>
                  </a:tcPr>
                </a:tc>
              </a:tr>
              <a:tr h="329184">
                <a:tc>
                  <a:txBody>
                    <a:bodyPr wrap="square"/>
                    <a:lstStyle/>
                    <a:p>
                      <a:pPr algn="l">
                        <a:spcAft>
                          <a:spcPts val="0"/>
                        </a:spcAft>
                      </a:pPr>
                      <a:r>
                        <a:rPr sz="950" b="0">
                          <a:solidFill>
                            <a:srgbClr val="333333"/>
                          </a:solidFill>
                          <a:latin typeface="Arial"/>
                          <a:ea typeface="Microsoft JhengHei"/>
                          <a:cs typeface="Arial"/>
                        </a:rPr>
                        <a:t>7</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Upgrade vRA to 9.1.1</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照做</a:t>
                      </a:r>
                    </a:p>
                  </a:txBody>
                  <a:tcPr marL="54864" marR="54864" marT="22860" marB="22860" anchor="ctr">
                    <a:solidFill>
                      <a:srgbClr val="61A60E"/>
                    </a:solidFill>
                  </a:tcPr>
                </a:tc>
                <a:tc>
                  <a:txBody>
                    <a:bodyPr wrap="square"/>
                    <a:lstStyle/>
                    <a:p>
                      <a:pPr algn="l">
                        <a:spcAft>
                          <a:spcPts val="0"/>
                        </a:spcAft>
                      </a:pPr>
                      <a:r>
                        <a:rPr sz="950" b="0">
                          <a:solidFill>
                            <a:srgbClr val="333333"/>
                          </a:solidFill>
                          <a:latin typeface="Arial"/>
                          <a:ea typeface="Microsoft JhengHei"/>
                          <a:cs typeface="Arial"/>
                        </a:rPr>
                        <a:t>KB 425489 腳本；5 IP + runtime FQDN 同網段</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S06</a:t>
                      </a:r>
                    </a:p>
                  </a:txBody>
                  <a:tcPr marL="54864" marR="54864" marT="22860" marB="22860" anchor="ctr">
                    <a:solidFill>
                      <a:srgbClr val="FFFFFF"/>
                    </a:solidFill>
                  </a:tcPr>
                </a:tc>
              </a:tr>
              <a:tr h="329184">
                <a:tc>
                  <a:txBody>
                    <a:bodyPr wrap="square"/>
                    <a:lstStyle/>
                    <a:p>
                      <a:pPr algn="l">
                        <a:spcAft>
                          <a:spcPts val="0"/>
                        </a:spcAft>
                      </a:pPr>
                      <a:r>
                        <a:rPr sz="950" b="0">
                          <a:solidFill>
                            <a:srgbClr val="333333"/>
                          </a:solidFill>
                          <a:latin typeface="Arial"/>
                          <a:ea typeface="Microsoft JhengHei"/>
                          <a:cs typeface="Arial"/>
                        </a:rPr>
                        <a:t>8</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Import 整合雲</a:t>
                      </a:r>
                    </a:p>
                  </a:txBody>
                  <a:tcPr marL="54864" marR="54864" marT="22860" marB="22860" anchor="ctr">
                    <a:solidFill>
                      <a:srgbClr val="F5F7F9"/>
                    </a:solidFill>
                  </a:tcPr>
                </a:tc>
                <a:tc>
                  <a:txBody>
                    <a:bodyPr wrap="square"/>
                    <a:lstStyle/>
                    <a:p>
                      <a:pPr algn="l">
                        <a:spcAft>
                          <a:spcPts val="0"/>
                        </a:spcAft>
                      </a:pPr>
                      <a:r>
                        <a:rPr sz="950" b="1">
                          <a:solidFill>
                            <a:srgbClr val="FFFFFF"/>
                          </a:solidFill>
                          <a:latin typeface="Arial"/>
                          <a:ea typeface="Microsoft JhengHei"/>
                          <a:cs typeface="Arial"/>
                        </a:rPr>
                        <a:t>調整</a:t>
                      </a:r>
                    </a:p>
                  </a:txBody>
                  <a:tcPr marL="54864" marR="54864" marT="22860" marB="22860" anchor="ctr">
                    <a:solidFill>
                      <a:srgbClr val="E68C28"/>
                    </a:solidFill>
                  </a:tcPr>
                </a:tc>
                <a:tc>
                  <a:txBody>
                    <a:bodyPr wrap="square"/>
                    <a:lstStyle/>
                    <a:p>
                      <a:pPr algn="l">
                        <a:spcAft>
                          <a:spcPts val="0"/>
                        </a:spcAft>
                      </a:pPr>
                      <a:r>
                        <a:rPr sz="950" b="0">
                          <a:solidFill>
                            <a:srgbClr val="333333"/>
                          </a:solidFill>
                          <a:latin typeface="Arial"/>
                          <a:ea typeface="Microsoft JhengHei"/>
                          <a:cs typeface="Arial"/>
                        </a:rPr>
                        <a:t>import 8.0.3 會自建 3-node NSX 4.2；建議先升 vCenter 再 import、共用管理網域 NSX</a:t>
                      </a:r>
                    </a:p>
                  </a:txBody>
                  <a:tcPr marL="54864" marR="54864" marT="22860" marB="22860" anchor="ctr">
                    <a:solidFill>
                      <a:srgbClr val="F5F7F9"/>
                    </a:solidFill>
                  </a:tcPr>
                </a:tc>
                <a:tc>
                  <a:txBody>
                    <a:bodyPr wrap="square"/>
                    <a:lstStyle/>
                    <a:p>
                      <a:pPr algn="l">
                        <a:spcAft>
                          <a:spcPts val="0"/>
                        </a:spcAft>
                      </a:pPr>
                      <a:r>
                        <a:rPr sz="950" b="1">
                          <a:solidFill>
                            <a:srgbClr val="333333"/>
                          </a:solidFill>
                          <a:latin typeface="Arial"/>
                          <a:ea typeface="Microsoft JhengHei"/>
                          <a:cs typeface="Arial"/>
                        </a:rPr>
                        <a:t>S09</a:t>
                      </a:r>
                    </a:p>
                  </a:txBody>
                  <a:tcPr marL="54864" marR="54864" marT="22860" marB="22860" anchor="ctr">
                    <a:solidFill>
                      <a:srgbClr val="F5F7F9"/>
                    </a:solidFill>
                  </a:tcPr>
                </a:tc>
              </a:tr>
              <a:tr h="329184">
                <a:tc>
                  <a:txBody>
                    <a:bodyPr wrap="square"/>
                    <a:lstStyle/>
                    <a:p>
                      <a:pPr algn="l">
                        <a:spcAft>
                          <a:spcPts val="0"/>
                        </a:spcAft>
                      </a:pPr>
                      <a:r>
                        <a:rPr sz="950" b="0">
                          <a:solidFill>
                            <a:srgbClr val="333333"/>
                          </a:solidFill>
                          <a:latin typeface="Arial"/>
                          <a:ea typeface="Microsoft JhengHei"/>
                          <a:cs typeface="Arial"/>
                        </a:rPr>
                        <a:t>9</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Import 中信雲</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調整</a:t>
                      </a:r>
                    </a:p>
                  </a:txBody>
                  <a:tcPr marL="54864" marR="54864" marT="22860" marB="22860" anchor="ctr">
                    <a:solidFill>
                      <a:srgbClr val="E68C28"/>
                    </a:solidFill>
                  </a:tcPr>
                </a:tc>
                <a:tc>
                  <a:txBody>
                    <a:bodyPr wrap="square"/>
                    <a:lstStyle/>
                    <a:p>
                      <a:pPr algn="l">
                        <a:spcAft>
                          <a:spcPts val="0"/>
                        </a:spcAft>
                      </a:pPr>
                      <a:r>
                        <a:rPr sz="950" b="0">
                          <a:solidFill>
                            <a:srgbClr val="333333"/>
                          </a:solidFill>
                          <a:latin typeface="Arial"/>
                          <a:ea typeface="Microsoft JhengHei"/>
                          <a:cs typeface="Arial"/>
                        </a:rPr>
                        <a:t>同上</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S13</a:t>
                      </a:r>
                    </a:p>
                  </a:txBody>
                  <a:tcPr marL="54864" marR="54864" marT="22860" marB="22860" anchor="ctr">
                    <a:solidFill>
                      <a:srgbClr val="FFFFFF"/>
                    </a:solidFill>
                  </a:tcPr>
                </a:tc>
              </a:tr>
              <a:tr h="329184">
                <a:tc>
                  <a:txBody>
                    <a:bodyPr wrap="square"/>
                    <a:lstStyle/>
                    <a:p>
                      <a:pPr algn="l">
                        <a:spcAft>
                          <a:spcPts val="0"/>
                        </a:spcAft>
                      </a:pPr>
                      <a:r>
                        <a:rPr sz="950" b="0">
                          <a:solidFill>
                            <a:srgbClr val="333333"/>
                          </a:solidFill>
                          <a:latin typeface="Arial"/>
                          <a:ea typeface="Microsoft JhengHei"/>
                          <a:cs typeface="Arial"/>
                        </a:rPr>
                        <a:t>10</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Upgrade 整合雲 to 9.1.1</a:t>
                      </a:r>
                    </a:p>
                  </a:txBody>
                  <a:tcPr marL="54864" marR="54864" marT="22860" marB="22860" anchor="ctr">
                    <a:solidFill>
                      <a:srgbClr val="F5F7F9"/>
                    </a:solidFill>
                  </a:tcPr>
                </a:tc>
                <a:tc>
                  <a:txBody>
                    <a:bodyPr wrap="square"/>
                    <a:lstStyle/>
                    <a:p>
                      <a:pPr algn="l">
                        <a:spcAft>
                          <a:spcPts val="0"/>
                        </a:spcAft>
                      </a:pPr>
                      <a:r>
                        <a:rPr sz="950" b="1">
                          <a:solidFill>
                            <a:srgbClr val="FFFFFF"/>
                          </a:solidFill>
                          <a:latin typeface="Arial"/>
                          <a:ea typeface="Microsoft JhengHei"/>
                          <a:cs typeface="Arial"/>
                        </a:rPr>
                        <a:t>拆兩段</a:t>
                      </a:r>
                    </a:p>
                  </a:txBody>
                  <a:tcPr marL="54864" marR="54864" marT="22860" marB="22860" anchor="ctr">
                    <a:solidFill>
                      <a:srgbClr val="E68C28"/>
                    </a:solidFill>
                  </a:tcPr>
                </a:tc>
                <a:tc>
                  <a:txBody>
                    <a:bodyPr wrap="square"/>
                    <a:lstStyle/>
                    <a:p>
                      <a:pPr algn="l">
                        <a:spcAft>
                          <a:spcPts val="0"/>
                        </a:spcAft>
                      </a:pPr>
                      <a:r>
                        <a:rPr sz="950" b="0">
                          <a:solidFill>
                            <a:srgbClr val="333333"/>
                          </a:solidFill>
                          <a:latin typeface="Arial"/>
                          <a:ea typeface="Microsoft JhengHei"/>
                          <a:cs typeface="Arial"/>
                        </a:rPr>
                        <a:t>vCenter 在 import 前以 RDU 升；ESXi 在 import 後走 VCF LCM</a:t>
                      </a:r>
                    </a:p>
                  </a:txBody>
                  <a:tcPr marL="54864" marR="54864" marT="22860" marB="22860" anchor="ctr">
                    <a:solidFill>
                      <a:srgbClr val="F5F7F9"/>
                    </a:solidFill>
                  </a:tcPr>
                </a:tc>
                <a:tc>
                  <a:txBody>
                    <a:bodyPr wrap="square"/>
                    <a:lstStyle/>
                    <a:p>
                      <a:pPr algn="l">
                        <a:spcAft>
                          <a:spcPts val="0"/>
                        </a:spcAft>
                      </a:pPr>
                      <a:r>
                        <a:rPr sz="950" b="1">
                          <a:solidFill>
                            <a:srgbClr val="333333"/>
                          </a:solidFill>
                          <a:latin typeface="Arial"/>
                          <a:ea typeface="Microsoft JhengHei"/>
                          <a:cs typeface="Arial"/>
                        </a:rPr>
                        <a:t>S07 + S10</a:t>
                      </a:r>
                    </a:p>
                  </a:txBody>
                  <a:tcPr marL="54864" marR="54864" marT="22860" marB="22860" anchor="ctr">
                    <a:solidFill>
                      <a:srgbClr val="F5F7F9"/>
                    </a:solidFill>
                  </a:tcPr>
                </a:tc>
              </a:tr>
              <a:tr h="329184">
                <a:tc>
                  <a:txBody>
                    <a:bodyPr wrap="square"/>
                    <a:lstStyle/>
                    <a:p>
                      <a:pPr algn="l">
                        <a:spcAft>
                          <a:spcPts val="0"/>
                        </a:spcAft>
                      </a:pPr>
                      <a:r>
                        <a:rPr sz="950" b="0">
                          <a:solidFill>
                            <a:srgbClr val="333333"/>
                          </a:solidFill>
                          <a:latin typeface="Arial"/>
                          <a:ea typeface="Microsoft JhengHei"/>
                          <a:cs typeface="Arial"/>
                        </a:rPr>
                        <a:t>11</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SRM 重新註冊（整合雲）</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照做</a:t>
                      </a:r>
                    </a:p>
                  </a:txBody>
                  <a:tcPr marL="54864" marR="54864" marT="22860" marB="22860" anchor="ctr">
                    <a:solidFill>
                      <a:srgbClr val="61A60E"/>
                    </a:solidFill>
                  </a:tcPr>
                </a:tc>
                <a:tc>
                  <a:txBody>
                    <a:bodyPr wrap="square"/>
                    <a:lstStyle/>
                    <a:p>
                      <a:pPr algn="l">
                        <a:spcAft>
                          <a:spcPts val="0"/>
                        </a:spcAft>
                      </a:pPr>
                      <a:r>
                        <a:rPr sz="950" b="0">
                          <a:solidFill>
                            <a:srgbClr val="333333"/>
                          </a:solidFill>
                          <a:latin typeface="Arial"/>
                          <a:ea typeface="Microsoft JhengHei"/>
                          <a:cs typeface="Arial"/>
                        </a:rPr>
                        <a:t>兩站 VAMI Reconfigure + Site Pair Reconnect</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S08</a:t>
                      </a:r>
                    </a:p>
                  </a:txBody>
                  <a:tcPr marL="54864" marR="54864" marT="22860" marB="22860" anchor="ctr">
                    <a:solidFill>
                      <a:srgbClr val="FFFFFF"/>
                    </a:solidFill>
                  </a:tcPr>
                </a:tc>
              </a:tr>
              <a:tr h="329184">
                <a:tc>
                  <a:txBody>
                    <a:bodyPr wrap="square"/>
                    <a:lstStyle/>
                    <a:p>
                      <a:pPr algn="l">
                        <a:spcAft>
                          <a:spcPts val="0"/>
                        </a:spcAft>
                      </a:pPr>
                      <a:r>
                        <a:rPr sz="950" b="0">
                          <a:solidFill>
                            <a:srgbClr val="333333"/>
                          </a:solidFill>
                          <a:latin typeface="Arial"/>
                          <a:ea typeface="Microsoft JhengHei"/>
                          <a:cs typeface="Arial"/>
                        </a:rPr>
                        <a:t>12</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Upgrade 中信雲 to 9.1.1</a:t>
                      </a:r>
                    </a:p>
                  </a:txBody>
                  <a:tcPr marL="54864" marR="54864" marT="22860" marB="22860" anchor="ctr">
                    <a:solidFill>
                      <a:srgbClr val="F5F7F9"/>
                    </a:solidFill>
                  </a:tcPr>
                </a:tc>
                <a:tc>
                  <a:txBody>
                    <a:bodyPr wrap="square"/>
                    <a:lstStyle/>
                    <a:p>
                      <a:pPr algn="l">
                        <a:spcAft>
                          <a:spcPts val="0"/>
                        </a:spcAft>
                      </a:pPr>
                      <a:r>
                        <a:rPr sz="950" b="1">
                          <a:solidFill>
                            <a:srgbClr val="FFFFFF"/>
                          </a:solidFill>
                          <a:latin typeface="Arial"/>
                          <a:ea typeface="Microsoft JhengHei"/>
                          <a:cs typeface="Arial"/>
                        </a:rPr>
                        <a:t>拆兩段</a:t>
                      </a:r>
                    </a:p>
                  </a:txBody>
                  <a:tcPr marL="54864" marR="54864" marT="22860" marB="22860" anchor="ctr">
                    <a:solidFill>
                      <a:srgbClr val="E68C28"/>
                    </a:solidFill>
                  </a:tcPr>
                </a:tc>
                <a:tc>
                  <a:txBody>
                    <a:bodyPr wrap="square"/>
                    <a:lstStyle/>
                    <a:p>
                      <a:pPr algn="l">
                        <a:spcAft>
                          <a:spcPts val="0"/>
                        </a:spcAft>
                      </a:pPr>
                      <a:r>
                        <a:rPr sz="950" b="0">
                          <a:solidFill>
                            <a:srgbClr val="333333"/>
                          </a:solidFill>
                          <a:latin typeface="Arial"/>
                          <a:ea typeface="Microsoft JhengHei"/>
                          <a:cs typeface="Arial"/>
                        </a:rPr>
                        <a:t>同 10</a:t>
                      </a:r>
                    </a:p>
                  </a:txBody>
                  <a:tcPr marL="54864" marR="54864" marT="22860" marB="22860" anchor="ctr">
                    <a:solidFill>
                      <a:srgbClr val="F5F7F9"/>
                    </a:solidFill>
                  </a:tcPr>
                </a:tc>
                <a:tc>
                  <a:txBody>
                    <a:bodyPr wrap="square"/>
                    <a:lstStyle/>
                    <a:p>
                      <a:pPr algn="l">
                        <a:spcAft>
                          <a:spcPts val="0"/>
                        </a:spcAft>
                      </a:pPr>
                      <a:r>
                        <a:rPr sz="950" b="1">
                          <a:solidFill>
                            <a:srgbClr val="333333"/>
                          </a:solidFill>
                          <a:latin typeface="Arial"/>
                          <a:ea typeface="Microsoft JhengHei"/>
                          <a:cs typeface="Arial"/>
                        </a:rPr>
                        <a:t>S11 + S14</a:t>
                      </a:r>
                    </a:p>
                  </a:txBody>
                  <a:tcPr marL="54864" marR="54864" marT="22860" marB="22860" anchor="ctr">
                    <a:solidFill>
                      <a:srgbClr val="F5F7F9"/>
                    </a:solidFill>
                  </a:tcPr>
                </a:tc>
              </a:tr>
              <a:tr h="329184">
                <a:tc>
                  <a:txBody>
                    <a:bodyPr wrap="square"/>
                    <a:lstStyle/>
                    <a:p>
                      <a:pPr algn="l">
                        <a:spcAft>
                          <a:spcPts val="0"/>
                        </a:spcAft>
                      </a:pPr>
                      <a:r>
                        <a:rPr sz="950" b="0">
                          <a:solidFill>
                            <a:srgbClr val="333333"/>
                          </a:solidFill>
                          <a:latin typeface="Arial"/>
                          <a:ea typeface="Microsoft JhengHei"/>
                          <a:cs typeface="Arial"/>
                        </a:rPr>
                        <a:t>13</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SRM 重新註冊（中信雲）</a:t>
                      </a:r>
                    </a:p>
                  </a:txBody>
                  <a:tcPr marL="54864" marR="54864" marT="22860" marB="22860" anchor="ctr">
                    <a:solidFill>
                      <a:srgbClr val="FFFFFF"/>
                    </a:solidFill>
                  </a:tcPr>
                </a:tc>
                <a:tc>
                  <a:txBody>
                    <a:bodyPr wrap="square"/>
                    <a:lstStyle/>
                    <a:p>
                      <a:pPr algn="l">
                        <a:spcAft>
                          <a:spcPts val="0"/>
                        </a:spcAft>
                      </a:pPr>
                      <a:r>
                        <a:rPr sz="950" b="1">
                          <a:solidFill>
                            <a:srgbClr val="FFFFFF"/>
                          </a:solidFill>
                          <a:latin typeface="Arial"/>
                          <a:ea typeface="Microsoft JhengHei"/>
                          <a:cs typeface="Arial"/>
                        </a:rPr>
                        <a:t>照做</a:t>
                      </a:r>
                    </a:p>
                  </a:txBody>
                  <a:tcPr marL="54864" marR="54864" marT="22860" marB="22860" anchor="ctr">
                    <a:solidFill>
                      <a:srgbClr val="61A60E"/>
                    </a:solidFill>
                  </a:tcPr>
                </a:tc>
                <a:tc>
                  <a:txBody>
                    <a:bodyPr wrap="square"/>
                    <a:lstStyle/>
                    <a:p>
                      <a:pPr algn="l">
                        <a:spcAft>
                          <a:spcPts val="0"/>
                        </a:spcAft>
                      </a:pPr>
                      <a:r>
                        <a:rPr sz="950" b="0">
                          <a:solidFill>
                            <a:srgbClr val="333333"/>
                          </a:solidFill>
                          <a:latin typeface="Arial"/>
                          <a:ea typeface="Microsoft JhengHei"/>
                          <a:cs typeface="Arial"/>
                        </a:rPr>
                        <a:t>同 11；每次 vCenter 升級後兩站都要做</a:t>
                      </a:r>
                    </a:p>
                  </a:txBody>
                  <a:tcPr marL="54864" marR="54864" marT="22860" marB="22860" anchor="ctr">
                    <a:solidFill>
                      <a:srgbClr val="FFFFFF"/>
                    </a:solidFill>
                  </a:tcPr>
                </a:tc>
                <a:tc>
                  <a:txBody>
                    <a:bodyPr wrap="square"/>
                    <a:lstStyle/>
                    <a:p>
                      <a:pPr algn="l">
                        <a:spcAft>
                          <a:spcPts val="0"/>
                        </a:spcAft>
                      </a:pPr>
                      <a:r>
                        <a:rPr sz="950" b="1">
                          <a:solidFill>
                            <a:srgbClr val="333333"/>
                          </a:solidFill>
                          <a:latin typeface="Arial"/>
                          <a:ea typeface="Microsoft JhengHei"/>
                          <a:cs typeface="Arial"/>
                        </a:rPr>
                        <a:t>S12</a:t>
                      </a:r>
                    </a:p>
                  </a:txBody>
                  <a:tcPr marL="54864" marR="54864" marT="22860" marB="22860"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Decision ｜ How the Two vSphere 8 Clouds Enter VCF</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Import 8.0.3 vCenter 一定會帶 NSX → 兩種路徑擇一（建議方案 B）</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依據：TechDocs《Import an Existing vCenter to Create a Workload Domain》（NSX 9.1 does not support vCenter 8.0 Update 3a or later）、《Sequential / Optimized Update of vCenter and NSX》；KB 429205；CXS Lab 實測（v8tov9 import-wld）</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Rectangle 5"/>
          <p:cNvSpPr/>
          <p:nvPr/>
        </p:nvSpPr>
        <p:spPr>
          <a:xfrm>
            <a:off x="576072" y="1234440"/>
            <a:ext cx="5440680" cy="411480"/>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lstStyle/>
          <a:p>
            <a:pPr algn="l">
              <a:spcAft>
                <a:spcPts val="0"/>
              </a:spcAft>
            </a:pPr>
            <a:r>
              <a:rPr sz="1250" b="1">
                <a:solidFill>
                  <a:srgbClr val="FFFFFF"/>
                </a:solidFill>
                <a:latin typeface="Arial"/>
                <a:ea typeface="Microsoft JhengHei"/>
                <a:cs typeface="Arial"/>
              </a:rPr>
              <a:t>方案 A ｜ 照原順序：先 Import 8.0.3，再在 VCF 內升級</a:t>
            </a:r>
          </a:p>
        </p:txBody>
      </p:sp>
      <p:sp>
        <p:nvSpPr>
          <p:cNvPr id="7" name="Rectangle 6"/>
          <p:cNvSpPr/>
          <p:nvPr/>
        </p:nvSpPr>
        <p:spPr>
          <a:xfrm>
            <a:off x="576072" y="1645920"/>
            <a:ext cx="5440680" cy="3246120"/>
          </a:xfrm>
          <a:prstGeom prst="rect">
            <a:avLst/>
          </a:prstGeom>
          <a:solidFill>
            <a:srgbClr val="F5F7F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783080"/>
            <a:ext cx="1243584" cy="566928"/>
          </a:xfrm>
          <a:prstGeom prst="roundRect">
            <a:avLst>
              <a:gd name="adj" fmla="val 15000"/>
            </a:avLst>
          </a:prstGeom>
          <a:solidFill>
            <a:srgbClr val="FFFFFF"/>
          </a:solidFill>
          <a:ln w="15875">
            <a:solidFill>
              <a:srgbClr val="71707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717074"/>
                </a:solidFill>
                <a:latin typeface="Arial"/>
                <a:ea typeface="Microsoft JhengHei"/>
                <a:cs typeface="Arial"/>
              </a:rPr>
              <a:t>Import
(+NSX 4.2 ×3)</a:t>
            </a:r>
          </a:p>
        </p:txBody>
      </p:sp>
      <p:sp>
        <p:nvSpPr>
          <p:cNvPr id="9" name="Rounded Rectangle 8"/>
          <p:cNvSpPr/>
          <p:nvPr/>
        </p:nvSpPr>
        <p:spPr>
          <a:xfrm>
            <a:off x="2011680" y="1783080"/>
            <a:ext cx="1243584" cy="566928"/>
          </a:xfrm>
          <a:prstGeom prst="roundRect">
            <a:avLst>
              <a:gd name="adj" fmla="val 15000"/>
            </a:avLst>
          </a:prstGeom>
          <a:solidFill>
            <a:srgbClr val="FFFFFF"/>
          </a:solidFill>
          <a:ln w="15875">
            <a:solidFill>
              <a:srgbClr val="71707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717074"/>
                </a:solidFill>
                <a:latin typeface="Arial"/>
                <a:ea typeface="Microsoft JhengHei"/>
                <a:cs typeface="Arial"/>
              </a:rPr>
              <a:t>NSX
4.2 → 9.1.1</a:t>
            </a:r>
          </a:p>
        </p:txBody>
      </p:sp>
      <p:sp>
        <p:nvSpPr>
          <p:cNvPr id="10" name="Rounded Rectangle 9"/>
          <p:cNvSpPr/>
          <p:nvPr/>
        </p:nvSpPr>
        <p:spPr>
          <a:xfrm>
            <a:off x="3337560" y="1783080"/>
            <a:ext cx="1243584" cy="566928"/>
          </a:xfrm>
          <a:prstGeom prst="roundRect">
            <a:avLst>
              <a:gd name="adj" fmla="val 15000"/>
            </a:avLst>
          </a:prstGeom>
          <a:solidFill>
            <a:srgbClr val="FFFFFF"/>
          </a:solidFill>
          <a:ln w="15875">
            <a:solidFill>
              <a:srgbClr val="71707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717074"/>
                </a:solidFill>
                <a:latin typeface="Arial"/>
                <a:ea typeface="Microsoft JhengHei"/>
                <a:cs typeface="Arial"/>
              </a:rPr>
              <a:t>vCenter RDU
(SDDC Mgr)</a:t>
            </a:r>
          </a:p>
        </p:txBody>
      </p:sp>
      <p:sp>
        <p:nvSpPr>
          <p:cNvPr id="11" name="Rounded Rectangle 10"/>
          <p:cNvSpPr/>
          <p:nvPr/>
        </p:nvSpPr>
        <p:spPr>
          <a:xfrm>
            <a:off x="4663440" y="1783080"/>
            <a:ext cx="1243584" cy="566928"/>
          </a:xfrm>
          <a:prstGeom prst="roundRect">
            <a:avLst>
              <a:gd name="adj" fmla="val 15000"/>
            </a:avLst>
          </a:prstGeom>
          <a:solidFill>
            <a:srgbClr val="FFFFFF"/>
          </a:solidFill>
          <a:ln w="15875">
            <a:solidFill>
              <a:srgbClr val="71707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717074"/>
                </a:solidFill>
                <a:latin typeface="Arial"/>
                <a:ea typeface="Microsoft JhengHei"/>
                <a:cs typeface="Arial"/>
              </a:rPr>
              <a:t>ESXi
9.1.1</a:t>
            </a:r>
          </a:p>
        </p:txBody>
      </p:sp>
      <p:sp>
        <p:nvSpPr>
          <p:cNvPr id="12" name="TextBox 11"/>
          <p:cNvSpPr txBox="1"/>
          <p:nvPr/>
        </p:nvSpPr>
        <p:spPr>
          <a:xfrm>
            <a:off x="685800" y="2487168"/>
            <a:ext cx="5221224" cy="2377440"/>
          </a:xfrm>
          <a:prstGeom prst="rect">
            <a:avLst/>
          </a:prstGeom>
          <a:noFill/>
        </p:spPr>
        <p:txBody>
          <a:bodyPr wrap="square" lIns="45720" rIns="45720" tIns="27432" bIns="27432" anchor="t">
            <a:spAutoFit/>
          </a:bodyPr>
          <a:lstStyle/>
          <a:p>
            <a:pPr algn="l">
              <a:spcAft>
                <a:spcPts val="600"/>
              </a:spcAft>
            </a:pPr>
            <a:r>
              <a:rPr sz="1100" b="1">
                <a:solidFill>
                  <a:srgbClr val="61A60E"/>
                </a:solidFill>
                <a:latin typeface="Arial"/>
                <a:ea typeface="Microsoft JhengHei"/>
                <a:cs typeface="Arial"/>
              </a:rPr>
              <a:t>✔ </a:t>
            </a:r>
            <a:r>
              <a:rPr sz="1100" b="0">
                <a:solidFill>
                  <a:srgbClr val="333333"/>
                </a:solidFill>
                <a:latin typeface="Arial"/>
                <a:ea typeface="Microsoft JhengHei"/>
                <a:cs typeface="Arial"/>
              </a:rPr>
              <a:t>vCenter 升級走 SDDC Manager LCM（含 precheck）</a:t>
            </a:r>
          </a:p>
          <a:p>
            <a:pPr algn="l">
              <a:spcAft>
                <a:spcPts val="600"/>
              </a:spcAft>
            </a:pPr>
            <a:r>
              <a:rPr sz="1100" b="1">
                <a:solidFill>
                  <a:srgbClr val="A6192E"/>
                </a:solidFill>
                <a:latin typeface="Arial"/>
                <a:ea typeface="Microsoft JhengHei"/>
                <a:cs typeface="Arial"/>
              </a:rPr>
              <a:t>✖ </a:t>
            </a:r>
            <a:r>
              <a:rPr sz="1100" b="0">
                <a:solidFill>
                  <a:srgbClr val="333333"/>
                </a:solidFill>
                <a:latin typeface="Arial"/>
                <a:ea typeface="Microsoft JhengHei"/>
                <a:cs typeface="Arial"/>
              </a:rPr>
              <a:t>每朵雲新部署 3-node NSX Manager（4.2.x，裝在該叢集）→ 多 6 台 NSX VM</a:t>
            </a:r>
          </a:p>
          <a:p>
            <a:pPr algn="l">
              <a:spcAft>
                <a:spcPts val="600"/>
              </a:spcAft>
            </a:pPr>
            <a:r>
              <a:rPr sz="1100" b="1">
                <a:solidFill>
                  <a:srgbClr val="A6192E"/>
                </a:solidFill>
                <a:latin typeface="Arial"/>
                <a:ea typeface="Microsoft JhengHei"/>
                <a:cs typeface="Arial"/>
              </a:rPr>
              <a:t>✖ </a:t>
            </a:r>
            <a:r>
              <a:rPr sz="1100" b="0">
                <a:solidFill>
                  <a:srgbClr val="333333"/>
                </a:solidFill>
                <a:latin typeface="Arial"/>
                <a:ea typeface="Microsoft JhengHei"/>
                <a:cs typeface="Arial"/>
              </a:rPr>
              <a:t>WLD 升級變三段：NSX → vCenter → ESXi</a:t>
            </a:r>
          </a:p>
          <a:p>
            <a:pPr algn="l">
              <a:spcAft>
                <a:spcPts val="600"/>
              </a:spcAft>
            </a:pPr>
            <a:r>
              <a:rPr sz="1100" b="1">
                <a:solidFill>
                  <a:srgbClr val="E68C28"/>
                </a:solidFill>
                <a:latin typeface="Arial"/>
                <a:ea typeface="Microsoft JhengHei"/>
                <a:cs typeface="Arial"/>
              </a:rPr>
              <a:t>▲ </a:t>
            </a:r>
            <a:r>
              <a:rPr sz="1100" b="0">
                <a:solidFill>
                  <a:srgbClr val="333333"/>
                </a:solidFill>
                <a:latin typeface="Arial"/>
                <a:ea typeface="Microsoft JhengHei"/>
                <a:cs typeface="Arial"/>
              </a:rPr>
              <a:t>Import 的 NSX 版本須在 9.1.1 升級矩陣內（KB 429205 控版）</a:t>
            </a:r>
          </a:p>
          <a:p>
            <a:pPr algn="l">
              <a:spcAft>
                <a:spcPts val="600"/>
              </a:spcAft>
            </a:pPr>
            <a:r>
              <a:rPr sz="1100" b="1">
                <a:solidFill>
                  <a:srgbClr val="E68C28"/>
                </a:solidFill>
                <a:latin typeface="Arial"/>
                <a:ea typeface="Microsoft JhengHei"/>
                <a:cs typeface="Arial"/>
              </a:rPr>
              <a:t>▲ </a:t>
            </a:r>
            <a:r>
              <a:rPr sz="1100" b="0">
                <a:solidFill>
                  <a:srgbClr val="333333"/>
                </a:solidFill>
                <a:latin typeface="Arial"/>
                <a:ea typeface="Microsoft JhengHei"/>
                <a:cs typeface="Arial"/>
              </a:rPr>
              <a:t>SDDC Manager 的 RDU 完成後會刪除來源 vCenter VM</a:t>
            </a:r>
          </a:p>
        </p:txBody>
      </p:sp>
      <p:sp>
        <p:nvSpPr>
          <p:cNvPr id="13" name="Rectangle 12"/>
          <p:cNvSpPr/>
          <p:nvPr/>
        </p:nvSpPr>
        <p:spPr>
          <a:xfrm>
            <a:off x="6172200" y="1234440"/>
            <a:ext cx="5440680" cy="411480"/>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lstStyle/>
          <a:p>
            <a:pPr algn="l">
              <a:spcAft>
                <a:spcPts val="0"/>
              </a:spcAft>
            </a:pPr>
            <a:r>
              <a:rPr sz="1250" b="1">
                <a:solidFill>
                  <a:srgbClr val="FFFFFF"/>
                </a:solidFill>
                <a:latin typeface="Arial"/>
                <a:ea typeface="Microsoft JhengHei"/>
                <a:cs typeface="Arial"/>
              </a:rPr>
              <a:t>方案 B ｜ vCenter 先升 9.1.1，再 Import 共用 NSX</a:t>
            </a:r>
          </a:p>
        </p:txBody>
      </p:sp>
      <p:sp>
        <p:nvSpPr>
          <p:cNvPr id="14" name="Rounded Rectangle 13"/>
          <p:cNvSpPr/>
          <p:nvPr/>
        </p:nvSpPr>
        <p:spPr>
          <a:xfrm>
            <a:off x="10469880" y="1298448"/>
            <a:ext cx="1051560" cy="274320"/>
          </a:xfrm>
          <a:prstGeom prst="roundRect">
            <a:avLst>
              <a:gd name="adj" fmla="val 50000"/>
            </a:avLst>
          </a:prstGeom>
          <a:solidFill>
            <a:srgbClr val="F3BA1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50" b="1">
                <a:solidFill>
                  <a:srgbClr val="1B1D36"/>
                </a:solidFill>
                <a:latin typeface="Arial"/>
                <a:ea typeface="Microsoft JhengHei"/>
                <a:cs typeface="Arial"/>
              </a:rPr>
              <a:t>建議 Recommended</a:t>
            </a:r>
          </a:p>
        </p:txBody>
      </p:sp>
      <p:sp>
        <p:nvSpPr>
          <p:cNvPr id="15" name="Rectangle 14"/>
          <p:cNvSpPr/>
          <p:nvPr/>
        </p:nvSpPr>
        <p:spPr>
          <a:xfrm>
            <a:off x="6172200" y="1645920"/>
            <a:ext cx="5440680" cy="3246120"/>
          </a:xfrm>
          <a:prstGeom prst="rect">
            <a:avLst/>
          </a:prstGeom>
          <a:solidFill>
            <a:srgbClr val="F5F7F9"/>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1928" y="1783080"/>
            <a:ext cx="1243584" cy="566928"/>
          </a:xfrm>
          <a:prstGeom prst="roundRect">
            <a:avLst>
              <a:gd name="adj" fmla="val 15000"/>
            </a:avLst>
          </a:prstGeom>
          <a:solidFill>
            <a:srgbClr val="FFFFFF"/>
          </a:solidFill>
          <a:ln w="15875">
            <a:solidFill>
              <a:srgbClr val="61A60E"/>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61A60E"/>
                </a:solidFill>
                <a:latin typeface="Arial"/>
                <a:ea typeface="Microsoft JhengHei"/>
                <a:cs typeface="Arial"/>
              </a:rPr>
              <a:t>vCenter
RDU 9.1.1</a:t>
            </a:r>
          </a:p>
        </p:txBody>
      </p:sp>
      <p:sp>
        <p:nvSpPr>
          <p:cNvPr id="17" name="Rounded Rectangle 16"/>
          <p:cNvSpPr/>
          <p:nvPr/>
        </p:nvSpPr>
        <p:spPr>
          <a:xfrm>
            <a:off x="7607808" y="1783080"/>
            <a:ext cx="1243584" cy="566928"/>
          </a:xfrm>
          <a:prstGeom prst="roundRect">
            <a:avLst>
              <a:gd name="adj" fmla="val 15000"/>
            </a:avLst>
          </a:prstGeom>
          <a:solidFill>
            <a:srgbClr val="FFFFFF"/>
          </a:solidFill>
          <a:ln w="15875">
            <a:solidFill>
              <a:srgbClr val="61A60E"/>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61A60E"/>
                </a:solidFill>
                <a:latin typeface="Arial"/>
                <a:ea typeface="Microsoft JhengHei"/>
                <a:cs typeface="Arial"/>
              </a:rPr>
              <a:t>SRM
Reconfigure</a:t>
            </a:r>
          </a:p>
        </p:txBody>
      </p:sp>
      <p:sp>
        <p:nvSpPr>
          <p:cNvPr id="18" name="Rounded Rectangle 17"/>
          <p:cNvSpPr/>
          <p:nvPr/>
        </p:nvSpPr>
        <p:spPr>
          <a:xfrm>
            <a:off x="8933688" y="1783080"/>
            <a:ext cx="1243584" cy="566928"/>
          </a:xfrm>
          <a:prstGeom prst="roundRect">
            <a:avLst>
              <a:gd name="adj" fmla="val 15000"/>
            </a:avLst>
          </a:prstGeom>
          <a:solidFill>
            <a:srgbClr val="FFFFFF"/>
          </a:solidFill>
          <a:ln w="15875">
            <a:solidFill>
              <a:srgbClr val="61A60E"/>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61A60E"/>
                </a:solidFill>
                <a:latin typeface="Arial"/>
                <a:ea typeface="Microsoft JhengHei"/>
                <a:cs typeface="Arial"/>
              </a:rPr>
              <a:t>Import
(共用 NSX)</a:t>
            </a:r>
          </a:p>
        </p:txBody>
      </p:sp>
      <p:sp>
        <p:nvSpPr>
          <p:cNvPr id="19" name="Rounded Rectangle 18"/>
          <p:cNvSpPr/>
          <p:nvPr/>
        </p:nvSpPr>
        <p:spPr>
          <a:xfrm>
            <a:off x="10259567" y="1783080"/>
            <a:ext cx="1243584" cy="566928"/>
          </a:xfrm>
          <a:prstGeom prst="roundRect">
            <a:avLst>
              <a:gd name="adj" fmla="val 15000"/>
            </a:avLst>
          </a:prstGeom>
          <a:solidFill>
            <a:srgbClr val="FFFFFF"/>
          </a:solidFill>
          <a:ln w="15875">
            <a:solidFill>
              <a:srgbClr val="61A60E"/>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61A60E"/>
                </a:solidFill>
                <a:latin typeface="Arial"/>
                <a:ea typeface="Microsoft JhengHei"/>
                <a:cs typeface="Arial"/>
              </a:rPr>
              <a:t>ESXi 9.1.1
(VCF LCM)</a:t>
            </a:r>
          </a:p>
        </p:txBody>
      </p:sp>
      <p:sp>
        <p:nvSpPr>
          <p:cNvPr id="20" name="TextBox 19"/>
          <p:cNvSpPr txBox="1"/>
          <p:nvPr/>
        </p:nvSpPr>
        <p:spPr>
          <a:xfrm>
            <a:off x="6281928" y="2487168"/>
            <a:ext cx="5221224" cy="2377440"/>
          </a:xfrm>
          <a:prstGeom prst="rect">
            <a:avLst/>
          </a:prstGeom>
          <a:noFill/>
        </p:spPr>
        <p:txBody>
          <a:bodyPr wrap="square" lIns="45720" rIns="45720" tIns="27432" bIns="27432" anchor="t">
            <a:spAutoFit/>
          </a:bodyPr>
          <a:lstStyle/>
          <a:p>
            <a:pPr algn="l">
              <a:spcAft>
                <a:spcPts val="600"/>
              </a:spcAft>
            </a:pPr>
            <a:r>
              <a:rPr sz="1100" b="1">
                <a:solidFill>
                  <a:srgbClr val="61A60E"/>
                </a:solidFill>
                <a:latin typeface="Arial"/>
                <a:ea typeface="Microsoft JhengHei"/>
                <a:cs typeface="Arial"/>
              </a:rPr>
              <a:t>✔ </a:t>
            </a:r>
            <a:r>
              <a:rPr sz="1100" b="0">
                <a:solidFill>
                  <a:srgbClr val="333333"/>
                </a:solidFill>
                <a:latin typeface="Arial"/>
                <a:ea typeface="Microsoft JhengHei"/>
                <a:cs typeface="Arial"/>
              </a:rPr>
              <a:t>共用管理網域 NSX 9.1.1：不新增 NSX VM、不必升 NSX</a:t>
            </a:r>
          </a:p>
          <a:p>
            <a:pPr algn="l">
              <a:spcAft>
                <a:spcPts val="600"/>
              </a:spcAft>
            </a:pPr>
            <a:r>
              <a:rPr sz="1100" b="1">
                <a:solidFill>
                  <a:srgbClr val="61A60E"/>
                </a:solidFill>
                <a:latin typeface="Arial"/>
                <a:ea typeface="Microsoft JhengHei"/>
                <a:cs typeface="Arial"/>
              </a:rPr>
              <a:t>✔ </a:t>
            </a:r>
            <a:r>
              <a:rPr sz="1100" b="0">
                <a:solidFill>
                  <a:srgbClr val="333333"/>
                </a:solidFill>
                <a:latin typeface="Arial"/>
                <a:ea typeface="Microsoft JhengHei"/>
                <a:cs typeface="Arial"/>
              </a:rPr>
              <a:t>官方明文：要用 NSX 9.1 須先把 vCenter 升到 9.1</a:t>
            </a:r>
          </a:p>
          <a:p>
            <a:pPr algn="l">
              <a:spcAft>
                <a:spcPts val="600"/>
              </a:spcAft>
            </a:pPr>
            <a:r>
              <a:rPr sz="1100" b="1">
                <a:solidFill>
                  <a:srgbClr val="61A60E"/>
                </a:solidFill>
                <a:latin typeface="Arial"/>
                <a:ea typeface="Microsoft JhengHei"/>
                <a:cs typeface="Arial"/>
              </a:rPr>
              <a:t>✔ </a:t>
            </a:r>
            <a:r>
              <a:rPr sz="1100" b="0">
                <a:solidFill>
                  <a:srgbClr val="333333"/>
                </a:solidFill>
                <a:latin typeface="Arial"/>
                <a:ea typeface="Microsoft JhengHei"/>
                <a:cs typeface="Arial"/>
              </a:rPr>
              <a:t>CXS Lab 已實測：import 57/57 成功、約 15 分、ESXi 8.0.3 照常運作</a:t>
            </a:r>
          </a:p>
          <a:p>
            <a:pPr algn="l">
              <a:spcAft>
                <a:spcPts val="600"/>
              </a:spcAft>
            </a:pPr>
            <a:r>
              <a:rPr sz="1100" b="1">
                <a:solidFill>
                  <a:srgbClr val="E68C28"/>
                </a:solidFill>
                <a:latin typeface="Arial"/>
                <a:ea typeface="Microsoft JhengHei"/>
                <a:cs typeface="Arial"/>
              </a:rPr>
              <a:t>▲ </a:t>
            </a:r>
            <a:r>
              <a:rPr sz="1100" b="0">
                <a:solidFill>
                  <a:srgbClr val="333333"/>
                </a:solidFill>
                <a:latin typeface="Arial"/>
                <a:ea typeface="Microsoft JhengHei"/>
                <a:cs typeface="Arial"/>
              </a:rPr>
              <a:t>vCenter 升級在 VCF 外以 RDU 執行 → 用 VAMI precheck + Lab 演練補強</a:t>
            </a:r>
          </a:p>
          <a:p>
            <a:pPr algn="l">
              <a:spcAft>
                <a:spcPts val="600"/>
              </a:spcAft>
            </a:pPr>
            <a:r>
              <a:rPr sz="1100" b="1">
                <a:solidFill>
                  <a:srgbClr val="E68C28"/>
                </a:solidFill>
                <a:latin typeface="Arial"/>
                <a:ea typeface="Microsoft JhengHei"/>
                <a:cs typeface="Arial"/>
              </a:rPr>
              <a:t>▲ </a:t>
            </a:r>
            <a:r>
              <a:rPr sz="1100" b="0">
                <a:solidFill>
                  <a:srgbClr val="333333"/>
                </a:solidFill>
                <a:latin typeface="Arial"/>
                <a:ea typeface="Microsoft JhengHei"/>
                <a:cs typeface="Arial"/>
              </a:rPr>
              <a:t>Import 前須在管理網域 NSX 註冊 Compute Manager</a:t>
            </a:r>
          </a:p>
        </p:txBody>
      </p:sp>
      <p:sp>
        <p:nvSpPr>
          <p:cNvPr id="21" name="Rounded Rectangle 20"/>
          <p:cNvSpPr/>
          <p:nvPr/>
        </p:nvSpPr>
        <p:spPr>
          <a:xfrm>
            <a:off x="576072" y="5029200"/>
            <a:ext cx="11036808" cy="868680"/>
          </a:xfrm>
          <a:prstGeom prst="roundRect">
            <a:avLst>
              <a:gd name="adj" fmla="val 10000"/>
            </a:avLst>
          </a:prstGeom>
          <a:solidFill>
            <a:srgbClr val="FFF8E6"/>
          </a:solidFill>
          <a:ln w="15875">
            <a:solidFill>
              <a:srgbClr val="F3BA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074920"/>
            <a:ext cx="10789920" cy="777240"/>
          </a:xfrm>
          <a:prstGeom prst="rect">
            <a:avLst/>
          </a:prstGeom>
          <a:noFill/>
        </p:spPr>
        <p:txBody>
          <a:bodyPr wrap="square" lIns="45720" rIns="45720" tIns="27432" bIns="27432" anchor="ctr">
            <a:spAutoFit/>
          </a:bodyPr>
          <a:lstStyle/>
          <a:p>
            <a:pPr algn="l">
              <a:spcAft>
                <a:spcPts val="400"/>
              </a:spcAft>
            </a:pPr>
            <a:r>
              <a:rPr sz="1100" b="1">
                <a:solidFill>
                  <a:srgbClr val="1B1D36"/>
                </a:solidFill>
                <a:latin typeface="Arial"/>
                <a:ea typeface="Microsoft JhengHei"/>
                <a:cs typeface="Arial"/>
              </a:rPr>
              <a:t>決策需求 ｜ </a:t>
            </a:r>
            <a:r>
              <a:rPr sz="1100" b="0">
                <a:solidFill>
                  <a:srgbClr val="333333"/>
                </a:solidFill>
                <a:latin typeface="Arial"/>
                <a:ea typeface="Microsoft JhengHei"/>
                <a:cs typeface="Arial"/>
              </a:rPr>
              <a:t>G0 前由 ARC + PM 定案。建議方案 B（本簡報與 Excel 的 S07–S14 以方案 B 撰寫）。</a:t>
            </a:r>
          </a:p>
          <a:p>
            <a:pPr algn="l">
              <a:spcAft>
                <a:spcPts val="400"/>
              </a:spcAft>
            </a:pPr>
            <a:r>
              <a:rPr sz="1100" b="1">
                <a:solidFill>
                  <a:srgbClr val="1B1D36"/>
                </a:solidFill>
                <a:latin typeface="Arial"/>
                <a:ea typeface="Microsoft JhengHei"/>
                <a:cs typeface="Arial"/>
              </a:rPr>
              <a:t>若選方案 A ｜ </a:t>
            </a:r>
            <a:r>
              <a:rPr sz="1100" b="0">
                <a:solidFill>
                  <a:srgbClr val="333333"/>
                </a:solidFill>
                <a:latin typeface="Arial"/>
                <a:ea typeface="Microsoft JhengHei"/>
                <a:cs typeface="Arial"/>
              </a:rPr>
              <a:t>Import 前以 KB 429205 控制 NSX 版本；WLD 升級改為 NSX → vCenter → ESXi，退版改以 file-based restore 為主（來源 vCenter VM 會被刪除）。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Recommended Flow</a:t>
            </a:r>
          </a:p>
        </p:txBody>
      </p:sp>
      <p:sp>
        <p:nvSpPr>
          <p:cNvPr id="3" name="Subtitle 2"/>
          <p:cNvSpPr>
            <a:spLocks noGrp="1"/>
          </p:cNvSpPr>
          <p:nvPr>
            <p:ph type="subTitle" idx="10"/>
          </p:nvPr>
        </p:nvSpPr>
        <p:spPr/>
        <p:txBody>
          <a:bodyPr/>
          <a:lstStyle/>
          <a:p>
            <a:r>
              <a:rPr>
                <a:ea typeface="Microsoft JhengHei"/>
              </a:rPr>
              <a:t>建議執行順序、Gate 與 Point of No Return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Recommended Flow ｜ 17 Steps in 5 Phases</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管理網域先做對，再一朵雲一朵雲接進來；方括號內為原計畫步驟編號</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紅色 = Point of No Return（需簽核）　金色 = Gate　｜ 依據：TechDocs《Upgrading to VCF 9.1.x》元件順序；KB 440630</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Rounded Rectangle 5"/>
          <p:cNvSpPr/>
          <p:nvPr/>
        </p:nvSpPr>
        <p:spPr>
          <a:xfrm>
            <a:off x="576072" y="1261872"/>
            <a:ext cx="1325880" cy="786384"/>
          </a:xfrm>
          <a:prstGeom prst="roundRect">
            <a:avLst>
              <a:gd name="adj" fmla="val 12000"/>
            </a:avLst>
          </a:prstGeom>
          <a:solidFill>
            <a:srgbClr val="1D428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900" b="1">
                <a:solidFill>
                  <a:srgbClr val="FFFFFF"/>
                </a:solidFill>
                <a:latin typeface="Arial"/>
                <a:ea typeface="Microsoft JhengHei"/>
                <a:cs typeface="Arial"/>
              </a:rPr>
              <a:t>P0
</a:t>
            </a:r>
          </a:p>
          <a:p>
            <a:pPr algn="ctr">
              <a:spcAft>
                <a:spcPts val="0"/>
              </a:spcAft>
            </a:pPr>
            <a:r>
              <a:rPr sz="1200" b="1">
                <a:solidFill>
                  <a:srgbClr val="FFFFFF"/>
                </a:solidFill>
                <a:latin typeface="Arial"/>
                <a:ea typeface="Microsoft JhengHei"/>
                <a:cs typeface="Arial"/>
              </a:rPr>
              <a:t>準備</a:t>
            </a:r>
          </a:p>
        </p:txBody>
      </p:sp>
      <p:sp>
        <p:nvSpPr>
          <p:cNvPr id="7" name="Rounded Rectangle 6"/>
          <p:cNvSpPr/>
          <p:nvPr/>
        </p:nvSpPr>
        <p:spPr>
          <a:xfrm>
            <a:off x="2011680" y="1261872"/>
            <a:ext cx="1517904" cy="786384"/>
          </a:xfrm>
          <a:prstGeom prst="roundRect">
            <a:avLst>
              <a:gd name="adj" fmla="val 12000"/>
            </a:avLst>
          </a:prstGeom>
          <a:solidFill>
            <a:srgbClr val="FFFFFF"/>
          </a:solidFill>
          <a:ln w="15875">
            <a:solidFill>
              <a:srgbClr val="1D428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1D428A"/>
                </a:solidFill>
                <a:latin typeface="Arial"/>
                <a:ea typeface="Microsoft JhengHei"/>
                <a:cs typeface="Arial"/>
              </a:rPr>
              <a:t>S00  </a:t>
            </a:r>
            <a:r>
              <a:rPr sz="900" b="0">
                <a:solidFill>
                  <a:srgbClr val="717074"/>
                </a:solidFill>
                <a:latin typeface="Arial"/>
                <a:ea typeface="Microsoft JhengHei"/>
                <a:cs typeface="Arial"/>
              </a:rPr>
              <a:t>[新增]</a:t>
            </a:r>
          </a:p>
          <a:p>
            <a:pPr algn="ctr">
              <a:spcAft>
                <a:spcPts val="0"/>
              </a:spcAft>
            </a:pPr>
            <a:r>
              <a:rPr sz="1200" b="1">
                <a:solidFill>
                  <a:srgbClr val="333333"/>
                </a:solidFill>
                <a:latin typeface="Arial"/>
                <a:ea typeface="Microsoft JhengHei"/>
                <a:cs typeface="Arial"/>
              </a:rPr>
              <a:t>盤點 / 備份</a:t>
            </a:r>
          </a:p>
        </p:txBody>
      </p:sp>
      <p:sp>
        <p:nvSpPr>
          <p:cNvPr id="8" name="Rounded Rectangle 7"/>
          <p:cNvSpPr/>
          <p:nvPr/>
        </p:nvSpPr>
        <p:spPr>
          <a:xfrm>
            <a:off x="2816352" y="1161287"/>
            <a:ext cx="694944" cy="219456"/>
          </a:xfrm>
          <a:prstGeom prst="roundRect">
            <a:avLst>
              <a:gd name="adj" fmla="val 50000"/>
            </a:avLst>
          </a:prstGeom>
          <a:solidFill>
            <a:srgbClr val="F3BA1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00" b="1">
                <a:solidFill>
                  <a:srgbClr val="1B1D36"/>
                </a:solidFill>
                <a:latin typeface="Arial"/>
                <a:ea typeface="Microsoft JhengHei"/>
                <a:cs typeface="Arial"/>
              </a:rPr>
              <a:t>G0</a:t>
            </a:r>
          </a:p>
        </p:txBody>
      </p:sp>
      <p:sp>
        <p:nvSpPr>
          <p:cNvPr id="9" name="Rounded Rectangle 8"/>
          <p:cNvSpPr/>
          <p:nvPr/>
        </p:nvSpPr>
        <p:spPr>
          <a:xfrm>
            <a:off x="576072" y="2203704"/>
            <a:ext cx="1325880" cy="786384"/>
          </a:xfrm>
          <a:prstGeom prst="roundRect">
            <a:avLst>
              <a:gd name="adj" fmla="val 12000"/>
            </a:avLst>
          </a:prstGeom>
          <a:solidFill>
            <a:srgbClr val="6C4B94"/>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900" b="1">
                <a:solidFill>
                  <a:srgbClr val="FFFFFF"/>
                </a:solidFill>
                <a:latin typeface="Arial"/>
                <a:ea typeface="Microsoft JhengHei"/>
                <a:cs typeface="Arial"/>
              </a:rPr>
              <a:t>P1
</a:t>
            </a:r>
          </a:p>
          <a:p>
            <a:pPr algn="ctr">
              <a:spcAft>
                <a:spcPts val="0"/>
              </a:spcAft>
            </a:pPr>
            <a:r>
              <a:rPr sz="1200" b="1">
                <a:solidFill>
                  <a:srgbClr val="FFFFFF"/>
                </a:solidFill>
                <a:latin typeface="Arial"/>
                <a:ea typeface="Microsoft JhengHei"/>
                <a:cs typeface="Arial"/>
              </a:rPr>
              <a:t>管理網域</a:t>
            </a:r>
          </a:p>
        </p:txBody>
      </p:sp>
      <p:sp>
        <p:nvSpPr>
          <p:cNvPr id="10" name="Rounded Rectangle 9"/>
          <p:cNvSpPr/>
          <p:nvPr/>
        </p:nvSpPr>
        <p:spPr>
          <a:xfrm>
            <a:off x="2011680" y="2203704"/>
            <a:ext cx="1517904" cy="786384"/>
          </a:xfrm>
          <a:prstGeom prst="roundRect">
            <a:avLst>
              <a:gd name="adj" fmla="val 12000"/>
            </a:avLst>
          </a:prstGeom>
          <a:solidFill>
            <a:srgbClr val="FFFFFF"/>
          </a:solidFill>
          <a:ln w="15875">
            <a:solidFill>
              <a:srgbClr val="6C4B94"/>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6C4B94"/>
                </a:solidFill>
                <a:latin typeface="Arial"/>
                <a:ea typeface="Microsoft JhengHei"/>
                <a:cs typeface="Arial"/>
              </a:rPr>
              <a:t>S01  </a:t>
            </a:r>
            <a:r>
              <a:rPr sz="900" b="0">
                <a:solidFill>
                  <a:srgbClr val="717074"/>
                </a:solidFill>
                <a:latin typeface="Arial"/>
                <a:ea typeface="Microsoft JhengHei"/>
                <a:cs typeface="Arial"/>
              </a:rPr>
              <a:t>[#1]</a:t>
            </a:r>
          </a:p>
          <a:p>
            <a:pPr algn="ctr">
              <a:spcAft>
                <a:spcPts val="0"/>
              </a:spcAft>
            </a:pPr>
            <a:r>
              <a:rPr sz="1200" b="1">
                <a:solidFill>
                  <a:srgbClr val="333333"/>
                </a:solidFill>
                <a:latin typeface="Arial"/>
                <a:ea typeface="Microsoft JhengHei"/>
                <a:cs typeface="Arial"/>
              </a:rPr>
              <a:t>vRA / vRO 冷遷移</a:t>
            </a:r>
          </a:p>
        </p:txBody>
      </p:sp>
      <p:sp>
        <p:nvSpPr>
          <p:cNvPr id="11" name="Right Arrow 10"/>
          <p:cNvSpPr/>
          <p:nvPr/>
        </p:nvSpPr>
        <p:spPr>
          <a:xfrm>
            <a:off x="3529584" y="2505456"/>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21024" y="2203704"/>
            <a:ext cx="1517904" cy="786384"/>
          </a:xfrm>
          <a:prstGeom prst="roundRect">
            <a:avLst>
              <a:gd name="adj" fmla="val 12000"/>
            </a:avLst>
          </a:prstGeom>
          <a:solidFill>
            <a:srgbClr val="FFFFFF"/>
          </a:solidFill>
          <a:ln w="15875">
            <a:solidFill>
              <a:srgbClr val="6C4B94"/>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6C4B94"/>
                </a:solidFill>
                <a:latin typeface="Arial"/>
                <a:ea typeface="Microsoft JhengHei"/>
                <a:cs typeface="Arial"/>
              </a:rPr>
              <a:t>S02  </a:t>
            </a:r>
            <a:r>
              <a:rPr sz="900" b="0">
                <a:solidFill>
                  <a:srgbClr val="717074"/>
                </a:solidFill>
                <a:latin typeface="Arial"/>
                <a:ea typeface="Microsoft JhengHei"/>
                <a:cs typeface="Arial"/>
              </a:rPr>
              <a:t>[#3]</a:t>
            </a:r>
          </a:p>
          <a:p>
            <a:pPr algn="ctr">
              <a:spcAft>
                <a:spcPts val="0"/>
              </a:spcAft>
            </a:pPr>
            <a:r>
              <a:rPr sz="1200" b="1">
                <a:solidFill>
                  <a:srgbClr val="333333"/>
                </a:solidFill>
                <a:latin typeface="Arial"/>
                <a:ea typeface="Microsoft JhengHei"/>
                <a:cs typeface="Arial"/>
              </a:rPr>
              <a:t>VCF Installer</a:t>
            </a:r>
          </a:p>
        </p:txBody>
      </p:sp>
      <p:sp>
        <p:nvSpPr>
          <p:cNvPr id="13" name="Right Arrow 12"/>
          <p:cNvSpPr/>
          <p:nvPr/>
        </p:nvSpPr>
        <p:spPr>
          <a:xfrm>
            <a:off x="5138928" y="2505456"/>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30368" y="2203704"/>
            <a:ext cx="1517904" cy="786384"/>
          </a:xfrm>
          <a:prstGeom prst="roundRect">
            <a:avLst>
              <a:gd name="adj" fmla="val 12000"/>
            </a:avLst>
          </a:prstGeom>
          <a:solidFill>
            <a:srgbClr val="FFFFFF"/>
          </a:solidFill>
          <a:ln w="15875">
            <a:solidFill>
              <a:srgbClr val="6C4B94"/>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6C4B94"/>
                </a:solidFill>
                <a:latin typeface="Arial"/>
                <a:ea typeface="Microsoft JhengHei"/>
                <a:cs typeface="Arial"/>
              </a:rPr>
              <a:t>S03  </a:t>
            </a:r>
            <a:r>
              <a:rPr sz="900" b="0">
                <a:solidFill>
                  <a:srgbClr val="717074"/>
                </a:solidFill>
                <a:latin typeface="Arial"/>
                <a:ea typeface="Microsoft JhengHei"/>
                <a:cs typeface="Arial"/>
              </a:rPr>
              <a:t>[#4]</a:t>
            </a:r>
          </a:p>
          <a:p>
            <a:pPr algn="ctr">
              <a:spcAft>
                <a:spcPts val="0"/>
              </a:spcAft>
            </a:pPr>
            <a:r>
              <a:rPr sz="1200" b="1">
                <a:solidFill>
                  <a:srgbClr val="333333"/>
                </a:solidFill>
                <a:latin typeface="Arial"/>
                <a:ea typeface="Microsoft JhengHei"/>
                <a:cs typeface="Arial"/>
              </a:rPr>
              <a:t>Depot / Binaries</a:t>
            </a:r>
          </a:p>
        </p:txBody>
      </p:sp>
      <p:sp>
        <p:nvSpPr>
          <p:cNvPr id="15" name="Right Arrow 14"/>
          <p:cNvSpPr/>
          <p:nvPr/>
        </p:nvSpPr>
        <p:spPr>
          <a:xfrm>
            <a:off x="6748272" y="2505456"/>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39712" y="2203704"/>
            <a:ext cx="1517904" cy="786384"/>
          </a:xfrm>
          <a:prstGeom prst="roundRect">
            <a:avLst>
              <a:gd name="adj" fmla="val 12000"/>
            </a:avLst>
          </a:prstGeom>
          <a:solidFill>
            <a:srgbClr val="FFFFFF"/>
          </a:solidFill>
          <a:ln w="25400">
            <a:solidFill>
              <a:srgbClr val="A6192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6C4B94"/>
                </a:solidFill>
                <a:latin typeface="Arial"/>
                <a:ea typeface="Microsoft JhengHei"/>
                <a:cs typeface="Arial"/>
              </a:rPr>
              <a:t>S04  </a:t>
            </a:r>
            <a:r>
              <a:rPr sz="900" b="0">
                <a:solidFill>
                  <a:srgbClr val="717074"/>
                </a:solidFill>
                <a:latin typeface="Arial"/>
                <a:ea typeface="Microsoft JhengHei"/>
                <a:cs typeface="Arial"/>
              </a:rPr>
              <a:t>[#5]</a:t>
            </a:r>
          </a:p>
          <a:p>
            <a:pPr algn="ctr">
              <a:spcAft>
                <a:spcPts val="0"/>
              </a:spcAft>
            </a:pPr>
            <a:r>
              <a:rPr sz="1200" b="1">
                <a:solidFill>
                  <a:srgbClr val="333333"/>
                </a:solidFill>
                <a:latin typeface="Arial"/>
                <a:ea typeface="Microsoft JhengHei"/>
                <a:cs typeface="Arial"/>
              </a:rPr>
              <a:t>Converge</a:t>
            </a:r>
          </a:p>
        </p:txBody>
      </p:sp>
      <p:sp>
        <p:nvSpPr>
          <p:cNvPr id="17" name="Rounded Rectangle 16"/>
          <p:cNvSpPr/>
          <p:nvPr/>
        </p:nvSpPr>
        <p:spPr>
          <a:xfrm>
            <a:off x="7644384" y="2103120"/>
            <a:ext cx="694944" cy="219456"/>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00" b="1">
                <a:solidFill>
                  <a:srgbClr val="FFFFFF"/>
                </a:solidFill>
                <a:latin typeface="Arial"/>
                <a:ea typeface="Microsoft JhengHei"/>
                <a:cs typeface="Arial"/>
              </a:rPr>
              <a:t>G1 PONR</a:t>
            </a:r>
          </a:p>
        </p:txBody>
      </p:sp>
      <p:sp>
        <p:nvSpPr>
          <p:cNvPr id="18" name="Right Arrow 17"/>
          <p:cNvSpPr/>
          <p:nvPr/>
        </p:nvSpPr>
        <p:spPr>
          <a:xfrm>
            <a:off x="8357616" y="2505456"/>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49056" y="2203704"/>
            <a:ext cx="1517904" cy="786384"/>
          </a:xfrm>
          <a:prstGeom prst="roundRect">
            <a:avLst>
              <a:gd name="adj" fmla="val 12000"/>
            </a:avLst>
          </a:prstGeom>
          <a:solidFill>
            <a:srgbClr val="FFFFFF"/>
          </a:solidFill>
          <a:ln w="15875">
            <a:solidFill>
              <a:srgbClr val="6C4B94"/>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6C4B94"/>
                </a:solidFill>
                <a:latin typeface="Arial"/>
                <a:ea typeface="Microsoft JhengHei"/>
                <a:cs typeface="Arial"/>
              </a:rPr>
              <a:t>S05  </a:t>
            </a:r>
            <a:r>
              <a:rPr sz="900" b="0">
                <a:solidFill>
                  <a:srgbClr val="717074"/>
                </a:solidFill>
                <a:latin typeface="Arial"/>
                <a:ea typeface="Microsoft JhengHei"/>
                <a:cs typeface="Arial"/>
              </a:rPr>
              <a:t>[#6]</a:t>
            </a:r>
          </a:p>
          <a:p>
            <a:pPr algn="ctr">
              <a:spcAft>
                <a:spcPts val="0"/>
              </a:spcAft>
            </a:pPr>
            <a:r>
              <a:rPr sz="1200" b="1">
                <a:solidFill>
                  <a:srgbClr val="333333"/>
                </a:solidFill>
                <a:latin typeface="Arial"/>
                <a:ea typeface="Microsoft JhengHei"/>
                <a:cs typeface="Arial"/>
              </a:rPr>
              <a:t>Import vRA</a:t>
            </a:r>
          </a:p>
        </p:txBody>
      </p:sp>
      <p:sp>
        <p:nvSpPr>
          <p:cNvPr id="20" name="Right Arrow 19"/>
          <p:cNvSpPr/>
          <p:nvPr/>
        </p:nvSpPr>
        <p:spPr>
          <a:xfrm>
            <a:off x="9966960" y="2505456"/>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0" y="2203704"/>
            <a:ext cx="1517904" cy="786384"/>
          </a:xfrm>
          <a:prstGeom prst="roundRect">
            <a:avLst>
              <a:gd name="adj" fmla="val 12000"/>
            </a:avLst>
          </a:prstGeom>
          <a:solidFill>
            <a:srgbClr val="FFFFFF"/>
          </a:solidFill>
          <a:ln w="15875">
            <a:solidFill>
              <a:srgbClr val="6C4B94"/>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6C4B94"/>
                </a:solidFill>
                <a:latin typeface="Arial"/>
                <a:ea typeface="Microsoft JhengHei"/>
                <a:cs typeface="Arial"/>
              </a:rPr>
              <a:t>S06  </a:t>
            </a:r>
            <a:r>
              <a:rPr sz="900" b="0">
                <a:solidFill>
                  <a:srgbClr val="717074"/>
                </a:solidFill>
                <a:latin typeface="Arial"/>
                <a:ea typeface="Microsoft JhengHei"/>
                <a:cs typeface="Arial"/>
              </a:rPr>
              <a:t>[#7]</a:t>
            </a:r>
          </a:p>
          <a:p>
            <a:pPr algn="ctr">
              <a:spcAft>
                <a:spcPts val="0"/>
              </a:spcAft>
            </a:pPr>
            <a:r>
              <a:rPr sz="1200" b="1">
                <a:solidFill>
                  <a:srgbClr val="333333"/>
                </a:solidFill>
                <a:latin typeface="Arial"/>
                <a:ea typeface="Microsoft JhengHei"/>
                <a:cs typeface="Arial"/>
              </a:rPr>
              <a:t>VCFA 9.1.1</a:t>
            </a:r>
          </a:p>
        </p:txBody>
      </p:sp>
      <p:sp>
        <p:nvSpPr>
          <p:cNvPr id="22" name="Rounded Rectangle 21"/>
          <p:cNvSpPr/>
          <p:nvPr/>
        </p:nvSpPr>
        <p:spPr>
          <a:xfrm>
            <a:off x="10863072" y="2103120"/>
            <a:ext cx="694944" cy="219456"/>
          </a:xfrm>
          <a:prstGeom prst="roundRect">
            <a:avLst>
              <a:gd name="adj" fmla="val 50000"/>
            </a:avLst>
          </a:prstGeom>
          <a:solidFill>
            <a:srgbClr val="F3BA1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00" b="1">
                <a:solidFill>
                  <a:srgbClr val="1B1D36"/>
                </a:solidFill>
                <a:latin typeface="Arial"/>
                <a:ea typeface="Microsoft JhengHei"/>
                <a:cs typeface="Arial"/>
              </a:rPr>
              <a:t>G2</a:t>
            </a:r>
          </a:p>
        </p:txBody>
      </p:sp>
      <p:sp>
        <p:nvSpPr>
          <p:cNvPr id="23" name="Rounded Rectangle 22"/>
          <p:cNvSpPr/>
          <p:nvPr/>
        </p:nvSpPr>
        <p:spPr>
          <a:xfrm>
            <a:off x="576072" y="3145536"/>
            <a:ext cx="1325880" cy="786384"/>
          </a:xfrm>
          <a:prstGeom prst="roundRect">
            <a:avLst>
              <a:gd name="adj" fmla="val 12000"/>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900" b="1">
                <a:solidFill>
                  <a:srgbClr val="FFFFFF"/>
                </a:solidFill>
                <a:latin typeface="Arial"/>
                <a:ea typeface="Microsoft JhengHei"/>
                <a:cs typeface="Arial"/>
              </a:rPr>
              <a:t>P2
</a:t>
            </a:r>
          </a:p>
          <a:p>
            <a:pPr algn="ctr">
              <a:spcAft>
                <a:spcPts val="0"/>
              </a:spcAft>
            </a:pPr>
            <a:r>
              <a:rPr sz="1200" b="1">
                <a:solidFill>
                  <a:srgbClr val="FFFFFF"/>
                </a:solidFill>
                <a:latin typeface="Arial"/>
                <a:ea typeface="Microsoft JhengHei"/>
                <a:cs typeface="Arial"/>
              </a:rPr>
              <a:t>整合雲</a:t>
            </a:r>
          </a:p>
        </p:txBody>
      </p:sp>
      <p:sp>
        <p:nvSpPr>
          <p:cNvPr id="24" name="Rounded Rectangle 23"/>
          <p:cNvSpPr/>
          <p:nvPr/>
        </p:nvSpPr>
        <p:spPr>
          <a:xfrm>
            <a:off x="2011680" y="3145536"/>
            <a:ext cx="1517904" cy="786384"/>
          </a:xfrm>
          <a:prstGeom prst="roundRect">
            <a:avLst>
              <a:gd name="adj" fmla="val 12000"/>
            </a:avLst>
          </a:prstGeom>
          <a:solidFill>
            <a:srgbClr val="FFFFFF"/>
          </a:solidFill>
          <a:ln w="15875">
            <a:solidFill>
              <a:srgbClr val="007B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7B8C"/>
                </a:solidFill>
                <a:latin typeface="Arial"/>
                <a:ea typeface="Microsoft JhengHei"/>
                <a:cs typeface="Arial"/>
              </a:rPr>
              <a:t>S07  </a:t>
            </a:r>
            <a:r>
              <a:rPr sz="900" b="0">
                <a:solidFill>
                  <a:srgbClr val="717074"/>
                </a:solidFill>
                <a:latin typeface="Arial"/>
                <a:ea typeface="Microsoft JhengHei"/>
                <a:cs typeface="Arial"/>
              </a:rPr>
              <a:t>[#10]</a:t>
            </a:r>
          </a:p>
          <a:p>
            <a:pPr algn="ctr">
              <a:spcAft>
                <a:spcPts val="0"/>
              </a:spcAft>
            </a:pPr>
            <a:r>
              <a:rPr sz="1200" b="1">
                <a:solidFill>
                  <a:srgbClr val="333333"/>
                </a:solidFill>
                <a:latin typeface="Arial"/>
                <a:ea typeface="Microsoft JhengHei"/>
                <a:cs typeface="Arial"/>
              </a:rPr>
              <a:t>vCenter RDU</a:t>
            </a:r>
          </a:p>
        </p:txBody>
      </p:sp>
      <p:sp>
        <p:nvSpPr>
          <p:cNvPr id="25" name="Right Arrow 24"/>
          <p:cNvSpPr/>
          <p:nvPr/>
        </p:nvSpPr>
        <p:spPr>
          <a:xfrm>
            <a:off x="3529584" y="3447288"/>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621024" y="3145536"/>
            <a:ext cx="1517904" cy="786384"/>
          </a:xfrm>
          <a:prstGeom prst="roundRect">
            <a:avLst>
              <a:gd name="adj" fmla="val 12000"/>
            </a:avLst>
          </a:prstGeom>
          <a:solidFill>
            <a:srgbClr val="FFFFFF"/>
          </a:solidFill>
          <a:ln w="15875">
            <a:solidFill>
              <a:srgbClr val="007B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7B8C"/>
                </a:solidFill>
                <a:latin typeface="Arial"/>
                <a:ea typeface="Microsoft JhengHei"/>
                <a:cs typeface="Arial"/>
              </a:rPr>
              <a:t>S08  </a:t>
            </a:r>
            <a:r>
              <a:rPr sz="900" b="0">
                <a:solidFill>
                  <a:srgbClr val="717074"/>
                </a:solidFill>
                <a:latin typeface="Arial"/>
                <a:ea typeface="Microsoft JhengHei"/>
                <a:cs typeface="Arial"/>
              </a:rPr>
              <a:t>[#11]</a:t>
            </a:r>
          </a:p>
          <a:p>
            <a:pPr algn="ctr">
              <a:spcAft>
                <a:spcPts val="0"/>
              </a:spcAft>
            </a:pPr>
            <a:r>
              <a:rPr sz="1200" b="1">
                <a:solidFill>
                  <a:srgbClr val="333333"/>
                </a:solidFill>
                <a:latin typeface="Arial"/>
                <a:ea typeface="Microsoft JhengHei"/>
                <a:cs typeface="Arial"/>
              </a:rPr>
              <a:t>SRM 重新註冊</a:t>
            </a:r>
          </a:p>
        </p:txBody>
      </p:sp>
      <p:sp>
        <p:nvSpPr>
          <p:cNvPr id="27" name="Right Arrow 26"/>
          <p:cNvSpPr/>
          <p:nvPr/>
        </p:nvSpPr>
        <p:spPr>
          <a:xfrm>
            <a:off x="5138928" y="3447288"/>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230368" y="3145536"/>
            <a:ext cx="1517904" cy="786384"/>
          </a:xfrm>
          <a:prstGeom prst="roundRect">
            <a:avLst>
              <a:gd name="adj" fmla="val 12000"/>
            </a:avLst>
          </a:prstGeom>
          <a:solidFill>
            <a:srgbClr val="FFFFFF"/>
          </a:solidFill>
          <a:ln w="25400">
            <a:solidFill>
              <a:srgbClr val="A6192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7B8C"/>
                </a:solidFill>
                <a:latin typeface="Arial"/>
                <a:ea typeface="Microsoft JhengHei"/>
                <a:cs typeface="Arial"/>
              </a:rPr>
              <a:t>S09  </a:t>
            </a:r>
            <a:r>
              <a:rPr sz="900" b="0">
                <a:solidFill>
                  <a:srgbClr val="717074"/>
                </a:solidFill>
                <a:latin typeface="Arial"/>
                <a:ea typeface="Microsoft JhengHei"/>
                <a:cs typeface="Arial"/>
              </a:rPr>
              <a:t>[#8]</a:t>
            </a:r>
          </a:p>
          <a:p>
            <a:pPr algn="ctr">
              <a:spcAft>
                <a:spcPts val="0"/>
              </a:spcAft>
            </a:pPr>
            <a:r>
              <a:rPr sz="1200" b="1">
                <a:solidFill>
                  <a:srgbClr val="333333"/>
                </a:solidFill>
                <a:latin typeface="Arial"/>
                <a:ea typeface="Microsoft JhengHei"/>
                <a:cs typeface="Arial"/>
              </a:rPr>
              <a:t>Import WLD</a:t>
            </a:r>
          </a:p>
        </p:txBody>
      </p:sp>
      <p:sp>
        <p:nvSpPr>
          <p:cNvPr id="29" name="Rounded Rectangle 28"/>
          <p:cNvSpPr/>
          <p:nvPr/>
        </p:nvSpPr>
        <p:spPr>
          <a:xfrm>
            <a:off x="6035040" y="3044952"/>
            <a:ext cx="694944" cy="219456"/>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00" b="1">
                <a:solidFill>
                  <a:srgbClr val="FFFFFF"/>
                </a:solidFill>
                <a:latin typeface="Arial"/>
                <a:ea typeface="Microsoft JhengHei"/>
                <a:cs typeface="Arial"/>
              </a:rPr>
              <a:t>G3 PONR</a:t>
            </a:r>
          </a:p>
        </p:txBody>
      </p:sp>
      <p:sp>
        <p:nvSpPr>
          <p:cNvPr id="30" name="Right Arrow 29"/>
          <p:cNvSpPr/>
          <p:nvPr/>
        </p:nvSpPr>
        <p:spPr>
          <a:xfrm>
            <a:off x="6748272" y="3447288"/>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39712" y="3145536"/>
            <a:ext cx="1517904" cy="786384"/>
          </a:xfrm>
          <a:prstGeom prst="roundRect">
            <a:avLst>
              <a:gd name="adj" fmla="val 12000"/>
            </a:avLst>
          </a:prstGeom>
          <a:solidFill>
            <a:srgbClr val="FFFFFF"/>
          </a:solidFill>
          <a:ln w="15875">
            <a:solidFill>
              <a:srgbClr val="007B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7B8C"/>
                </a:solidFill>
                <a:latin typeface="Arial"/>
                <a:ea typeface="Microsoft JhengHei"/>
                <a:cs typeface="Arial"/>
              </a:rPr>
              <a:t>S10  </a:t>
            </a:r>
            <a:r>
              <a:rPr sz="900" b="0">
                <a:solidFill>
                  <a:srgbClr val="717074"/>
                </a:solidFill>
                <a:latin typeface="Arial"/>
                <a:ea typeface="Microsoft JhengHei"/>
                <a:cs typeface="Arial"/>
              </a:rPr>
              <a:t>[#10]</a:t>
            </a:r>
          </a:p>
          <a:p>
            <a:pPr algn="ctr">
              <a:spcAft>
                <a:spcPts val="0"/>
              </a:spcAft>
            </a:pPr>
            <a:r>
              <a:rPr sz="1200" b="1">
                <a:solidFill>
                  <a:srgbClr val="333333"/>
                </a:solidFill>
                <a:latin typeface="Arial"/>
                <a:ea typeface="Microsoft JhengHei"/>
                <a:cs typeface="Arial"/>
              </a:rPr>
              <a:t>ESXi 9.1.1</a:t>
            </a:r>
          </a:p>
        </p:txBody>
      </p:sp>
      <p:sp>
        <p:nvSpPr>
          <p:cNvPr id="32" name="Rounded Rectangle 31"/>
          <p:cNvSpPr/>
          <p:nvPr/>
        </p:nvSpPr>
        <p:spPr>
          <a:xfrm>
            <a:off x="576072" y="4087368"/>
            <a:ext cx="1325880" cy="786384"/>
          </a:xfrm>
          <a:prstGeom prst="roundRect">
            <a:avLst>
              <a:gd name="adj" fmla="val 12000"/>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900" b="1">
                <a:solidFill>
                  <a:srgbClr val="FFFFFF"/>
                </a:solidFill>
                <a:latin typeface="Arial"/>
                <a:ea typeface="Microsoft JhengHei"/>
                <a:cs typeface="Arial"/>
              </a:rPr>
              <a:t>P3
</a:t>
            </a:r>
          </a:p>
          <a:p>
            <a:pPr algn="ctr">
              <a:spcAft>
                <a:spcPts val="0"/>
              </a:spcAft>
            </a:pPr>
            <a:r>
              <a:rPr sz="1200" b="1">
                <a:solidFill>
                  <a:srgbClr val="FFFFFF"/>
                </a:solidFill>
                <a:latin typeface="Arial"/>
                <a:ea typeface="Microsoft JhengHei"/>
                <a:cs typeface="Arial"/>
              </a:rPr>
              <a:t>中信雲</a:t>
            </a:r>
          </a:p>
        </p:txBody>
      </p:sp>
      <p:sp>
        <p:nvSpPr>
          <p:cNvPr id="33" name="Rounded Rectangle 32"/>
          <p:cNvSpPr/>
          <p:nvPr/>
        </p:nvSpPr>
        <p:spPr>
          <a:xfrm>
            <a:off x="2011680" y="4087368"/>
            <a:ext cx="1517904" cy="786384"/>
          </a:xfrm>
          <a:prstGeom prst="roundRect">
            <a:avLst>
              <a:gd name="adj" fmla="val 12000"/>
            </a:avLst>
          </a:prstGeom>
          <a:solidFill>
            <a:srgbClr val="FFFFFF"/>
          </a:solidFill>
          <a:ln w="15875">
            <a:solidFill>
              <a:srgbClr val="0098C7"/>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98C7"/>
                </a:solidFill>
                <a:latin typeface="Arial"/>
                <a:ea typeface="Microsoft JhengHei"/>
                <a:cs typeface="Arial"/>
              </a:rPr>
              <a:t>S11  </a:t>
            </a:r>
            <a:r>
              <a:rPr sz="900" b="0">
                <a:solidFill>
                  <a:srgbClr val="717074"/>
                </a:solidFill>
                <a:latin typeface="Arial"/>
                <a:ea typeface="Microsoft JhengHei"/>
                <a:cs typeface="Arial"/>
              </a:rPr>
              <a:t>[#12]</a:t>
            </a:r>
          </a:p>
          <a:p>
            <a:pPr algn="ctr">
              <a:spcAft>
                <a:spcPts val="0"/>
              </a:spcAft>
            </a:pPr>
            <a:r>
              <a:rPr sz="1200" b="1">
                <a:solidFill>
                  <a:srgbClr val="333333"/>
                </a:solidFill>
                <a:latin typeface="Arial"/>
                <a:ea typeface="Microsoft JhengHei"/>
                <a:cs typeface="Arial"/>
              </a:rPr>
              <a:t>vCenter RDU</a:t>
            </a:r>
          </a:p>
        </p:txBody>
      </p:sp>
      <p:sp>
        <p:nvSpPr>
          <p:cNvPr id="34" name="Right Arrow 33"/>
          <p:cNvSpPr/>
          <p:nvPr/>
        </p:nvSpPr>
        <p:spPr>
          <a:xfrm>
            <a:off x="3529584" y="4389120"/>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621024" y="4087368"/>
            <a:ext cx="1517904" cy="786384"/>
          </a:xfrm>
          <a:prstGeom prst="roundRect">
            <a:avLst>
              <a:gd name="adj" fmla="val 12000"/>
            </a:avLst>
          </a:prstGeom>
          <a:solidFill>
            <a:srgbClr val="FFFFFF"/>
          </a:solidFill>
          <a:ln w="15875">
            <a:solidFill>
              <a:srgbClr val="0098C7"/>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98C7"/>
                </a:solidFill>
                <a:latin typeface="Arial"/>
                <a:ea typeface="Microsoft JhengHei"/>
                <a:cs typeface="Arial"/>
              </a:rPr>
              <a:t>S12  </a:t>
            </a:r>
            <a:r>
              <a:rPr sz="900" b="0">
                <a:solidFill>
                  <a:srgbClr val="717074"/>
                </a:solidFill>
                <a:latin typeface="Arial"/>
                <a:ea typeface="Microsoft JhengHei"/>
                <a:cs typeface="Arial"/>
              </a:rPr>
              <a:t>[#13]</a:t>
            </a:r>
          </a:p>
          <a:p>
            <a:pPr algn="ctr">
              <a:spcAft>
                <a:spcPts val="0"/>
              </a:spcAft>
            </a:pPr>
            <a:r>
              <a:rPr sz="1200" b="1">
                <a:solidFill>
                  <a:srgbClr val="333333"/>
                </a:solidFill>
                <a:latin typeface="Arial"/>
                <a:ea typeface="Microsoft JhengHei"/>
                <a:cs typeface="Arial"/>
              </a:rPr>
              <a:t>SRM 重新註冊</a:t>
            </a:r>
          </a:p>
        </p:txBody>
      </p:sp>
      <p:sp>
        <p:nvSpPr>
          <p:cNvPr id="36" name="Right Arrow 35"/>
          <p:cNvSpPr/>
          <p:nvPr/>
        </p:nvSpPr>
        <p:spPr>
          <a:xfrm>
            <a:off x="5138928" y="4389120"/>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230368" y="4087368"/>
            <a:ext cx="1517904" cy="786384"/>
          </a:xfrm>
          <a:prstGeom prst="roundRect">
            <a:avLst>
              <a:gd name="adj" fmla="val 12000"/>
            </a:avLst>
          </a:prstGeom>
          <a:solidFill>
            <a:srgbClr val="FFFFFF"/>
          </a:solidFill>
          <a:ln w="25400">
            <a:solidFill>
              <a:srgbClr val="A6192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98C7"/>
                </a:solidFill>
                <a:latin typeface="Arial"/>
                <a:ea typeface="Microsoft JhengHei"/>
                <a:cs typeface="Arial"/>
              </a:rPr>
              <a:t>S13  </a:t>
            </a:r>
            <a:r>
              <a:rPr sz="900" b="0">
                <a:solidFill>
                  <a:srgbClr val="717074"/>
                </a:solidFill>
                <a:latin typeface="Arial"/>
                <a:ea typeface="Microsoft JhengHei"/>
                <a:cs typeface="Arial"/>
              </a:rPr>
              <a:t>[#9]</a:t>
            </a:r>
          </a:p>
          <a:p>
            <a:pPr algn="ctr">
              <a:spcAft>
                <a:spcPts val="0"/>
              </a:spcAft>
            </a:pPr>
            <a:r>
              <a:rPr sz="1200" b="1">
                <a:solidFill>
                  <a:srgbClr val="333333"/>
                </a:solidFill>
                <a:latin typeface="Arial"/>
                <a:ea typeface="Microsoft JhengHei"/>
                <a:cs typeface="Arial"/>
              </a:rPr>
              <a:t>Import WLD</a:t>
            </a:r>
          </a:p>
        </p:txBody>
      </p:sp>
      <p:sp>
        <p:nvSpPr>
          <p:cNvPr id="38" name="Rounded Rectangle 37"/>
          <p:cNvSpPr/>
          <p:nvPr/>
        </p:nvSpPr>
        <p:spPr>
          <a:xfrm>
            <a:off x="6035040" y="3986784"/>
            <a:ext cx="694944" cy="219456"/>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00" b="1">
                <a:solidFill>
                  <a:srgbClr val="FFFFFF"/>
                </a:solidFill>
                <a:latin typeface="Arial"/>
                <a:ea typeface="Microsoft JhengHei"/>
                <a:cs typeface="Arial"/>
              </a:rPr>
              <a:t>G4 PONR</a:t>
            </a:r>
          </a:p>
        </p:txBody>
      </p:sp>
      <p:sp>
        <p:nvSpPr>
          <p:cNvPr id="39" name="Right Arrow 38"/>
          <p:cNvSpPr/>
          <p:nvPr/>
        </p:nvSpPr>
        <p:spPr>
          <a:xfrm>
            <a:off x="6748272" y="4389120"/>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839712" y="4087368"/>
            <a:ext cx="1517904" cy="786384"/>
          </a:xfrm>
          <a:prstGeom prst="roundRect">
            <a:avLst>
              <a:gd name="adj" fmla="val 12000"/>
            </a:avLst>
          </a:prstGeom>
          <a:solidFill>
            <a:srgbClr val="FFFFFF"/>
          </a:solidFill>
          <a:ln w="15875">
            <a:solidFill>
              <a:srgbClr val="0098C7"/>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0098C7"/>
                </a:solidFill>
                <a:latin typeface="Arial"/>
                <a:ea typeface="Microsoft JhengHei"/>
                <a:cs typeface="Arial"/>
              </a:rPr>
              <a:t>S14  </a:t>
            </a:r>
            <a:r>
              <a:rPr sz="900" b="0">
                <a:solidFill>
                  <a:srgbClr val="717074"/>
                </a:solidFill>
                <a:latin typeface="Arial"/>
                <a:ea typeface="Microsoft JhengHei"/>
                <a:cs typeface="Arial"/>
              </a:rPr>
              <a:t>[#12]</a:t>
            </a:r>
          </a:p>
          <a:p>
            <a:pPr algn="ctr">
              <a:spcAft>
                <a:spcPts val="0"/>
              </a:spcAft>
            </a:pPr>
            <a:r>
              <a:rPr sz="1200" b="1">
                <a:solidFill>
                  <a:srgbClr val="333333"/>
                </a:solidFill>
                <a:latin typeface="Arial"/>
                <a:ea typeface="Microsoft JhengHei"/>
                <a:cs typeface="Arial"/>
              </a:rPr>
              <a:t>ESXi 9.1.1</a:t>
            </a:r>
          </a:p>
        </p:txBody>
      </p:sp>
      <p:sp>
        <p:nvSpPr>
          <p:cNvPr id="41" name="Rounded Rectangle 40"/>
          <p:cNvSpPr/>
          <p:nvPr/>
        </p:nvSpPr>
        <p:spPr>
          <a:xfrm>
            <a:off x="576072" y="5029200"/>
            <a:ext cx="1325880" cy="786384"/>
          </a:xfrm>
          <a:prstGeom prst="roundRect">
            <a:avLst>
              <a:gd name="adj" fmla="val 12000"/>
            </a:avLst>
          </a:prstGeom>
          <a:solidFill>
            <a:srgbClr val="316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spcAft>
                <a:spcPts val="0"/>
              </a:spcAft>
            </a:pPr>
            <a:r>
              <a:rPr sz="900" b="1">
                <a:solidFill>
                  <a:srgbClr val="FFFFFF"/>
                </a:solidFill>
                <a:latin typeface="Arial"/>
                <a:ea typeface="Microsoft JhengHei"/>
                <a:cs typeface="Arial"/>
              </a:rPr>
              <a:t>P4
</a:t>
            </a:r>
          </a:p>
          <a:p>
            <a:pPr algn="ctr">
              <a:spcAft>
                <a:spcPts val="0"/>
              </a:spcAft>
            </a:pPr>
            <a:r>
              <a:rPr sz="1200" b="1">
                <a:solidFill>
                  <a:srgbClr val="FFFFFF"/>
                </a:solidFill>
                <a:latin typeface="Arial"/>
                <a:ea typeface="Microsoft JhengHei"/>
                <a:cs typeface="Arial"/>
              </a:rPr>
              <a:t>收尾</a:t>
            </a:r>
          </a:p>
        </p:txBody>
      </p:sp>
      <p:sp>
        <p:nvSpPr>
          <p:cNvPr id="42" name="Rounded Rectangle 41"/>
          <p:cNvSpPr/>
          <p:nvPr/>
        </p:nvSpPr>
        <p:spPr>
          <a:xfrm>
            <a:off x="2011680" y="5029200"/>
            <a:ext cx="1517904" cy="786384"/>
          </a:xfrm>
          <a:prstGeom prst="roundRect">
            <a:avLst>
              <a:gd name="adj" fmla="val 12000"/>
            </a:avLst>
          </a:prstGeom>
          <a:solidFill>
            <a:srgbClr val="FFFFFF"/>
          </a:solidFill>
          <a:ln w="15875">
            <a:solidFill>
              <a:srgbClr val="316E6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316E60"/>
                </a:solidFill>
                <a:latin typeface="Arial"/>
                <a:ea typeface="Microsoft JhengHei"/>
                <a:cs typeface="Arial"/>
              </a:rPr>
              <a:t>S15  </a:t>
            </a:r>
            <a:r>
              <a:rPr sz="900" b="0">
                <a:solidFill>
                  <a:srgbClr val="717074"/>
                </a:solidFill>
                <a:latin typeface="Arial"/>
                <a:ea typeface="Microsoft JhengHei"/>
                <a:cs typeface="Arial"/>
              </a:rPr>
              <a:t>[#2]</a:t>
            </a:r>
          </a:p>
          <a:p>
            <a:pPr algn="ctr">
              <a:spcAft>
                <a:spcPts val="0"/>
              </a:spcAft>
            </a:pPr>
            <a:r>
              <a:rPr sz="1200" b="1">
                <a:solidFill>
                  <a:srgbClr val="333333"/>
                </a:solidFill>
                <a:latin typeface="Arial"/>
                <a:ea typeface="Microsoft JhengHei"/>
                <a:cs typeface="Arial"/>
              </a:rPr>
              <a:t>vRO 9.1.1</a:t>
            </a:r>
          </a:p>
        </p:txBody>
      </p:sp>
      <p:sp>
        <p:nvSpPr>
          <p:cNvPr id="43" name="Right Arrow 42"/>
          <p:cNvSpPr/>
          <p:nvPr/>
        </p:nvSpPr>
        <p:spPr>
          <a:xfrm>
            <a:off x="3529584" y="5330952"/>
            <a:ext cx="91440" cy="182880"/>
          </a:xfrm>
          <a:prstGeom prst="rightArrow">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621024" y="5029200"/>
            <a:ext cx="1517904" cy="786384"/>
          </a:xfrm>
          <a:prstGeom prst="roundRect">
            <a:avLst>
              <a:gd name="adj" fmla="val 12000"/>
            </a:avLst>
          </a:prstGeom>
          <a:solidFill>
            <a:srgbClr val="FFFFFF"/>
          </a:solidFill>
          <a:ln w="25400">
            <a:solidFill>
              <a:srgbClr val="A6192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spcAft>
                <a:spcPts val="0"/>
              </a:spcAft>
            </a:pPr>
            <a:r>
              <a:rPr sz="1100" b="1">
                <a:solidFill>
                  <a:srgbClr val="316E60"/>
                </a:solidFill>
                <a:latin typeface="Arial"/>
                <a:ea typeface="Microsoft JhengHei"/>
                <a:cs typeface="Arial"/>
              </a:rPr>
              <a:t>S16  </a:t>
            </a:r>
            <a:r>
              <a:rPr sz="900" b="0">
                <a:solidFill>
                  <a:srgbClr val="717074"/>
                </a:solidFill>
                <a:latin typeface="Arial"/>
                <a:ea typeface="Microsoft JhengHei"/>
                <a:cs typeface="Arial"/>
              </a:rPr>
              <a:t>[新增]</a:t>
            </a:r>
          </a:p>
          <a:p>
            <a:pPr algn="ctr">
              <a:spcAft>
                <a:spcPts val="0"/>
              </a:spcAft>
            </a:pPr>
            <a:r>
              <a:rPr sz="1200" b="1">
                <a:solidFill>
                  <a:srgbClr val="333333"/>
                </a:solidFill>
                <a:latin typeface="Arial"/>
                <a:ea typeface="Microsoft JhengHei"/>
                <a:cs typeface="Arial"/>
              </a:rPr>
              <a:t>vSAN / 收尾</a:t>
            </a:r>
          </a:p>
        </p:txBody>
      </p:sp>
      <p:sp>
        <p:nvSpPr>
          <p:cNvPr id="45" name="Rounded Rectangle 44"/>
          <p:cNvSpPr/>
          <p:nvPr/>
        </p:nvSpPr>
        <p:spPr>
          <a:xfrm>
            <a:off x="4425696" y="4928616"/>
            <a:ext cx="694944" cy="219456"/>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800" b="1">
                <a:solidFill>
                  <a:srgbClr val="FFFFFF"/>
                </a:solidFill>
                <a:latin typeface="Arial"/>
                <a:ea typeface="Microsoft JhengHei"/>
                <a:cs typeface="Arial"/>
              </a:rPr>
              <a:t>G5 PONR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Rollback Means &amp; Cut-off by Step</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每一步「用什麼退」以及「退到哪個時間點為止」</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依據：KB 448258、436924、430524、441333、446701、448322、316592；TechDocs《Optimized Update of vCenter and NSX》《About the vSAN Disk Format》；CXS Lab 實測</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graphicFrame>
        <p:nvGraphicFramePr>
          <p:cNvPr id="6" name="Table 5"/>
          <p:cNvGraphicFramePr>
            <a:graphicFrameLocks noGrp="1"/>
          </p:cNvGraphicFramePr>
          <p:nvPr/>
        </p:nvGraphicFramePr>
        <p:xfrm>
          <a:off x="576072" y="1207008"/>
          <a:ext cx="11036808" cy="4325112"/>
        </p:xfrm>
        <a:graphic>
          <a:graphicData uri="http://schemas.openxmlformats.org/drawingml/2006/table">
            <a:tbl>
              <a:tblPr firstRow="1" bandRow="0">
                <a:tableStyleId>{5C22544A-7EE6-4342-B048-85BDC9FD1C3A}</a:tableStyleId>
              </a:tblPr>
              <a:tblGrid>
                <a:gridCol w="2240280"/>
                <a:gridCol w="6144768"/>
                <a:gridCol w="2651760"/>
              </a:tblGrid>
              <a:tr h="393192">
                <a:tc>
                  <a:txBody>
                    <a:bodyPr wrap="square"/>
                    <a:lstStyle/>
                    <a:p>
                      <a:pPr algn="l">
                        <a:spcAft>
                          <a:spcPts val="0"/>
                        </a:spcAft>
                      </a:pPr>
                      <a:r>
                        <a:rPr sz="1000" b="1">
                          <a:solidFill>
                            <a:srgbClr val="FFFFFF"/>
                          </a:solidFill>
                          <a:latin typeface="Arial"/>
                          <a:ea typeface="Microsoft JhengHei"/>
                          <a:cs typeface="Arial"/>
                        </a:rPr>
                        <a:t>步驟</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退版手段</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截止點 / PONR</a:t>
                      </a:r>
                    </a:p>
                  </a:txBody>
                  <a:tcPr marL="54864" marR="54864" marT="22860" marB="22860" anchor="ctr">
                    <a:solidFill>
                      <a:srgbClr val="1B1D36"/>
                    </a:solidFill>
                  </a:tcPr>
                </a:tc>
              </a:tr>
              <a:tr h="393192">
                <a:tc>
                  <a:txBody>
                    <a:bodyPr wrap="square"/>
                    <a:lstStyle/>
                    <a:p>
                      <a:pPr algn="l">
                        <a:spcAft>
                          <a:spcPts val="0"/>
                        </a:spcAft>
                      </a:pPr>
                      <a:r>
                        <a:rPr sz="950" b="1">
                          <a:solidFill>
                            <a:srgbClr val="333333"/>
                          </a:solidFill>
                          <a:latin typeface="Arial"/>
                          <a:ea typeface="Microsoft JhengHei"/>
                          <a:cs typeface="Arial"/>
                        </a:rPr>
                        <a:t>S01 vRA / vRO 冷遷移</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反向冷遷移回中信雲；或開回 Clone 保留的來源（保持關機）</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S05 Import 前</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S04 Converge</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完成前失敗：刪除已部署元件與 Installer，依 JSON 重做（KB 448258）</a:t>
                      </a:r>
                    </a:p>
                  </a:txBody>
                  <a:tcPr marL="54864" marR="54864" marT="22860" marB="22860" anchor="ctr">
                    <a:solidFill>
                      <a:srgbClr val="F5F7F9"/>
                    </a:solidFill>
                  </a:tcPr>
                </a:tc>
                <a:tc>
                  <a:txBody>
                    <a:bodyPr wrap="square"/>
                    <a:lstStyle/>
                    <a:p>
                      <a:pPr algn="l">
                        <a:spcAft>
                          <a:spcPts val="0"/>
                        </a:spcAft>
                      </a:pPr>
                      <a:r>
                        <a:rPr sz="950" b="1">
                          <a:solidFill>
                            <a:srgbClr val="A6192E"/>
                          </a:solidFill>
                          <a:latin typeface="Arial"/>
                          <a:ea typeface="Microsoft JhengHei"/>
                          <a:cs typeface="Arial"/>
                        </a:rPr>
                        <a:t>⚠ 成功即 PONR（G1）</a:t>
                      </a:r>
                    </a:p>
                  </a:txBody>
                  <a:tcPr marL="54864" marR="54864" marT="22860" marB="22860" anchor="ctr">
                    <a:solidFill>
                      <a:srgbClr val="FBE9EB"/>
                    </a:solidFill>
                  </a:tcPr>
                </a:tc>
              </a:tr>
              <a:tr h="393192">
                <a:tc>
                  <a:txBody>
                    <a:bodyPr wrap="square"/>
                    <a:lstStyle/>
                    <a:p>
                      <a:pPr algn="l">
                        <a:spcAft>
                          <a:spcPts val="0"/>
                        </a:spcAft>
                      </a:pPr>
                      <a:r>
                        <a:rPr sz="950" b="1">
                          <a:solidFill>
                            <a:srgbClr val="333333"/>
                          </a:solidFill>
                          <a:latin typeface="Arial"/>
                          <a:ea typeface="Microsoft JhengHei"/>
                          <a:cs typeface="Arial"/>
                        </a:rPr>
                        <a:t>S05 Import vRA</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只是註冊、來源不變；需撤除依 KB 441333 cleanup</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S06 VCFA 9.1.1</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Cutover 前來源原封不動；Cutover 後開回 8.18 / revert snapshot + 開 SR</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刪除 8.18 來源 VM / snapshot</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S07 / S11 vCenter RDU</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Switchover 前 RDU 自動回復；之後以 file-based backup restore</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刪除退役來源 VM / 舊備份</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S08 / S12 SRM 重新註冊</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Reconfigure 不破壞設定；失敗依 KB 448322 修正後重做</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S09 / S13 Import WLD</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無 UI 反向；KB 436924（API 移除 domain）+ KB 430524</a:t>
                      </a:r>
                    </a:p>
                  </a:txBody>
                  <a:tcPr marL="54864" marR="54864" marT="22860" marB="22860" anchor="ctr">
                    <a:solidFill>
                      <a:srgbClr val="FFFFFF"/>
                    </a:solidFill>
                  </a:tcPr>
                </a:tc>
                <a:tc>
                  <a:txBody>
                    <a:bodyPr wrap="square"/>
                    <a:lstStyle/>
                    <a:p>
                      <a:pPr algn="l">
                        <a:spcAft>
                          <a:spcPts val="0"/>
                        </a:spcAft>
                      </a:pPr>
                      <a:r>
                        <a:rPr sz="950" b="1">
                          <a:solidFill>
                            <a:srgbClr val="A6192E"/>
                          </a:solidFill>
                          <a:latin typeface="Arial"/>
                          <a:ea typeface="Microsoft JhengHei"/>
                          <a:cs typeface="Arial"/>
                        </a:rPr>
                        <a:t>⚠ Import 完成即 PONR（G3 / G4）</a:t>
                      </a:r>
                    </a:p>
                  </a:txBody>
                  <a:tcPr marL="54864" marR="54864" marT="22860" marB="22860" anchor="ctr">
                    <a:solidFill>
                      <a:srgbClr val="FBE9EB"/>
                    </a:solidFill>
                  </a:tcPr>
                </a:tc>
              </a:tr>
              <a:tr h="393192">
                <a:tc>
                  <a:txBody>
                    <a:bodyPr wrap="square"/>
                    <a:lstStyle/>
                    <a:p>
                      <a:pPr algn="l">
                        <a:spcAft>
                          <a:spcPts val="0"/>
                        </a:spcAft>
                      </a:pPr>
                      <a:r>
                        <a:rPr sz="950" b="1">
                          <a:solidFill>
                            <a:srgbClr val="333333"/>
                          </a:solidFill>
                          <a:latin typeface="Arial"/>
                          <a:ea typeface="Microsoft JhengHei"/>
                          <a:cs typeface="Arial"/>
                        </a:rPr>
                        <a:t>S10 / S14 ESXi</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單台 Shift+R 回 altbootbank（KB 316592；vLCM image 影響待 Lab 驗證）</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vSAN on-disk format 升級</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S15 vRO</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Revert 升級前 snapshot（不含 memory）</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刪除 snapshot</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S16 vSAN format</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無退版手段</a:t>
                      </a:r>
                    </a:p>
                  </a:txBody>
                  <a:tcPr marL="54864" marR="54864" marT="22860" marB="22860" anchor="ctr">
                    <a:solidFill>
                      <a:srgbClr val="F5F7F9"/>
                    </a:solidFill>
                  </a:tcPr>
                </a:tc>
                <a:tc>
                  <a:txBody>
                    <a:bodyPr wrap="square"/>
                    <a:lstStyle/>
                    <a:p>
                      <a:pPr algn="l">
                        <a:spcAft>
                          <a:spcPts val="0"/>
                        </a:spcAft>
                      </a:pPr>
                      <a:r>
                        <a:rPr sz="950" b="1">
                          <a:solidFill>
                            <a:srgbClr val="A6192E"/>
                          </a:solidFill>
                          <a:latin typeface="Arial"/>
                          <a:ea typeface="Microsoft JhengHei"/>
                          <a:cs typeface="Arial"/>
                        </a:rPr>
                        <a:t>⚠ 執行即 PONR（G5）</a:t>
                      </a:r>
                    </a:p>
                  </a:txBody>
                  <a:tcPr marL="54864" marR="54864" marT="22860" marB="22860" anchor="ctr">
                    <a:solidFill>
                      <a:srgbClr val="FBE9EB"/>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Lab Coverage ｜ What Has Been Tested in CXS Lab</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每一步是否已在 CXS Lab（VCF 9.1.1 nested）實測過；未驗證者正式前須補測</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來源：github.com/kostenyang（v8tov9、vra-lifecycle、vcf9offlinescript、debug-vcf9.1）— CXS Lab 實測紀錄，非官方文件</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graphicFrame>
        <p:nvGraphicFramePr>
          <p:cNvPr id="6" name="Table 5"/>
          <p:cNvGraphicFramePr>
            <a:graphicFrameLocks noGrp="1"/>
          </p:cNvGraphicFramePr>
          <p:nvPr/>
        </p:nvGraphicFramePr>
        <p:xfrm>
          <a:off x="576072" y="1188720"/>
          <a:ext cx="11036808" cy="4608576"/>
        </p:xfrm>
        <a:graphic>
          <a:graphicData uri="http://schemas.openxmlformats.org/drawingml/2006/table">
            <a:tbl>
              <a:tblPr firstRow="1" bandRow="0">
                <a:tableStyleId>{5C22544A-7EE6-4342-B048-85BDC9FD1C3A}</a:tableStyleId>
              </a:tblPr>
              <a:tblGrid>
                <a:gridCol w="960120"/>
                <a:gridCol w="2514600"/>
                <a:gridCol w="777240"/>
                <a:gridCol w="1737360"/>
                <a:gridCol w="5047488"/>
              </a:tblGrid>
              <a:tr h="384048">
                <a:tc>
                  <a:txBody>
                    <a:bodyPr wrap="square"/>
                    <a:lstStyle/>
                    <a:p>
                      <a:pPr algn="l">
                        <a:spcAft>
                          <a:spcPts val="0"/>
                        </a:spcAft>
                      </a:pPr>
                      <a:r>
                        <a:rPr sz="950" b="1">
                          <a:solidFill>
                            <a:srgbClr val="FFFFFF"/>
                          </a:solidFill>
                          <a:latin typeface="Arial"/>
                          <a:ea typeface="Microsoft JhengHei"/>
                          <a:cs typeface="Arial"/>
                        </a:rPr>
                        <a:t>步驟</a:t>
                      </a:r>
                    </a:p>
                  </a:txBody>
                  <a:tcPr marL="54864" marR="54864" marT="22860" marB="22860" anchor="ctr">
                    <a:solidFill>
                      <a:srgbClr val="1B1D36"/>
                    </a:solidFill>
                  </a:tcPr>
                </a:tc>
                <a:tc>
                  <a:txBody>
                    <a:bodyPr wrap="square"/>
                    <a:lstStyle/>
                    <a:p>
                      <a:pPr algn="l">
                        <a:spcAft>
                          <a:spcPts val="0"/>
                        </a:spcAft>
                      </a:pPr>
                      <a:r>
                        <a:rPr sz="950" b="1">
                          <a:solidFill>
                            <a:srgbClr val="FFFFFF"/>
                          </a:solidFill>
                          <a:latin typeface="Arial"/>
                          <a:ea typeface="Microsoft JhengHei"/>
                          <a:cs typeface="Arial"/>
                        </a:rPr>
                        <a:t>內容</a:t>
                      </a:r>
                    </a:p>
                  </a:txBody>
                  <a:tcPr marL="54864" marR="54864" marT="22860" marB="22860" anchor="ctr">
                    <a:solidFill>
                      <a:srgbClr val="1B1D36"/>
                    </a:solidFill>
                  </a:tcPr>
                </a:tc>
                <a:tc>
                  <a:txBody>
                    <a:bodyPr wrap="square"/>
                    <a:lstStyle/>
                    <a:p>
                      <a:pPr algn="l">
                        <a:spcAft>
                          <a:spcPts val="0"/>
                        </a:spcAft>
                      </a:pPr>
                      <a:r>
                        <a:rPr sz="950" b="1">
                          <a:solidFill>
                            <a:srgbClr val="FFFFFF"/>
                          </a:solidFill>
                          <a:latin typeface="Arial"/>
                          <a:ea typeface="Microsoft JhengHei"/>
                          <a:cs typeface="Arial"/>
                        </a:rPr>
                        <a:t>狀態</a:t>
                      </a:r>
                    </a:p>
                  </a:txBody>
                  <a:tcPr marL="54864" marR="54864" marT="22860" marB="22860" anchor="ctr">
                    <a:solidFill>
                      <a:srgbClr val="1B1D36"/>
                    </a:solidFill>
                  </a:tcPr>
                </a:tc>
                <a:tc>
                  <a:txBody>
                    <a:bodyPr wrap="square"/>
                    <a:lstStyle/>
                    <a:p>
                      <a:pPr algn="l">
                        <a:spcAft>
                          <a:spcPts val="0"/>
                        </a:spcAft>
                      </a:pPr>
                      <a:r>
                        <a:rPr sz="950" b="1">
                          <a:solidFill>
                            <a:srgbClr val="FFFFFF"/>
                          </a:solidFill>
                          <a:latin typeface="Arial"/>
                          <a:ea typeface="Microsoft JhengHei"/>
                          <a:cs typeface="Arial"/>
                        </a:rPr>
                        <a:t>實測日期</a:t>
                      </a:r>
                    </a:p>
                  </a:txBody>
                  <a:tcPr marL="54864" marR="54864" marT="22860" marB="22860" anchor="ctr">
                    <a:solidFill>
                      <a:srgbClr val="1B1D36"/>
                    </a:solidFill>
                  </a:tcPr>
                </a:tc>
                <a:tc>
                  <a:txBody>
                    <a:bodyPr wrap="square"/>
                    <a:lstStyle/>
                    <a:p>
                      <a:pPr algn="l">
                        <a:spcAft>
                          <a:spcPts val="0"/>
                        </a:spcAft>
                      </a:pPr>
                      <a:r>
                        <a:rPr sz="950" b="1">
                          <a:solidFill>
                            <a:srgbClr val="FFFFFF"/>
                          </a:solidFill>
                          <a:latin typeface="Arial"/>
                          <a:ea typeface="Microsoft JhengHei"/>
                          <a:cs typeface="Arial"/>
                        </a:rPr>
                        <a:t>結果 / 差異</a:t>
                      </a:r>
                    </a:p>
                  </a:txBody>
                  <a:tcPr marL="54864" marR="54864" marT="22860" marB="22860" anchor="ctr">
                    <a:solidFill>
                      <a:srgbClr val="1B1D36"/>
                    </a:solidFill>
                  </a:tcPr>
                </a:tc>
              </a:tr>
              <a:tr h="384048">
                <a:tc>
                  <a:txBody>
                    <a:bodyPr wrap="square"/>
                    <a:lstStyle/>
                    <a:p>
                      <a:pPr algn="l">
                        <a:spcAft>
                          <a:spcPts val="0"/>
                        </a:spcAft>
                      </a:pPr>
                      <a:r>
                        <a:rPr sz="850" b="1">
                          <a:solidFill>
                            <a:srgbClr val="333333"/>
                          </a:solidFill>
                          <a:latin typeface="Arial"/>
                          <a:ea typeface="Microsoft JhengHei"/>
                          <a:cs typeface="Arial"/>
                        </a:rPr>
                        <a:t>S01</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vRA 冷遷移進管理網域</a:t>
                      </a:r>
                    </a:p>
                  </a:txBody>
                  <a:tcPr marL="54864" marR="54864" marT="22860" marB="22860" anchor="ctr">
                    <a:solidFill>
                      <a:srgbClr val="FFFFFF"/>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2026-09-09（m02）</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熱遷移因 CPU feature 失敗 → 冷遷移 165 GB 約 97 分；搬入後 import precheck 通過；Lab 是管理網域已建好後才搬；先搬再 Converge 未驗證</a:t>
                      </a:r>
                    </a:p>
                  </a:txBody>
                  <a:tcPr marL="54864" marR="54864" marT="22860" marB="22860" anchor="ctr">
                    <a:solidFill>
                      <a:srgbClr val="FFFFFF"/>
                    </a:solidFill>
                  </a:tcPr>
                </a:tc>
              </a:tr>
              <a:tr h="384048">
                <a:tc>
                  <a:txBody>
                    <a:bodyPr wrap="square"/>
                    <a:lstStyle/>
                    <a:p>
                      <a:pPr algn="l">
                        <a:spcAft>
                          <a:spcPts val="0"/>
                        </a:spcAft>
                      </a:pPr>
                      <a:r>
                        <a:rPr sz="850" b="1">
                          <a:solidFill>
                            <a:srgbClr val="333333"/>
                          </a:solidFill>
                          <a:latin typeface="Arial"/>
                          <a:ea typeface="Microsoft JhengHei"/>
                          <a:cs typeface="Arial"/>
                        </a:rPr>
                        <a:t>S02 / S03</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VCF Installer、Offline Depot</a:t>
                      </a:r>
                    </a:p>
                  </a:txBody>
                  <a:tcPr marL="54864" marR="54864" marT="22860" marB="22860" anchor="ctr">
                    <a:solidFill>
                      <a:srgbClr val="F5F7F9"/>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多次（9 月）</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v5 depot 腳本、CA 匯入、客戶交付包；depot URL 用 IP</a:t>
                      </a:r>
                    </a:p>
                  </a:txBody>
                  <a:tcPr marL="54864" marR="54864" marT="22860" marB="22860" anchor="ctr">
                    <a:solidFill>
                      <a:srgbClr val="F5F7F9"/>
                    </a:solidFill>
                  </a:tcPr>
                </a:tc>
              </a:tr>
              <a:tr h="384048">
                <a:tc>
                  <a:txBody>
                    <a:bodyPr wrap="square"/>
                    <a:lstStyle/>
                    <a:p>
                      <a:pPr algn="l">
                        <a:spcAft>
                          <a:spcPts val="0"/>
                        </a:spcAft>
                      </a:pPr>
                      <a:r>
                        <a:rPr sz="850" b="1">
                          <a:solidFill>
                            <a:srgbClr val="333333"/>
                          </a:solidFill>
                          <a:latin typeface="Arial"/>
                          <a:ea typeface="Microsoft JhengHei"/>
                          <a:cs typeface="Arial"/>
                        </a:rPr>
                        <a:t>S04</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Converge vCenter 9.1.1 + ESXi 9.1.1</a:t>
                      </a:r>
                    </a:p>
                  </a:txBody>
                  <a:tcPr marL="54864" marR="54864" marT="22860" marB="22860" anchor="ctr">
                    <a:solidFill>
                      <a:srgbClr val="FFFFFF"/>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2026-09-19 / 09-30 / 10-05</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多 cluster、無 overlay、overlay over mgmt、沿用既有 VCF Ops 皆 COMPLETED_WITH_SUCCESS；約 5–5.5 h；Lab 是 nested 4 台；CTBC 為 6 台實體</a:t>
                      </a:r>
                    </a:p>
                  </a:txBody>
                  <a:tcPr marL="54864" marR="54864" marT="22860" marB="22860" anchor="ctr">
                    <a:solidFill>
                      <a:srgbClr val="FFFFFF"/>
                    </a:solidFill>
                  </a:tcPr>
                </a:tc>
              </a:tr>
              <a:tr h="384048">
                <a:tc>
                  <a:txBody>
                    <a:bodyPr wrap="square"/>
                    <a:lstStyle/>
                    <a:p>
                      <a:pPr algn="l">
                        <a:spcAft>
                          <a:spcPts val="0"/>
                        </a:spcAft>
                      </a:pPr>
                      <a:r>
                        <a:rPr sz="850" b="1">
                          <a:solidFill>
                            <a:srgbClr val="333333"/>
                          </a:solidFill>
                          <a:latin typeface="Arial"/>
                          <a:ea typeface="Microsoft JhengHei"/>
                          <a:cs typeface="Arial"/>
                        </a:rPr>
                        <a:t>S05</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Import vRA 8.18.1</a:t>
                      </a:r>
                    </a:p>
                  </a:txBody>
                  <a:tcPr marL="54864" marR="54864" marT="22860" marB="22860" anchor="ctr">
                    <a:solidFill>
                      <a:srgbClr val="F5F7F9"/>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2026-09-06 / 10-07（m03）</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import 約 5 分，來源不受影響</a:t>
                      </a:r>
                    </a:p>
                  </a:txBody>
                  <a:tcPr marL="54864" marR="54864" marT="22860" marB="22860" anchor="ctr">
                    <a:solidFill>
                      <a:srgbClr val="F5F7F9"/>
                    </a:solidFill>
                  </a:tcPr>
                </a:tc>
              </a:tr>
              <a:tr h="384048">
                <a:tc>
                  <a:txBody>
                    <a:bodyPr wrap="square"/>
                    <a:lstStyle/>
                    <a:p>
                      <a:pPr algn="l">
                        <a:spcAft>
                          <a:spcPts val="0"/>
                        </a:spcAft>
                      </a:pPr>
                      <a:r>
                        <a:rPr sz="850" b="1">
                          <a:solidFill>
                            <a:srgbClr val="333333"/>
                          </a:solidFill>
                          <a:latin typeface="Arial"/>
                          <a:ea typeface="Microsoft JhengHei"/>
                          <a:cs typeface="Arial"/>
                        </a:rPr>
                        <a:t>S06</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vRA → VCF Automation 9.1.1</a:t>
                      </a:r>
                    </a:p>
                  </a:txBody>
                  <a:tcPr marL="54864" marR="54864" marT="22860" marB="22860" anchor="ctr">
                    <a:solidFill>
                      <a:srgbClr val="FFFFFF"/>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2026-10-07（m03）</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precheck 一次過 36 分、升級 4 h 47 m 一次成功、中斷約 44 分、資料 ID 全相同；來源自動 snapshot；9/9 m02（fleet 9.1.0.0400）曾 7 h 55 m + 假失敗</a:t>
                      </a:r>
                    </a:p>
                  </a:txBody>
                  <a:tcPr marL="54864" marR="54864" marT="22860" marB="22860" anchor="ctr">
                    <a:solidFill>
                      <a:srgbClr val="FFFFFF"/>
                    </a:solidFill>
                  </a:tcPr>
                </a:tc>
              </a:tr>
              <a:tr h="384048">
                <a:tc>
                  <a:txBody>
                    <a:bodyPr wrap="square"/>
                    <a:lstStyle/>
                    <a:p>
                      <a:pPr algn="l">
                        <a:spcAft>
                          <a:spcPts val="0"/>
                        </a:spcAft>
                      </a:pPr>
                      <a:r>
                        <a:rPr sz="850" b="1">
                          <a:solidFill>
                            <a:srgbClr val="333333"/>
                          </a:solidFill>
                          <a:latin typeface="Arial"/>
                          <a:ea typeface="Microsoft JhengHei"/>
                          <a:cs typeface="Arial"/>
                        </a:rPr>
                        <a:t>S07 / S11</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vCenter 8.0.3 → 9.1.1</a:t>
                      </a:r>
                    </a:p>
                  </a:txBody>
                  <a:tcPr marL="54864" marR="54864" marT="22860" marB="22860" anchor="ctr">
                    <a:solidFill>
                      <a:srgbClr val="F5F7F9"/>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2026-08-19 / 09-21 / 10-02</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RDU 33 分；CLI migration 50 分；RDU 遇 NSX &lt; 9.1 註冊會卡 switchover；Lab 無 SRM extension</a:t>
                      </a:r>
                    </a:p>
                  </a:txBody>
                  <a:tcPr marL="54864" marR="54864" marT="22860" marB="22860" anchor="ctr">
                    <a:solidFill>
                      <a:srgbClr val="F5F7F9"/>
                    </a:solidFill>
                  </a:tcPr>
                </a:tc>
              </a:tr>
              <a:tr h="384048">
                <a:tc>
                  <a:txBody>
                    <a:bodyPr wrap="square"/>
                    <a:lstStyle/>
                    <a:p>
                      <a:pPr algn="l">
                        <a:spcAft>
                          <a:spcPts val="0"/>
                        </a:spcAft>
                      </a:pPr>
                      <a:r>
                        <a:rPr sz="850" b="1">
                          <a:solidFill>
                            <a:srgbClr val="333333"/>
                          </a:solidFill>
                          <a:latin typeface="Arial"/>
                          <a:ea typeface="Microsoft JhengHei"/>
                          <a:cs typeface="Arial"/>
                        </a:rPr>
                        <a:t>S08 / S12</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SRM Reconfigure + Reconnect</a:t>
                      </a:r>
                    </a:p>
                  </a:txBody>
                  <a:tcPr marL="54864" marR="54864" marT="22860" marB="22860" anchor="ctr">
                    <a:solidFill>
                      <a:srgbClr val="FFFFFF"/>
                    </a:solidFill>
                  </a:tcPr>
                </a:tc>
                <a:tc>
                  <a:txBody>
                    <a:bodyPr wrap="square"/>
                    <a:lstStyle/>
                    <a:p>
                      <a:pPr algn="l">
                        <a:spcAft>
                          <a:spcPts val="0"/>
                        </a:spcAft>
                      </a:pPr>
                      <a:r>
                        <a:rPr sz="850" b="1">
                          <a:solidFill>
                            <a:srgbClr val="A6192E"/>
                          </a:solidFill>
                          <a:latin typeface="Arial"/>
                          <a:ea typeface="Microsoft JhengHei"/>
                          <a:cs typeface="Arial"/>
                        </a:rPr>
                        <a:t>未驗證</a:t>
                      </a:r>
                    </a:p>
                  </a:txBody>
                  <a:tcPr marL="54864" marR="54864" marT="22860" marB="22860" anchor="ctr">
                    <a:solidFill>
                      <a:srgbClr val="FBE9EB"/>
                    </a:solidFill>
                  </a:tcPr>
                </a:tc>
                <a:tc>
                  <a:txBody>
                    <a:bodyPr wrap="square"/>
                    <a:lstStyle/>
                    <a:p>
                      <a:pPr algn="l">
                        <a:spcAft>
                          <a:spcPts val="0"/>
                        </a:spcAft>
                      </a:pPr>
                      <a:r>
                        <a:rPr sz="850" b="0">
                          <a:solidFill>
                            <a:srgbClr val="333333"/>
                          </a:solidFill>
                          <a:latin typeface="Arial"/>
                          <a:ea typeface="Microsoft JhengHei"/>
                          <a:cs typeface="Arial"/>
                        </a:rPr>
                        <a:t>—</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—；Git 無 SRM 實測 → 依 KB 446701；建議 Lab 補測</a:t>
                      </a:r>
                    </a:p>
                  </a:txBody>
                  <a:tcPr marL="54864" marR="54864" marT="22860" marB="22860" anchor="ctr">
                    <a:solidFill>
                      <a:srgbClr val="FFFFFF"/>
                    </a:solidFill>
                  </a:tcPr>
                </a:tc>
              </a:tr>
              <a:tr h="384048">
                <a:tc>
                  <a:txBody>
                    <a:bodyPr wrap="square"/>
                    <a:lstStyle/>
                    <a:p>
                      <a:pPr algn="l">
                        <a:spcAft>
                          <a:spcPts val="0"/>
                        </a:spcAft>
                      </a:pPr>
                      <a:r>
                        <a:rPr sz="850" b="1">
                          <a:solidFill>
                            <a:srgbClr val="333333"/>
                          </a:solidFill>
                          <a:latin typeface="Arial"/>
                          <a:ea typeface="Microsoft JhengHei"/>
                          <a:cs typeface="Arial"/>
                        </a:rPr>
                        <a:t>S09 / S13</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Import WLD 共用管理網域 NSX</a:t>
                      </a:r>
                    </a:p>
                  </a:txBody>
                  <a:tcPr marL="54864" marR="54864" marT="22860" marB="22860" anchor="ctr">
                    <a:solidFill>
                      <a:srgbClr val="F5F7F9"/>
                    </a:solidFill>
                  </a:tcPr>
                </a:tc>
                <a:tc>
                  <a:txBody>
                    <a:bodyPr wrap="square"/>
                    <a:lstStyle/>
                    <a:p>
                      <a:pPr algn="l">
                        <a:spcAft>
                          <a:spcPts val="0"/>
                        </a:spcAft>
                      </a:pPr>
                      <a:r>
                        <a:rPr sz="850" b="1">
                          <a:solidFill>
                            <a:srgbClr val="2E6B0E"/>
                          </a:solidFill>
                          <a:latin typeface="Arial"/>
                          <a:ea typeface="Microsoft JhengHei"/>
                          <a:cs typeface="Arial"/>
                        </a:rPr>
                        <a:t>已驗證</a:t>
                      </a:r>
                    </a:p>
                  </a:txBody>
                  <a:tcPr marL="54864" marR="54864" marT="22860" marB="22860" anchor="ctr">
                    <a:solidFill>
                      <a:srgbClr val="D9EAD3"/>
                    </a:solidFill>
                  </a:tcPr>
                </a:tc>
                <a:tc>
                  <a:txBody>
                    <a:bodyPr wrap="square"/>
                    <a:lstStyle/>
                    <a:p>
                      <a:pPr algn="l">
                        <a:spcAft>
                          <a:spcPts val="0"/>
                        </a:spcAft>
                      </a:pPr>
                      <a:r>
                        <a:rPr sz="850" b="0">
                          <a:solidFill>
                            <a:srgbClr val="333333"/>
                          </a:solidFill>
                          <a:latin typeface="Arial"/>
                          <a:ea typeface="Microsoft JhengHei"/>
                          <a:cs typeface="Arial"/>
                        </a:rPr>
                        <a:t>2026-10-03</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vCenter 9.1.1 + ESXi 8.0.3 匯入 57/57、約 15 分；precheck 3 個 Error 已有修法</a:t>
                      </a:r>
                    </a:p>
                  </a:txBody>
                  <a:tcPr marL="54864" marR="54864" marT="22860" marB="22860" anchor="ctr">
                    <a:solidFill>
                      <a:srgbClr val="F5F7F9"/>
                    </a:solidFill>
                  </a:tcPr>
                </a:tc>
              </a:tr>
              <a:tr h="384048">
                <a:tc>
                  <a:txBody>
                    <a:bodyPr wrap="square"/>
                    <a:lstStyle/>
                    <a:p>
                      <a:pPr algn="l">
                        <a:spcAft>
                          <a:spcPts val="0"/>
                        </a:spcAft>
                      </a:pPr>
                      <a:r>
                        <a:rPr sz="850" b="1">
                          <a:solidFill>
                            <a:srgbClr val="333333"/>
                          </a:solidFill>
                          <a:latin typeface="Arial"/>
                          <a:ea typeface="Microsoft JhengHei"/>
                          <a:cs typeface="Arial"/>
                        </a:rPr>
                        <a:t>S10 / S14</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匯入後 ESXi 8.0.3 → 9.1.1（VCF LCM）</a:t>
                      </a:r>
                    </a:p>
                  </a:txBody>
                  <a:tcPr marL="54864" marR="54864" marT="22860" marB="22860" anchor="ctr">
                    <a:solidFill>
                      <a:srgbClr val="FFFFFF"/>
                    </a:solidFill>
                  </a:tcPr>
                </a:tc>
                <a:tc>
                  <a:txBody>
                    <a:bodyPr wrap="square"/>
                    <a:lstStyle/>
                    <a:p>
                      <a:pPr algn="l">
                        <a:spcAft>
                          <a:spcPts val="0"/>
                        </a:spcAft>
                      </a:pPr>
                      <a:r>
                        <a:rPr sz="850" b="1">
                          <a:solidFill>
                            <a:srgbClr val="A6192E"/>
                          </a:solidFill>
                          <a:latin typeface="Arial"/>
                          <a:ea typeface="Microsoft JhengHei"/>
                          <a:cs typeface="Arial"/>
                        </a:rPr>
                        <a:t>未驗證</a:t>
                      </a:r>
                    </a:p>
                  </a:txBody>
                  <a:tcPr marL="54864" marR="54864" marT="22860" marB="22860" anchor="ctr">
                    <a:solidFill>
                      <a:srgbClr val="FBE9EB"/>
                    </a:solidFill>
                  </a:tcPr>
                </a:tc>
                <a:tc>
                  <a:txBody>
                    <a:bodyPr wrap="square"/>
                    <a:lstStyle/>
                    <a:p>
                      <a:pPr algn="l">
                        <a:spcAft>
                          <a:spcPts val="0"/>
                        </a:spcAft>
                      </a:pPr>
                      <a:r>
                        <a:rPr sz="850" b="0">
                          <a:solidFill>
                            <a:srgbClr val="333333"/>
                          </a:solidFill>
                          <a:latin typeface="Arial"/>
                          <a:ea typeface="Microsoft JhengHei"/>
                          <a:cs typeface="Arial"/>
                        </a:rPr>
                        <a:t>—</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相關：vLCM 升獨立主機（9/29）、ESX depot zip 取得法；Lab 匯入後主機維持 8.0.3，未在 VCF 內升級 → 建議 Lab 補測</a:t>
                      </a:r>
                    </a:p>
                  </a:txBody>
                  <a:tcPr marL="54864" marR="54864" marT="22860" marB="22860" anchor="ctr">
                    <a:solidFill>
                      <a:srgbClr val="FFFFFF"/>
                    </a:solidFill>
                  </a:tcPr>
                </a:tc>
              </a:tr>
              <a:tr h="384048">
                <a:tc>
                  <a:txBody>
                    <a:bodyPr wrap="square"/>
                    <a:lstStyle/>
                    <a:p>
                      <a:pPr algn="l">
                        <a:spcAft>
                          <a:spcPts val="0"/>
                        </a:spcAft>
                      </a:pPr>
                      <a:r>
                        <a:rPr sz="850" b="1">
                          <a:solidFill>
                            <a:srgbClr val="333333"/>
                          </a:solidFill>
                          <a:latin typeface="Arial"/>
                          <a:ea typeface="Microsoft JhengHei"/>
                          <a:cs typeface="Arial"/>
                        </a:rPr>
                        <a:t>S15</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vRO → 9.1.1</a:t>
                      </a:r>
                    </a:p>
                  </a:txBody>
                  <a:tcPr marL="54864" marR="54864" marT="22860" marB="22860" anchor="ctr">
                    <a:solidFill>
                      <a:srgbClr val="F5F7F9"/>
                    </a:solidFill>
                  </a:tcPr>
                </a:tc>
                <a:tc>
                  <a:txBody>
                    <a:bodyPr wrap="square"/>
                    <a:lstStyle/>
                    <a:p>
                      <a:pPr algn="l">
                        <a:spcAft>
                          <a:spcPts val="0"/>
                        </a:spcAft>
                      </a:pPr>
                      <a:r>
                        <a:rPr sz="850" b="1">
                          <a:solidFill>
                            <a:srgbClr val="A6192E"/>
                          </a:solidFill>
                          <a:latin typeface="Arial"/>
                          <a:ea typeface="Microsoft JhengHei"/>
                          <a:cs typeface="Arial"/>
                        </a:rPr>
                        <a:t>未驗證</a:t>
                      </a:r>
                    </a:p>
                  </a:txBody>
                  <a:tcPr marL="54864" marR="54864" marT="22860" marB="22860" anchor="ctr">
                    <a:solidFill>
                      <a:srgbClr val="FBE9EB"/>
                    </a:solidFill>
                  </a:tcPr>
                </a:tc>
                <a:tc>
                  <a:txBody>
                    <a:bodyPr wrap="square"/>
                    <a:lstStyle/>
                    <a:p>
                      <a:pPr algn="l">
                        <a:spcAft>
                          <a:spcPts val="0"/>
                        </a:spcAft>
                      </a:pPr>
                      <a:r>
                        <a:rPr sz="850" b="0">
                          <a:solidFill>
                            <a:srgbClr val="333333"/>
                          </a:solidFill>
                          <a:latin typeface="Arial"/>
                          <a:ea typeface="Microsoft JhengHei"/>
                          <a:cs typeface="Arial"/>
                        </a:rPr>
                        <a:t>—</a:t>
                      </a:r>
                    </a:p>
                  </a:txBody>
                  <a:tcPr marL="54864" marR="54864" marT="22860" marB="22860" anchor="ctr">
                    <a:solidFill>
                      <a:srgbClr val="F5F7F9"/>
                    </a:solidFill>
                  </a:tcPr>
                </a:tc>
                <a:tc>
                  <a:txBody>
                    <a:bodyPr wrap="square"/>
                    <a:lstStyle/>
                    <a:p>
                      <a:pPr algn="l">
                        <a:spcAft>
                          <a:spcPts val="0"/>
                        </a:spcAft>
                      </a:pPr>
                      <a:r>
                        <a:rPr sz="850" b="0">
                          <a:solidFill>
                            <a:srgbClr val="333333"/>
                          </a:solidFill>
                          <a:latin typeface="Arial"/>
                          <a:ea typeface="Microsoft JhengHei"/>
                          <a:cs typeface="Arial"/>
                        </a:rPr>
                        <a:t>—；Git 無 vRO standalone 升級實測 → 依 TechDocs；建議 Lab 補測</a:t>
                      </a:r>
                    </a:p>
                  </a:txBody>
                  <a:tcPr marL="54864" marR="54864" marT="22860" marB="22860" anchor="ctr">
                    <a:solidFill>
                      <a:srgbClr val="F5F7F9"/>
                    </a:solidFill>
                  </a:tcPr>
                </a:tc>
              </a:tr>
              <a:tr h="384048">
                <a:tc>
                  <a:txBody>
                    <a:bodyPr wrap="square"/>
                    <a:lstStyle/>
                    <a:p>
                      <a:pPr algn="l">
                        <a:spcAft>
                          <a:spcPts val="0"/>
                        </a:spcAft>
                      </a:pPr>
                      <a:r>
                        <a:rPr sz="850" b="1">
                          <a:solidFill>
                            <a:srgbClr val="333333"/>
                          </a:solidFill>
                          <a:latin typeface="Arial"/>
                          <a:ea typeface="Microsoft JhengHei"/>
                          <a:cs typeface="Arial"/>
                        </a:rPr>
                        <a:t>方案 A</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Import 8.0.3 並自建 NSX 4.2</a:t>
                      </a:r>
                    </a:p>
                  </a:txBody>
                  <a:tcPr marL="54864" marR="54864" marT="22860" marB="22860" anchor="ctr">
                    <a:solidFill>
                      <a:srgbClr val="FFFFFF"/>
                    </a:solidFill>
                  </a:tcPr>
                </a:tc>
                <a:tc>
                  <a:txBody>
                    <a:bodyPr wrap="square"/>
                    <a:lstStyle/>
                    <a:p>
                      <a:pPr algn="l">
                        <a:spcAft>
                          <a:spcPts val="0"/>
                        </a:spcAft>
                      </a:pPr>
                      <a:r>
                        <a:rPr sz="850" b="1">
                          <a:solidFill>
                            <a:srgbClr val="A6192E"/>
                          </a:solidFill>
                          <a:latin typeface="Arial"/>
                          <a:ea typeface="Microsoft JhengHei"/>
                          <a:cs typeface="Arial"/>
                        </a:rPr>
                        <a:t>未驗證</a:t>
                      </a:r>
                    </a:p>
                  </a:txBody>
                  <a:tcPr marL="54864" marR="54864" marT="22860" marB="22860" anchor="ctr">
                    <a:solidFill>
                      <a:srgbClr val="FBE9EB"/>
                    </a:solidFill>
                  </a:tcPr>
                </a:tc>
                <a:tc>
                  <a:txBody>
                    <a:bodyPr wrap="square"/>
                    <a:lstStyle/>
                    <a:p>
                      <a:pPr algn="l">
                        <a:spcAft>
                          <a:spcPts val="0"/>
                        </a:spcAft>
                      </a:pPr>
                      <a:r>
                        <a:rPr sz="850" b="0">
                          <a:solidFill>
                            <a:srgbClr val="333333"/>
                          </a:solidFill>
                          <a:latin typeface="Arial"/>
                          <a:ea typeface="Microsoft JhengHei"/>
                          <a:cs typeface="Arial"/>
                        </a:rPr>
                        <a:t>—</a:t>
                      </a:r>
                    </a:p>
                  </a:txBody>
                  <a:tcPr marL="54864" marR="54864" marT="22860" marB="22860" anchor="ctr">
                    <a:solidFill>
                      <a:srgbClr val="FFFFFF"/>
                    </a:solidFill>
                  </a:tcPr>
                </a:tc>
                <a:tc>
                  <a:txBody>
                    <a:bodyPr wrap="square"/>
                    <a:lstStyle/>
                    <a:p>
                      <a:pPr algn="l">
                        <a:spcAft>
                          <a:spcPts val="0"/>
                        </a:spcAft>
                      </a:pPr>
                      <a:r>
                        <a:rPr sz="850" b="0">
                          <a:solidFill>
                            <a:srgbClr val="333333"/>
                          </a:solidFill>
                          <a:latin typeface="Arial"/>
                          <a:ea typeface="Microsoft JhengHei"/>
                          <a:cs typeface="Arial"/>
                        </a:rPr>
                        <a:t>—；Lab 未測 → 也是建議方案 B 的理由之一</a:t>
                      </a:r>
                    </a:p>
                  </a:txBody>
                  <a:tcPr marL="54864" marR="54864" marT="22860" marB="22860"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Step-by-step Checklist</a:t>
            </a:r>
          </a:p>
        </p:txBody>
      </p:sp>
      <p:sp>
        <p:nvSpPr>
          <p:cNvPr id="3" name="Subtitle 2"/>
          <p:cNvSpPr>
            <a:spLocks noGrp="1"/>
          </p:cNvSpPr>
          <p:nvPr>
            <p:ph type="subTitle" idx="10"/>
          </p:nvPr>
        </p:nvSpPr>
        <p:spPr/>
        <p:txBody>
          <a:bodyPr/>
          <a:lstStyle/>
          <a:p>
            <a:r>
              <a:rPr>
                <a:ea typeface="Microsoft JhengHei"/>
              </a:rPr>
              <a:t>每一動的前置檢查、執行、驗證與退版</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S00 ｜ Inventory, Blockers &amp; Backups</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1D428A"/>
                </a:solidFill>
                <a:latin typeface="Arial"/>
                <a:ea typeface="Microsoft JhengHei"/>
                <a:cs typeface="Arial"/>
              </a:rPr>
              <a:t>盤點、阻礙項排除與備份</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依據：TechDocs《Import an Existing VMware Aria Automation Instance》等；KB 450972、425102、453612、440630、367383；Converge … Aria Automation 情境頁；Import an Existing vCenter；CXS Lab 實測；Broadcom Interop Matrix</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新增 ｜ 負責：ARC、ENG、SYS、NET、DR、AUTO</a:t>
            </a:r>
          </a:p>
        </p:txBody>
      </p:sp>
      <p:sp>
        <p:nvSpPr>
          <p:cNvPr id="7" name="Rounded Rectangle 6"/>
          <p:cNvSpPr/>
          <p:nvPr/>
        </p:nvSpPr>
        <p:spPr>
          <a:xfrm>
            <a:off x="10835640" y="1097280"/>
            <a:ext cx="777240" cy="246888"/>
          </a:xfrm>
          <a:prstGeom prst="roundRect">
            <a:avLst>
              <a:gd name="adj" fmla="val 50000"/>
            </a:avLst>
          </a:prstGeom>
          <a:solidFill>
            <a:srgbClr val="F3BA1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1B1D36"/>
                </a:solidFill>
                <a:latin typeface="Arial"/>
                <a:ea typeface="Microsoft JhengHei"/>
                <a:cs typeface="Arial"/>
              </a:rPr>
              <a:t>G0 Gate</a:t>
            </a:r>
          </a:p>
        </p:txBody>
      </p:sp>
      <p:sp>
        <p:nvSpPr>
          <p:cNvPr id="8" name="Rectangle 7"/>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9" name="Rectangle 8"/>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vRA ≥ 8.18.1（建議 P3+）</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vRO 實際版本（8.18.7 查無）</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vIDM / ASL 版本與位置</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8.0.3 確切 build（back-in-time，KB 450972）</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無 ELM ✔（10/7 已確認）；確認無 VCHA</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vLCM image、DRS FA、VDS 8+、靜態 vmk、ESXi FQDN</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DNS A/PTR、FQDN 全小寫</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IP pool ≥ 12、VCFA 5 IP、RDU 暫時 IP</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容量：單台 CPU ≥ 最大 VM；VCFA 期間 ×2</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SRM 配對方向、replication 方式</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Interop：VCFA↔vC 8.0.3、備份軟體、plugin</a:t>
            </a:r>
          </a:p>
          <a:p>
            <a:pPr algn="l">
              <a:lnSpc>
                <a:spcPct val="100000"/>
              </a:lnSpc>
              <a:spcAft>
                <a:spcPts val="700"/>
              </a:spcAft>
            </a:pPr>
            <a:r>
              <a:rPr sz="950" b="1">
                <a:solidFill>
                  <a:srgbClr val="005C8A"/>
                </a:solidFill>
                <a:latin typeface="Arial"/>
                <a:ea typeface="Microsoft JhengHei"/>
                <a:cs typeface="Arial"/>
              </a:rPr>
              <a:t>☐ </a:t>
            </a:r>
            <a:r>
              <a:rPr sz="950" b="0">
                <a:solidFill>
                  <a:srgbClr val="333333"/>
                </a:solidFill>
                <a:latin typeface="Arial"/>
                <a:ea typeface="Microsoft JhengHei"/>
                <a:cs typeface="Arial"/>
              </a:rPr>
              <a:t>三套 vCenter file backup + 抽測還原</a:t>
            </a:r>
          </a:p>
        </p:txBody>
      </p:sp>
      <p:sp>
        <p:nvSpPr>
          <p:cNvPr id="11" name="Rectangle 10"/>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2" name="Rectangle 11"/>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950" b="1">
                <a:solidFill>
                  <a:srgbClr val="007B8C"/>
                </a:solidFill>
                <a:latin typeface="Arial"/>
                <a:ea typeface="Microsoft JhengHei"/>
                <a:cs typeface="Arial"/>
              </a:rPr>
              <a:t>☐ </a:t>
            </a:r>
            <a:r>
              <a:rPr sz="950" b="0">
                <a:solidFill>
                  <a:srgbClr val="333333"/>
                </a:solidFill>
                <a:latin typeface="Arial"/>
                <a:ea typeface="Microsoft JhengHei"/>
                <a:cs typeface="Arial"/>
              </a:rPr>
              <a:t>Planning Workbook、變更單</a:t>
            </a:r>
          </a:p>
        </p:txBody>
      </p:sp>
      <p:sp>
        <p:nvSpPr>
          <p:cNvPr id="14" name="Rectangle 13"/>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5" name="Rectangle 14"/>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950" b="1">
                <a:solidFill>
                  <a:srgbClr val="61A60E"/>
                </a:solidFill>
                <a:latin typeface="Arial"/>
                <a:ea typeface="Microsoft JhengHei"/>
                <a:cs typeface="Arial"/>
              </a:rPr>
              <a:t>☐ </a:t>
            </a:r>
            <a:r>
              <a:rPr sz="950" b="0">
                <a:solidFill>
                  <a:srgbClr val="333333"/>
                </a:solidFill>
                <a:latin typeface="Arial"/>
                <a:ea typeface="Microsoft JhengHei"/>
                <a:cs typeface="Arial"/>
              </a:rPr>
              <a:t>G0 簽核：阻礙項清零、備份可還原</a:t>
            </a:r>
          </a:p>
        </p:txBody>
      </p:sp>
      <p:sp>
        <p:nvSpPr>
          <p:cNvPr id="17" name="Rectangle 16"/>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8" name="Rectangle 17"/>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950" b="1">
                <a:solidFill>
                  <a:srgbClr val="717074"/>
                </a:solidFill>
                <a:latin typeface="Arial"/>
                <a:ea typeface="Microsoft JhengHei"/>
                <a:cs typeface="Arial"/>
              </a:rPr>
              <a:t>☐ </a:t>
            </a:r>
            <a:r>
              <a:rPr sz="950" b="0">
                <a:solidFill>
                  <a:srgbClr val="333333"/>
                </a:solidFill>
                <a:latin typeface="Arial"/>
                <a:ea typeface="Microsoft JhengHei"/>
                <a:cs typeface="Arial"/>
              </a:rPr>
              <a:t>無變更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S01 ｜ Cold-migrate vRA / vRO into the Management Cluster</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vRA / vRO 冷遷移至 Management Cluster</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依據：TechDocs《Upgrading to VCF Automation 9.1》等；KB 318582、447218；Import an Existing VMware Aria Automation Instance；CXS Lab 實測</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#1 ｜ 負責：ENG、SYS、AUTO、NET ｜ Lab：165 GB 冷遷移約 97 分 / VM（nested）</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目標 port group 與 vRA 同一 L2 網段</a:t>
            </a:r>
          </a:p>
          <a:p>
            <a:pPr algn="l">
              <a:lnSpc>
                <a:spcPct val="100000"/>
              </a:lnSpc>
              <a:spcAft>
                <a:spcPts val="700"/>
              </a:spcAft>
            </a:pPr>
            <a:r>
              <a:rPr sz="1100" b="0">
                <a:solidFill>
                  <a:srgbClr val="717074"/>
                </a:solidFill>
                <a:latin typeface="Arial"/>
                <a:ea typeface="Microsoft JhengHei"/>
                <a:cs typeface="Arial"/>
              </a:rPr>
              <a:t>    VDS &gt; Port groups</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Lab 驗證順序：Converge 後再搬</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vDS 版本不同 → 冷遷移（KB 318582）</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兩端 vCenter 443、ESXi 902（NFC）互通；目的 datastore 容量足夠</a:t>
            </a:r>
          </a:p>
          <a:p>
            <a:pPr algn="l">
              <a:lnSpc>
                <a:spcPct val="100000"/>
              </a:lnSpc>
              <a:spcAft>
                <a:spcPts val="700"/>
              </a:spcAft>
            </a:pPr>
            <a:r>
              <a:rPr sz="1100" b="0">
                <a:solidFill>
                  <a:srgbClr val="717074"/>
                </a:solidFill>
                <a:latin typeface="Arial"/>
                <a:ea typeface="Microsoft JhengHei"/>
                <a:cs typeface="Arial"/>
              </a:rPr>
              <a:t>    Test-NetConnection / nc -zv</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備份 vApp properties（KB 447218）</a:t>
            </a:r>
          </a:p>
          <a:p>
            <a:pPr algn="l">
              <a:lnSpc>
                <a:spcPct val="100000"/>
              </a:lnSpc>
              <a:spcAft>
                <a:spcPts val="700"/>
              </a:spcAft>
            </a:pPr>
            <a:r>
              <a:rPr sz="1100" b="0">
                <a:solidFill>
                  <a:srgbClr val="717074"/>
                </a:solidFill>
                <a:latin typeface="Arial"/>
                <a:ea typeface="Microsoft JhengHei"/>
                <a:cs typeface="Arial"/>
              </a:rPr>
              <a:t>    VM &gt; Configure &gt; vApp Options（匯出截圖 / OVF）</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健康基準 + 凍結請求 / 排程</a:t>
            </a:r>
          </a:p>
          <a:p>
            <a:pPr algn="l">
              <a:lnSpc>
                <a:spcPct val="100000"/>
              </a:lnSpc>
              <a:spcAft>
                <a:spcPts val="700"/>
              </a:spcAft>
            </a:pPr>
            <a:r>
              <a:rPr sz="1100" b="0">
                <a:solidFill>
                  <a:srgbClr val="717074"/>
                </a:solidFill>
                <a:latin typeface="Arial"/>
                <a:ea typeface="Microsoft JhengHei"/>
                <a:cs typeface="Arial"/>
              </a:rPr>
              <a:t>    kubectl get pods -n prelude</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deploy.sh --shutdown → 關機</a:t>
            </a:r>
          </a:p>
          <a:p>
            <a:pPr algn="l">
              <a:lnSpc>
                <a:spcPct val="100000"/>
              </a:lnSpc>
              <a:spcAft>
                <a:spcPts val="700"/>
              </a:spcAft>
            </a:pPr>
            <a:r>
              <a:rPr sz="1100" b="0">
                <a:solidFill>
                  <a:srgbClr val="717074"/>
                </a:solidFill>
                <a:latin typeface="Arial"/>
                <a:ea typeface="Microsoft JhengHei"/>
                <a:cs typeface="Arial"/>
              </a:rPr>
              <a:t>    主節點：/opt/scripts/deploy.sh --shutdown → Guest shutdown 各節點</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vRO 正常關機；確認各 VM CD/DVD 未掛 datastore ISO</a:t>
            </a:r>
          </a:p>
          <a:p>
            <a:pPr algn="l">
              <a:lnSpc>
                <a:spcPct val="100000"/>
              </a:lnSpc>
              <a:spcAft>
                <a:spcPts val="700"/>
              </a:spcAft>
            </a:pPr>
            <a:r>
              <a:rPr sz="1100" b="0">
                <a:solidFill>
                  <a:srgbClr val="717074"/>
                </a:solidFill>
                <a:latin typeface="Arial"/>
                <a:ea typeface="Microsoft JhengHei"/>
                <a:cs typeface="Arial"/>
              </a:rPr>
              <a:t>    Guest shutdown；Edit Settings &gt; CD/DVD</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XVM 冷遷移（可 Clone 保留來源）</a:t>
            </a:r>
          </a:p>
          <a:p>
            <a:pPr algn="l">
              <a:lnSpc>
                <a:spcPct val="100000"/>
              </a:lnSpc>
              <a:spcAft>
                <a:spcPts val="700"/>
              </a:spcAft>
            </a:pPr>
            <a:r>
              <a:rPr sz="1100" b="0">
                <a:solidFill>
                  <a:srgbClr val="717074"/>
                </a:solidFill>
                <a:latin typeface="Arial"/>
                <a:ea typeface="Microsoft JhengHei"/>
                <a:cs typeface="Arial"/>
              </a:rPr>
              <a:t>    vSphere Client（目的 vCenter）&gt; Import VMs；或 PowerCLI Move-VM</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開機 → deploy.sh 啟動服務</a:t>
            </a:r>
          </a:p>
          <a:p>
            <a:pPr algn="l">
              <a:lnSpc>
                <a:spcPct val="100000"/>
              </a:lnSpc>
              <a:spcAft>
                <a:spcPts val="700"/>
              </a:spcAft>
            </a:pPr>
            <a:r>
              <a:rPr sz="1100" b="0">
                <a:solidFill>
                  <a:srgbClr val="717074"/>
                </a:solidFill>
                <a:latin typeface="Arial"/>
                <a:ea typeface="Microsoft JhengHei"/>
                <a:cs typeface="Arial"/>
              </a:rPr>
              <a:t>    /opt/scripts/deploy.sh</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IP / FQDN / vApp properties 不變（ovfEnv 存在）</a:t>
            </a:r>
          </a:p>
          <a:p>
            <a:pPr algn="l">
              <a:lnSpc>
                <a:spcPct val="100000"/>
              </a:lnSpc>
              <a:spcAft>
                <a:spcPts val="700"/>
              </a:spcAft>
            </a:pPr>
            <a:r>
              <a:rPr sz="1100" b="0">
                <a:solidFill>
                  <a:srgbClr val="717074"/>
                </a:solidFill>
                <a:latin typeface="Arial"/>
                <a:ea typeface="Microsoft JhengHei"/>
                <a:cs typeface="Arial"/>
              </a:rPr>
              <a:t>    cat /opt/vmware/etc/vami/ovfEnv.xml</a:t>
            </a:r>
          </a:p>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healthstatus 200、pods Running</a:t>
            </a:r>
          </a:p>
          <a:p>
            <a:pPr algn="l">
              <a:lnSpc>
                <a:spcPct val="100000"/>
              </a:lnSpc>
              <a:spcAft>
                <a:spcPts val="700"/>
              </a:spcAft>
            </a:pPr>
            <a:r>
              <a:rPr sz="1100" b="0">
                <a:solidFill>
                  <a:srgbClr val="717074"/>
                </a:solidFill>
                <a:latin typeface="Arial"/>
                <a:ea typeface="Microsoft JhengHei"/>
                <a:cs typeface="Arial"/>
              </a:rPr>
              <a:t>    curl -k https://&lt;vra-fqdn&gt;/vco/api/healthstatus</a:t>
            </a:r>
          </a:p>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登入 / data collection / Day-2 / workflow</a:t>
            </a:r>
          </a:p>
          <a:p>
            <a:pPr algn="l">
              <a:lnSpc>
                <a:spcPct val="100000"/>
              </a:lnSpc>
              <a:spcAft>
                <a:spcPts val="700"/>
              </a:spcAft>
            </a:pPr>
            <a:r>
              <a:rPr sz="1100" b="0">
                <a:solidFill>
                  <a:srgbClr val="717074"/>
                </a:solidFill>
                <a:latin typeface="Arial"/>
                <a:ea typeface="Microsoft JhengHei"/>
                <a:cs typeface="Arial"/>
              </a:rPr>
              <a:t>    Cloud Assembly / Service Broker / vRO Client</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反向冷遷移 / 開回保留來源</a:t>
            </a:r>
          </a:p>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截止：S05 Import 前</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S02 ｜ Deploy VCF Installer 9.1.1</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部署 VCF Installer 9.1.1</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依據：TechDocs《Deploy Components by Using VCF Installer…》；VCF 9.1.1 BOM；CXS Lab 實測</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#3 ｜ 負責：ENG</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Installer ≥ 9.1.1（同 9.1.1 BOM）</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IP / FQDN、NTP、DNS</a:t>
            </a:r>
          </a:p>
          <a:p>
            <a:pPr algn="l">
              <a:lnSpc>
                <a:spcPct val="100000"/>
              </a:lnSpc>
              <a:spcAft>
                <a:spcPts val="700"/>
              </a:spcAft>
            </a:pPr>
            <a:r>
              <a:rPr sz="1100" b="0">
                <a:solidFill>
                  <a:srgbClr val="717074"/>
                </a:solidFill>
                <a:latin typeface="Arial"/>
                <a:ea typeface="Microsoft JhengHei"/>
                <a:cs typeface="Arial"/>
              </a:rPr>
              <a:t>    nslookup</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全新 Installer（/v1/sddcs = []）</a:t>
            </a:r>
          </a:p>
          <a:p>
            <a:pPr algn="l">
              <a:lnSpc>
                <a:spcPct val="100000"/>
              </a:lnSpc>
              <a:spcAft>
                <a:spcPts val="700"/>
              </a:spcAft>
            </a:pPr>
            <a:r>
              <a:rPr sz="1100" b="0">
                <a:solidFill>
                  <a:srgbClr val="717074"/>
                </a:solidFill>
                <a:latin typeface="Arial"/>
                <a:ea typeface="Microsoft JhengHei"/>
                <a:cs typeface="Arial"/>
              </a:rPr>
              <a:t>    GET https://&lt;installer&gt;/v1/sddcs</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部署 OVA；密碼交保管工具</a:t>
            </a:r>
          </a:p>
          <a:p>
            <a:pPr algn="l">
              <a:lnSpc>
                <a:spcPct val="100000"/>
              </a:lnSpc>
              <a:spcAft>
                <a:spcPts val="700"/>
              </a:spcAft>
            </a:pPr>
            <a:r>
              <a:rPr sz="1100" b="0">
                <a:solidFill>
                  <a:srgbClr val="717074"/>
                </a:solidFill>
                <a:latin typeface="Arial"/>
                <a:ea typeface="Microsoft JhengHei"/>
                <a:cs typeface="Arial"/>
              </a:rPr>
              <a:t>    vSphere Client &gt; Deploy OVF Template</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UI 登入、版本 9.1.1</a:t>
            </a:r>
          </a:p>
          <a:p>
            <a:pPr algn="l">
              <a:lnSpc>
                <a:spcPct val="100000"/>
              </a:lnSpc>
              <a:spcAft>
                <a:spcPts val="700"/>
              </a:spcAft>
            </a:pPr>
            <a:r>
              <a:rPr sz="1100" b="0">
                <a:solidFill>
                  <a:srgbClr val="717074"/>
                </a:solidFill>
                <a:latin typeface="Arial"/>
                <a:ea typeface="Microsoft JhengHei"/>
                <a:cs typeface="Arial"/>
              </a:rPr>
              <a:t>    https://&lt;installer-fqdn&gt;</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刪除 VM 即可（無影響）</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S03 ｜ Software Depot &amp; Binaries</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Depot 與 Binaries（回答「Offline Depot???」）</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依據：TechDocs《Downloading Binaries to VCF Installer》《Connect VCF Installer to Broadcom or an Offline Depot》《Manual Transfer》等；CXS Lab 實測；Upgrading Workload Domains</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#4 ｜ 負責：ENG、NET</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三選一：Online / Offline Depot / Manual</a:t>
            </a:r>
          </a:p>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建議 Offline Depot（binaries 不會轉移）</a:t>
            </a:r>
          </a:p>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無 Internet 時，VCF Download Tool 是唯一支援的下載方式 → 準備可上網下載機 + activation code</a:t>
            </a:r>
          </a:p>
          <a:p>
            <a:pPr algn="l">
              <a:lnSpc>
                <a:spcPct val="100000"/>
              </a:lnSpc>
              <a:spcAft>
                <a:spcPts val="3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HTTPS 憑證（SAN 含 FQDN+IP）、匯入 CA</a:t>
            </a:r>
          </a:p>
          <a:p>
            <a:pPr algn="l">
              <a:lnSpc>
                <a:spcPct val="100000"/>
              </a:lnSpc>
              <a:spcAft>
                <a:spcPts val="700"/>
              </a:spcAft>
            </a:pPr>
            <a:r>
              <a:rPr sz="950" b="0">
                <a:solidFill>
                  <a:srgbClr val="717074"/>
                </a:solidFill>
                <a:latin typeface="Arial"/>
                <a:ea typeface="Microsoft JhengHei"/>
                <a:cs typeface="Arial"/>
              </a:rPr>
              <a:t>    openssl s_client -connect &lt;depot&gt;:443</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Converge 全套 INSTALL binaries</a:t>
            </a:r>
          </a:p>
          <a:p>
            <a:pPr algn="l">
              <a:lnSpc>
                <a:spcPct val="100000"/>
              </a:lnSpc>
              <a:spcAft>
                <a:spcPts val="700"/>
              </a:spcAft>
            </a:pPr>
            <a:r>
              <a:rPr sz="950" b="0">
                <a:solidFill>
                  <a:srgbClr val="717074"/>
                </a:solidFill>
                <a:latin typeface="Arial"/>
                <a:ea typeface="Microsoft JhengHei"/>
                <a:cs typeface="Arial"/>
              </a:rPr>
              <a:t>    vcf-download-tool binaries download …</a:t>
            </a:r>
          </a:p>
          <a:p>
            <a:pPr algn="l">
              <a:lnSpc>
                <a:spcPct val="100000"/>
              </a:lnSpc>
              <a:spcAft>
                <a:spcPts val="3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VCFA 9.1.1 + Migration service engine</a:t>
            </a:r>
          </a:p>
          <a:p>
            <a:pPr algn="l">
              <a:lnSpc>
                <a:spcPct val="100000"/>
              </a:lnSpc>
              <a:spcAft>
                <a:spcPts val="700"/>
              </a:spcAft>
            </a:pPr>
            <a:r>
              <a:rPr sz="950" b="0">
                <a:solidFill>
                  <a:srgbClr val="717074"/>
                </a:solidFill>
                <a:latin typeface="Arial"/>
                <a:ea typeface="Microsoft JhengHei"/>
                <a:cs typeface="Arial"/>
              </a:rPr>
              <a:t>    vcf-download-tool binaries download …</a:t>
            </a:r>
          </a:p>
          <a:p>
            <a:pPr algn="l">
              <a:lnSpc>
                <a:spcPct val="100000"/>
              </a:lnSpc>
              <a:spcAft>
                <a:spcPts val="3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WLD：vCenter / ESX 9.1.1（方案 A 加 NSX）</a:t>
            </a:r>
          </a:p>
          <a:p>
            <a:pPr algn="l">
              <a:lnSpc>
                <a:spcPct val="100000"/>
              </a:lnSpc>
              <a:spcAft>
                <a:spcPts val="700"/>
              </a:spcAft>
            </a:pPr>
            <a:r>
              <a:rPr sz="950" b="0">
                <a:solidFill>
                  <a:srgbClr val="717074"/>
                </a:solidFill>
                <a:latin typeface="Arial"/>
                <a:ea typeface="Microsoft JhengHei"/>
                <a:cs typeface="Arial"/>
              </a:rPr>
              <a:t>    vcf-download-tool …</a:t>
            </a:r>
          </a:p>
          <a:p>
            <a:pPr algn="l">
              <a:lnSpc>
                <a:spcPct val="100000"/>
              </a:lnSpc>
              <a:spcAft>
                <a:spcPts val="3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ESX 9.1.1 depot zip（不是 ISO）</a:t>
            </a:r>
          </a:p>
          <a:p>
            <a:pPr algn="l">
              <a:lnSpc>
                <a:spcPct val="100000"/>
              </a:lnSpc>
              <a:spcAft>
                <a:spcPts val="700"/>
              </a:spcAft>
            </a:pPr>
            <a:r>
              <a:rPr sz="950" b="0">
                <a:solidFill>
                  <a:srgbClr val="717074"/>
                </a:solidFill>
                <a:latin typeface="Arial"/>
                <a:ea typeface="Microsoft JhengHei"/>
                <a:cs typeface="Arial"/>
              </a:rPr>
              <a:t>    https://dl.broadcom.com/&lt;TOKEN&gt;/PROD/COMP/ESX_HOST/&lt;檔名&gt;</a:t>
            </a:r>
          </a:p>
          <a:p>
            <a:pPr algn="l">
              <a:lnSpc>
                <a:spcPct val="100000"/>
              </a:lnSpc>
              <a:spcAft>
                <a:spcPts val="7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另行準備 vRO 9.1.1 升級 ISO（S15 使用）</a:t>
            </a:r>
          </a:p>
          <a:p>
            <a:pPr algn="l">
              <a:lnSpc>
                <a:spcPct val="100000"/>
              </a:lnSpc>
              <a:spcAft>
                <a:spcPts val="3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Installer 連 depot（Lab：URL 用 IP）</a:t>
            </a:r>
          </a:p>
          <a:p>
            <a:pPr algn="l">
              <a:lnSpc>
                <a:spcPct val="100000"/>
              </a:lnSpc>
              <a:spcAft>
                <a:spcPts val="700"/>
              </a:spcAft>
            </a:pPr>
            <a:r>
              <a:rPr sz="950" b="0">
                <a:solidFill>
                  <a:srgbClr val="717074"/>
                </a:solidFill>
                <a:latin typeface="Arial"/>
                <a:ea typeface="Microsoft JhengHei"/>
                <a:cs typeface="Arial"/>
              </a:rPr>
              <a:t>    Installer &gt; Depot Settings</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100" b="1">
                <a:solidFill>
                  <a:srgbClr val="61A60E"/>
                </a:solidFill>
                <a:latin typeface="Arial"/>
                <a:ea typeface="Microsoft JhengHei"/>
                <a:cs typeface="Arial"/>
              </a:rPr>
              <a:t>☐ </a:t>
            </a:r>
            <a:r>
              <a:rPr sz="1100" b="0">
                <a:solidFill>
                  <a:srgbClr val="333333"/>
                </a:solidFill>
                <a:latin typeface="Arial"/>
                <a:ea typeface="Microsoft JhengHei"/>
                <a:cs typeface="Arial"/>
              </a:rPr>
              <a:t>Binary Management 全部 Downloaded</a:t>
            </a:r>
          </a:p>
          <a:p>
            <a:pPr algn="l">
              <a:lnSpc>
                <a:spcPct val="100000"/>
              </a:lnSpc>
              <a:spcAft>
                <a:spcPts val="700"/>
              </a:spcAft>
            </a:pPr>
            <a:r>
              <a:rPr sz="950" b="0">
                <a:solidFill>
                  <a:srgbClr val="717074"/>
                </a:solidFill>
                <a:latin typeface="Arial"/>
                <a:ea typeface="Microsoft JhengHei"/>
                <a:cs typeface="Arial"/>
              </a:rPr>
              <a:t>    Installer &gt; Binary Management</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100" b="1">
                <a:solidFill>
                  <a:srgbClr val="717074"/>
                </a:solidFill>
                <a:latin typeface="Arial"/>
                <a:ea typeface="Microsoft JhengHei"/>
                <a:cs typeface="Arial"/>
              </a:rPr>
              <a:t>☐ </a:t>
            </a:r>
            <a:r>
              <a:rPr sz="1100" b="0">
                <a:solidFill>
                  <a:srgbClr val="333333"/>
                </a:solidFill>
                <a:latin typeface="Arial"/>
                <a:ea typeface="Microsoft JhengHei"/>
                <a:cs typeface="Arial"/>
              </a:rPr>
              <a:t>無變更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S04 ｜ Converge Management Cluster to VCF 9.1.1</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Management Cluster Converge 成 VCF 9.1.1 管理網域</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依據：TechDocs《Supported and Not Supported Configurations to Converge to VCF》《Deploy Components by Using VCF Installer…》；KB 448258；CXS Lab 實測；VCF 9.1.1 BOM</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#5 ｜ 負責：ARC、ENG、SYS、NET ｜ Lab：約 5–5.5 h（nested）</a:t>
            </a:r>
          </a:p>
        </p:txBody>
      </p:sp>
      <p:sp>
        <p:nvSpPr>
          <p:cNvPr id="7" name="Rounded Rectangle 6"/>
          <p:cNvSpPr/>
          <p:nvPr/>
        </p:nvSpPr>
        <p:spPr>
          <a:xfrm>
            <a:off x="10332720" y="1097280"/>
            <a:ext cx="1280160" cy="246888"/>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FFFFFF"/>
                </a:solidFill>
                <a:latin typeface="Arial"/>
                <a:ea typeface="Microsoft JhengHei"/>
                <a:cs typeface="Arial"/>
              </a:rPr>
              <a:t>G1 ⚠ PONR</a:t>
            </a:r>
          </a:p>
        </p:txBody>
      </p:sp>
      <p:sp>
        <p:nvSpPr>
          <p:cNvPr id="8" name="Rectangle 7"/>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9" name="Rectangle 8"/>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支援組態全過（vLCM / DRS / VDS / ELM）</a:t>
            </a:r>
          </a:p>
          <a:p>
            <a:pPr algn="l">
              <a:lnSpc>
                <a:spcPct val="100000"/>
              </a:lnSpc>
              <a:spcAft>
                <a:spcPts val="7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vCenter VM 在自管叢集；全部 cluster 一起進</a:t>
            </a:r>
          </a:p>
          <a:p>
            <a:pPr algn="l">
              <a:lnSpc>
                <a:spcPct val="100000"/>
              </a:lnSpc>
              <a:spcAft>
                <a:spcPts val="3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vCenter / ESXi build = 9.1.1 BOM</a:t>
            </a:r>
          </a:p>
          <a:p>
            <a:pPr algn="l">
              <a:lnSpc>
                <a:spcPct val="100000"/>
              </a:lnSpc>
              <a:spcAft>
                <a:spcPts val="700"/>
              </a:spcAft>
            </a:pPr>
            <a:r>
              <a:rPr sz="900" b="0">
                <a:solidFill>
                  <a:srgbClr val="717074"/>
                </a:solidFill>
                <a:latin typeface="Arial"/>
                <a:ea typeface="Microsoft JhengHei"/>
                <a:cs typeface="Arial"/>
              </a:rPr>
              <a:t>    VAMI；esxcli system version get</a:t>
            </a:r>
          </a:p>
          <a:p>
            <a:pPr algn="l">
              <a:lnSpc>
                <a:spcPct val="100000"/>
              </a:lnSpc>
              <a:spcAft>
                <a:spcPts val="3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vCenter 無殘留 com.vmware.sddcManager / com.vmware.vcf.client extension，無同名 SDDC Manager VM</a:t>
            </a:r>
          </a:p>
          <a:p>
            <a:pPr algn="l">
              <a:lnSpc>
                <a:spcPct val="100000"/>
              </a:lnSpc>
              <a:spcAft>
                <a:spcPts val="700"/>
              </a:spcAft>
            </a:pPr>
            <a:r>
              <a:rPr sz="900" b="0">
                <a:solidFill>
                  <a:srgbClr val="717074"/>
                </a:solidFill>
                <a:latin typeface="Arial"/>
                <a:ea typeface="Microsoft JhengHei"/>
                <a:cs typeface="Arial"/>
              </a:rPr>
              <a:t>    govc extension.info | grep -iE 'sddcmanager|vcf.client'</a:t>
            </a:r>
          </a:p>
          <a:p>
            <a:pPr algn="l">
              <a:lnSpc>
                <a:spcPct val="100000"/>
              </a:lnSpc>
              <a:spcAft>
                <a:spcPts val="3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vLCM evacuate_offline_vms = true</a:t>
            </a:r>
          </a:p>
          <a:p>
            <a:pPr algn="l">
              <a:lnSpc>
                <a:spcPct val="100000"/>
              </a:lnSpc>
              <a:spcAft>
                <a:spcPts val="700"/>
              </a:spcAft>
            </a:pPr>
            <a:r>
              <a:rPr sz="900" b="0">
                <a:solidFill>
                  <a:srgbClr val="717074"/>
                </a:solidFill>
                <a:latin typeface="Arial"/>
                <a:ea typeface="Microsoft JhengHei"/>
                <a:cs typeface="Arial"/>
              </a:rPr>
              <a:t>    PUT /api/esx/settings/clusters/{id}/policies/apply</a:t>
            </a:r>
          </a:p>
          <a:p>
            <a:pPr algn="l">
              <a:lnSpc>
                <a:spcPct val="100000"/>
              </a:lnSpc>
              <a:spcAft>
                <a:spcPts val="7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Overlay：無 TEP 或 over mgmt（MTU ≥ 1600）</a:t>
            </a:r>
          </a:p>
          <a:p>
            <a:pPr algn="l">
              <a:lnSpc>
                <a:spcPct val="100000"/>
              </a:lnSpc>
              <a:spcAft>
                <a:spcPts val="7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VCF Operations：9.1.1 起必須在第一個 Instance 的管理網域；決定新部署或沿用既有 9.1 實例</a:t>
            </a:r>
          </a:p>
          <a:p>
            <a:pPr algn="l">
              <a:lnSpc>
                <a:spcPct val="100000"/>
              </a:lnSpc>
              <a:spcAft>
                <a:spcPts val="700"/>
              </a:spcAft>
            </a:pPr>
            <a:r>
              <a:rPr sz="1050" b="1">
                <a:solidFill>
                  <a:srgbClr val="005C8A"/>
                </a:solidFill>
                <a:latin typeface="Arial"/>
                <a:ea typeface="Microsoft JhengHei"/>
                <a:cs typeface="Arial"/>
              </a:rPr>
              <a:t>☐ </a:t>
            </a:r>
            <a:r>
              <a:rPr sz="1050" b="0">
                <a:solidFill>
                  <a:srgbClr val="333333"/>
                </a:solidFill>
                <a:latin typeface="Arial"/>
                <a:ea typeface="Microsoft JhengHei"/>
                <a:cs typeface="Arial"/>
              </a:rPr>
              <a:t>VCFA 選「稍後」，留給 vRA import</a:t>
            </a:r>
          </a:p>
        </p:txBody>
      </p:sp>
      <p:sp>
        <p:nvSpPr>
          <p:cNvPr id="11" name="Rectangle 10"/>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2" name="Rectangle 11"/>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050" b="1">
                <a:solidFill>
                  <a:srgbClr val="007B8C"/>
                </a:solidFill>
                <a:latin typeface="Arial"/>
                <a:ea typeface="Microsoft JhengHei"/>
                <a:cs typeface="Arial"/>
              </a:rPr>
              <a:t>☐ </a:t>
            </a:r>
            <a:r>
              <a:rPr sz="1050" b="0">
                <a:solidFill>
                  <a:srgbClr val="333333"/>
                </a:solidFill>
                <a:latin typeface="Arial"/>
                <a:ea typeface="Microsoft JhengHei"/>
                <a:cs typeface="Arial"/>
              </a:rPr>
              <a:t>Plan 勾 Existing Component（不可跳過）</a:t>
            </a:r>
          </a:p>
          <a:p>
            <a:pPr algn="l">
              <a:lnSpc>
                <a:spcPct val="100000"/>
              </a:lnSpc>
              <a:spcAft>
                <a:spcPts val="700"/>
              </a:spcAft>
            </a:pPr>
            <a:r>
              <a:rPr sz="900" b="0">
                <a:solidFill>
                  <a:srgbClr val="717074"/>
                </a:solidFill>
                <a:latin typeface="Arial"/>
                <a:ea typeface="Microsoft JhengHei"/>
                <a:cs typeface="Arial"/>
              </a:rPr>
              <a:t>    Installer UI</a:t>
            </a:r>
          </a:p>
          <a:p>
            <a:pPr algn="l">
              <a:lnSpc>
                <a:spcPct val="100000"/>
              </a:lnSpc>
              <a:spcAft>
                <a:spcPts val="300"/>
              </a:spcAft>
            </a:pPr>
            <a:r>
              <a:rPr sz="1050" b="1">
                <a:solidFill>
                  <a:srgbClr val="007B8C"/>
                </a:solidFill>
                <a:latin typeface="Arial"/>
                <a:ea typeface="Microsoft JhengHei"/>
                <a:cs typeface="Arial"/>
              </a:rPr>
              <a:t>☐ </a:t>
            </a:r>
            <a:r>
              <a:rPr sz="1050" b="0">
                <a:solidFill>
                  <a:srgbClr val="333333"/>
                </a:solidFill>
                <a:latin typeface="Arial"/>
                <a:ea typeface="Microsoft JhengHei"/>
                <a:cs typeface="Arial"/>
              </a:rPr>
              <a:t>Validate → Deploy；JSON spec 存檔</a:t>
            </a:r>
          </a:p>
          <a:p>
            <a:pPr algn="l">
              <a:lnSpc>
                <a:spcPct val="100000"/>
              </a:lnSpc>
              <a:spcAft>
                <a:spcPts val="700"/>
              </a:spcAft>
            </a:pPr>
            <a:r>
              <a:rPr sz="900" b="0">
                <a:solidFill>
                  <a:srgbClr val="717074"/>
                </a:solidFill>
                <a:latin typeface="Arial"/>
                <a:ea typeface="Microsoft JhengHei"/>
                <a:cs typeface="Arial"/>
              </a:rPr>
              <a:t>    Installer UI &gt; Review &gt; Download JSON spec</a:t>
            </a:r>
          </a:p>
          <a:p>
            <a:pPr algn="l">
              <a:lnSpc>
                <a:spcPct val="100000"/>
              </a:lnSpc>
              <a:spcAft>
                <a:spcPts val="300"/>
              </a:spcAft>
            </a:pPr>
            <a:r>
              <a:rPr sz="1050" b="1">
                <a:solidFill>
                  <a:srgbClr val="007B8C"/>
                </a:solidFill>
                <a:latin typeface="Arial"/>
                <a:ea typeface="Microsoft JhengHei"/>
                <a:cs typeface="Arial"/>
              </a:rPr>
              <a:t>☐ </a:t>
            </a:r>
            <a:r>
              <a:rPr sz="1050" b="0">
                <a:solidFill>
                  <a:srgbClr val="333333"/>
                </a:solidFill>
                <a:latin typeface="Arial"/>
                <a:ea typeface="Microsoft JhengHei"/>
                <a:cs typeface="Arial"/>
              </a:rPr>
              <a:t>監看里程碑：Convert vCenter → NSX → VCF Management Platform → VCF Operations → Management Services</a:t>
            </a:r>
          </a:p>
          <a:p>
            <a:pPr algn="l">
              <a:lnSpc>
                <a:spcPct val="100000"/>
              </a:lnSpc>
              <a:spcAft>
                <a:spcPts val="700"/>
              </a:spcAft>
            </a:pPr>
            <a:r>
              <a:rPr sz="900" b="0">
                <a:solidFill>
                  <a:srgbClr val="717074"/>
                </a:solidFill>
                <a:latin typeface="Arial"/>
                <a:ea typeface="Microsoft JhengHei"/>
                <a:cs typeface="Arial"/>
              </a:rPr>
              <a:t>    Installer UI / GET /v1/sddcs/{id}</a:t>
            </a:r>
          </a:p>
        </p:txBody>
      </p:sp>
      <p:sp>
        <p:nvSpPr>
          <p:cNvPr id="14" name="Rectangle 13"/>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5" name="Rectangle 14"/>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050" b="1">
                <a:solidFill>
                  <a:srgbClr val="61A60E"/>
                </a:solidFill>
                <a:latin typeface="Arial"/>
                <a:ea typeface="Microsoft JhengHei"/>
                <a:cs typeface="Arial"/>
              </a:rPr>
              <a:t>☐ </a:t>
            </a:r>
            <a:r>
              <a:rPr sz="1050" b="0">
                <a:solidFill>
                  <a:srgbClr val="333333"/>
                </a:solidFill>
                <a:latin typeface="Arial"/>
                <a:ea typeface="Microsoft JhengHei"/>
                <a:cs typeface="Arial"/>
              </a:rPr>
              <a:t>全部 subtask 成功、Domain ACTIVE</a:t>
            </a:r>
          </a:p>
          <a:p>
            <a:pPr algn="l">
              <a:lnSpc>
                <a:spcPct val="100000"/>
              </a:lnSpc>
              <a:spcAft>
                <a:spcPts val="700"/>
              </a:spcAft>
            </a:pPr>
            <a:r>
              <a:rPr sz="900" b="0">
                <a:solidFill>
                  <a:srgbClr val="717074"/>
                </a:solidFill>
                <a:latin typeface="Arial"/>
                <a:ea typeface="Microsoft JhengHei"/>
                <a:cs typeface="Arial"/>
              </a:rPr>
              <a:t>    SDDC Manager UI / GET /v1/domains</a:t>
            </a:r>
          </a:p>
          <a:p>
            <a:pPr algn="l">
              <a:lnSpc>
                <a:spcPct val="100000"/>
              </a:lnSpc>
              <a:spcAft>
                <a:spcPts val="300"/>
              </a:spcAft>
            </a:pPr>
            <a:r>
              <a:rPr sz="1050" b="1">
                <a:solidFill>
                  <a:srgbClr val="61A60E"/>
                </a:solidFill>
                <a:latin typeface="Arial"/>
                <a:ea typeface="Microsoft JhengHei"/>
                <a:cs typeface="Arial"/>
              </a:rPr>
              <a:t>☐ </a:t>
            </a:r>
            <a:r>
              <a:rPr sz="1050" b="0">
                <a:solidFill>
                  <a:srgbClr val="333333"/>
                </a:solidFill>
                <a:latin typeface="Arial"/>
                <a:ea typeface="Microsoft JhengHei"/>
                <a:cs typeface="Arial"/>
              </a:rPr>
              <a:t>NSX hosts Up、VCF Ops 看得到 fleet</a:t>
            </a:r>
          </a:p>
          <a:p>
            <a:pPr algn="l">
              <a:lnSpc>
                <a:spcPct val="100000"/>
              </a:lnSpc>
              <a:spcAft>
                <a:spcPts val="700"/>
              </a:spcAft>
            </a:pPr>
            <a:r>
              <a:rPr sz="900" b="0">
                <a:solidFill>
                  <a:srgbClr val="717074"/>
                </a:solidFill>
                <a:latin typeface="Arial"/>
                <a:ea typeface="Microsoft JhengHei"/>
                <a:cs typeface="Arial"/>
              </a:rPr>
              <a:t>    NSX UI &gt; Fabric &gt; Hosts；VCF Ops &gt; Build &gt; Lifecycle</a:t>
            </a:r>
          </a:p>
          <a:p>
            <a:pPr algn="l">
              <a:lnSpc>
                <a:spcPct val="100000"/>
              </a:lnSpc>
              <a:spcAft>
                <a:spcPts val="700"/>
              </a:spcAft>
            </a:pPr>
            <a:r>
              <a:rPr sz="1050" b="1">
                <a:solidFill>
                  <a:srgbClr val="61A60E"/>
                </a:solidFill>
                <a:latin typeface="Arial"/>
                <a:ea typeface="Microsoft JhengHei"/>
                <a:cs typeface="Arial"/>
              </a:rPr>
              <a:t>☐ </a:t>
            </a:r>
            <a:r>
              <a:rPr sz="1050" b="0">
                <a:solidFill>
                  <a:srgbClr val="333333"/>
                </a:solidFill>
                <a:latin typeface="Arial"/>
                <a:ea typeface="Microsoft JhengHei"/>
                <a:cs typeface="Arial"/>
              </a:rPr>
              <a:t>授權 + 第一次 SFTP 備份</a:t>
            </a:r>
          </a:p>
        </p:txBody>
      </p:sp>
      <p:sp>
        <p:nvSpPr>
          <p:cNvPr id="17" name="Rectangle 16"/>
          <p:cNvSpPr/>
          <p:nvPr/>
        </p:nvSpPr>
        <p:spPr>
          <a:xfrm>
            <a:off x="8934602" y="1417320"/>
            <a:ext cx="2679192" cy="384048"/>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8" name="Rectangle 17"/>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050" b="1">
                <a:solidFill>
                  <a:srgbClr val="A6192E"/>
                </a:solidFill>
                <a:latin typeface="Arial"/>
                <a:ea typeface="Microsoft JhengHei"/>
                <a:cs typeface="Arial"/>
              </a:rPr>
              <a:t>☐ </a:t>
            </a:r>
            <a:r>
              <a:rPr sz="1050" b="0">
                <a:solidFill>
                  <a:srgbClr val="333333"/>
                </a:solidFill>
                <a:latin typeface="Arial"/>
                <a:ea typeface="Microsoft JhengHei"/>
                <a:cs typeface="Arial"/>
              </a:rPr>
              <a:t>失敗：KB 448258 清除後重做</a:t>
            </a:r>
          </a:p>
          <a:p>
            <a:pPr algn="l">
              <a:lnSpc>
                <a:spcPct val="100000"/>
              </a:lnSpc>
              <a:spcAft>
                <a:spcPts val="700"/>
              </a:spcAft>
            </a:pPr>
            <a:r>
              <a:rPr sz="1050" b="1">
                <a:solidFill>
                  <a:srgbClr val="A6192E"/>
                </a:solidFill>
                <a:latin typeface="Arial"/>
                <a:ea typeface="Microsoft JhengHei"/>
                <a:cs typeface="Arial"/>
              </a:rPr>
              <a:t>☐ </a:t>
            </a:r>
            <a:r>
              <a:rPr sz="1050" b="0">
                <a:solidFill>
                  <a:srgbClr val="333333"/>
                </a:solidFill>
                <a:latin typeface="Arial"/>
                <a:ea typeface="Microsoft JhengHei"/>
                <a:cs typeface="Arial"/>
              </a:rPr>
              <a:t>⚠ 成功後不可逆（PONR）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S05 ｜ Import vRA into VCF Operations</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vRA 匯入 VCF Operations（Fleet Lifecycle）</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依據：TechDocs《Import an Existing VMware Aria Automation Instance》；KB 425169、441333；CXS Lab 實測</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#6 ｜ 負責：ENG、AUTO ｜ Lab 9.1.1：約 5 分</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vRA 已在管理網域（KB 425169）</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vRA ≥ 8.18.1、服務健康</a:t>
            </a:r>
          </a:p>
          <a:p>
            <a:pPr algn="l">
              <a:lnSpc>
                <a:spcPct val="100000"/>
              </a:lnSpc>
              <a:spcAft>
                <a:spcPts val="700"/>
              </a:spcAft>
            </a:pPr>
            <a:r>
              <a:rPr sz="1100" b="0">
                <a:solidFill>
                  <a:srgbClr val="717074"/>
                </a:solidFill>
                <a:latin typeface="Arial"/>
                <a:ea typeface="Microsoft JhengHei"/>
                <a:cs typeface="Arial"/>
              </a:rPr>
              <a:t>    vracli status</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Fleet 內尚無 VCFA</a:t>
            </a:r>
          </a:p>
          <a:p>
            <a:pPr algn="l">
              <a:lnSpc>
                <a:spcPct val="100000"/>
              </a:lnSpc>
              <a:spcAft>
                <a:spcPts val="700"/>
              </a:spcAft>
            </a:pPr>
            <a:r>
              <a:rPr sz="1100" b="0">
                <a:solidFill>
                  <a:srgbClr val="717074"/>
                </a:solidFill>
                <a:latin typeface="Arial"/>
                <a:ea typeface="Microsoft JhengHei"/>
                <a:cs typeface="Arial"/>
              </a:rPr>
              <a:t>    VCF Ops &gt; Lifecycle &gt; Components</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Lifecycle &gt; Add Component &gt; Import 8.x</a:t>
            </a:r>
          </a:p>
          <a:p>
            <a:pPr algn="l">
              <a:lnSpc>
                <a:spcPct val="100000"/>
              </a:lnSpc>
              <a:spcAft>
                <a:spcPts val="700"/>
              </a:spcAft>
            </a:pPr>
            <a:r>
              <a:rPr sz="1100" b="0">
                <a:solidFill>
                  <a:srgbClr val="717074"/>
                </a:solidFill>
                <a:latin typeface="Arial"/>
                <a:ea typeface="Microsoft JhengHei"/>
                <a:cs typeface="Arial"/>
              </a:rPr>
              <a:t>    VCF Ops &gt; Build &gt; Lifecycle &gt; VCF Management &gt; Components</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完成後按 Sync</a:t>
            </a:r>
          </a:p>
          <a:p>
            <a:pPr algn="l">
              <a:lnSpc>
                <a:spcPct val="100000"/>
              </a:lnSpc>
              <a:spcAft>
                <a:spcPts val="700"/>
              </a:spcAft>
            </a:pPr>
            <a:r>
              <a:rPr sz="1100" b="0">
                <a:solidFill>
                  <a:srgbClr val="717074"/>
                </a:solidFill>
                <a:latin typeface="Arial"/>
                <a:ea typeface="Microsoft JhengHei"/>
                <a:cs typeface="Arial"/>
              </a:rPr>
              <a:t>    VCF Ops &gt; Lifecycle &gt; Sync</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Task Completed、Components 有 VCFA 8.18.x</a:t>
            </a:r>
          </a:p>
          <a:p>
            <a:pPr algn="l">
              <a:lnSpc>
                <a:spcPct val="100000"/>
              </a:lnSpc>
              <a:spcAft>
                <a:spcPts val="700"/>
              </a:spcAft>
            </a:pPr>
            <a:r>
              <a:rPr sz="1100" b="0">
                <a:solidFill>
                  <a:srgbClr val="717074"/>
                </a:solidFill>
                <a:latin typeface="Arial"/>
                <a:ea typeface="Microsoft JhengHei"/>
                <a:cs typeface="Arial"/>
              </a:rPr>
              <a:t>    VCF Ops &gt; Lifecycle &gt; Tasks / Components</a:t>
            </a:r>
          </a:p>
          <a:p>
            <a:pPr algn="l">
              <a:lnSpc>
                <a:spcPct val="100000"/>
              </a:lnSpc>
              <a:spcAft>
                <a:spcPts val="7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來源 vRA 不受影響</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只是註冊；撤除走 KB 441333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S06 ｜ Upgrade vRA 8.18 to VCF Automation 9.1.1</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vRA 8.18 → VCF Automation 9.1.1（藍綠升級）</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依據：TechDocs《Upgrading to VCF Automation 9.1》等；KB 425489、389563、447667、450345、441333；CXS Lab 實測；VCFA 升級精靈 / VCF Automation 9.1.1 Release Notes</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#7 ｜ 負責：ENG、AUTO、ARC ｜ Lab 9.1.1（10/7）：precheck 36 分、升級 4 h 47 m、vRA 中斷約 44 分</a:t>
            </a:r>
          </a:p>
        </p:txBody>
      </p:sp>
      <p:sp>
        <p:nvSpPr>
          <p:cNvPr id="7" name="Rounded Rectangle 6"/>
          <p:cNvSpPr/>
          <p:nvPr/>
        </p:nvSpPr>
        <p:spPr>
          <a:xfrm>
            <a:off x="10835640" y="1097280"/>
            <a:ext cx="777240" cy="246888"/>
          </a:xfrm>
          <a:prstGeom prst="roundRect">
            <a:avLst>
              <a:gd name="adj" fmla="val 50000"/>
            </a:avLst>
          </a:prstGeom>
          <a:solidFill>
            <a:srgbClr val="F3BA1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1B1D36"/>
                </a:solidFill>
                <a:latin typeface="Arial"/>
                <a:ea typeface="Microsoft JhengHei"/>
                <a:cs typeface="Arial"/>
              </a:rPr>
              <a:t>G2 Gate</a:t>
            </a:r>
          </a:p>
        </p:txBody>
      </p:sp>
      <p:sp>
        <p:nvSpPr>
          <p:cNvPr id="8" name="Rectangle 7"/>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9" name="Rectangle 8"/>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Depot 有 VCFA + MSE；Upgrade 頁有 VCFA 列</a:t>
            </a:r>
          </a:p>
          <a:p>
            <a:pPr algn="l">
              <a:lnSpc>
                <a:spcPct val="100000"/>
              </a:lnSpc>
              <a:spcAft>
                <a:spcPts val="700"/>
              </a:spcAft>
            </a:pPr>
            <a:r>
              <a:rPr sz="850" b="0">
                <a:solidFill>
                  <a:srgbClr val="717074"/>
                </a:solidFill>
                <a:latin typeface="Arial"/>
                <a:ea typeface="Microsoft JhengHei"/>
                <a:cs typeface="Arial"/>
              </a:rPr>
              <a:t>    VCF Ops &gt; Lifecycle &gt; Upgrade</a:t>
            </a:r>
          </a:p>
          <a:p>
            <a:pPr algn="l">
              <a:lnSpc>
                <a:spcPct val="100000"/>
              </a:lnSpc>
              <a:spcAft>
                <a:spcPts val="3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Fleet / services runtime 已 9.1.1</a:t>
            </a:r>
          </a:p>
          <a:p>
            <a:pPr algn="l">
              <a:lnSpc>
                <a:spcPct val="100000"/>
              </a:lnSpc>
              <a:spcAft>
                <a:spcPts val="700"/>
              </a:spcAft>
            </a:pPr>
            <a:r>
              <a:rPr sz="850" b="0">
                <a:solidFill>
                  <a:srgbClr val="717074"/>
                </a:solidFill>
                <a:latin typeface="Arial"/>
                <a:ea typeface="Microsoft JhengHei"/>
                <a:cs typeface="Arial"/>
              </a:rPr>
              <a:t>    VCF Ops &gt; Lifecycle &gt; Components</a:t>
            </a:r>
          </a:p>
          <a:p>
            <a:pPr algn="l">
              <a:lnSpc>
                <a:spcPct val="100000"/>
              </a:lnSpc>
              <a:spcAft>
                <a:spcPts val="7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5 IP 同網段 + runtime FQDN（pool 外）</a:t>
            </a:r>
          </a:p>
          <a:p>
            <a:pPr algn="l">
              <a:lnSpc>
                <a:spcPct val="100000"/>
              </a:lnSpc>
              <a:spcAft>
                <a:spcPts val="3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端點憑證已入 DB（否則 KB 425489）</a:t>
            </a:r>
          </a:p>
          <a:p>
            <a:pPr algn="l">
              <a:lnSpc>
                <a:spcPct val="100000"/>
              </a:lnSpc>
              <a:spcAft>
                <a:spcPts val="700"/>
              </a:spcAft>
            </a:pPr>
            <a:r>
              <a:rPr sz="850" b="0">
                <a:solidFill>
                  <a:srgbClr val="717074"/>
                </a:solidFill>
                <a:latin typeface="Arial"/>
                <a:ea typeface="Microsoft JhengHei"/>
                <a:cs typeface="Arial"/>
              </a:rPr>
              <a:t>    Precheck details；vRA 主節點 SSH</a:t>
            </a:r>
          </a:p>
          <a:p>
            <a:pPr algn="l">
              <a:lnSpc>
                <a:spcPct val="100000"/>
              </a:lnSpc>
              <a:spcAft>
                <a:spcPts val="7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排中斷窗口（Lab 約 44 分）</a:t>
            </a:r>
          </a:p>
          <a:p>
            <a:pPr algn="l">
              <a:lnSpc>
                <a:spcPct val="100000"/>
              </a:lnSpc>
              <a:spcAft>
                <a:spcPts val="7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資源 ×2（新節點 24 vCPU / 96 GB）</a:t>
            </a:r>
          </a:p>
          <a:p>
            <a:pPr algn="l">
              <a:lnSpc>
                <a:spcPct val="100000"/>
              </a:lnSpc>
              <a:spcAft>
                <a:spcPts val="3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9.1.1 起 public cloud endpoints 已 deprecated、升級後預設關閉 → 確認未使用</a:t>
            </a:r>
          </a:p>
          <a:p>
            <a:pPr algn="l">
              <a:lnSpc>
                <a:spcPct val="100000"/>
              </a:lnSpc>
              <a:spcAft>
                <a:spcPts val="700"/>
              </a:spcAft>
            </a:pPr>
            <a:r>
              <a:rPr sz="850" b="0">
                <a:solidFill>
                  <a:srgbClr val="717074"/>
                </a:solidFill>
                <a:latin typeface="Arial"/>
                <a:ea typeface="Microsoft JhengHei"/>
                <a:cs typeface="Arial"/>
              </a:rPr>
              <a:t>    Cloud Assembly &gt; Cloud Accounts</a:t>
            </a:r>
          </a:p>
          <a:p>
            <a:pPr algn="l">
              <a:lnSpc>
                <a:spcPct val="100000"/>
              </a:lnSpc>
              <a:spcAft>
                <a:spcPts val="7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保留 vIDM 與 ASL 8.x</a:t>
            </a:r>
          </a:p>
          <a:p>
            <a:pPr algn="l">
              <a:lnSpc>
                <a:spcPct val="100000"/>
              </a:lnSpc>
              <a:spcAft>
                <a:spcPts val="700"/>
              </a:spcAft>
            </a:pPr>
            <a:r>
              <a:rPr sz="1000" b="1">
                <a:solidFill>
                  <a:srgbClr val="005C8A"/>
                </a:solidFill>
                <a:latin typeface="Arial"/>
                <a:ea typeface="Microsoft JhengHei"/>
                <a:cs typeface="Arial"/>
              </a:rPr>
              <a:t>☐ </a:t>
            </a:r>
            <a:r>
              <a:rPr sz="1000" b="0">
                <a:solidFill>
                  <a:srgbClr val="333333"/>
                </a:solidFill>
                <a:latin typeface="Arial"/>
                <a:ea typeface="Microsoft JhengHei"/>
                <a:cs typeface="Arial"/>
              </a:rPr>
              <a:t>升級精靈密碼欄位：清掉自動產生值，改用保管工具內的標準密碼（自動產生值部署後看不到）</a:t>
            </a:r>
          </a:p>
        </p:txBody>
      </p:sp>
      <p:sp>
        <p:nvSpPr>
          <p:cNvPr id="11" name="Rectangle 10"/>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2" name="Rectangle 11"/>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000" b="1">
                <a:solidFill>
                  <a:srgbClr val="007B8C"/>
                </a:solidFill>
                <a:latin typeface="Arial"/>
                <a:ea typeface="Microsoft JhengHei"/>
                <a:cs typeface="Arial"/>
              </a:rPr>
              <a:t>☐ </a:t>
            </a:r>
            <a:r>
              <a:rPr sz="1000" b="0">
                <a:solidFill>
                  <a:srgbClr val="333333"/>
                </a:solidFill>
                <a:latin typeface="Arial"/>
                <a:ea typeface="Microsoft JhengHei"/>
                <a:cs typeface="Arial"/>
              </a:rPr>
              <a:t>Sync 後要 reload 才有 VCFA 列</a:t>
            </a:r>
          </a:p>
          <a:p>
            <a:pPr algn="l">
              <a:lnSpc>
                <a:spcPct val="100000"/>
              </a:lnSpc>
              <a:spcAft>
                <a:spcPts val="700"/>
              </a:spcAft>
            </a:pPr>
            <a:r>
              <a:rPr sz="850" b="0">
                <a:solidFill>
                  <a:srgbClr val="717074"/>
                </a:solidFill>
                <a:latin typeface="Arial"/>
                <a:ea typeface="Microsoft JhengHei"/>
                <a:cs typeface="Arial"/>
              </a:rPr>
              <a:t>    VCF Ops &gt; Lifecycle &gt; Upgrade</a:t>
            </a:r>
          </a:p>
          <a:p>
            <a:pPr algn="l">
              <a:lnSpc>
                <a:spcPct val="100000"/>
              </a:lnSpc>
              <a:spcAft>
                <a:spcPts val="300"/>
              </a:spcAft>
            </a:pPr>
            <a:r>
              <a:rPr sz="1000" b="1">
                <a:solidFill>
                  <a:srgbClr val="007B8C"/>
                </a:solidFill>
                <a:latin typeface="Arial"/>
                <a:ea typeface="Microsoft JhengHei"/>
                <a:cs typeface="Arial"/>
              </a:rPr>
              <a:t>☐ </a:t>
            </a:r>
            <a:r>
              <a:rPr sz="1000" b="0">
                <a:solidFill>
                  <a:srgbClr val="333333"/>
                </a:solidFill>
                <a:latin typeface="Arial"/>
                <a:ea typeface="Microsoft JhengHei"/>
                <a:cs typeface="Arial"/>
              </a:rPr>
              <a:t>Configure → Prechecks 全過 → Upgrade</a:t>
            </a:r>
          </a:p>
          <a:p>
            <a:pPr algn="l">
              <a:lnSpc>
                <a:spcPct val="100000"/>
              </a:lnSpc>
              <a:spcAft>
                <a:spcPts val="700"/>
              </a:spcAft>
            </a:pPr>
            <a:r>
              <a:rPr sz="850" b="0">
                <a:solidFill>
                  <a:srgbClr val="717074"/>
                </a:solidFill>
                <a:latin typeface="Arial"/>
                <a:ea typeface="Microsoft JhengHei"/>
                <a:cs typeface="Arial"/>
              </a:rPr>
              <a:t>    VCF Ops &gt; Lifecycle &gt; Upgrade</a:t>
            </a:r>
          </a:p>
          <a:p>
            <a:pPr algn="l">
              <a:lnSpc>
                <a:spcPct val="100000"/>
              </a:lnSpc>
              <a:spcAft>
                <a:spcPts val="300"/>
              </a:spcAft>
            </a:pPr>
            <a:r>
              <a:rPr sz="1000" b="1">
                <a:solidFill>
                  <a:srgbClr val="007B8C"/>
                </a:solidFill>
                <a:latin typeface="Arial"/>
                <a:ea typeface="Microsoft JhengHei"/>
                <a:cs typeface="Arial"/>
              </a:rPr>
              <a:t>☐ </a:t>
            </a:r>
            <a:r>
              <a:rPr sz="1000" b="0">
                <a:solidFill>
                  <a:srgbClr val="333333"/>
                </a:solidFill>
                <a:latin typeface="Arial"/>
                <a:ea typeface="Microsoft JhengHei"/>
                <a:cs typeface="Arial"/>
              </a:rPr>
              <a:t>監看階段：部署新 runtime（約 2 h）→ import → prechecks → upgrade；完成後來源節點自動關機</a:t>
            </a:r>
          </a:p>
          <a:p>
            <a:pPr algn="l">
              <a:lnSpc>
                <a:spcPct val="100000"/>
              </a:lnSpc>
              <a:spcAft>
                <a:spcPts val="700"/>
              </a:spcAft>
            </a:pPr>
            <a:r>
              <a:rPr sz="850" b="0">
                <a:solidFill>
                  <a:srgbClr val="717074"/>
                </a:solidFill>
                <a:latin typeface="Arial"/>
                <a:ea typeface="Microsoft JhengHei"/>
                <a:cs typeface="Arial"/>
              </a:rPr>
              <a:t>    VCF Ops &gt; Lifecycle &gt; Tasks</a:t>
            </a:r>
          </a:p>
        </p:txBody>
      </p:sp>
      <p:sp>
        <p:nvSpPr>
          <p:cNvPr id="14" name="Rectangle 13"/>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5" name="Rectangle 14"/>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000" b="1">
                <a:solidFill>
                  <a:srgbClr val="61A60E"/>
                </a:solidFill>
                <a:latin typeface="Arial"/>
                <a:ea typeface="Microsoft JhengHei"/>
                <a:cs typeface="Arial"/>
              </a:rPr>
              <a:t>☐ </a:t>
            </a:r>
            <a:r>
              <a:rPr sz="1000" b="0">
                <a:solidFill>
                  <a:srgbClr val="333333"/>
                </a:solidFill>
                <a:latin typeface="Arial"/>
                <a:ea typeface="Microsoft JhengHei"/>
                <a:cs typeface="Arial"/>
              </a:rPr>
              <a:t>Tenant / Provider 登入、版本 9.1.1</a:t>
            </a:r>
          </a:p>
          <a:p>
            <a:pPr algn="l">
              <a:lnSpc>
                <a:spcPct val="100000"/>
              </a:lnSpc>
              <a:spcAft>
                <a:spcPts val="700"/>
              </a:spcAft>
            </a:pPr>
            <a:r>
              <a:rPr sz="850" b="0">
                <a:solidFill>
                  <a:srgbClr val="717074"/>
                </a:solidFill>
                <a:latin typeface="Arial"/>
                <a:ea typeface="Microsoft JhengHei"/>
                <a:cs typeface="Arial"/>
              </a:rPr>
              <a:t>    https://&lt;vra-fqdn&gt;/automation/ ; /provider</a:t>
            </a:r>
          </a:p>
          <a:p>
            <a:pPr algn="l">
              <a:lnSpc>
                <a:spcPct val="100000"/>
              </a:lnSpc>
              <a:spcAft>
                <a:spcPts val="700"/>
              </a:spcAft>
            </a:pPr>
            <a:r>
              <a:rPr sz="1000" b="1">
                <a:solidFill>
                  <a:srgbClr val="61A60E"/>
                </a:solidFill>
                <a:latin typeface="Arial"/>
                <a:ea typeface="Microsoft JhengHei"/>
                <a:cs typeface="Arial"/>
              </a:rPr>
              <a:t>☐ </a:t>
            </a:r>
            <a:r>
              <a:rPr sz="1000" b="0">
                <a:solidFill>
                  <a:srgbClr val="333333"/>
                </a:solidFill>
                <a:latin typeface="Arial"/>
                <a:ea typeface="Microsoft JhengHei"/>
                <a:cs typeface="Arial"/>
              </a:rPr>
              <a:t>資料完整、Day-2 與新請求成功</a:t>
            </a:r>
          </a:p>
          <a:p>
            <a:pPr algn="l">
              <a:lnSpc>
                <a:spcPct val="100000"/>
              </a:lnSpc>
              <a:spcAft>
                <a:spcPts val="300"/>
              </a:spcAft>
            </a:pPr>
            <a:r>
              <a:rPr sz="1000" b="1">
                <a:solidFill>
                  <a:srgbClr val="61A60E"/>
                </a:solidFill>
                <a:latin typeface="Arial"/>
                <a:ea typeface="Microsoft JhengHei"/>
                <a:cs typeface="Arial"/>
              </a:rPr>
              <a:t>☐ </a:t>
            </a:r>
            <a:r>
              <a:rPr sz="1000" b="0">
                <a:solidFill>
                  <a:srgbClr val="333333"/>
                </a:solidFill>
                <a:latin typeface="Arial"/>
                <a:ea typeface="Microsoft JhengHei"/>
                <a:cs typeface="Arial"/>
              </a:rPr>
              <a:t>Fleet 報 failed → 先驗 4 項證據</a:t>
            </a:r>
          </a:p>
          <a:p>
            <a:pPr algn="l">
              <a:lnSpc>
                <a:spcPct val="100000"/>
              </a:lnSpc>
              <a:spcAft>
                <a:spcPts val="700"/>
              </a:spcAft>
            </a:pPr>
            <a:r>
              <a:rPr sz="850" b="0">
                <a:solidFill>
                  <a:srgbClr val="717074"/>
                </a:solidFill>
                <a:latin typeface="Arial"/>
                <a:ea typeface="Microsoft JhengHei"/>
                <a:cs typeface="Arial"/>
              </a:rPr>
              <a:t>    kubectl get pd -n prelude；kubectl get pods -A</a:t>
            </a:r>
          </a:p>
        </p:txBody>
      </p:sp>
      <p:sp>
        <p:nvSpPr>
          <p:cNvPr id="17" name="Rectangle 16"/>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8" name="Rectangle 17"/>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000" b="1">
                <a:solidFill>
                  <a:srgbClr val="717074"/>
                </a:solidFill>
                <a:latin typeface="Arial"/>
                <a:ea typeface="Microsoft JhengHei"/>
                <a:cs typeface="Arial"/>
              </a:rPr>
              <a:t>☐ </a:t>
            </a:r>
            <a:r>
              <a:rPr sz="1000" b="0">
                <a:solidFill>
                  <a:srgbClr val="333333"/>
                </a:solidFill>
                <a:latin typeface="Arial"/>
                <a:ea typeface="Microsoft JhengHei"/>
                <a:cs typeface="Arial"/>
              </a:rPr>
              <a:t>Cutover 前：來源 8.18 原封不動</a:t>
            </a:r>
          </a:p>
          <a:p>
            <a:pPr algn="l">
              <a:lnSpc>
                <a:spcPct val="100000"/>
              </a:lnSpc>
              <a:spcAft>
                <a:spcPts val="300"/>
              </a:spcAft>
            </a:pPr>
            <a:r>
              <a:rPr sz="1000" b="1">
                <a:solidFill>
                  <a:srgbClr val="717074"/>
                </a:solidFill>
                <a:latin typeface="Arial"/>
                <a:ea typeface="Microsoft JhengHei"/>
                <a:cs typeface="Arial"/>
              </a:rPr>
              <a:t>☐ </a:t>
            </a:r>
            <a:r>
              <a:rPr sz="1000" b="0">
                <a:solidFill>
                  <a:srgbClr val="333333"/>
                </a:solidFill>
                <a:latin typeface="Arial"/>
                <a:ea typeface="Microsoft JhengHei"/>
                <a:cs typeface="Arial"/>
              </a:rPr>
              <a:t>退版點：自動 snapshot automated_vcf_backup_*</a:t>
            </a:r>
          </a:p>
          <a:p>
            <a:pPr algn="l">
              <a:lnSpc>
                <a:spcPct val="100000"/>
              </a:lnSpc>
              <a:spcAft>
                <a:spcPts val="700"/>
              </a:spcAft>
            </a:pPr>
            <a:r>
              <a:rPr sz="850" b="0">
                <a:solidFill>
                  <a:srgbClr val="717074"/>
                </a:solidFill>
                <a:latin typeface="Arial"/>
                <a:ea typeface="Microsoft JhengHei"/>
                <a:cs typeface="Arial"/>
              </a:rPr>
              <a:t>    vCenter &gt; vRA VM &gt; Snapshots</a:t>
            </a:r>
          </a:p>
          <a:p>
            <a:pPr algn="l">
              <a:lnSpc>
                <a:spcPct val="100000"/>
              </a:lnSpc>
              <a:spcAft>
                <a:spcPts val="700"/>
              </a:spcAft>
            </a:pPr>
            <a:r>
              <a:rPr sz="1000" b="1">
                <a:solidFill>
                  <a:srgbClr val="717074"/>
                </a:solidFill>
                <a:latin typeface="Arial"/>
                <a:ea typeface="Microsoft JhengHei"/>
                <a:cs typeface="Arial"/>
              </a:rPr>
              <a:t>☐ </a:t>
            </a:r>
            <a:r>
              <a:rPr sz="1000" b="0">
                <a:solidFill>
                  <a:srgbClr val="333333"/>
                </a:solidFill>
                <a:latin typeface="Arial"/>
                <a:ea typeface="Microsoft JhengHei"/>
                <a:cs typeface="Arial"/>
              </a:rPr>
              <a:t>Cutover 後：revert 自動 snapshot＋SR</a:t>
            </a:r>
          </a:p>
          <a:p>
            <a:pPr algn="l">
              <a:lnSpc>
                <a:spcPct val="100000"/>
              </a:lnSpc>
              <a:spcAft>
                <a:spcPts val="700"/>
              </a:spcAft>
            </a:pPr>
            <a:r>
              <a:rPr sz="1000" b="1">
                <a:solidFill>
                  <a:srgbClr val="717074"/>
                </a:solidFill>
                <a:latin typeface="Arial"/>
                <a:ea typeface="Microsoft JhengHei"/>
                <a:cs typeface="Arial"/>
              </a:rPr>
              <a:t>☐ </a:t>
            </a:r>
            <a:r>
              <a:rPr sz="1000" b="0">
                <a:solidFill>
                  <a:srgbClr val="333333"/>
                </a:solidFill>
                <a:latin typeface="Arial"/>
                <a:ea typeface="Microsoft JhengHei"/>
                <a:cs typeface="Arial"/>
              </a:rPr>
              <a:t>⚠ 截止：刪除 8.18 來源</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S07 ｜ 整合雲 vCenter 8.0.3 to 9.1.1 (RDU)</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整合雲 vCenter 8.0.3 → 9.1.1（RDU，import 前）</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依據：TechDocs《Order of Upgrading vSphere and Protection and Recovery Components》《Upgrading to VCF 9.1.x》等；KB 450972、396777；VCF 9.1.1 BOM；CXS Lab 實測；Broadcom Interop Matrix</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#10（vCenter） ｜ 負責：ENG、SYS、DR ｜ Lab：RDU 約 33 分（停機約 5 分）；CLI migration 約 50 分</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SRM 9.1.1 ✓；先升 protected site</a:t>
            </a:r>
          </a:p>
          <a:p>
            <a:pPr algn="l">
              <a:lnSpc>
                <a:spcPct val="100000"/>
              </a:lnSpc>
              <a:spcAft>
                <a:spcPts val="3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VAMI file backup + SRM 設定匯出</a:t>
            </a:r>
          </a:p>
          <a:p>
            <a:pPr algn="l">
              <a:lnSpc>
                <a:spcPct val="100000"/>
              </a:lnSpc>
              <a:spcAft>
                <a:spcPts val="700"/>
              </a:spcAft>
            </a:pPr>
            <a:r>
              <a:rPr sz="950" b="0">
                <a:solidFill>
                  <a:srgbClr val="717074"/>
                </a:solidFill>
                <a:latin typeface="Arial"/>
                <a:ea typeface="Microsoft JhengHei"/>
                <a:cs typeface="Arial"/>
              </a:rPr>
              <a:t>    VAMI &gt; Backup</a:t>
            </a:r>
          </a:p>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8.0.3 build 確認可升 9.1.1（8.0U3j 可；8.0U3k 查 Interop Matrix）；9.1.1 ISO 備妥</a:t>
            </a:r>
          </a:p>
          <a:p>
            <a:pPr algn="l">
              <a:lnSpc>
                <a:spcPct val="100000"/>
              </a:lnSpc>
              <a:spcAft>
                <a:spcPts val="3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vCenter 未註冊 NSX &lt; 9.1（否則 RDU 卡住）</a:t>
            </a:r>
          </a:p>
          <a:p>
            <a:pPr algn="l">
              <a:lnSpc>
                <a:spcPct val="100000"/>
              </a:lnSpc>
              <a:spcAft>
                <a:spcPts val="700"/>
              </a:spcAft>
            </a:pPr>
            <a:r>
              <a:rPr sz="950" b="0">
                <a:solidFill>
                  <a:srgbClr val="717074"/>
                </a:solidFill>
                <a:latin typeface="Arial"/>
                <a:ea typeface="Microsoft JhengHei"/>
                <a:cs typeface="Arial"/>
              </a:rPr>
              <a:t>    govc extension.info | grep -i nsx</a:t>
            </a:r>
          </a:p>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注意：RDU 的 --precheck-only 會先就地升級來源 vCenter 的 vLCM 服務（非唯讀），排在窗口內執行</a:t>
            </a:r>
          </a:p>
          <a:p>
            <a:pPr algn="l">
              <a:lnSpc>
                <a:spcPct val="100000"/>
              </a:lnSpc>
              <a:spcAft>
                <a:spcPts val="3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暫時 IP、NTP、KB 396777</a:t>
            </a:r>
          </a:p>
          <a:p>
            <a:pPr algn="l">
              <a:lnSpc>
                <a:spcPct val="100000"/>
              </a:lnSpc>
              <a:spcAft>
                <a:spcPts val="700"/>
              </a:spcAft>
            </a:pPr>
            <a:r>
              <a:rPr sz="950" b="0">
                <a:solidFill>
                  <a:srgbClr val="717074"/>
                </a:solidFill>
                <a:latin typeface="Arial"/>
                <a:ea typeface="Microsoft JhengHei"/>
                <a:cs typeface="Arial"/>
              </a:rPr>
              <a:t>    ls /var/cache/svcaccounts/vsphere-ui/.vsphere-ui</a:t>
            </a:r>
          </a:p>
          <a:p>
            <a:pPr algn="l">
              <a:lnSpc>
                <a:spcPct val="100000"/>
              </a:lnSpc>
              <a:spcAft>
                <a:spcPts val="700"/>
              </a:spcAft>
            </a:pPr>
            <a:r>
              <a:rPr sz="1100" b="1">
                <a:solidFill>
                  <a:srgbClr val="005C8A"/>
                </a:solidFill>
                <a:latin typeface="Arial"/>
                <a:ea typeface="Microsoft JhengHei"/>
                <a:cs typeface="Arial"/>
              </a:rPr>
              <a:t>☐ </a:t>
            </a:r>
            <a:r>
              <a:rPr sz="1100" b="0">
                <a:solidFill>
                  <a:srgbClr val="333333"/>
                </a:solidFill>
                <a:latin typeface="Arial"/>
                <a:ea typeface="Microsoft JhengHei"/>
                <a:cs typeface="Arial"/>
              </a:rPr>
              <a:t>第三方 plugin / 備份 agent 相容 vCenter 9.1.1；vSAN health 綠</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RDU：部署 → 複寫 → Switchover</a:t>
            </a:r>
          </a:p>
          <a:p>
            <a:pPr algn="l">
              <a:lnSpc>
                <a:spcPct val="100000"/>
              </a:lnSpc>
              <a:spcAft>
                <a:spcPts val="700"/>
              </a:spcAft>
            </a:pPr>
            <a:r>
              <a:rPr sz="950" b="0">
                <a:solidFill>
                  <a:srgbClr val="717074"/>
                </a:solidFill>
                <a:latin typeface="Arial"/>
                <a:ea typeface="Microsoft JhengHei"/>
                <a:cs typeface="Arial"/>
              </a:rPr>
              <a:t>    vSphere Client</a:t>
            </a:r>
          </a:p>
          <a:p>
            <a:pPr algn="l">
              <a:lnSpc>
                <a:spcPct val="100000"/>
              </a:lnSpc>
              <a:spcAft>
                <a:spcPts val="700"/>
              </a:spcAft>
            </a:pPr>
            <a:r>
              <a:rPr sz="1100" b="1">
                <a:solidFill>
                  <a:srgbClr val="007B8C"/>
                </a:solidFill>
                <a:latin typeface="Arial"/>
                <a:ea typeface="Microsoft JhengHei"/>
                <a:cs typeface="Arial"/>
              </a:rPr>
              <a:t>☐ </a:t>
            </a:r>
            <a:r>
              <a:rPr sz="1100" b="0">
                <a:solidFill>
                  <a:srgbClr val="333333"/>
                </a:solidFill>
                <a:latin typeface="Arial"/>
                <a:ea typeface="Microsoft JhengHei"/>
                <a:cs typeface="Arial"/>
              </a:rPr>
              <a:t>不採兩階段 GUI 升級中途關機 / 重開（CXS Lab RCA：Stage 2 firstboot 失敗）</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100" b="1">
                <a:solidFill>
                  <a:srgbClr val="61A60E"/>
                </a:solidFill>
                <a:latin typeface="Arial"/>
                <a:ea typeface="Microsoft JhengHei"/>
                <a:cs typeface="Arial"/>
              </a:rPr>
              <a:t>☐ </a:t>
            </a:r>
            <a:r>
              <a:rPr sz="1100" b="0">
                <a:solidFill>
                  <a:srgbClr val="333333"/>
                </a:solidFill>
                <a:latin typeface="Arial"/>
                <a:ea typeface="Microsoft JhengHei"/>
                <a:cs typeface="Arial"/>
              </a:rPr>
              <a:t>版本 / 服務 / 主機 / vSAN 正常</a:t>
            </a:r>
          </a:p>
          <a:p>
            <a:pPr algn="l">
              <a:lnSpc>
                <a:spcPct val="100000"/>
              </a:lnSpc>
              <a:spcAft>
                <a:spcPts val="700"/>
              </a:spcAft>
            </a:pPr>
            <a:r>
              <a:rPr sz="950" b="0">
                <a:solidFill>
                  <a:srgbClr val="717074"/>
                </a:solidFill>
                <a:latin typeface="Arial"/>
                <a:ea typeface="Microsoft JhengHei"/>
                <a:cs typeface="Arial"/>
              </a:rPr>
              <a:t>    VAMI；vSphere Client</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100" b="1">
                <a:solidFill>
                  <a:srgbClr val="717074"/>
                </a:solidFill>
                <a:latin typeface="Arial"/>
                <a:ea typeface="Microsoft JhengHei"/>
                <a:cs typeface="Arial"/>
              </a:rPr>
              <a:t>☐ </a:t>
            </a:r>
            <a:r>
              <a:rPr sz="1100" b="0">
                <a:solidFill>
                  <a:srgbClr val="333333"/>
                </a:solidFill>
                <a:latin typeface="Arial"/>
                <a:ea typeface="Microsoft JhengHei"/>
                <a:cs typeface="Arial"/>
              </a:rPr>
              <a:t>Switchover 前：RDU 自動回復</a:t>
            </a:r>
          </a:p>
          <a:p>
            <a:pPr algn="l">
              <a:lnSpc>
                <a:spcPct val="100000"/>
              </a:lnSpc>
              <a:spcAft>
                <a:spcPts val="700"/>
              </a:spcAft>
            </a:pPr>
            <a:r>
              <a:rPr sz="1100" b="1">
                <a:solidFill>
                  <a:srgbClr val="717074"/>
                </a:solidFill>
                <a:latin typeface="Arial"/>
                <a:ea typeface="Microsoft JhengHei"/>
                <a:cs typeface="Arial"/>
              </a:rPr>
              <a:t>☐ </a:t>
            </a:r>
            <a:r>
              <a:rPr sz="1100" b="0">
                <a:solidFill>
                  <a:srgbClr val="333333"/>
                </a:solidFill>
                <a:latin typeface="Arial"/>
                <a:ea typeface="Microsoft JhengHei"/>
                <a:cs typeface="Arial"/>
              </a:rPr>
              <a:t>Switchover 後：file-based restore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S08 ｜ SRM Reconfigure &amp; Site Pair Reconnect (整合雲)</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整合雲 vCenter 升級後 SRM 重新註冊</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依據：TechDocs《Reconfigure the Connection Between Sites》；KB 448322、367383、446701；推定</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#11 ｜ 負責：DR、ENG</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該站 vCenter 升級完成；兩站 SRM VAMI 與 SSO 管理帳號備妥（保管工具）</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solution account 未過期（KB 448322）</a:t>
            </a:r>
          </a:p>
          <a:p>
            <a:pPr algn="l">
              <a:lnSpc>
                <a:spcPct val="100000"/>
              </a:lnSpc>
              <a:spcAft>
                <a:spcPts val="700"/>
              </a:spcAft>
            </a:pPr>
            <a:r>
              <a:rPr sz="1100" b="0">
                <a:solidFill>
                  <a:srgbClr val="717074"/>
                </a:solidFill>
                <a:latin typeface="Arial"/>
                <a:ea typeface="Microsoft JhengHei"/>
                <a:cs typeface="Arial"/>
              </a:rPr>
              <a:t>    dir-cli</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兩站 VAMI Reconfigure（KB 446701）</a:t>
            </a:r>
          </a:p>
          <a:p>
            <a:pPr algn="l">
              <a:lnSpc>
                <a:spcPct val="100000"/>
              </a:lnSpc>
              <a:spcAft>
                <a:spcPts val="700"/>
              </a:spcAft>
            </a:pPr>
            <a:r>
              <a:rPr sz="1100" b="0">
                <a:solidFill>
                  <a:srgbClr val="717074"/>
                </a:solidFill>
                <a:latin typeface="Arial"/>
                <a:ea typeface="Microsoft JhengHei"/>
                <a:cs typeface="Arial"/>
              </a:rPr>
              <a:t>    https://&lt;srm&gt;:5480 &gt; Summary &gt; Reconfigure</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Site Pair → Reconnect</a:t>
            </a:r>
          </a:p>
          <a:p>
            <a:pPr algn="l">
              <a:lnSpc>
                <a:spcPct val="100000"/>
              </a:lnSpc>
              <a:spcAft>
                <a:spcPts val="700"/>
              </a:spcAft>
            </a:pPr>
            <a:r>
              <a:rPr sz="1100" b="0">
                <a:solidFill>
                  <a:srgbClr val="717074"/>
                </a:solidFill>
                <a:latin typeface="Arial"/>
                <a:ea typeface="Microsoft JhengHei"/>
                <a:cs typeface="Arial"/>
              </a:rPr>
              <a:t>    SRM UI</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若 vSphere Replication 為獨立 appliance，一併確認註冊與連線（推定，Lab 驗證）</a:t>
            </a:r>
          </a:p>
          <a:p>
            <a:pPr algn="l">
              <a:lnSpc>
                <a:spcPct val="100000"/>
              </a:lnSpc>
              <a:spcAft>
                <a:spcPts val="700"/>
              </a:spcAft>
            </a:pPr>
            <a:r>
              <a:rPr sz="1100" b="0">
                <a:solidFill>
                  <a:srgbClr val="717074"/>
                </a:solidFill>
                <a:latin typeface="Arial"/>
                <a:ea typeface="Microsoft JhengHei"/>
                <a:cs typeface="Arial"/>
              </a:rPr>
              <a:t>    VR VAMI</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Site pair / PG / RPO 正常</a:t>
            </a:r>
          </a:p>
          <a:p>
            <a:pPr algn="l">
              <a:lnSpc>
                <a:spcPct val="100000"/>
              </a:lnSpc>
              <a:spcAft>
                <a:spcPts val="700"/>
              </a:spcAft>
            </a:pPr>
            <a:r>
              <a:rPr sz="1100" b="0">
                <a:solidFill>
                  <a:srgbClr val="717074"/>
                </a:solidFill>
                <a:latin typeface="Arial"/>
                <a:ea typeface="Microsoft JhengHei"/>
                <a:cs typeface="Arial"/>
              </a:rPr>
              <a:t>    SRM UI</a:t>
            </a:r>
          </a:p>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Test Recovery + Cleanup 成功</a:t>
            </a:r>
          </a:p>
          <a:p>
            <a:pPr algn="l">
              <a:lnSpc>
                <a:spcPct val="100000"/>
              </a:lnSpc>
              <a:spcAft>
                <a:spcPts val="700"/>
              </a:spcAft>
            </a:pPr>
            <a:r>
              <a:rPr sz="1100" b="0">
                <a:solidFill>
                  <a:srgbClr val="717074"/>
                </a:solidFill>
                <a:latin typeface="Arial"/>
                <a:ea typeface="Microsoft JhengHei"/>
                <a:cs typeface="Arial"/>
              </a:rPr>
              <a:t>    SRM UI &gt; Recovery Plans &gt; Test</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失敗：KB 448322 修正後重做</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S09 ｜ Import 整合雲 as a VI Workload Domain</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整合雲 匯入為 VI Workload Domain（共用管理網域 NSX 9.1.1）</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依據：TechDocs《Import an Existing vCenter to Create a Workload Domain》；KB 436924、430524；CXS Lab 實測</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#8 ｜ 負責：ARC、ENG、SYS、NET ｜ Lab：約 15 分（57 subtasks）</a:t>
            </a:r>
          </a:p>
        </p:txBody>
      </p:sp>
      <p:sp>
        <p:nvSpPr>
          <p:cNvPr id="7" name="Rounded Rectangle 6"/>
          <p:cNvSpPr/>
          <p:nvPr/>
        </p:nvSpPr>
        <p:spPr>
          <a:xfrm>
            <a:off x="10332720" y="1097280"/>
            <a:ext cx="1280160" cy="246888"/>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FFFFFF"/>
                </a:solidFill>
                <a:latin typeface="Arial"/>
                <a:ea typeface="Microsoft JhengHei"/>
                <a:cs typeface="Arial"/>
              </a:rPr>
              <a:t>G3 ⚠ PONR</a:t>
            </a:r>
          </a:p>
        </p:txBody>
      </p:sp>
      <p:sp>
        <p:nvSpPr>
          <p:cNvPr id="8" name="Rectangle 7"/>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9" name="Rectangle 8"/>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vCenter 已 9.1.1（共用 NSX 前提）</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SSH、FQDN、vLCM image、DRS FA</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mgmt NSX 先加 Compute Manager</a:t>
            </a:r>
          </a:p>
          <a:p>
            <a:pPr algn="l">
              <a:lnSpc>
                <a:spcPct val="100000"/>
              </a:lnSpc>
              <a:spcAft>
                <a:spcPts val="700"/>
              </a:spcAft>
            </a:pPr>
            <a:r>
              <a:rPr sz="1100" b="0">
                <a:solidFill>
                  <a:srgbClr val="717074"/>
                </a:solidFill>
                <a:latin typeface="Arial"/>
                <a:ea typeface="Microsoft JhengHei"/>
                <a:cs typeface="Arial"/>
              </a:rPr>
              <a:t>    NSX UI &gt; System &gt; Fabric &gt; Compute Managers</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SDDC Manager → NSX 443 可通；NSX 憑證 SAN 含所有節點 FQDN 與 VIP；授權容量足夠</a:t>
            </a:r>
          </a:p>
        </p:txBody>
      </p:sp>
      <p:sp>
        <p:nvSpPr>
          <p:cNvPr id="11" name="Rectangle 10"/>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2" name="Rectangle 11"/>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VCF Ops &gt; Add WLD &gt; Import a vCenter</a:t>
            </a:r>
          </a:p>
          <a:p>
            <a:pPr algn="l">
              <a:lnSpc>
                <a:spcPct val="100000"/>
              </a:lnSpc>
              <a:spcAft>
                <a:spcPts val="700"/>
              </a:spcAft>
            </a:pPr>
            <a:r>
              <a:rPr sz="1100" b="0">
                <a:solidFill>
                  <a:srgbClr val="717074"/>
                </a:solidFill>
                <a:latin typeface="Arial"/>
                <a:ea typeface="Microsoft JhengHei"/>
                <a:cs typeface="Arial"/>
              </a:rPr>
              <a:t>    VCF Operations UI</a:t>
            </a:r>
          </a:p>
          <a:p>
            <a:pPr algn="l">
              <a:lnSpc>
                <a:spcPct val="100000"/>
              </a:lnSpc>
              <a:spcAft>
                <a:spcPts val="7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9.1.1 預設 VLAN-backed VPC、不在 DVPG 上啟用 NSX（既有 VM 網路不變）</a:t>
            </a:r>
          </a:p>
        </p:txBody>
      </p:sp>
      <p:sp>
        <p:nvSpPr>
          <p:cNvPr id="14" name="Rectangle 13"/>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5" name="Rectangle 14"/>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Domain ACTIVE、hosts ASSIGNED</a:t>
            </a:r>
          </a:p>
          <a:p>
            <a:pPr algn="l">
              <a:lnSpc>
                <a:spcPct val="100000"/>
              </a:lnSpc>
              <a:spcAft>
                <a:spcPts val="700"/>
              </a:spcAft>
            </a:pPr>
            <a:r>
              <a:rPr sz="1100" b="0">
                <a:solidFill>
                  <a:srgbClr val="717074"/>
                </a:solidFill>
                <a:latin typeface="Arial"/>
                <a:ea typeface="Microsoft JhengHei"/>
                <a:cs typeface="Arial"/>
              </a:rPr>
              <a:t>    SDDC Manager UI；GET /v1/hosts；GET /v1/nsxt-clusters</a:t>
            </a:r>
          </a:p>
          <a:p>
            <a:pPr algn="l">
              <a:lnSpc>
                <a:spcPct val="100000"/>
              </a:lnSpc>
              <a:spcAft>
                <a:spcPts val="7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VM 網路不中斷；SRM Site Pair 仍 Connected</a:t>
            </a:r>
          </a:p>
        </p:txBody>
      </p:sp>
      <p:sp>
        <p:nvSpPr>
          <p:cNvPr id="17" name="Rectangle 16"/>
          <p:cNvSpPr/>
          <p:nvPr/>
        </p:nvSpPr>
        <p:spPr>
          <a:xfrm>
            <a:off x="8934602" y="1417320"/>
            <a:ext cx="2679192" cy="384048"/>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8" name="Rectangle 17"/>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A6192E"/>
                </a:solidFill>
                <a:latin typeface="Arial"/>
                <a:ea typeface="Microsoft JhengHei"/>
                <a:cs typeface="Arial"/>
              </a:rPr>
              <a:t>☐ </a:t>
            </a:r>
            <a:r>
              <a:rPr sz="1250" b="0">
                <a:solidFill>
                  <a:srgbClr val="333333"/>
                </a:solidFill>
                <a:latin typeface="Arial"/>
                <a:ea typeface="Microsoft JhengHei"/>
                <a:cs typeface="Arial"/>
              </a:rPr>
              <a:t>⚠ 無 UI 反向（KB 436924）→ PONR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S10 ｜ 整合雲 ESXi 8.0.3 to 9.1.1 via VCF Lifecycle</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7B8C"/>
                </a:solidFill>
                <a:latin typeface="Arial"/>
                <a:ea typeface="Microsoft JhengHei"/>
                <a:cs typeface="Arial"/>
              </a:rPr>
              <a:t>整合雲 ESXi 8.0.3 → 9.1.1（VCF LCM / vLCM image）</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依據：TechDocs《Upgrading Workload Domains to 9.1.x》《About the vSAN Disk Format》；KB 316592</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#10（ESXi） ｜ 負責：ENG、SYS、DR、APP</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Depot 有 ESX 9.1.1；HCL / 韌體</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vSAN 綠、resync 0、N-1 容量</a:t>
            </a:r>
          </a:p>
          <a:p>
            <a:pPr algn="l">
              <a:lnSpc>
                <a:spcPct val="100000"/>
              </a:lnSpc>
              <a:spcAft>
                <a:spcPts val="700"/>
              </a:spcAft>
            </a:pPr>
            <a:r>
              <a:rPr sz="1100" b="0">
                <a:solidFill>
                  <a:srgbClr val="717074"/>
                </a:solidFill>
                <a:latin typeface="Arial"/>
                <a:ea typeface="Microsoft JhengHei"/>
                <a:cs typeface="Arial"/>
              </a:rPr>
              <a:t>    esxcli vsan debug resync summary get</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vSAN on-disk format 本步不升（留到觀察期後，S16）</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Precheck → vLCM image → ESX rolling</a:t>
            </a:r>
          </a:p>
          <a:p>
            <a:pPr algn="l">
              <a:lnSpc>
                <a:spcPct val="100000"/>
              </a:lnSpc>
              <a:spcAft>
                <a:spcPts val="700"/>
              </a:spcAft>
            </a:pPr>
            <a:r>
              <a:rPr sz="1100" b="0">
                <a:solidFill>
                  <a:srgbClr val="717074"/>
                </a:solidFill>
                <a:latin typeface="Arial"/>
                <a:ea typeface="Microsoft JhengHei"/>
                <a:cs typeface="Arial"/>
              </a:rPr>
              <a:t>    VCF Ops / SDDC Manager &gt; Workload Domain &gt; Updates</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6 台 9.1.1、vSAN 綠、compliant</a:t>
            </a:r>
          </a:p>
          <a:p>
            <a:pPr algn="l">
              <a:lnSpc>
                <a:spcPct val="100000"/>
              </a:lnSpc>
              <a:spcAft>
                <a:spcPts val="7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SRM Test Recovery、應用抽測</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單台 Shift+R（KB 316592）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S11–S14 ｜ Repeat for 中信雲</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0098C7"/>
                </a:solidFill>
                <a:latin typeface="Arial"/>
                <a:ea typeface="Microsoft JhengHei"/>
                <a:cs typeface="Arial"/>
              </a:rPr>
              <a:t>中信雲：步驟同 S07–S10，只列差異</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依據：KB 446701（每次 vCenter 升級後兩站 Reconfigure）；TechDocs《Order of Upgrading vSphere and Protection and Recovery Components》《Import an Existing vCenter》</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100584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#9、#12、#13 ｜ 負責：ENG、SYS、DR、ARC ｜ 詳細 checklist 見 Excel（S11–S14 已逐項展開）</a:t>
            </a:r>
          </a:p>
        </p:txBody>
      </p:sp>
      <p:sp>
        <p:nvSpPr>
          <p:cNvPr id="7" name="Rounded Rectangle 6"/>
          <p:cNvSpPr/>
          <p:nvPr/>
        </p:nvSpPr>
        <p:spPr>
          <a:xfrm>
            <a:off x="10332720" y="1097280"/>
            <a:ext cx="1280160" cy="246888"/>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FFFFFF"/>
                </a:solidFill>
                <a:latin typeface="Arial"/>
                <a:ea typeface="Microsoft JhengHei"/>
                <a:cs typeface="Arial"/>
              </a:rPr>
              <a:t>G4 ⚠ PONR</a:t>
            </a:r>
          </a:p>
        </p:txBody>
      </p:sp>
      <p:sp>
        <p:nvSpPr>
          <p:cNvPr id="8" name="Rectangle 7"/>
          <p:cNvSpPr/>
          <p:nvPr/>
        </p:nvSpPr>
        <p:spPr>
          <a:xfrm>
            <a:off x="576072" y="1444752"/>
            <a:ext cx="2679192" cy="384048"/>
          </a:xfrm>
          <a:prstGeom prst="rect">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S11 vCenter RDU</a:t>
            </a:r>
          </a:p>
        </p:txBody>
      </p:sp>
      <p:sp>
        <p:nvSpPr>
          <p:cNvPr id="9" name="Rectangle 8"/>
          <p:cNvSpPr/>
          <p:nvPr/>
        </p:nvSpPr>
        <p:spPr>
          <a:xfrm>
            <a:off x="576072" y="1828800"/>
            <a:ext cx="2679192" cy="4096512"/>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901952"/>
            <a:ext cx="2569464" cy="3931920"/>
          </a:xfrm>
          <a:prstGeom prst="rect">
            <a:avLst/>
          </a:prstGeom>
          <a:noFill/>
        </p:spPr>
        <p:txBody>
          <a:bodyPr wrap="square" lIns="45720" rIns="45720" tIns="27432" bIns="27432" anchor="t">
            <a:spAutoFit/>
          </a:bodyPr>
          <a:lstStyle/>
          <a:p>
            <a:pPr algn="l">
              <a:spcAft>
                <a:spcPts val="800"/>
              </a:spcAft>
            </a:pPr>
            <a:r>
              <a:rPr sz="1050" b="0">
                <a:solidFill>
                  <a:srgbClr val="333333"/>
                </a:solidFill>
                <a:latin typeface="Arial"/>
                <a:ea typeface="Microsoft JhengHei"/>
                <a:cs typeface="Arial"/>
              </a:rPr>
              <a:t>☐ 同 S07 全部項目</a:t>
            </a:r>
          </a:p>
          <a:p>
            <a:pPr algn="l">
              <a:spcAft>
                <a:spcPts val="800"/>
              </a:spcAft>
            </a:pPr>
            <a:r>
              <a:rPr sz="1050" b="0">
                <a:solidFill>
                  <a:srgbClr val="333333"/>
                </a:solidFill>
                <a:latin typeface="Arial"/>
                <a:ea typeface="Microsoft JhengHei"/>
                <a:cs typeface="Arial"/>
              </a:rPr>
              <a:t>☐ 若中信雲為 recovery site，排在 protected site 之後</a:t>
            </a:r>
          </a:p>
          <a:p>
            <a:pPr algn="l">
              <a:spcAft>
                <a:spcPts val="800"/>
              </a:spcAft>
            </a:pPr>
            <a:r>
              <a:rPr sz="1050" b="0">
                <a:solidFill>
                  <a:srgbClr val="333333"/>
                </a:solidFill>
                <a:latin typeface="Arial"/>
                <a:ea typeface="Microsoft JhengHei"/>
                <a:cs typeface="Arial"/>
              </a:rPr>
              <a:t>☐ RDU 暫時 IP 用中信雲網段</a:t>
            </a:r>
          </a:p>
          <a:p>
            <a:pPr algn="l">
              <a:spcAft>
                <a:spcPts val="800"/>
              </a:spcAft>
            </a:pPr>
            <a:r>
              <a:rPr sz="1050" b="0">
                <a:solidFill>
                  <a:srgbClr val="333333"/>
                </a:solidFill>
                <a:latin typeface="Arial"/>
                <a:ea typeface="Microsoft JhengHei"/>
                <a:cs typeface="Arial"/>
              </a:rPr>
              <a:t>☐ vRA / vRO 已移出；確認 vIDM / ASL 不受 RDU 停機影響</a:t>
            </a:r>
          </a:p>
        </p:txBody>
      </p:sp>
      <p:sp>
        <p:nvSpPr>
          <p:cNvPr id="11" name="Rectangle 10"/>
          <p:cNvSpPr/>
          <p:nvPr/>
        </p:nvSpPr>
        <p:spPr>
          <a:xfrm>
            <a:off x="3362248" y="1444752"/>
            <a:ext cx="2679192" cy="384048"/>
          </a:xfrm>
          <a:prstGeom prst="rect">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S12 SRM 重新註冊</a:t>
            </a:r>
          </a:p>
        </p:txBody>
      </p:sp>
      <p:sp>
        <p:nvSpPr>
          <p:cNvPr id="12" name="Rectangle 11"/>
          <p:cNvSpPr/>
          <p:nvPr/>
        </p:nvSpPr>
        <p:spPr>
          <a:xfrm>
            <a:off x="3362248" y="1828800"/>
            <a:ext cx="2679192" cy="4096512"/>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7112" y="1901952"/>
            <a:ext cx="2569464" cy="3931920"/>
          </a:xfrm>
          <a:prstGeom prst="rect">
            <a:avLst/>
          </a:prstGeom>
          <a:noFill/>
        </p:spPr>
        <p:txBody>
          <a:bodyPr wrap="square" lIns="45720" rIns="45720" tIns="27432" bIns="27432" anchor="t">
            <a:spAutoFit/>
          </a:bodyPr>
          <a:lstStyle/>
          <a:p>
            <a:pPr algn="l">
              <a:spcAft>
                <a:spcPts val="800"/>
              </a:spcAft>
            </a:pPr>
            <a:r>
              <a:rPr sz="1050" b="0">
                <a:solidFill>
                  <a:srgbClr val="333333"/>
                </a:solidFill>
                <a:latin typeface="Arial"/>
                <a:ea typeface="Microsoft JhengHei"/>
                <a:cs typeface="Arial"/>
              </a:rPr>
              <a:t>☐ 同 S08 全部項目</a:t>
            </a:r>
          </a:p>
          <a:p>
            <a:pPr algn="l">
              <a:spcAft>
                <a:spcPts val="800"/>
              </a:spcAft>
            </a:pPr>
            <a:r>
              <a:rPr sz="1050" b="0">
                <a:solidFill>
                  <a:srgbClr val="333333"/>
                </a:solidFill>
                <a:latin typeface="Arial"/>
                <a:ea typeface="Microsoft JhengHei"/>
                <a:cs typeface="Arial"/>
              </a:rPr>
              <a:t>☐ 兩站 VAMI Reconfigure 再做一次（每次 vCenter 升級後都要）</a:t>
            </a:r>
          </a:p>
          <a:p>
            <a:pPr algn="l">
              <a:spcAft>
                <a:spcPts val="800"/>
              </a:spcAft>
            </a:pPr>
            <a:r>
              <a:rPr sz="1050" b="0">
                <a:solidFill>
                  <a:srgbClr val="333333"/>
                </a:solidFill>
                <a:latin typeface="Arial"/>
                <a:ea typeface="Microsoft JhengHei"/>
                <a:cs typeface="Arial"/>
              </a:rPr>
              <a:t>☐ Test Recovery 兩個方向都驗</a:t>
            </a:r>
          </a:p>
        </p:txBody>
      </p:sp>
      <p:sp>
        <p:nvSpPr>
          <p:cNvPr id="14" name="Rectangle 13"/>
          <p:cNvSpPr/>
          <p:nvPr/>
        </p:nvSpPr>
        <p:spPr>
          <a:xfrm>
            <a:off x="6148425" y="1444752"/>
            <a:ext cx="2679192" cy="384048"/>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S13 Import WLD</a:t>
            </a:r>
          </a:p>
        </p:txBody>
      </p:sp>
      <p:sp>
        <p:nvSpPr>
          <p:cNvPr id="15" name="Rectangle 14"/>
          <p:cNvSpPr/>
          <p:nvPr/>
        </p:nvSpPr>
        <p:spPr>
          <a:xfrm>
            <a:off x="6148425" y="1828800"/>
            <a:ext cx="2679192" cy="4096512"/>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3289" y="1901952"/>
            <a:ext cx="2569464" cy="3931920"/>
          </a:xfrm>
          <a:prstGeom prst="rect">
            <a:avLst/>
          </a:prstGeom>
          <a:noFill/>
        </p:spPr>
        <p:txBody>
          <a:bodyPr wrap="square" lIns="45720" rIns="45720" tIns="27432" bIns="27432" anchor="t">
            <a:spAutoFit/>
          </a:bodyPr>
          <a:lstStyle/>
          <a:p>
            <a:pPr algn="l">
              <a:spcAft>
                <a:spcPts val="800"/>
              </a:spcAft>
            </a:pPr>
            <a:r>
              <a:rPr sz="1050" b="0">
                <a:solidFill>
                  <a:srgbClr val="333333"/>
                </a:solidFill>
                <a:latin typeface="Arial"/>
                <a:ea typeface="Microsoft JhengHei"/>
                <a:cs typeface="Arial"/>
              </a:rPr>
              <a:t>☐ 同 S09 全部項目</a:t>
            </a:r>
          </a:p>
          <a:p>
            <a:pPr algn="l">
              <a:spcAft>
                <a:spcPts val="800"/>
              </a:spcAft>
            </a:pPr>
            <a:r>
              <a:rPr sz="1050" b="0">
                <a:solidFill>
                  <a:srgbClr val="333333"/>
                </a:solidFill>
                <a:latin typeface="Arial"/>
                <a:ea typeface="Microsoft JhengHei"/>
                <a:cs typeface="Arial"/>
              </a:rPr>
              <a:t>☐ 中信雲 vCenter 先在管理網域 NSX 註冊 Compute Manager</a:t>
            </a:r>
          </a:p>
          <a:p>
            <a:pPr algn="l">
              <a:spcAft>
                <a:spcPts val="800"/>
              </a:spcAft>
            </a:pPr>
            <a:r>
              <a:rPr sz="1050" b="0">
                <a:solidFill>
                  <a:srgbClr val="333333"/>
                </a:solidFill>
                <a:latin typeface="Arial"/>
                <a:ea typeface="Microsoft JhengHei"/>
                <a:cs typeface="Arial"/>
              </a:rPr>
              <a:t>☐ ⚠ Import 完成即 PONR → G4 簽核</a:t>
            </a:r>
          </a:p>
        </p:txBody>
      </p:sp>
      <p:sp>
        <p:nvSpPr>
          <p:cNvPr id="17" name="Rectangle 16"/>
          <p:cNvSpPr/>
          <p:nvPr/>
        </p:nvSpPr>
        <p:spPr>
          <a:xfrm>
            <a:off x="8934602" y="1444752"/>
            <a:ext cx="2679192" cy="384048"/>
          </a:xfrm>
          <a:prstGeom prst="rect">
            <a:avLst/>
          </a:prstGeom>
          <a:solidFill>
            <a:srgbClr val="0098C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S14 ESXi 9.1.1</a:t>
            </a:r>
          </a:p>
        </p:txBody>
      </p:sp>
      <p:sp>
        <p:nvSpPr>
          <p:cNvPr id="18" name="Rectangle 17"/>
          <p:cNvSpPr/>
          <p:nvPr/>
        </p:nvSpPr>
        <p:spPr>
          <a:xfrm>
            <a:off x="8934602" y="1828800"/>
            <a:ext cx="2679192" cy="4096512"/>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9466" y="1901952"/>
            <a:ext cx="2569464" cy="3931920"/>
          </a:xfrm>
          <a:prstGeom prst="rect">
            <a:avLst/>
          </a:prstGeom>
          <a:noFill/>
        </p:spPr>
        <p:txBody>
          <a:bodyPr wrap="square" lIns="45720" rIns="45720" tIns="27432" bIns="27432" anchor="t">
            <a:spAutoFit/>
          </a:bodyPr>
          <a:lstStyle/>
          <a:p>
            <a:pPr algn="l">
              <a:spcAft>
                <a:spcPts val="800"/>
              </a:spcAft>
            </a:pPr>
            <a:r>
              <a:rPr sz="1050" b="0">
                <a:solidFill>
                  <a:srgbClr val="333333"/>
                </a:solidFill>
                <a:latin typeface="Arial"/>
                <a:ea typeface="Microsoft JhengHei"/>
                <a:cs typeface="Arial"/>
              </a:rPr>
              <a:t>☐ 同 S10 全部項目</a:t>
            </a:r>
          </a:p>
          <a:p>
            <a:pPr algn="l">
              <a:spcAft>
                <a:spcPts val="800"/>
              </a:spcAft>
            </a:pPr>
            <a:r>
              <a:rPr sz="1050" b="0">
                <a:solidFill>
                  <a:srgbClr val="333333"/>
                </a:solidFill>
                <a:latin typeface="Arial"/>
                <a:ea typeface="Microsoft JhengHei"/>
                <a:cs typeface="Arial"/>
              </a:rPr>
              <a:t>☐ 完成後三個叢集皆 9.1.1</a:t>
            </a:r>
          </a:p>
          <a:p>
            <a:pPr algn="l">
              <a:spcAft>
                <a:spcPts val="800"/>
              </a:spcAft>
            </a:pPr>
            <a:r>
              <a:rPr sz="1050" b="0">
                <a:solidFill>
                  <a:srgbClr val="333333"/>
                </a:solidFill>
                <a:latin typeface="Arial"/>
                <a:ea typeface="Microsoft JhengHei"/>
                <a:cs typeface="Arial"/>
              </a:rPr>
              <a:t>☐ vSAN on-disk format 統一留到 S16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S15 ｜ Upgrade vRO to VCF Operations orchestrator 9.1.1</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316E60"/>
                </a:solidFill>
                <a:latin typeface="Arial"/>
                <a:ea typeface="Microsoft JhengHei"/>
                <a:cs typeface="Arial"/>
              </a:rPr>
              <a:t>vRO → VCF Operations orchestrator 9.1.1（VCFA 之後）</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依據：TechDocs《Configure VCF Operations Orchestrator for VCF Automation VM Apps Organizations》《Upgrade to VCF Operations Orchestrator 9.1》；Interop Matrix</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#2（移到最後） ｜ 負責：AUTO、ENG</a:t>
            </a:r>
          </a:p>
        </p:txBody>
      </p:sp>
      <p:sp>
        <p:nvSpPr>
          <p:cNvPr id="7" name="Rectangle 6"/>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8" name="Rectangle 7"/>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VCFA 之後、兩朵雲 vCenter 9.1.1 之後</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來源 ≥ 8.18.1；9.1.1 ISO 備妥</a:t>
            </a:r>
          </a:p>
          <a:p>
            <a:pPr algn="l">
              <a:lnSpc>
                <a:spcPct val="100000"/>
              </a:lnSpc>
              <a:spcAft>
                <a:spcPts val="700"/>
              </a:spcAft>
            </a:pPr>
            <a:r>
              <a:rPr sz="1100" b="0">
                <a:solidFill>
                  <a:srgbClr val="717074"/>
                </a:solidFill>
                <a:latin typeface="Arial"/>
                <a:ea typeface="Microsoft JhengHei"/>
                <a:cs typeface="Arial"/>
              </a:rPr>
              <a:t>    vracli version</a:t>
            </a:r>
          </a:p>
          <a:p>
            <a:pPr algn="l">
              <a:lnSpc>
                <a:spcPct val="100000"/>
              </a:lnSpc>
              <a:spcAft>
                <a:spcPts val="3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匯出 packages / 記錄 endpoints</a:t>
            </a:r>
          </a:p>
          <a:p>
            <a:pPr algn="l">
              <a:lnSpc>
                <a:spcPct val="100000"/>
              </a:lnSpc>
              <a:spcAft>
                <a:spcPts val="700"/>
              </a:spcAft>
            </a:pPr>
            <a:r>
              <a:rPr sz="1100" b="0">
                <a:solidFill>
                  <a:srgbClr val="717074"/>
                </a:solidFill>
                <a:latin typeface="Arial"/>
                <a:ea typeface="Microsoft JhengHei"/>
                <a:cs typeface="Arial"/>
              </a:rPr>
              <a:t>    vRO Client &gt; Packages &gt; Export</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Snapshot 不含 memory</a:t>
            </a:r>
          </a:p>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vSphere authentication：需當初註冊 SSO 的帳號憑證（以環境變數 / 保管工具提供，不落地明文）</a:t>
            </a:r>
          </a:p>
        </p:txBody>
      </p:sp>
      <p:sp>
        <p:nvSpPr>
          <p:cNvPr id="10" name="Rectangle 9"/>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1" name="Rectangle 10"/>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vracli upgrade exec -y --repo cdrom://</a:t>
            </a:r>
          </a:p>
          <a:p>
            <a:pPr algn="l">
              <a:lnSpc>
                <a:spcPct val="100000"/>
              </a:lnSpc>
              <a:spcAft>
                <a:spcPts val="700"/>
              </a:spcAft>
            </a:pPr>
            <a:r>
              <a:rPr sz="1100" b="0">
                <a:solidFill>
                  <a:srgbClr val="717074"/>
                </a:solidFill>
                <a:latin typeface="Arial"/>
                <a:ea typeface="Microsoft JhengHei"/>
                <a:cs typeface="Arial"/>
              </a:rPr>
              <a:t>    vracli upgrade exec -y --repo cdrom://</a:t>
            </a:r>
          </a:p>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驗證改指向 VCFA（-p tm）</a:t>
            </a:r>
          </a:p>
          <a:p>
            <a:pPr algn="l">
              <a:lnSpc>
                <a:spcPct val="100000"/>
              </a:lnSpc>
              <a:spcAft>
                <a:spcPts val="700"/>
              </a:spcAft>
            </a:pPr>
            <a:r>
              <a:rPr sz="1100" b="0">
                <a:solidFill>
                  <a:srgbClr val="717074"/>
                </a:solidFill>
                <a:latin typeface="Arial"/>
                <a:ea typeface="Microsoft JhengHei"/>
                <a:cs typeface="Arial"/>
              </a:rPr>
              <a:t>    vracli vro authentication set -p tm … --tenant &lt;org&gt;</a:t>
            </a:r>
          </a:p>
        </p:txBody>
      </p:sp>
      <p:sp>
        <p:nvSpPr>
          <p:cNvPr id="13" name="Rectangle 12"/>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4" name="Rectangle 13"/>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版本 / workflow / VCFA 整合正常</a:t>
            </a:r>
          </a:p>
        </p:txBody>
      </p:sp>
      <p:sp>
        <p:nvSpPr>
          <p:cNvPr id="16" name="Rectangle 15"/>
          <p:cNvSpPr/>
          <p:nvPr/>
        </p:nvSpPr>
        <p:spPr>
          <a:xfrm>
            <a:off x="8934602" y="1417320"/>
            <a:ext cx="2679192" cy="384048"/>
          </a:xfrm>
          <a:prstGeom prst="rect">
            <a:avLst/>
          </a:prstGeom>
          <a:solidFill>
            <a:srgbClr val="717074"/>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7" name="Rectangle 16"/>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717074"/>
                </a:solidFill>
                <a:latin typeface="Arial"/>
                <a:ea typeface="Microsoft JhengHei"/>
                <a:cs typeface="Arial"/>
              </a:rPr>
              <a:t>☐ </a:t>
            </a:r>
            <a:r>
              <a:rPr sz="1250" b="0">
                <a:solidFill>
                  <a:srgbClr val="333333"/>
                </a:solidFill>
                <a:latin typeface="Arial"/>
                <a:ea typeface="Microsoft JhengHei"/>
                <a:cs typeface="Arial"/>
              </a:rPr>
              <a:t>Revert snapshot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S16 ｜ Observation, vSAN Format &amp; Close-out</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316E60"/>
                </a:solidFill>
                <a:latin typeface="Arial"/>
                <a:ea typeface="Microsoft JhengHei"/>
                <a:cs typeface="Arial"/>
              </a:rPr>
              <a:t>觀察期、vSAN on-disk format 與收尾</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依據：TechDocs《About the vSAN Disk Format》《Migrate VCF Automation SSO from vIDM to VCF Identity Broker》</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6" name="TextBox 5"/>
          <p:cNvSpPr txBox="1"/>
          <p:nvPr/>
        </p:nvSpPr>
        <p:spPr>
          <a:xfrm>
            <a:off x="548640" y="1097280"/>
            <a:ext cx="8686800" cy="256032"/>
          </a:xfrm>
          <a:prstGeom prst="rect">
            <a:avLst/>
          </a:prstGeom>
          <a:noFill/>
        </p:spPr>
        <p:txBody>
          <a:bodyPr wrap="square" lIns="27432" rIns="27432" tIns="27432" bIns="27432" anchor="t">
            <a:spAutoFit/>
          </a:bodyPr>
          <a:lstStyle/>
          <a:p>
            <a:pPr algn="l">
              <a:spcAft>
                <a:spcPts val="200"/>
              </a:spcAft>
            </a:pPr>
            <a:r>
              <a:rPr sz="1000" b="0">
                <a:solidFill>
                  <a:srgbClr val="717074"/>
                </a:solidFill>
                <a:latin typeface="Arial"/>
                <a:ea typeface="Microsoft JhengHei"/>
                <a:cs typeface="Arial"/>
              </a:rPr>
              <a:t>原計畫 新增 ｜ 負責：PM、ARC、ENG、SYS</a:t>
            </a:r>
          </a:p>
        </p:txBody>
      </p:sp>
      <p:sp>
        <p:nvSpPr>
          <p:cNvPr id="7" name="Rounded Rectangle 6"/>
          <p:cNvSpPr/>
          <p:nvPr/>
        </p:nvSpPr>
        <p:spPr>
          <a:xfrm>
            <a:off x="10332720" y="1097280"/>
            <a:ext cx="1280160" cy="246888"/>
          </a:xfrm>
          <a:prstGeom prst="roundRect">
            <a:avLst>
              <a:gd name="adj" fmla="val 50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spcAft>
                <a:spcPts val="0"/>
              </a:spcAft>
            </a:pPr>
            <a:r>
              <a:rPr sz="900" b="1">
                <a:solidFill>
                  <a:srgbClr val="FFFFFF"/>
                </a:solidFill>
                <a:latin typeface="Arial"/>
                <a:ea typeface="Microsoft JhengHei"/>
                <a:cs typeface="Arial"/>
              </a:rPr>
              <a:t>G5 ⚠ PONR</a:t>
            </a:r>
          </a:p>
        </p:txBody>
      </p:sp>
      <p:sp>
        <p:nvSpPr>
          <p:cNvPr id="8" name="Rectangle 7"/>
          <p:cNvSpPr/>
          <p:nvPr/>
        </p:nvSpPr>
        <p:spPr>
          <a:xfrm>
            <a:off x="576072" y="1417320"/>
            <a:ext cx="2679192" cy="384048"/>
          </a:xfrm>
          <a:prstGeom prst="rect">
            <a:avLst/>
          </a:prstGeom>
          <a:solidFill>
            <a:srgbClr val="005C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前置檢查</a:t>
            </a:r>
            <a:r>
              <a:rPr sz="900" b="0">
                <a:solidFill>
                  <a:srgbClr val="FFFFFF"/>
                </a:solidFill>
                <a:latin typeface="Arial"/>
                <a:ea typeface="Microsoft JhengHei"/>
                <a:cs typeface="Arial"/>
              </a:rPr>
              <a:t>  Pre-check</a:t>
            </a:r>
          </a:p>
        </p:txBody>
      </p:sp>
      <p:sp>
        <p:nvSpPr>
          <p:cNvPr id="9" name="Rectangle 8"/>
          <p:cNvSpPr/>
          <p:nvPr/>
        </p:nvSpPr>
        <p:spPr>
          <a:xfrm>
            <a:off x="57607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005C8A"/>
                </a:solidFill>
                <a:latin typeface="Arial"/>
                <a:ea typeface="Microsoft JhengHei"/>
                <a:cs typeface="Arial"/>
              </a:rPr>
              <a:t>☐ </a:t>
            </a:r>
            <a:r>
              <a:rPr sz="1250" b="0">
                <a:solidFill>
                  <a:srgbClr val="333333"/>
                </a:solidFill>
                <a:latin typeface="Arial"/>
                <a:ea typeface="Microsoft JhengHei"/>
                <a:cs typeface="Arial"/>
              </a:rPr>
              <a:t>觀察期 OK + G5 簽核</a:t>
            </a:r>
          </a:p>
        </p:txBody>
      </p:sp>
      <p:sp>
        <p:nvSpPr>
          <p:cNvPr id="11" name="Rectangle 10"/>
          <p:cNvSpPr/>
          <p:nvPr/>
        </p:nvSpPr>
        <p:spPr>
          <a:xfrm>
            <a:off x="3362248" y="1417320"/>
            <a:ext cx="2679192" cy="384048"/>
          </a:xfrm>
          <a:prstGeom prst="rect">
            <a:avLst/>
          </a:prstGeom>
          <a:solidFill>
            <a:srgbClr val="007B8C"/>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執行</a:t>
            </a:r>
            <a:r>
              <a:rPr sz="900" b="0">
                <a:solidFill>
                  <a:srgbClr val="FFFFFF"/>
                </a:solidFill>
                <a:latin typeface="Arial"/>
                <a:ea typeface="Microsoft JhengHei"/>
                <a:cs typeface="Arial"/>
              </a:rPr>
              <a:t>  Execute</a:t>
            </a:r>
          </a:p>
        </p:txBody>
      </p:sp>
      <p:sp>
        <p:nvSpPr>
          <p:cNvPr id="12" name="Rectangle 11"/>
          <p:cNvSpPr/>
          <p:nvPr/>
        </p:nvSpPr>
        <p:spPr>
          <a:xfrm>
            <a:off x="3362248"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7112" y="1874519"/>
            <a:ext cx="2569464" cy="4050791"/>
          </a:xfrm>
          <a:prstGeom prst="rect">
            <a:avLst/>
          </a:prstGeom>
          <a:noFill/>
        </p:spPr>
        <p:txBody>
          <a:bodyPr wrap="square" lIns="45720" rIns="45720" tIns="27432" bIns="27432" anchor="t">
            <a:spAutoFit/>
          </a:bodyPr>
          <a:lstStyle/>
          <a:p>
            <a:pPr algn="l">
              <a:lnSpc>
                <a:spcPct val="100000"/>
              </a:lnSpc>
              <a:spcAft>
                <a:spcPts val="3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vSAN on-disk format（PONR）</a:t>
            </a:r>
          </a:p>
          <a:p>
            <a:pPr algn="l">
              <a:lnSpc>
                <a:spcPct val="100000"/>
              </a:lnSpc>
              <a:spcAft>
                <a:spcPts val="700"/>
              </a:spcAft>
            </a:pPr>
            <a:r>
              <a:rPr sz="1100" b="0">
                <a:solidFill>
                  <a:srgbClr val="717074"/>
                </a:solidFill>
                <a:latin typeface="Arial"/>
                <a:ea typeface="Microsoft JhengHei"/>
                <a:cs typeface="Arial"/>
              </a:rPr>
              <a:t>    Cluster &gt; vSAN &gt; Disk Management &gt; Upgrade</a:t>
            </a:r>
          </a:p>
          <a:p>
            <a:pPr algn="l">
              <a:lnSpc>
                <a:spcPct val="100000"/>
              </a:lnSpc>
              <a:spcAft>
                <a:spcPts val="7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VDS（選擇性）、清 snapshot / 舊 VM</a:t>
            </a:r>
          </a:p>
          <a:p>
            <a:pPr algn="l">
              <a:lnSpc>
                <a:spcPct val="100000"/>
              </a:lnSpc>
              <a:spcAft>
                <a:spcPts val="700"/>
              </a:spcAft>
            </a:pPr>
            <a:r>
              <a:rPr sz="1250" b="1">
                <a:solidFill>
                  <a:srgbClr val="007B8C"/>
                </a:solidFill>
                <a:latin typeface="Arial"/>
                <a:ea typeface="Microsoft JhengHei"/>
                <a:cs typeface="Arial"/>
              </a:rPr>
              <a:t>☐ </a:t>
            </a:r>
            <a:r>
              <a:rPr sz="1250" b="0">
                <a:solidFill>
                  <a:srgbClr val="333333"/>
                </a:solidFill>
                <a:latin typeface="Arial"/>
                <a:ea typeface="Microsoft JhengHei"/>
                <a:cs typeface="Arial"/>
              </a:rPr>
              <a:t>vIDM → Identity Broker 另案</a:t>
            </a:r>
          </a:p>
        </p:txBody>
      </p:sp>
      <p:sp>
        <p:nvSpPr>
          <p:cNvPr id="14" name="Rectangle 13"/>
          <p:cNvSpPr/>
          <p:nvPr/>
        </p:nvSpPr>
        <p:spPr>
          <a:xfrm>
            <a:off x="6148425" y="1417320"/>
            <a:ext cx="2679192" cy="384048"/>
          </a:xfrm>
          <a:prstGeom prst="rect">
            <a:avLst/>
          </a:prstGeom>
          <a:solidFill>
            <a:srgbClr val="61A60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完成驗證</a:t>
            </a:r>
            <a:r>
              <a:rPr sz="900" b="0">
                <a:solidFill>
                  <a:srgbClr val="FFFFFF"/>
                </a:solidFill>
                <a:latin typeface="Arial"/>
                <a:ea typeface="Microsoft JhengHei"/>
                <a:cs typeface="Arial"/>
              </a:rPr>
              <a:t>  Verify</a:t>
            </a:r>
          </a:p>
        </p:txBody>
      </p:sp>
      <p:sp>
        <p:nvSpPr>
          <p:cNvPr id="15" name="Rectangle 14"/>
          <p:cNvSpPr/>
          <p:nvPr/>
        </p:nvSpPr>
        <p:spPr>
          <a:xfrm>
            <a:off x="6148425"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3289"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61A60E"/>
                </a:solidFill>
                <a:latin typeface="Arial"/>
                <a:ea typeface="Microsoft JhengHei"/>
                <a:cs typeface="Arial"/>
              </a:rPr>
              <a:t>☐ </a:t>
            </a:r>
            <a:r>
              <a:rPr sz="1250" b="0">
                <a:solidFill>
                  <a:srgbClr val="333333"/>
                </a:solidFill>
                <a:latin typeface="Arial"/>
                <a:ea typeface="Microsoft JhengHei"/>
                <a:cs typeface="Arial"/>
              </a:rPr>
              <a:t>授權、備份排程、As-Built</a:t>
            </a:r>
          </a:p>
        </p:txBody>
      </p:sp>
      <p:sp>
        <p:nvSpPr>
          <p:cNvPr id="17" name="Rectangle 16"/>
          <p:cNvSpPr/>
          <p:nvPr/>
        </p:nvSpPr>
        <p:spPr>
          <a:xfrm>
            <a:off x="8934602" y="1417320"/>
            <a:ext cx="2679192" cy="384048"/>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a:lstStyle/>
          <a:p>
            <a:pPr algn="l">
              <a:spcAft>
                <a:spcPts val="0"/>
              </a:spcAft>
            </a:pPr>
            <a:r>
              <a:rPr sz="1200" b="1">
                <a:solidFill>
                  <a:srgbClr val="FFFFFF"/>
                </a:solidFill>
                <a:latin typeface="Arial"/>
                <a:ea typeface="Microsoft JhengHei"/>
                <a:cs typeface="Arial"/>
              </a:rPr>
              <a:t>退版 / 截止點</a:t>
            </a:r>
            <a:r>
              <a:rPr sz="900" b="0">
                <a:solidFill>
                  <a:srgbClr val="FFFFFF"/>
                </a:solidFill>
                <a:latin typeface="Arial"/>
                <a:ea typeface="Microsoft JhengHei"/>
                <a:cs typeface="Arial"/>
              </a:rPr>
              <a:t>  Rollback</a:t>
            </a:r>
          </a:p>
        </p:txBody>
      </p:sp>
      <p:sp>
        <p:nvSpPr>
          <p:cNvPr id="18" name="Rectangle 17"/>
          <p:cNvSpPr/>
          <p:nvPr/>
        </p:nvSpPr>
        <p:spPr>
          <a:xfrm>
            <a:off x="8934602" y="1801368"/>
            <a:ext cx="2679192" cy="4160520"/>
          </a:xfrm>
          <a:prstGeom prst="rect">
            <a:avLst/>
          </a:prstGeom>
          <a:solidFill>
            <a:srgbClr val="F5F7F9"/>
          </a:solidFill>
          <a:ln w="9525">
            <a:solidFill>
              <a:srgbClr val="E1E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9466" y="1874519"/>
            <a:ext cx="2569464" cy="4050791"/>
          </a:xfrm>
          <a:prstGeom prst="rect">
            <a:avLst/>
          </a:prstGeom>
          <a:noFill/>
        </p:spPr>
        <p:txBody>
          <a:bodyPr wrap="square" lIns="45720" rIns="45720" tIns="27432" bIns="27432" anchor="t">
            <a:spAutoFit/>
          </a:bodyPr>
          <a:lstStyle/>
          <a:p>
            <a:pPr algn="l">
              <a:lnSpc>
                <a:spcPct val="100000"/>
              </a:lnSpc>
              <a:spcAft>
                <a:spcPts val="700"/>
              </a:spcAft>
            </a:pPr>
            <a:r>
              <a:rPr sz="1250" b="1">
                <a:solidFill>
                  <a:srgbClr val="A6192E"/>
                </a:solidFill>
                <a:latin typeface="Arial"/>
                <a:ea typeface="Microsoft JhengHei"/>
                <a:cs typeface="Arial"/>
              </a:rPr>
              <a:t>☐ </a:t>
            </a:r>
            <a:r>
              <a:rPr sz="1250" b="0">
                <a:solidFill>
                  <a:srgbClr val="333333"/>
                </a:solidFill>
                <a:latin typeface="Arial"/>
                <a:ea typeface="Microsoft JhengHei"/>
                <a:cs typeface="Arial"/>
              </a:rPr>
              <a:t>⚠ vSAN format 後不可退（PONR）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Open Items &amp; References</a:t>
            </a:r>
          </a:p>
        </p:txBody>
      </p:sp>
      <p:sp>
        <p:nvSpPr>
          <p:cNvPr id="3" name="Subtitle 2"/>
          <p:cNvSpPr>
            <a:spLocks noGrp="1"/>
          </p:cNvSpPr>
          <p:nvPr>
            <p:ph type="subTitle" idx="10"/>
          </p:nvPr>
        </p:nvSpPr>
        <p:spPr/>
        <p:txBody>
          <a:bodyPr/>
          <a:lstStyle/>
          <a:p>
            <a:r>
              <a:rPr>
                <a:ea typeface="Microsoft JhengHei"/>
              </a:rPr>
              <a:t>待確認事項、IP / DNS 與官方依據</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Open Items to Confirm before G0</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以下內容決定實際順序與設計，需在 G0 前確認</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標示「推定」者目前無官方文件直接說明，需以 Lab 驗證或 SR 確認</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graphicFrame>
        <p:nvGraphicFramePr>
          <p:cNvPr id="6" name="Table 5"/>
          <p:cNvGraphicFramePr>
            <a:graphicFrameLocks noGrp="1"/>
          </p:cNvGraphicFramePr>
          <p:nvPr/>
        </p:nvGraphicFramePr>
        <p:xfrm>
          <a:off x="576072" y="1207008"/>
          <a:ext cx="11036808" cy="4718304"/>
        </p:xfrm>
        <a:graphic>
          <a:graphicData uri="http://schemas.openxmlformats.org/drawingml/2006/table">
            <a:tbl>
              <a:tblPr firstRow="1" bandRow="0">
                <a:tableStyleId>{5C22544A-7EE6-4342-B048-85BDC9FD1C3A}</a:tableStyleId>
              </a:tblPr>
              <a:tblGrid>
                <a:gridCol w="2377440"/>
                <a:gridCol w="5733288"/>
                <a:gridCol w="1737360"/>
                <a:gridCol w="1188720"/>
              </a:tblGrid>
              <a:tr h="393192">
                <a:tc>
                  <a:txBody>
                    <a:bodyPr wrap="square"/>
                    <a:lstStyle/>
                    <a:p>
                      <a:pPr algn="l">
                        <a:spcAft>
                          <a:spcPts val="0"/>
                        </a:spcAft>
                      </a:pPr>
                      <a:r>
                        <a:rPr sz="1000" b="1">
                          <a:solidFill>
                            <a:srgbClr val="FFFFFF"/>
                          </a:solidFill>
                          <a:latin typeface="Arial"/>
                          <a:ea typeface="Microsoft JhengHei"/>
                          <a:cs typeface="Arial"/>
                        </a:rPr>
                        <a:t>待確認項目</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為什麼重要</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確認方式</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負責</a:t>
                      </a:r>
                    </a:p>
                  </a:txBody>
                  <a:tcPr marL="54864" marR="54864" marT="22860" marB="22860" anchor="ctr">
                    <a:solidFill>
                      <a:srgbClr val="1B1D36"/>
                    </a:solidFill>
                  </a:tcPr>
                </a:tc>
              </a:tr>
              <a:tr h="393192">
                <a:tc>
                  <a:txBody>
                    <a:bodyPr wrap="square"/>
                    <a:lstStyle/>
                    <a:p>
                      <a:pPr algn="l">
                        <a:spcAft>
                          <a:spcPts val="0"/>
                        </a:spcAft>
                      </a:pPr>
                      <a:r>
                        <a:rPr sz="950" b="1">
                          <a:solidFill>
                            <a:srgbClr val="333333"/>
                          </a:solidFill>
                          <a:latin typeface="Arial"/>
                          <a:ea typeface="Microsoft JhengHei"/>
                          <a:cs typeface="Arial"/>
                        </a:rPr>
                        <a:t>vRA 確切版本 / patch</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converge 情境頁要求 8.18.1 P3；import 頁為 8.18.1+</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vracli version</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AUTO</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vRO 實際版本</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「8.18.7」查無此 Orchestrator 版號；升級來源需 ≥ 8.18.1</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vracli version</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AUTO</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vIDM / Aria Suite Lifecycle 位置與版本</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vIDM 升級後仍是 VCFA 驗證來源；是否隨 vRA 一起搬</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vSphere inventory</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AUTO</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vCenter HA</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converge 與 import 都不支援 VCHA（ELM 已於 10/7 確認沒有）</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vSphere Client</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SYS</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兩朵雲 8.0.3 確切 build</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8.0U3j → 9.1.0 不支援、→ 9.1.1 支援；8.0U3k 需查 Interop（KB 450972 back-in-time）</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VAMI / esxcli</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SYS</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SRM 配對拓樸</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兩朵雲是否互為配對、PG 方向、replication 方式 → 決定先升哪一站</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SRM UI</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DR</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WLD import 方案 A / B</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A：import 8.0.3（自建 3-node NSX 4.2）／B：先升 vCenter 再 import 共用 NSX（建議）</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設計會議</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ARC、PM</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Management Cluster 網段與容量</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需提供 vRA 同 L2 網段；VCFA 藍綠期間資源約 2 倍</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網路 / 容量盤點</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NET、ARC</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VCF Operations 新部署或沿用</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9.1.1 起須在第一個 Instance 管理網域；是否已有 Aria Operations 8.18</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盤點</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ARC</a:t>
                      </a:r>
                    </a:p>
                  </a:txBody>
                  <a:tcPr marL="54864" marR="54864" marT="22860" marB="22860" anchor="ctr">
                    <a:solidFill>
                      <a:srgbClr val="FFFFFF"/>
                    </a:solidFill>
                  </a:tcPr>
                </a:tc>
              </a:tr>
              <a:tr h="393192">
                <a:tc>
                  <a:txBody>
                    <a:bodyPr wrap="square"/>
                    <a:lstStyle/>
                    <a:p>
                      <a:pPr algn="l">
                        <a:spcAft>
                          <a:spcPts val="0"/>
                        </a:spcAft>
                      </a:pPr>
                      <a:r>
                        <a:rPr sz="950" b="1">
                          <a:solidFill>
                            <a:srgbClr val="333333"/>
                          </a:solidFill>
                          <a:latin typeface="Arial"/>
                          <a:ea typeface="Microsoft JhengHei"/>
                          <a:cs typeface="Arial"/>
                        </a:rPr>
                        <a:t>過渡期 interop</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Interop 對 Aria Automation 8.18 ↔ vCenter / ESX 9.x 標 Not Supported（推定指 endpoint）；過渡期盡量縮短、必要時開 SR 確認</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Interop Matrix / SR</a:t>
                      </a:r>
                    </a:p>
                  </a:txBody>
                  <a:tcPr marL="54864" marR="54864" marT="22860" marB="22860" anchor="ctr">
                    <a:solidFill>
                      <a:srgbClr val="F5F7F9"/>
                    </a:solidFill>
                  </a:tcPr>
                </a:tc>
                <a:tc>
                  <a:txBody>
                    <a:bodyPr wrap="square"/>
                    <a:lstStyle/>
                    <a:p>
                      <a:pPr algn="l">
                        <a:spcAft>
                          <a:spcPts val="0"/>
                        </a:spcAft>
                      </a:pPr>
                      <a:r>
                        <a:rPr sz="950" b="0">
                          <a:solidFill>
                            <a:srgbClr val="333333"/>
                          </a:solidFill>
                          <a:latin typeface="Arial"/>
                          <a:ea typeface="Microsoft JhengHei"/>
                          <a:cs typeface="Arial"/>
                        </a:rPr>
                        <a:t>ARC</a:t>
                      </a:r>
                    </a:p>
                  </a:txBody>
                  <a:tcPr marL="54864" marR="54864" marT="22860" marB="22860" anchor="ctr">
                    <a:solidFill>
                      <a:srgbClr val="F5F7F9"/>
                    </a:solidFill>
                  </a:tcPr>
                </a:tc>
              </a:tr>
              <a:tr h="393192">
                <a:tc>
                  <a:txBody>
                    <a:bodyPr wrap="square"/>
                    <a:lstStyle/>
                    <a:p>
                      <a:pPr algn="l">
                        <a:spcAft>
                          <a:spcPts val="0"/>
                        </a:spcAft>
                      </a:pPr>
                      <a:r>
                        <a:rPr sz="950" b="1">
                          <a:solidFill>
                            <a:srgbClr val="333333"/>
                          </a:solidFill>
                          <a:latin typeface="Arial"/>
                          <a:ea typeface="Microsoft JhengHei"/>
                          <a:cs typeface="Arial"/>
                        </a:rPr>
                        <a:t>vLCM image 叢集 Shift+R 退版</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KB 316592 未說明對 vLCM image 一致性的影響</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Lab 驗證 + SR</a:t>
                      </a:r>
                    </a:p>
                  </a:txBody>
                  <a:tcPr marL="54864" marR="54864" marT="22860" marB="22860" anchor="ctr">
                    <a:solidFill>
                      <a:srgbClr val="FFFFFF"/>
                    </a:solidFill>
                  </a:tcPr>
                </a:tc>
                <a:tc>
                  <a:txBody>
                    <a:bodyPr wrap="square"/>
                    <a:lstStyle/>
                    <a:p>
                      <a:pPr algn="l">
                        <a:spcAft>
                          <a:spcPts val="0"/>
                        </a:spcAft>
                      </a:pPr>
                      <a:r>
                        <a:rPr sz="950" b="0">
                          <a:solidFill>
                            <a:srgbClr val="333333"/>
                          </a:solidFill>
                          <a:latin typeface="Arial"/>
                          <a:ea typeface="Microsoft JhengHei"/>
                          <a:cs typeface="Arial"/>
                        </a:rPr>
                        <a:t>ENG</a:t>
                      </a:r>
                    </a:p>
                  </a:txBody>
                  <a:tcPr marL="54864" marR="54864" marT="22860" marB="22860" anchor="ctr">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New Components ｜ IP &amp; DNS Planning</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新增元件的 IP / FQDN 需求（實際值填在 Excel『IP &amp; DNS 規劃』頁）</a:t>
            </a:r>
          </a:p>
        </p:txBody>
      </p:sp>
      <p:sp>
        <p:nvSpPr>
          <p:cNvPr id="4" name="TextBox 3"/>
          <p:cNvSpPr txBox="1"/>
          <p:nvPr/>
        </p:nvSpPr>
        <p:spPr>
          <a:xfrm>
            <a:off x="548640" y="6089904"/>
            <a:ext cx="11064240" cy="237744"/>
          </a:xfrm>
          <a:prstGeom prst="rect">
            <a:avLst/>
          </a:prstGeom>
          <a:noFill/>
        </p:spPr>
        <p:txBody>
          <a:bodyPr wrap="square" lIns="27432" rIns="27432" tIns="27432" bIns="27432" anchor="t">
            <a:spAutoFit/>
          </a:bodyPr>
          <a:lstStyle/>
          <a:p>
            <a:pPr algn="l">
              <a:spcAft>
                <a:spcPts val="200"/>
              </a:spcAft>
            </a:pPr>
            <a:r>
              <a:rPr sz="750" b="0">
                <a:solidFill>
                  <a:srgbClr val="717074"/>
                </a:solidFill>
                <a:latin typeface="Arial"/>
                <a:ea typeface="Microsoft JhengHei"/>
                <a:cs typeface="Arial"/>
              </a:rPr>
              <a:t>依據：KB 440630；TechDocs《Deploy Components by Using VCF Installer…》《Upgrading to VCF Automation 9.1》；CXS Lab 實測</a:t>
            </a:r>
          </a:p>
        </p:txBody>
      </p:sp>
      <p:sp>
        <p:nvSpPr>
          <p:cNvPr id="5" name="TextBox 4"/>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graphicFrame>
        <p:nvGraphicFramePr>
          <p:cNvPr id="6" name="Table 5"/>
          <p:cNvGraphicFramePr>
            <a:graphicFrameLocks noGrp="1"/>
          </p:cNvGraphicFramePr>
          <p:nvPr/>
        </p:nvGraphicFramePr>
        <p:xfrm>
          <a:off x="576072" y="1207008"/>
          <a:ext cx="11036808" cy="4517136"/>
        </p:xfrm>
        <a:graphic>
          <a:graphicData uri="http://schemas.openxmlformats.org/drawingml/2006/table">
            <a:tbl>
              <a:tblPr firstRow="1" bandRow="0">
                <a:tableStyleId>{5C22544A-7EE6-4342-B048-85BDC9FD1C3A}</a:tableStyleId>
              </a:tblPr>
              <a:tblGrid>
                <a:gridCol w="2834640"/>
                <a:gridCol w="1828800"/>
                <a:gridCol w="2011680"/>
                <a:gridCol w="1234440"/>
                <a:gridCol w="3127248"/>
              </a:tblGrid>
              <a:tr h="347472">
                <a:tc>
                  <a:txBody>
                    <a:bodyPr wrap="square"/>
                    <a:lstStyle/>
                    <a:p>
                      <a:pPr algn="l">
                        <a:spcAft>
                          <a:spcPts val="0"/>
                        </a:spcAft>
                      </a:pPr>
                      <a:r>
                        <a:rPr sz="1000" b="1">
                          <a:solidFill>
                            <a:srgbClr val="FFFFFF"/>
                          </a:solidFill>
                          <a:latin typeface="Arial"/>
                          <a:ea typeface="Microsoft JhengHei"/>
                          <a:cs typeface="Arial"/>
                        </a:rPr>
                        <a:t>元件</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IP</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FQDN</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網段</a:t>
                      </a:r>
                    </a:p>
                  </a:txBody>
                  <a:tcPr marL="54864" marR="54864" marT="22860" marB="22860" anchor="ctr">
                    <a:solidFill>
                      <a:srgbClr val="1B1D36"/>
                    </a:solidFill>
                  </a:tcPr>
                </a:tc>
                <a:tc>
                  <a:txBody>
                    <a:bodyPr wrap="square"/>
                    <a:lstStyle/>
                    <a:p>
                      <a:pPr algn="l">
                        <a:spcAft>
                          <a:spcPts val="0"/>
                        </a:spcAft>
                      </a:pPr>
                      <a:r>
                        <a:rPr sz="1000" b="1">
                          <a:solidFill>
                            <a:srgbClr val="FFFFFF"/>
                          </a:solidFill>
                          <a:latin typeface="Arial"/>
                          <a:ea typeface="Microsoft JhengHei"/>
                          <a:cs typeface="Arial"/>
                        </a:rPr>
                        <a:t>備註</a:t>
                      </a:r>
                    </a:p>
                  </a:txBody>
                  <a:tcPr marL="54864" marR="54864" marT="22860" marB="22860" anchor="ctr">
                    <a:solidFill>
                      <a:srgbClr val="1B1D36"/>
                    </a:solidFill>
                  </a:tcPr>
                </a:tc>
              </a:tr>
              <a:tr h="347472">
                <a:tc>
                  <a:txBody>
                    <a:bodyPr wrap="square"/>
                    <a:lstStyle/>
                    <a:p>
                      <a:pPr algn="l">
                        <a:spcAft>
                          <a:spcPts val="0"/>
                        </a:spcAft>
                      </a:pPr>
                      <a:r>
                        <a:rPr sz="900" b="1">
                          <a:solidFill>
                            <a:srgbClr val="333333"/>
                          </a:solidFill>
                          <a:latin typeface="Arial"/>
                          <a:ea typeface="Microsoft JhengHei"/>
                          <a:cs typeface="Arial"/>
                        </a:rPr>
                        <a:t>VCF Installer</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可放在 Management Cluster</a:t>
                      </a:r>
                    </a:p>
                  </a:txBody>
                  <a:tcPr marL="54864" marR="54864" marT="22860" marB="22860" anchor="ctr">
                    <a:solidFill>
                      <a:srgbClr val="FFFFFF"/>
                    </a:solidFill>
                  </a:tcPr>
                </a:tc>
              </a:tr>
              <a:tr h="347472">
                <a:tc>
                  <a:txBody>
                    <a:bodyPr wrap="square"/>
                    <a:lstStyle/>
                    <a:p>
                      <a:pPr algn="l">
                        <a:spcAft>
                          <a:spcPts val="0"/>
                        </a:spcAft>
                      </a:pPr>
                      <a:r>
                        <a:rPr sz="900" b="1">
                          <a:solidFill>
                            <a:srgbClr val="333333"/>
                          </a:solidFill>
                          <a:latin typeface="Arial"/>
                          <a:ea typeface="Microsoft JhengHei"/>
                          <a:cs typeface="Arial"/>
                        </a:rPr>
                        <a:t>SDDC Manager</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
                      </a:r>
                    </a:p>
                  </a:txBody>
                  <a:tcPr marL="54864" marR="54864" marT="22860" marB="22860" anchor="ctr">
                    <a:solidFill>
                      <a:srgbClr val="F5F7F9"/>
                    </a:solidFill>
                  </a:tcPr>
                </a:tc>
              </a:tr>
              <a:tr h="347472">
                <a:tc>
                  <a:txBody>
                    <a:bodyPr wrap="square"/>
                    <a:lstStyle/>
                    <a:p>
                      <a:pPr algn="l">
                        <a:spcAft>
                          <a:spcPts val="0"/>
                        </a:spcAft>
                      </a:pPr>
                      <a:r>
                        <a:rPr sz="900" b="1">
                          <a:solidFill>
                            <a:srgbClr val="333333"/>
                          </a:solidFill>
                          <a:latin typeface="Arial"/>
                          <a:ea typeface="Microsoft JhengHei"/>
                          <a:cs typeface="Arial"/>
                        </a:rPr>
                        <a:t>NSX Manager（管理網域）</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VIP 1 + 節點 1 或 3</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VIP + 每節點</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無 NSX Edge cluster；NSX 憑證 SAN 含所有節點 FQDN 與 VIP</a:t>
                      </a:r>
                    </a:p>
                  </a:txBody>
                  <a:tcPr marL="54864" marR="54864" marT="22860" marB="22860" anchor="ctr">
                    <a:solidFill>
                      <a:srgbClr val="FFFFFF"/>
                    </a:solidFill>
                  </a:tcPr>
                </a:tc>
              </a:tr>
              <a:tr h="347472">
                <a:tc>
                  <a:txBody>
                    <a:bodyPr wrap="square"/>
                    <a:lstStyle/>
                    <a:p>
                      <a:pPr algn="l">
                        <a:spcAft>
                          <a:spcPts val="0"/>
                        </a:spcAft>
                      </a:pPr>
                      <a:r>
                        <a:rPr sz="900" b="1">
                          <a:solidFill>
                            <a:srgbClr val="333333"/>
                          </a:solidFill>
                          <a:latin typeface="Arial"/>
                          <a:ea typeface="Microsoft JhengHei"/>
                          <a:cs typeface="Arial"/>
                        </a:rPr>
                        <a:t>VCF Operations</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1（Simple）或 3（HA）</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每節點</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9.1.1 起須在第一個 Instance 的管理網域</a:t>
                      </a:r>
                    </a:p>
                  </a:txBody>
                  <a:tcPr marL="54864" marR="54864" marT="22860" marB="22860" anchor="ctr">
                    <a:solidFill>
                      <a:srgbClr val="F5F7F9"/>
                    </a:solidFill>
                  </a:tcPr>
                </a:tc>
              </a:tr>
              <a:tr h="347472">
                <a:tc>
                  <a:txBody>
                    <a:bodyPr wrap="square"/>
                    <a:lstStyle/>
                    <a:p>
                      <a:pPr algn="l">
                        <a:spcAft>
                          <a:spcPts val="0"/>
                        </a:spcAft>
                      </a:pPr>
                      <a:r>
                        <a:rPr sz="900" b="1">
                          <a:solidFill>
                            <a:srgbClr val="333333"/>
                          </a:solidFill>
                          <a:latin typeface="Arial"/>
                          <a:ea typeface="Microsoft JhengHei"/>
                          <a:cs typeface="Arial"/>
                        </a:rPr>
                        <a:t>VCF Operations Cloud Proxy</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
                      </a:r>
                    </a:p>
                  </a:txBody>
                  <a:tcPr marL="54864" marR="54864" marT="22860" marB="22860" anchor="ctr">
                    <a:solidFill>
                      <a:srgbClr val="FFFFFF"/>
                    </a:solidFill>
                  </a:tcPr>
                </a:tc>
              </a:tr>
              <a:tr h="347472">
                <a:tc>
                  <a:txBody>
                    <a:bodyPr wrap="square"/>
                    <a:lstStyle/>
                    <a:p>
                      <a:pPr algn="l">
                        <a:spcAft>
                          <a:spcPts val="0"/>
                        </a:spcAft>
                      </a:pPr>
                      <a:r>
                        <a:rPr sz="900" b="1">
                          <a:solidFill>
                            <a:srgbClr val="333333"/>
                          </a:solidFill>
                          <a:latin typeface="Arial"/>
                          <a:ea typeface="Microsoft JhengHei"/>
                          <a:cs typeface="Arial"/>
                        </a:rPr>
                        <a:t>License Server</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 + PTR 必要）</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KB 440630</a:t>
                      </a:r>
                    </a:p>
                  </a:txBody>
                  <a:tcPr marL="54864" marR="54864" marT="22860" marB="22860" anchor="ctr">
                    <a:solidFill>
                      <a:srgbClr val="F5F7F9"/>
                    </a:solidFill>
                  </a:tcPr>
                </a:tc>
              </a:tr>
              <a:tr h="347472">
                <a:tc>
                  <a:txBody>
                    <a:bodyPr wrap="square"/>
                    <a:lstStyle/>
                    <a:p>
                      <a:pPr algn="l">
                        <a:spcAft>
                          <a:spcPts val="0"/>
                        </a:spcAft>
                      </a:pPr>
                      <a:r>
                        <a:rPr sz="900" b="1">
                          <a:solidFill>
                            <a:srgbClr val="333333"/>
                          </a:solidFill>
                          <a:latin typeface="Arial"/>
                          <a:ea typeface="Microsoft JhengHei"/>
                          <a:cs typeface="Arial"/>
                        </a:rPr>
                        <a:t>VCF Identity Broker</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
                      </a:r>
                    </a:p>
                  </a:txBody>
                  <a:tcPr marL="54864" marR="54864" marT="22860" marB="22860" anchor="ctr">
                    <a:solidFill>
                      <a:srgbClr val="FFFFFF"/>
                    </a:solidFill>
                  </a:tcPr>
                </a:tc>
              </a:tr>
              <a:tr h="347472">
                <a:tc>
                  <a:txBody>
                    <a:bodyPr wrap="square"/>
                    <a:lstStyle/>
                    <a:p>
                      <a:pPr algn="l">
                        <a:spcAft>
                          <a:spcPts val="0"/>
                        </a:spcAft>
                      </a:pPr>
                      <a:r>
                        <a:rPr sz="900" b="1">
                          <a:solidFill>
                            <a:srgbClr val="333333"/>
                          </a:solidFill>
                          <a:latin typeface="Arial"/>
                          <a:ea typeface="Microsoft JhengHei"/>
                          <a:cs typeface="Arial"/>
                        </a:rPr>
                        <a:t>VCF Management Services（services runtime）</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IP pool ≥ 12（最多 30）</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Fleet / Instance FQDN</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內部網段 198.18.0.0/15 不可與內網重疊（KB 440630）</a:t>
                      </a:r>
                    </a:p>
                  </a:txBody>
                  <a:tcPr marL="54864" marR="54864" marT="22860" marB="22860" anchor="ctr">
                    <a:solidFill>
                      <a:srgbClr val="F5F7F9"/>
                    </a:solidFill>
                  </a:tcPr>
                </a:tc>
              </a:tr>
              <a:tr h="347472">
                <a:tc>
                  <a:txBody>
                    <a:bodyPr wrap="square"/>
                    <a:lstStyle/>
                    <a:p>
                      <a:pPr algn="l">
                        <a:spcAft>
                          <a:spcPts val="0"/>
                        </a:spcAft>
                      </a:pPr>
                      <a:r>
                        <a:rPr sz="900" b="1">
                          <a:solidFill>
                            <a:srgbClr val="333333"/>
                          </a:solidFill>
                          <a:latin typeface="Arial"/>
                          <a:ea typeface="Microsoft JhengHei"/>
                          <a:cs typeface="Arial"/>
                        </a:rPr>
                        <a:t>VCF Automation 9.1.1（升級用）</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5（可不連續或 /29）</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runtime FQDN 1（IP 在 pool 外）</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vRA 現行網段</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原 vRA IP 自動轉 VIP、FQDN 沿用</a:t>
                      </a:r>
                    </a:p>
                  </a:txBody>
                  <a:tcPr marL="54864" marR="54864" marT="22860" marB="22860" anchor="ctr">
                    <a:solidFill>
                      <a:srgbClr val="FFFFFF"/>
                    </a:solidFill>
                  </a:tcPr>
                </a:tc>
              </a:tr>
              <a:tr h="347472">
                <a:tc>
                  <a:txBody>
                    <a:bodyPr wrap="square"/>
                    <a:lstStyle/>
                    <a:p>
                      <a:pPr algn="l">
                        <a:spcAft>
                          <a:spcPts val="0"/>
                        </a:spcAft>
                      </a:pPr>
                      <a:r>
                        <a:rPr sz="900" b="1">
                          <a:solidFill>
                            <a:srgbClr val="333333"/>
                          </a:solidFill>
                          <a:latin typeface="Arial"/>
                          <a:ea typeface="Microsoft JhengHei"/>
                          <a:cs typeface="Arial"/>
                        </a:rPr>
                        <a:t>RDU 暫時 IP — 整合雲 vCenter</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—（不可有既存 PTR）</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整合雲 Mgmt</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Switchover 後釋放</a:t>
                      </a:r>
                    </a:p>
                  </a:txBody>
                  <a:tcPr marL="54864" marR="54864" marT="22860" marB="22860" anchor="ctr">
                    <a:solidFill>
                      <a:srgbClr val="F5F7F9"/>
                    </a:solidFill>
                  </a:tcPr>
                </a:tc>
              </a:tr>
              <a:tr h="347472">
                <a:tc>
                  <a:txBody>
                    <a:bodyPr wrap="square"/>
                    <a:lstStyle/>
                    <a:p>
                      <a:pPr algn="l">
                        <a:spcAft>
                          <a:spcPts val="0"/>
                        </a:spcAft>
                      </a:pPr>
                      <a:r>
                        <a:rPr sz="900" b="1">
                          <a:solidFill>
                            <a:srgbClr val="333333"/>
                          </a:solidFill>
                          <a:latin typeface="Arial"/>
                          <a:ea typeface="Microsoft JhengHei"/>
                          <a:cs typeface="Arial"/>
                        </a:rPr>
                        <a:t>RDU 暫時 IP — 中信雲 vCenter</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—（不可有既存 PTR）</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中信雲 Mgmt</a:t>
                      </a:r>
                    </a:p>
                  </a:txBody>
                  <a:tcPr marL="54864" marR="54864" marT="22860" marB="22860" anchor="ctr">
                    <a:solidFill>
                      <a:srgbClr val="FFFFFF"/>
                    </a:solidFill>
                  </a:tcPr>
                </a:tc>
                <a:tc>
                  <a:txBody>
                    <a:bodyPr wrap="square"/>
                    <a:lstStyle/>
                    <a:p>
                      <a:pPr algn="l">
                        <a:spcAft>
                          <a:spcPts val="0"/>
                        </a:spcAft>
                      </a:pPr>
                      <a:r>
                        <a:rPr sz="900" b="0">
                          <a:solidFill>
                            <a:srgbClr val="333333"/>
                          </a:solidFill>
                          <a:latin typeface="Arial"/>
                          <a:ea typeface="Microsoft JhengHei"/>
                          <a:cs typeface="Arial"/>
                        </a:rPr>
                        <a:t>Switchover 後釋放</a:t>
                      </a:r>
                    </a:p>
                  </a:txBody>
                  <a:tcPr marL="54864" marR="54864" marT="22860" marB="22860" anchor="ctr">
                    <a:solidFill>
                      <a:srgbClr val="FFFFFF"/>
                    </a:solidFill>
                  </a:tcPr>
                </a:tc>
              </a:tr>
              <a:tr h="347472">
                <a:tc>
                  <a:txBody>
                    <a:bodyPr wrap="square"/>
                    <a:lstStyle/>
                    <a:p>
                      <a:pPr algn="l">
                        <a:spcAft>
                          <a:spcPts val="0"/>
                        </a:spcAft>
                      </a:pPr>
                      <a:r>
                        <a:rPr sz="900" b="1">
                          <a:solidFill>
                            <a:srgbClr val="333333"/>
                          </a:solidFill>
                          <a:latin typeface="Arial"/>
                          <a:ea typeface="Microsoft JhengHei"/>
                          <a:cs typeface="Arial"/>
                        </a:rPr>
                        <a:t>Offline Depot Server</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1</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Mgmt</a:t>
                      </a:r>
                    </a:p>
                  </a:txBody>
                  <a:tcPr marL="54864" marR="54864" marT="22860" marB="22860" anchor="ctr">
                    <a:solidFill>
                      <a:srgbClr val="F5F7F9"/>
                    </a:solidFill>
                  </a:tcPr>
                </a:tc>
                <a:tc>
                  <a:txBody>
                    <a:bodyPr wrap="square"/>
                    <a:lstStyle/>
                    <a:p>
                      <a:pPr algn="l">
                        <a:spcAft>
                          <a:spcPts val="0"/>
                        </a:spcAft>
                      </a:pPr>
                      <a:r>
                        <a:rPr sz="900" b="0">
                          <a:solidFill>
                            <a:srgbClr val="333333"/>
                          </a:solidFill>
                          <a:latin typeface="Arial"/>
                          <a:ea typeface="Microsoft JhengHei"/>
                          <a:cs typeface="Arial"/>
                        </a:rPr>
                        <a:t>HTTPS；憑證 SAN 含 FQDN + IP</a:t>
                      </a:r>
                    </a:p>
                  </a:txBody>
                  <a:tcPr marL="54864" marR="54864" marT="22860" marB="22860" anchor="ctr">
                    <a:solidFill>
                      <a:srgbClr val="F5F7F9"/>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icrosoft JhengHei"/>
              </a:rPr>
              <a:t>References ｜ Broadcom TechDocs &amp; KB</a:t>
            </a:r>
          </a:p>
        </p:txBody>
      </p:sp>
      <p:sp>
        <p:nvSpPr>
          <p:cNvPr id="3" name="TextBox 2"/>
          <p:cNvSpPr txBox="1"/>
          <p:nvPr/>
        </p:nvSpPr>
        <p:spPr>
          <a:xfrm>
            <a:off x="548640" y="804672"/>
            <a:ext cx="11064240" cy="292608"/>
          </a:xfrm>
          <a:prstGeom prst="rect">
            <a:avLst/>
          </a:prstGeom>
          <a:noFill/>
        </p:spPr>
        <p:txBody>
          <a:bodyPr wrap="square" lIns="27432" rIns="27432" tIns="27432" bIns="27432" anchor="t">
            <a:spAutoFit/>
          </a:bodyPr>
          <a:lstStyle/>
          <a:p>
            <a:pPr algn="l">
              <a:spcAft>
                <a:spcPts val="200"/>
              </a:spcAft>
            </a:pPr>
            <a:r>
              <a:rPr sz="1250" b="1">
                <a:solidFill>
                  <a:srgbClr val="6C4B94"/>
                </a:solidFill>
                <a:latin typeface="Arial"/>
                <a:ea typeface="Microsoft JhengHei"/>
                <a:cs typeface="Arial"/>
              </a:rPr>
              <a:t>本計畫引用的官方依據（完整 URL 見 Excel『官方文件』頁）</a:t>
            </a:r>
          </a:p>
        </p:txBody>
      </p:sp>
      <p:sp>
        <p:nvSpPr>
          <p:cNvPr id="4" name="TextBox 3"/>
          <p:cNvSpPr txBox="1"/>
          <p:nvPr/>
        </p:nvSpPr>
        <p:spPr>
          <a:xfrm>
            <a:off x="11475720" y="6446520"/>
            <a:ext cx="502920" cy="228600"/>
          </a:xfrm>
          <a:prstGeom prst="rect">
            <a:avLst/>
          </a:prstGeom>
          <a:noFill/>
        </p:spPr>
        <p:txBody>
          <a:bodyPr wrap="none">
            <a:spAutoFit/>
          </a:bodyPr>
          <a:lstStyle/>
          <a:p>
            <a:pPr algn="r"/>
            <a:fld id="{B6F15528-21DE-4FAA-801E-634DDDAF4B2B}" type="slidenum">
              <a:rPr lang="en-US" sz="800">
                <a:solidFill>
                  <a:srgbClr val="717074"/>
                </a:solidFill>
              </a:rPr>
              <a:t>‹#›</a:t>
            </a:fld>
          </a:p>
        </p:txBody>
      </p:sp>
      <p:sp>
        <p:nvSpPr>
          <p:cNvPr id="5" name="TextBox 4"/>
          <p:cNvSpPr txBox="1"/>
          <p:nvPr/>
        </p:nvSpPr>
        <p:spPr>
          <a:xfrm>
            <a:off x="576072" y="1188720"/>
            <a:ext cx="5760720" cy="4937760"/>
          </a:xfrm>
          <a:prstGeom prst="rect">
            <a:avLst/>
          </a:prstGeom>
          <a:noFill/>
        </p:spPr>
        <p:txBody>
          <a:bodyPr wrap="square" lIns="45720" rIns="45720" tIns="27432" bIns="27432" anchor="t">
            <a:spAutoFit/>
          </a:bodyPr>
          <a:lstStyle/>
          <a:p>
            <a:pPr algn="l">
              <a:spcAft>
                <a:spcPts val="200"/>
              </a:spcAft>
            </a:pPr>
            <a:r>
              <a:rPr sz="1100" b="1">
                <a:solidFill>
                  <a:srgbClr val="1B1D36"/>
                </a:solidFill>
                <a:latin typeface="Arial"/>
                <a:ea typeface="Microsoft JhengHei"/>
                <a:cs typeface="Arial"/>
              </a:rPr>
              <a:t>TechDocs（VCF 9.1 / 9.1.1）</a:t>
            </a:r>
          </a:p>
          <a:p>
            <a:pPr algn="l">
              <a:spcAft>
                <a:spcPts val="200"/>
              </a:spcAft>
            </a:pPr>
            <a:r>
              <a:rPr sz="850" b="1">
                <a:solidFill>
                  <a:srgbClr val="6C4B94"/>
                </a:solidFill>
                <a:latin typeface="Arial"/>
                <a:ea typeface="Microsoft JhengHei"/>
                <a:cs typeface="Arial"/>
              </a:rPr>
              <a:t>Converge　</a:t>
            </a:r>
            <a:r>
              <a:rPr sz="850" b="0">
                <a:solidFill>
                  <a:srgbClr val="333333"/>
                </a:solidFill>
                <a:latin typeface="Arial"/>
                <a:ea typeface="Microsoft JhengHei"/>
                <a:cs typeface="Arial"/>
              </a:rPr>
              <a:t>Supported and Not Supported Configurations to Converge to VCF</a:t>
            </a:r>
          </a:p>
          <a:p>
            <a:pPr algn="l">
              <a:spcAft>
                <a:spcPts val="200"/>
              </a:spcAft>
            </a:pPr>
            <a:r>
              <a:rPr sz="850" b="1">
                <a:solidFill>
                  <a:srgbClr val="6C4B94"/>
                </a:solidFill>
                <a:latin typeface="Arial"/>
                <a:ea typeface="Microsoft JhengHei"/>
                <a:cs typeface="Arial"/>
              </a:rPr>
              <a:t>Converge　</a:t>
            </a:r>
            <a:r>
              <a:rPr sz="850" b="0">
                <a:solidFill>
                  <a:srgbClr val="333333"/>
                </a:solidFill>
                <a:latin typeface="Arial"/>
                <a:ea typeface="Microsoft JhengHei"/>
                <a:cs typeface="Arial"/>
              </a:rPr>
              <a:t>Deploy Components by Using VCF Installer to Complete the Converging to VCF Process</a:t>
            </a:r>
          </a:p>
          <a:p>
            <a:pPr algn="l">
              <a:spcAft>
                <a:spcPts val="200"/>
              </a:spcAft>
            </a:pPr>
            <a:r>
              <a:rPr sz="850" b="1">
                <a:solidFill>
                  <a:srgbClr val="6C4B94"/>
                </a:solidFill>
                <a:latin typeface="Arial"/>
                <a:ea typeface="Microsoft JhengHei"/>
                <a:cs typeface="Arial"/>
              </a:rPr>
              <a:t>Converge　</a:t>
            </a:r>
            <a:r>
              <a:rPr sz="850" b="0">
                <a:solidFill>
                  <a:srgbClr val="333333"/>
                </a:solidFill>
                <a:latin typeface="Arial"/>
                <a:ea typeface="Microsoft JhengHei"/>
                <a:cs typeface="Arial"/>
              </a:rPr>
              <a:t>Converge vCenter, ESX Hosts, Aria Suite Lifecycle and Aria Automation</a:t>
            </a:r>
          </a:p>
          <a:p>
            <a:pPr algn="l">
              <a:spcAft>
                <a:spcPts val="200"/>
              </a:spcAft>
            </a:pPr>
            <a:r>
              <a:rPr sz="850" b="1">
                <a:solidFill>
                  <a:srgbClr val="6C4B94"/>
                </a:solidFill>
                <a:latin typeface="Arial"/>
                <a:ea typeface="Microsoft JhengHei"/>
                <a:cs typeface="Arial"/>
              </a:rPr>
              <a:t>Depot　</a:t>
            </a:r>
            <a:r>
              <a:rPr sz="850" b="0">
                <a:solidFill>
                  <a:srgbClr val="333333"/>
                </a:solidFill>
                <a:latin typeface="Arial"/>
                <a:ea typeface="Microsoft JhengHei"/>
                <a:cs typeface="Arial"/>
              </a:rPr>
              <a:t>Downloading Binaries to VCF Installer</a:t>
            </a:r>
          </a:p>
          <a:p>
            <a:pPr algn="l">
              <a:spcAft>
                <a:spcPts val="200"/>
              </a:spcAft>
            </a:pPr>
            <a:r>
              <a:rPr sz="850" b="1">
                <a:solidFill>
                  <a:srgbClr val="6C4B94"/>
                </a:solidFill>
                <a:latin typeface="Arial"/>
                <a:ea typeface="Microsoft JhengHei"/>
                <a:cs typeface="Arial"/>
              </a:rPr>
              <a:t>Depot　</a:t>
            </a:r>
            <a:r>
              <a:rPr sz="850" b="0">
                <a:solidFill>
                  <a:srgbClr val="333333"/>
                </a:solidFill>
                <a:latin typeface="Arial"/>
                <a:ea typeface="Microsoft JhengHei"/>
                <a:cs typeface="Arial"/>
              </a:rPr>
              <a:t>Connect VCF Installer to Broadcom or an Offline Depot</a:t>
            </a:r>
          </a:p>
          <a:p>
            <a:pPr algn="l">
              <a:spcAft>
                <a:spcPts val="200"/>
              </a:spcAft>
            </a:pPr>
            <a:r>
              <a:rPr sz="850" b="1">
                <a:solidFill>
                  <a:srgbClr val="6C4B94"/>
                </a:solidFill>
                <a:latin typeface="Arial"/>
                <a:ea typeface="Microsoft JhengHei"/>
                <a:cs typeface="Arial"/>
              </a:rPr>
              <a:t>Depot　</a:t>
            </a:r>
            <a:r>
              <a:rPr sz="850" b="0">
                <a:solidFill>
                  <a:srgbClr val="333333"/>
                </a:solidFill>
                <a:latin typeface="Arial"/>
                <a:ea typeface="Microsoft JhengHei"/>
                <a:cs typeface="Arial"/>
              </a:rPr>
              <a:t>Connect SDDC Manager to a Software Depot</a:t>
            </a:r>
          </a:p>
          <a:p>
            <a:pPr algn="l">
              <a:spcAft>
                <a:spcPts val="200"/>
              </a:spcAft>
            </a:pPr>
            <a:r>
              <a:rPr sz="850" b="1">
                <a:solidFill>
                  <a:srgbClr val="6C4B94"/>
                </a:solidFill>
                <a:latin typeface="Arial"/>
                <a:ea typeface="Microsoft JhengHei"/>
                <a:cs typeface="Arial"/>
              </a:rPr>
              <a:t>Automation　</a:t>
            </a:r>
            <a:r>
              <a:rPr sz="850" b="0">
                <a:solidFill>
                  <a:srgbClr val="333333"/>
                </a:solidFill>
                <a:latin typeface="Arial"/>
                <a:ea typeface="Microsoft JhengHei"/>
                <a:cs typeface="Arial"/>
              </a:rPr>
              <a:t>Import an Existing VMware Aria Automation Instance in VCF Operations</a:t>
            </a:r>
          </a:p>
          <a:p>
            <a:pPr algn="l">
              <a:spcAft>
                <a:spcPts val="200"/>
              </a:spcAft>
            </a:pPr>
            <a:r>
              <a:rPr sz="850" b="1">
                <a:solidFill>
                  <a:srgbClr val="6C4B94"/>
                </a:solidFill>
                <a:latin typeface="Arial"/>
                <a:ea typeface="Microsoft JhengHei"/>
                <a:cs typeface="Arial"/>
              </a:rPr>
              <a:t>Automation　</a:t>
            </a:r>
            <a:r>
              <a:rPr sz="850" b="0">
                <a:solidFill>
                  <a:srgbClr val="333333"/>
                </a:solidFill>
                <a:latin typeface="Arial"/>
                <a:ea typeface="Microsoft JhengHei"/>
                <a:cs typeface="Arial"/>
              </a:rPr>
              <a:t>Upgrading to VCF Automation 9.1</a:t>
            </a:r>
          </a:p>
          <a:p>
            <a:pPr algn="l">
              <a:spcAft>
                <a:spcPts val="200"/>
              </a:spcAft>
            </a:pPr>
            <a:r>
              <a:rPr sz="850" b="1">
                <a:solidFill>
                  <a:srgbClr val="6C4B94"/>
                </a:solidFill>
                <a:latin typeface="Arial"/>
                <a:ea typeface="Microsoft JhengHei"/>
                <a:cs typeface="Arial"/>
              </a:rPr>
              <a:t>Automation　</a:t>
            </a:r>
            <a:r>
              <a:rPr sz="850" b="0">
                <a:solidFill>
                  <a:srgbClr val="333333"/>
                </a:solidFill>
                <a:latin typeface="Arial"/>
                <a:ea typeface="Microsoft JhengHei"/>
                <a:cs typeface="Arial"/>
              </a:rPr>
              <a:t>Perform the Upgrade to VCF Automation 9.1</a:t>
            </a:r>
          </a:p>
          <a:p>
            <a:pPr algn="l">
              <a:spcAft>
                <a:spcPts val="200"/>
              </a:spcAft>
            </a:pPr>
            <a:r>
              <a:rPr sz="850" b="1">
                <a:solidFill>
                  <a:srgbClr val="6C4B94"/>
                </a:solidFill>
                <a:latin typeface="Arial"/>
                <a:ea typeface="Microsoft JhengHei"/>
                <a:cs typeface="Arial"/>
              </a:rPr>
              <a:t>Automation　</a:t>
            </a:r>
            <a:r>
              <a:rPr sz="850" b="0">
                <a:solidFill>
                  <a:srgbClr val="333333"/>
                </a:solidFill>
                <a:latin typeface="Arial"/>
                <a:ea typeface="Microsoft JhengHei"/>
                <a:cs typeface="Arial"/>
              </a:rPr>
              <a:t>Migrate VCF Automation SSO from vIDM to VCF Identity Broker</a:t>
            </a:r>
          </a:p>
          <a:p>
            <a:pPr algn="l">
              <a:spcAft>
                <a:spcPts val="200"/>
              </a:spcAft>
            </a:pPr>
            <a:r>
              <a:rPr sz="850" b="1">
                <a:solidFill>
                  <a:srgbClr val="6C4B94"/>
                </a:solidFill>
                <a:latin typeface="Arial"/>
                <a:ea typeface="Microsoft JhengHei"/>
                <a:cs typeface="Arial"/>
              </a:rPr>
              <a:t>Orchestrator　</a:t>
            </a:r>
            <a:r>
              <a:rPr sz="850" b="0">
                <a:solidFill>
                  <a:srgbClr val="333333"/>
                </a:solidFill>
                <a:latin typeface="Arial"/>
                <a:ea typeface="Microsoft JhengHei"/>
                <a:cs typeface="Arial"/>
              </a:rPr>
              <a:t>Upgrade to VCF Operations Orchestrator 9.1</a:t>
            </a:r>
          </a:p>
          <a:p>
            <a:pPr algn="l">
              <a:spcAft>
                <a:spcPts val="200"/>
              </a:spcAft>
            </a:pPr>
            <a:r>
              <a:rPr sz="850" b="1">
                <a:solidFill>
                  <a:srgbClr val="6C4B94"/>
                </a:solidFill>
                <a:latin typeface="Arial"/>
                <a:ea typeface="Microsoft JhengHei"/>
                <a:cs typeface="Arial"/>
              </a:rPr>
              <a:t>Orchestrator　</a:t>
            </a:r>
            <a:r>
              <a:rPr sz="850" b="0">
                <a:solidFill>
                  <a:srgbClr val="333333"/>
                </a:solidFill>
                <a:latin typeface="Arial"/>
                <a:ea typeface="Microsoft JhengHei"/>
                <a:cs typeface="Arial"/>
              </a:rPr>
              <a:t>Configure VCF Operations Orchestrator for VCF Automation VM Apps Organizations</a:t>
            </a:r>
          </a:p>
          <a:p>
            <a:pPr algn="l">
              <a:spcAft>
                <a:spcPts val="200"/>
              </a:spcAft>
            </a:pPr>
            <a:r>
              <a:rPr sz="850" b="1">
                <a:solidFill>
                  <a:srgbClr val="6C4B94"/>
                </a:solidFill>
                <a:latin typeface="Arial"/>
                <a:ea typeface="Microsoft JhengHei"/>
                <a:cs typeface="Arial"/>
              </a:rPr>
              <a:t>Upgrade　</a:t>
            </a:r>
            <a:r>
              <a:rPr sz="850" b="0">
                <a:solidFill>
                  <a:srgbClr val="333333"/>
                </a:solidFill>
                <a:latin typeface="Arial"/>
                <a:ea typeface="Microsoft JhengHei"/>
                <a:cs typeface="Arial"/>
              </a:rPr>
              <a:t>Upgrading to VCF 9.1.x（元件升級順序）</a:t>
            </a:r>
          </a:p>
          <a:p>
            <a:pPr algn="l">
              <a:spcAft>
                <a:spcPts val="200"/>
              </a:spcAft>
            </a:pPr>
            <a:r>
              <a:rPr sz="850" b="1">
                <a:solidFill>
                  <a:srgbClr val="6C4B94"/>
                </a:solidFill>
                <a:latin typeface="Arial"/>
                <a:ea typeface="Microsoft JhengHei"/>
                <a:cs typeface="Arial"/>
              </a:rPr>
              <a:t>Import WLD　</a:t>
            </a:r>
            <a:r>
              <a:rPr sz="850" b="0">
                <a:solidFill>
                  <a:srgbClr val="333333"/>
                </a:solidFill>
                <a:latin typeface="Arial"/>
                <a:ea typeface="Microsoft JhengHei"/>
                <a:cs typeface="Arial"/>
              </a:rPr>
              <a:t>Import an Existing vCenter to Create a Workload Domain</a:t>
            </a:r>
          </a:p>
          <a:p>
            <a:pPr algn="l">
              <a:spcAft>
                <a:spcPts val="200"/>
              </a:spcAft>
            </a:pPr>
            <a:r>
              <a:rPr sz="850" b="1">
                <a:solidFill>
                  <a:srgbClr val="6C4B94"/>
                </a:solidFill>
                <a:latin typeface="Arial"/>
                <a:ea typeface="Microsoft JhengHei"/>
                <a:cs typeface="Arial"/>
              </a:rPr>
              <a:t>Import WLD　</a:t>
            </a:r>
            <a:r>
              <a:rPr sz="850" b="0">
                <a:solidFill>
                  <a:srgbClr val="333333"/>
                </a:solidFill>
                <a:latin typeface="Arial"/>
                <a:ea typeface="Microsoft JhengHei"/>
                <a:cs typeface="Arial"/>
              </a:rPr>
              <a:t>Upgrading VCF Workload Domains to 9.1.x</a:t>
            </a:r>
          </a:p>
          <a:p>
            <a:pPr algn="l">
              <a:spcAft>
                <a:spcPts val="200"/>
              </a:spcAft>
            </a:pPr>
            <a:r>
              <a:rPr sz="850" b="1">
                <a:solidFill>
                  <a:srgbClr val="6C4B94"/>
                </a:solidFill>
                <a:latin typeface="Arial"/>
                <a:ea typeface="Microsoft JhengHei"/>
                <a:cs typeface="Arial"/>
              </a:rPr>
              <a:t>vMotion　</a:t>
            </a:r>
            <a:r>
              <a:rPr sz="850" b="0">
                <a:solidFill>
                  <a:srgbClr val="333333"/>
                </a:solidFill>
                <a:latin typeface="Arial"/>
                <a:ea typeface="Microsoft JhengHei"/>
                <a:cs typeface="Arial"/>
              </a:rPr>
              <a:t>Import or Clone a VM with Advanced Cross vCenter vMotion (vSphere 9.1)</a:t>
            </a:r>
          </a:p>
          <a:p>
            <a:pPr algn="l">
              <a:spcAft>
                <a:spcPts val="200"/>
              </a:spcAft>
            </a:pPr>
            <a:r>
              <a:rPr sz="850" b="1">
                <a:solidFill>
                  <a:srgbClr val="6C4B94"/>
                </a:solidFill>
                <a:latin typeface="Arial"/>
                <a:ea typeface="Microsoft JhengHei"/>
                <a:cs typeface="Arial"/>
              </a:rPr>
              <a:t>SRM　</a:t>
            </a:r>
            <a:r>
              <a:rPr sz="850" b="0">
                <a:solidFill>
                  <a:srgbClr val="333333"/>
                </a:solidFill>
                <a:latin typeface="Arial"/>
                <a:ea typeface="Microsoft JhengHei"/>
                <a:cs typeface="Arial"/>
              </a:rPr>
              <a:t>Protection and Recovery 9.1.1.0 Release Notes</a:t>
            </a:r>
          </a:p>
          <a:p>
            <a:pPr algn="l">
              <a:spcAft>
                <a:spcPts val="200"/>
              </a:spcAft>
            </a:pPr>
            <a:r>
              <a:rPr sz="850" b="1">
                <a:solidFill>
                  <a:srgbClr val="6C4B94"/>
                </a:solidFill>
                <a:latin typeface="Arial"/>
                <a:ea typeface="Microsoft JhengHei"/>
                <a:cs typeface="Arial"/>
              </a:rPr>
              <a:t>SRM　</a:t>
            </a:r>
            <a:r>
              <a:rPr sz="850" b="0">
                <a:solidFill>
                  <a:srgbClr val="333333"/>
                </a:solidFill>
                <a:latin typeface="Arial"/>
                <a:ea typeface="Microsoft JhengHei"/>
                <a:cs typeface="Arial"/>
              </a:rPr>
              <a:t>Order of Upgrading vSphere and Protection and Recovery Components</a:t>
            </a:r>
          </a:p>
          <a:p>
            <a:pPr algn="l">
              <a:spcAft>
                <a:spcPts val="200"/>
              </a:spcAft>
            </a:pPr>
            <a:r>
              <a:rPr sz="850" b="1">
                <a:solidFill>
                  <a:srgbClr val="6C4B94"/>
                </a:solidFill>
                <a:latin typeface="Arial"/>
                <a:ea typeface="Microsoft JhengHei"/>
                <a:cs typeface="Arial"/>
              </a:rPr>
              <a:t>SRM　</a:t>
            </a:r>
            <a:r>
              <a:rPr sz="850" b="0">
                <a:solidFill>
                  <a:srgbClr val="333333"/>
                </a:solidFill>
                <a:latin typeface="Arial"/>
                <a:ea typeface="Microsoft JhengHei"/>
                <a:cs typeface="Arial"/>
              </a:rPr>
              <a:t>Reconfigure the Connection Between Sites</a:t>
            </a:r>
          </a:p>
          <a:p>
            <a:pPr algn="l">
              <a:spcAft>
                <a:spcPts val="200"/>
              </a:spcAft>
            </a:pPr>
            <a:r>
              <a:rPr sz="850" b="1">
                <a:solidFill>
                  <a:srgbClr val="6C4B94"/>
                </a:solidFill>
                <a:latin typeface="Arial"/>
                <a:ea typeface="Microsoft JhengHei"/>
                <a:cs typeface="Arial"/>
              </a:rPr>
              <a:t>Release　</a:t>
            </a:r>
            <a:r>
              <a:rPr sz="850" b="0">
                <a:solidFill>
                  <a:srgbClr val="333333"/>
                </a:solidFill>
                <a:latin typeface="Arial"/>
                <a:ea typeface="Microsoft JhengHei"/>
                <a:cs typeface="Arial"/>
              </a:rPr>
              <a:t>VMware Cloud Foundation 9.1.1.0 Release Notes</a:t>
            </a:r>
          </a:p>
          <a:p>
            <a:pPr algn="l">
              <a:spcAft>
                <a:spcPts val="200"/>
              </a:spcAft>
            </a:pPr>
            <a:r>
              <a:rPr sz="850" b="1">
                <a:solidFill>
                  <a:srgbClr val="6C4B94"/>
                </a:solidFill>
                <a:latin typeface="Arial"/>
                <a:ea typeface="Microsoft JhengHei"/>
                <a:cs typeface="Arial"/>
              </a:rPr>
              <a:t>Release　</a:t>
            </a:r>
            <a:r>
              <a:rPr sz="850" b="0">
                <a:solidFill>
                  <a:srgbClr val="333333"/>
                </a:solidFill>
                <a:latin typeface="Arial"/>
                <a:ea typeface="Microsoft JhengHei"/>
                <a:cs typeface="Arial"/>
              </a:rPr>
              <a:t>VMware Cloud Foundation 9.1.1.0 Bill of Materials</a:t>
            </a:r>
          </a:p>
          <a:p>
            <a:pPr algn="l">
              <a:spcAft>
                <a:spcPts val="200"/>
              </a:spcAft>
            </a:pPr>
            <a:r>
              <a:rPr sz="850" b="1">
                <a:solidFill>
                  <a:srgbClr val="6C4B94"/>
                </a:solidFill>
                <a:latin typeface="Arial"/>
                <a:ea typeface="Microsoft JhengHei"/>
                <a:cs typeface="Arial"/>
              </a:rPr>
              <a:t>Interop　</a:t>
            </a:r>
            <a:r>
              <a:rPr sz="850" b="0">
                <a:solidFill>
                  <a:srgbClr val="333333"/>
                </a:solidFill>
                <a:latin typeface="Arial"/>
                <a:ea typeface="Microsoft JhengHei"/>
                <a:cs typeface="Arial"/>
              </a:rPr>
              <a:t>Broadcom Product Interoperability Matrix</a:t>
            </a:r>
          </a:p>
        </p:txBody>
      </p:sp>
      <p:sp>
        <p:nvSpPr>
          <p:cNvPr id="6" name="TextBox 5"/>
          <p:cNvSpPr txBox="1"/>
          <p:nvPr/>
        </p:nvSpPr>
        <p:spPr>
          <a:xfrm>
            <a:off x="6492240" y="1188720"/>
            <a:ext cx="5120640" cy="4937760"/>
          </a:xfrm>
          <a:prstGeom prst="rect">
            <a:avLst/>
          </a:prstGeom>
          <a:noFill/>
        </p:spPr>
        <p:txBody>
          <a:bodyPr wrap="square" lIns="45720" rIns="45720" tIns="27432" bIns="27432" anchor="t">
            <a:spAutoFit/>
          </a:bodyPr>
          <a:lstStyle/>
          <a:p>
            <a:pPr algn="l">
              <a:spcAft>
                <a:spcPts val="200"/>
              </a:spcAft>
            </a:pPr>
            <a:r>
              <a:rPr sz="1100" b="1">
                <a:solidFill>
                  <a:srgbClr val="1B1D36"/>
                </a:solidFill>
                <a:latin typeface="Arial"/>
                <a:ea typeface="Microsoft JhengHei"/>
                <a:cs typeface="Arial"/>
              </a:rPr>
              <a:t>Knowledge Base</a:t>
            </a:r>
          </a:p>
          <a:p>
            <a:pPr algn="l">
              <a:spcAft>
                <a:spcPts val="200"/>
              </a:spcAft>
            </a:pPr>
            <a:r>
              <a:rPr sz="850" b="1">
                <a:solidFill>
                  <a:srgbClr val="007B8C"/>
                </a:solidFill>
                <a:latin typeface="Arial"/>
                <a:ea typeface="Microsoft JhengHei"/>
                <a:cs typeface="Arial"/>
              </a:rPr>
              <a:t>KB 440630　</a:t>
            </a:r>
            <a:r>
              <a:rPr sz="850" b="0">
                <a:solidFill>
                  <a:srgbClr val="333333"/>
                </a:solidFill>
                <a:latin typeface="Arial"/>
                <a:ea typeface="Microsoft JhengHei"/>
                <a:cs typeface="Arial"/>
              </a:rPr>
              <a:t>Upgrade sequence and related issues for VCF and vSphere Foundation 9.1</a:t>
            </a:r>
          </a:p>
          <a:p>
            <a:pPr algn="l">
              <a:spcAft>
                <a:spcPts val="200"/>
              </a:spcAft>
            </a:pPr>
            <a:r>
              <a:rPr sz="850" b="1">
                <a:solidFill>
                  <a:srgbClr val="007B8C"/>
                </a:solidFill>
                <a:latin typeface="Arial"/>
                <a:ea typeface="Microsoft JhengHei"/>
                <a:cs typeface="Arial"/>
              </a:rPr>
              <a:t>KB 450972　</a:t>
            </a:r>
            <a:r>
              <a:rPr sz="850" b="0">
                <a:solidFill>
                  <a:srgbClr val="333333"/>
                </a:solidFill>
                <a:latin typeface="Arial"/>
                <a:ea typeface="Microsoft JhengHei"/>
                <a:cs typeface="Arial"/>
              </a:rPr>
              <a:t>vSphere / VCF 9.1 Back-in-Time 支援表（8.0U3j/k → 9.1.0 不支援升級 / converge）</a:t>
            </a:r>
          </a:p>
          <a:p>
            <a:pPr algn="l">
              <a:spcAft>
                <a:spcPts val="200"/>
              </a:spcAft>
            </a:pPr>
            <a:r>
              <a:rPr sz="850" b="1">
                <a:solidFill>
                  <a:srgbClr val="007B8C"/>
                </a:solidFill>
                <a:latin typeface="Arial"/>
                <a:ea typeface="Microsoft JhengHei"/>
                <a:cs typeface="Arial"/>
              </a:rPr>
              <a:t>KB 448258　</a:t>
            </a:r>
            <a:r>
              <a:rPr sz="850" b="0">
                <a:solidFill>
                  <a:srgbClr val="333333"/>
                </a:solidFill>
                <a:latin typeface="Arial"/>
                <a:ea typeface="Microsoft JhengHei"/>
                <a:cs typeface="Arial"/>
              </a:rPr>
              <a:t>Converge 失敗：刪除已部署元件與 Installer 後重做</a:t>
            </a:r>
          </a:p>
          <a:p>
            <a:pPr algn="l">
              <a:spcAft>
                <a:spcPts val="200"/>
              </a:spcAft>
            </a:pPr>
            <a:r>
              <a:rPr sz="850" b="1">
                <a:solidFill>
                  <a:srgbClr val="007B8C"/>
                </a:solidFill>
                <a:latin typeface="Arial"/>
                <a:ea typeface="Microsoft JhengHei"/>
                <a:cs typeface="Arial"/>
              </a:rPr>
              <a:t>KB 453612　</a:t>
            </a:r>
            <a:r>
              <a:rPr sz="850" b="0">
                <a:solidFill>
                  <a:srgbClr val="333333"/>
                </a:solidFill>
                <a:latin typeface="Arial"/>
                <a:ea typeface="Microsoft JhengHei"/>
                <a:cs typeface="Arial"/>
              </a:rPr>
              <a:t>vCenter FQDN 含大寫導致 converge 憑證鏈失敗</a:t>
            </a:r>
          </a:p>
          <a:p>
            <a:pPr algn="l">
              <a:spcAft>
                <a:spcPts val="200"/>
              </a:spcAft>
            </a:pPr>
            <a:r>
              <a:rPr sz="850" b="1">
                <a:solidFill>
                  <a:srgbClr val="007B8C"/>
                </a:solidFill>
                <a:latin typeface="Arial"/>
                <a:ea typeface="Microsoft JhengHei"/>
                <a:cs typeface="Arial"/>
              </a:rPr>
              <a:t>KB 425102　</a:t>
            </a:r>
            <a:r>
              <a:rPr sz="850" b="0">
                <a:solidFill>
                  <a:srgbClr val="333333"/>
                </a:solidFill>
                <a:latin typeface="Arial"/>
                <a:ea typeface="Microsoft JhengHei"/>
                <a:cs typeface="Arial"/>
              </a:rPr>
              <a:t>ESX 主機須以 FQDN 加入 inventory</a:t>
            </a:r>
          </a:p>
          <a:p>
            <a:pPr algn="l">
              <a:spcAft>
                <a:spcPts val="200"/>
              </a:spcAft>
            </a:pPr>
            <a:r>
              <a:rPr sz="850" b="1">
                <a:solidFill>
                  <a:srgbClr val="007B8C"/>
                </a:solidFill>
                <a:latin typeface="Arial"/>
                <a:ea typeface="Microsoft JhengHei"/>
                <a:cs typeface="Arial"/>
              </a:rPr>
              <a:t>KB 436924　</a:t>
            </a:r>
            <a:r>
              <a:rPr sz="850" b="0">
                <a:solidFill>
                  <a:srgbClr val="333333"/>
                </a:solidFill>
                <a:latin typeface="Arial"/>
                <a:ea typeface="Microsoft JhengHei"/>
                <a:cs typeface="Arial"/>
              </a:rPr>
              <a:t>How to remove an imported Domain from VCF 9.x</a:t>
            </a:r>
          </a:p>
          <a:p>
            <a:pPr algn="l">
              <a:spcAft>
                <a:spcPts val="200"/>
              </a:spcAft>
            </a:pPr>
            <a:r>
              <a:rPr sz="850" b="1">
                <a:solidFill>
                  <a:srgbClr val="007B8C"/>
                </a:solidFill>
                <a:latin typeface="Arial"/>
                <a:ea typeface="Microsoft JhengHei"/>
                <a:cs typeface="Arial"/>
              </a:rPr>
              <a:t>KB 430524　</a:t>
            </a:r>
            <a:r>
              <a:rPr sz="850" b="0">
                <a:solidFill>
                  <a:srgbClr val="333333"/>
                </a:solidFill>
                <a:latin typeface="Arial"/>
                <a:ea typeface="Microsoft JhengHei"/>
                <a:cs typeface="Arial"/>
              </a:rPr>
              <a:t>移除主機上的 NSX 與 Compute Manager</a:t>
            </a:r>
          </a:p>
          <a:p>
            <a:pPr algn="l">
              <a:spcAft>
                <a:spcPts val="200"/>
              </a:spcAft>
            </a:pPr>
            <a:r>
              <a:rPr sz="850" b="1">
                <a:solidFill>
                  <a:srgbClr val="007B8C"/>
                </a:solidFill>
                <a:latin typeface="Arial"/>
                <a:ea typeface="Microsoft JhengHei"/>
                <a:cs typeface="Arial"/>
              </a:rPr>
              <a:t>KB 429205　</a:t>
            </a:r>
            <a:r>
              <a:rPr sz="850" b="0">
                <a:solidFill>
                  <a:srgbClr val="333333"/>
                </a:solidFill>
                <a:latin typeface="Arial"/>
                <a:ea typeface="Microsoft JhengHei"/>
                <a:cs typeface="Arial"/>
              </a:rPr>
              <a:t>Import 時 NSX 版本控制（方案 A 用）</a:t>
            </a:r>
          </a:p>
          <a:p>
            <a:pPr algn="l">
              <a:spcAft>
                <a:spcPts val="200"/>
              </a:spcAft>
            </a:pPr>
            <a:r>
              <a:rPr sz="850" b="1">
                <a:solidFill>
                  <a:srgbClr val="007B8C"/>
                </a:solidFill>
                <a:latin typeface="Arial"/>
                <a:ea typeface="Microsoft JhengHei"/>
                <a:cs typeface="Arial"/>
              </a:rPr>
              <a:t>KB 425169　</a:t>
            </a:r>
            <a:r>
              <a:rPr sz="850" b="0">
                <a:solidFill>
                  <a:srgbClr val="333333"/>
                </a:solidFill>
                <a:latin typeface="Arial"/>
                <a:ea typeface="Microsoft JhengHei"/>
                <a:cs typeface="Arial"/>
              </a:rPr>
              <a:t>Importing Aria Automation 8.x — 不在管理網域時網路選項不可用</a:t>
            </a:r>
          </a:p>
          <a:p>
            <a:pPr algn="l">
              <a:spcAft>
                <a:spcPts val="200"/>
              </a:spcAft>
            </a:pPr>
            <a:r>
              <a:rPr sz="850" b="1">
                <a:solidFill>
                  <a:srgbClr val="007B8C"/>
                </a:solidFill>
                <a:latin typeface="Arial"/>
                <a:ea typeface="Microsoft JhengHei"/>
                <a:cs typeface="Arial"/>
              </a:rPr>
              <a:t>KB 425489　</a:t>
            </a:r>
            <a:r>
              <a:rPr sz="850" b="0">
                <a:solidFill>
                  <a:srgbClr val="333333"/>
                </a:solidFill>
                <a:latin typeface="Arial"/>
                <a:ea typeface="Microsoft JhengHei"/>
                <a:cs typeface="Arial"/>
              </a:rPr>
              <a:t>8.x endpoint certificates upgrade pre-check fails</a:t>
            </a:r>
          </a:p>
          <a:p>
            <a:pPr algn="l">
              <a:spcAft>
                <a:spcPts val="200"/>
              </a:spcAft>
            </a:pPr>
            <a:r>
              <a:rPr sz="850" b="1">
                <a:solidFill>
                  <a:srgbClr val="007B8C"/>
                </a:solidFill>
                <a:latin typeface="Arial"/>
                <a:ea typeface="Microsoft JhengHei"/>
                <a:cs typeface="Arial"/>
              </a:rPr>
              <a:t>KB 389563　</a:t>
            </a:r>
            <a:r>
              <a:rPr sz="850" b="0">
                <a:solidFill>
                  <a:srgbClr val="333333"/>
                </a:solidFill>
                <a:latin typeface="Arial"/>
                <a:ea typeface="Microsoft JhengHei"/>
                <a:cs typeface="Arial"/>
              </a:rPr>
              <a:t>Essential prechecks for a successful VCF Automation upgrade（不支援的 endpoints）</a:t>
            </a:r>
          </a:p>
          <a:p>
            <a:pPr algn="l">
              <a:spcAft>
                <a:spcPts val="200"/>
              </a:spcAft>
            </a:pPr>
            <a:r>
              <a:rPr sz="850" b="1">
                <a:solidFill>
                  <a:srgbClr val="007B8C"/>
                </a:solidFill>
                <a:latin typeface="Arial"/>
                <a:ea typeface="Microsoft JhengHei"/>
                <a:cs typeface="Arial"/>
              </a:rPr>
              <a:t>KB 447667　</a:t>
            </a:r>
            <a:r>
              <a:rPr sz="850" b="0">
                <a:solidFill>
                  <a:srgbClr val="333333"/>
                </a:solidFill>
                <a:latin typeface="Arial"/>
                <a:ea typeface="Microsoft JhengHei"/>
                <a:cs typeface="Arial"/>
              </a:rPr>
              <a:t>VCF Automation upgrade to 9.x fails — FIPS</a:t>
            </a:r>
          </a:p>
          <a:p>
            <a:pPr algn="l">
              <a:spcAft>
                <a:spcPts val="200"/>
              </a:spcAft>
            </a:pPr>
            <a:r>
              <a:rPr sz="850" b="1">
                <a:solidFill>
                  <a:srgbClr val="007B8C"/>
                </a:solidFill>
                <a:latin typeface="Arial"/>
                <a:ea typeface="Microsoft JhengHei"/>
                <a:cs typeface="Arial"/>
              </a:rPr>
              <a:t>KB 450345　</a:t>
            </a:r>
            <a:r>
              <a:rPr sz="850" b="0">
                <a:solidFill>
                  <a:srgbClr val="333333"/>
                </a:solidFill>
                <a:latin typeface="Arial"/>
                <a:ea typeface="Microsoft JhengHei"/>
                <a:cs typeface="Arial"/>
              </a:rPr>
              <a:t>Aria Automation 8.18.1 upgrade precheck — 來源 IP / 網段</a:t>
            </a:r>
          </a:p>
          <a:p>
            <a:pPr algn="l">
              <a:spcAft>
                <a:spcPts val="200"/>
              </a:spcAft>
            </a:pPr>
            <a:r>
              <a:rPr sz="850" b="1">
                <a:solidFill>
                  <a:srgbClr val="007B8C"/>
                </a:solidFill>
                <a:latin typeface="Arial"/>
                <a:ea typeface="Microsoft JhengHei"/>
                <a:cs typeface="Arial"/>
              </a:rPr>
              <a:t>KB 441333　</a:t>
            </a:r>
            <a:r>
              <a:rPr sz="850" b="0">
                <a:solidFill>
                  <a:srgbClr val="333333"/>
                </a:solidFill>
                <a:latin typeface="Arial"/>
                <a:ea typeface="Microsoft JhengHei"/>
                <a:cs typeface="Arial"/>
              </a:rPr>
              <a:t>VCF Automation 元件 cleanup（升級失敗清理不支援 → SR）</a:t>
            </a:r>
          </a:p>
          <a:p>
            <a:pPr algn="l">
              <a:spcAft>
                <a:spcPts val="200"/>
              </a:spcAft>
            </a:pPr>
            <a:r>
              <a:rPr sz="850" b="1">
                <a:solidFill>
                  <a:srgbClr val="007B8C"/>
                </a:solidFill>
                <a:latin typeface="Arial"/>
                <a:ea typeface="Microsoft JhengHei"/>
                <a:cs typeface="Arial"/>
              </a:rPr>
              <a:t>KB 318582　</a:t>
            </a:r>
            <a:r>
              <a:rPr sz="850" b="0">
                <a:solidFill>
                  <a:srgbClr val="333333"/>
                </a:solidFill>
                <a:latin typeface="Arial"/>
                <a:ea typeface="Microsoft JhengHei"/>
                <a:cs typeface="Arial"/>
              </a:rPr>
              <a:t>不同版本 vDS 之間的 vMotion</a:t>
            </a:r>
          </a:p>
          <a:p>
            <a:pPr algn="l">
              <a:spcAft>
                <a:spcPts val="200"/>
              </a:spcAft>
            </a:pPr>
            <a:r>
              <a:rPr sz="850" b="1">
                <a:solidFill>
                  <a:srgbClr val="007B8C"/>
                </a:solidFill>
                <a:latin typeface="Arial"/>
                <a:ea typeface="Microsoft JhengHei"/>
                <a:cs typeface="Arial"/>
              </a:rPr>
              <a:t>KB 447218　</a:t>
            </a:r>
            <a:r>
              <a:rPr sz="850" b="0">
                <a:solidFill>
                  <a:srgbClr val="333333"/>
                </a:solidFill>
                <a:latin typeface="Arial"/>
                <a:ea typeface="Microsoft JhengHei"/>
                <a:cs typeface="Arial"/>
              </a:rPr>
              <a:t>Aria Automation services fail to start — vApp options 遺失</a:t>
            </a:r>
          </a:p>
          <a:p>
            <a:pPr algn="l">
              <a:spcAft>
                <a:spcPts val="200"/>
              </a:spcAft>
            </a:pPr>
            <a:r>
              <a:rPr sz="850" b="1">
                <a:solidFill>
                  <a:srgbClr val="007B8C"/>
                </a:solidFill>
                <a:latin typeface="Arial"/>
                <a:ea typeface="Microsoft JhengHei"/>
                <a:cs typeface="Arial"/>
              </a:rPr>
              <a:t>KB 446701　</a:t>
            </a:r>
            <a:r>
              <a:rPr sz="850" b="0">
                <a:solidFill>
                  <a:srgbClr val="333333"/>
                </a:solidFill>
                <a:latin typeface="Arial"/>
                <a:ea typeface="Microsoft JhengHei"/>
                <a:cs typeface="Arial"/>
              </a:rPr>
              <a:t>vCenter 升級後於兩站執行 SRM VAMI Reconfigure</a:t>
            </a:r>
          </a:p>
          <a:p>
            <a:pPr algn="l">
              <a:spcAft>
                <a:spcPts val="200"/>
              </a:spcAft>
            </a:pPr>
            <a:r>
              <a:rPr sz="850" b="1">
                <a:solidFill>
                  <a:srgbClr val="007B8C"/>
                </a:solidFill>
                <a:latin typeface="Arial"/>
                <a:ea typeface="Microsoft JhengHei"/>
                <a:cs typeface="Arial"/>
              </a:rPr>
              <a:t>KB 448322　</a:t>
            </a:r>
            <a:r>
              <a:rPr sz="850" b="0">
                <a:solidFill>
                  <a:srgbClr val="333333"/>
                </a:solidFill>
                <a:latin typeface="Arial"/>
                <a:ea typeface="Microsoft JhengHei"/>
                <a:cs typeface="Arial"/>
              </a:rPr>
              <a:t>SRM Reconfigure 失敗 — SRM-remote solution account 密碼過期</a:t>
            </a:r>
          </a:p>
          <a:p>
            <a:pPr algn="l">
              <a:spcAft>
                <a:spcPts val="200"/>
              </a:spcAft>
            </a:pPr>
            <a:r>
              <a:rPr sz="850" b="1">
                <a:solidFill>
                  <a:srgbClr val="007B8C"/>
                </a:solidFill>
                <a:latin typeface="Arial"/>
                <a:ea typeface="Microsoft JhengHei"/>
                <a:cs typeface="Arial"/>
              </a:rPr>
              <a:t>KB 367383　</a:t>
            </a:r>
            <a:r>
              <a:rPr sz="850" b="0">
                <a:solidFill>
                  <a:srgbClr val="333333"/>
                </a:solidFill>
                <a:latin typeface="Arial"/>
                <a:ea typeface="Microsoft JhengHei"/>
                <a:cs typeface="Arial"/>
              </a:rPr>
              <a:t>Solution account 密碼不過期設定</a:t>
            </a:r>
          </a:p>
          <a:p>
            <a:pPr algn="l">
              <a:spcAft>
                <a:spcPts val="200"/>
              </a:spcAft>
            </a:pPr>
            <a:r>
              <a:rPr sz="850" b="1">
                <a:solidFill>
                  <a:srgbClr val="007B8C"/>
                </a:solidFill>
                <a:latin typeface="Arial"/>
                <a:ea typeface="Microsoft JhengHei"/>
                <a:cs typeface="Arial"/>
              </a:rPr>
              <a:t>KB 396777　</a:t>
            </a:r>
            <a:r>
              <a:rPr sz="850" b="0">
                <a:solidFill>
                  <a:srgbClr val="333333"/>
                </a:solidFill>
                <a:latin typeface="Arial"/>
                <a:ea typeface="Microsoft JhengHei"/>
                <a:cs typeface="Arial"/>
              </a:rPr>
              <a:t>RDU 切換時 vsphere-ui 服務帳號缺失</a:t>
            </a:r>
          </a:p>
          <a:p>
            <a:pPr algn="l">
              <a:spcAft>
                <a:spcPts val="200"/>
              </a:spcAft>
            </a:pPr>
            <a:r>
              <a:rPr sz="850" b="1">
                <a:solidFill>
                  <a:srgbClr val="007B8C"/>
                </a:solidFill>
                <a:latin typeface="Arial"/>
                <a:ea typeface="Microsoft JhengHei"/>
                <a:cs typeface="Arial"/>
              </a:rPr>
              <a:t>KB 316592　</a:t>
            </a:r>
            <a:r>
              <a:rPr sz="850" b="0">
                <a:solidFill>
                  <a:srgbClr val="333333"/>
                </a:solidFill>
                <a:latin typeface="Arial"/>
                <a:ea typeface="Microsoft JhengHei"/>
                <a:cs typeface="Arial"/>
              </a:rPr>
              <a:t>ESXi Shift+R 回復前一版（altbootbank）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ea typeface="Microsoft JhengHei"/>
              </a:rPr>
              <a:t>先把管理網域做對，再一朵雲一朵雲接進來；每一步都有退路，PONR 前停下來簽核。</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58448B0C-B9AF-4F14-9BEF-A2168841E3C9}" vid="{8A53EF31-A125-46D4-9CD1-4968F9927A64}"/>
    </a:ext>
  </a:extLst>
</a:theme>
</file>

<file path=ppt/theme/theme2.xml><?xml version="1.0" encoding="utf-8"?>
<a:theme xmlns:a="http://schemas.openxmlformats.org/drawingml/2006/main" name="VMware-dark">
  <a:themeElements>
    <a:clrScheme name="Custom 8">
      <a:dk1>
        <a:srgbClr val="FFFFFF"/>
      </a:dk1>
      <a:lt1>
        <a:srgbClr val="000000"/>
      </a:lt1>
      <a:dk2>
        <a:srgbClr val="EEEEEE"/>
      </a:dk2>
      <a:lt2>
        <a:srgbClr val="1B1D36"/>
      </a:lt2>
      <a:accent1>
        <a:srgbClr val="0088EF"/>
      </a:accent1>
      <a:accent2>
        <a:srgbClr val="01B9C6"/>
      </a:accent2>
      <a:accent3>
        <a:srgbClr val="0098C7"/>
      </a:accent3>
      <a:accent4>
        <a:srgbClr val="61A60E"/>
      </a:accent4>
      <a:accent5>
        <a:srgbClr val="A468EE"/>
      </a:accent5>
      <a:accent6>
        <a:srgbClr val="F3BA16"/>
      </a:accent6>
      <a:hlink>
        <a:srgbClr val="0098C7"/>
      </a:hlink>
      <a:folHlink>
        <a:srgbClr val="A468E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4">
      <a:srgbClr val="BBBCBC"/>
    </a:custClr>
    <a:custClr name="Dark Grey">
      <a:srgbClr val="53565A"/>
    </a:custClr>
  </a:custClrLst>
  <a:extLst>
    <a:ext uri="{05A4C25C-085E-4340-85A3-A5531E510DB2}">
      <thm15:themeFamily xmlns:thm15="http://schemas.microsoft.com/office/thememl/2012/main" name="vcf-ppt-template-dark-arial-2025" id="{5AB65B9C-5F73-FC40-86C7-949C2C390C07}" vid="{3F6EE47F-2740-3543-B9EE-F7ADEABB858D}"/>
    </a:ext>
  </a:ext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4d4d772-b3f2-47fc-9a2d-2126f9957ae8">
      <Terms xmlns="http://schemas.microsoft.com/office/infopath/2007/PartnerControls"/>
    </lcf76f155ced4ddcb4097134ff3c332f>
    <TaxCatchAll xmlns="d345b56e-75a0-4ca8-9b4b-110cb999efd5" xsi:nil="true"/>
    <SharedWithUsers xmlns="d345b56e-75a0-4ca8-9b4b-110cb999efd5">
      <UserInfo>
        <DisplayName>Juanly Cabrera</DisplayName>
        <AccountId>17</AccountId>
        <AccountType/>
      </UserInfo>
      <UserInfo>
        <DisplayName>Andre Fernandes</DisplayName>
        <AccountId>20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B3F91C0C4ECEE479555FEA4A4EB2B48" ma:contentTypeVersion="15" ma:contentTypeDescription="Create a new document." ma:contentTypeScope="" ma:versionID="c6a87b1e4bc033b72f454e04dac54d88">
  <xsd:schema xmlns:xsd="http://www.w3.org/2001/XMLSchema" xmlns:xs="http://www.w3.org/2001/XMLSchema" xmlns:p="http://schemas.microsoft.com/office/2006/metadata/properties" xmlns:ns2="34d4d772-b3f2-47fc-9a2d-2126f9957ae8" xmlns:ns3="d345b56e-75a0-4ca8-9b4b-110cb999efd5" targetNamespace="http://schemas.microsoft.com/office/2006/metadata/properties" ma:root="true" ma:fieldsID="6eb14a52ad1190b1f78ecaeae027f828" ns2:_="" ns3:_="">
    <xsd:import namespace="34d4d772-b3f2-47fc-9a2d-2126f9957ae8"/>
    <xsd:import namespace="d345b56e-75a0-4ca8-9b4b-110cb999ef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d4d772-b3f2-47fc-9a2d-2126f9957a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2db59af-f8a6-47a7-a7a2-8d3f5d7884b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45b56e-75a0-4ca8-9b4b-110cb999efd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e60bf06-978e-4056-b583-56563198eef8}" ma:internalName="TaxCatchAll" ma:showField="CatchAllData" ma:web="d345b56e-75a0-4ca8-9b4b-110cb999efd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634573-F7D8-4ECC-B5FF-91D1E5D2E650}">
  <ds:schemaRefs>
    <ds:schemaRef ds:uri="http://purl.org/dc/elements/1.1/"/>
    <ds:schemaRef ds:uri="34d4d772-b3f2-47fc-9a2d-2126f9957ae8"/>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d345b56e-75a0-4ca8-9b4b-110cb999efd5"/>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28FF4D8F-9B19-4DA8-8A71-562BBA95DC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d4d772-b3f2-47fc-9a2d-2126f9957ae8"/>
    <ds:schemaRef ds:uri="d345b56e-75a0-4ca8-9b4b-110cb999ef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D99180-4DF7-4231-B572-5E5D5B192D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bc-vmw-ppt-template-light-arial-2025 - Copy</Template>
  <TotalTime>20028</TotalTime>
  <Words>30010</Words>
  <Application>Microsoft Macintosh PowerPoint</Application>
  <PresentationFormat>自訂</PresentationFormat>
  <Paragraphs>1727</Paragraphs>
  <Slides>30</Slides>
  <Notes>29</Notes>
  <HiddenSlides>3</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30</vt:i4>
      </vt:variant>
    </vt:vector>
  </HeadingPairs>
  <TitlesOfParts>
    <vt:vector size="36" baseType="lpstr">
      <vt:lpstr>Arial Rounded MT Bold</vt:lpstr>
      <vt:lpstr>Metropolis</vt:lpstr>
      <vt:lpstr>Metropolis Light</vt:lpstr>
      <vt:lpstr>Arial</vt:lpstr>
      <vt:lpstr>VMware 2025 Light</vt:lpstr>
      <vt:lpstr>VMware-dark</vt:lpstr>
      <vt:lpstr>vSAN in VCF 9.1 What’s New Technical</vt:lpstr>
      <vt:lpstr>PowerPoint 簡報</vt:lpstr>
      <vt:lpstr>PowerPoint 簡報</vt:lpstr>
      <vt:lpstr>What’s New with VMware vSAN in VCF 9.1</vt:lpstr>
      <vt:lpstr>Flexible &amp; Efficient Storage Platform</vt:lpstr>
      <vt:lpstr>Better Space Efficiency through Improved Data Compression</vt:lpstr>
      <vt:lpstr>Cost Efficient Storage Environments for Cyber Recovery</vt:lpstr>
      <vt:lpstr>Reduce Storage Costs with Lower Hardware Requirements for vSAN</vt:lpstr>
      <vt:lpstr>Greater Flexibility with Remote vSAN Datastores</vt:lpstr>
      <vt:lpstr>Minimize Operational Downtime for Clustered Applications on vSAN</vt:lpstr>
      <vt:lpstr>Accelerated Modern Application Development</vt:lpstr>
      <vt:lpstr>Integrated Object Storage for vSAN Powered VCF Environments</vt:lpstr>
      <vt:lpstr>Improved Scalability and Interoperability of Cloud Native Volumes</vt:lpstr>
      <vt:lpstr>Faster File Management Operations with vSAN File Services</vt:lpstr>
      <vt:lpstr>Secure and Cyber Resilient Storage</vt:lpstr>
      <vt:lpstr>Secure End-to-End Encryption of Storage using vSAN Storage Clusters</vt:lpstr>
      <vt:lpstr>High Levels of Security while Driving Down Storage Costs</vt:lpstr>
      <vt:lpstr>Simplified Site Maintenance and Failure Recovery for Stretched Clusters</vt:lpstr>
      <vt:lpstr>Protect Data on Other Storage Types using vSAN</vt:lpstr>
      <vt:lpstr>Comprehensive Cyber Protection and Recovery without the Cloud</vt:lpstr>
      <vt:lpstr>Protecting VMs at Scale with Confidence</vt:lpstr>
      <vt:lpstr>Simplified Operations</vt:lpstr>
      <vt:lpstr>Fully Automated Resilience Settings for vSAN Clusters</vt:lpstr>
      <vt:lpstr>Intuitive and Simple Capacity Management for vSAN in VCF 9.1</vt:lpstr>
      <vt:lpstr>Consume vSAN Storage Clusters Across Workload Domains in VCF</vt:lpstr>
      <vt:lpstr>Global Visibility and Insight for Storage in VMware Cloud Foundation</vt:lpstr>
      <vt:lpstr>PowerPoint 簡報</vt:lpstr>
      <vt:lpstr>PowerPoint 簡報</vt:lpstr>
      <vt:lpstr>Lower Costs and Increase Utilization in vSAN Hosts</vt:lpstr>
      <vt:lpstr>Deploy vSAN without Purchasing New Servers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 Koehler</dc:creator>
  <cp:keywords>VMware</cp:keywords>
  <cp:lastModifiedBy>育昕 楊</cp:lastModifiedBy>
  <cp:revision>617</cp:revision>
  <cp:lastPrinted>2025-09-23T17:42:24Z</cp:lastPrinted>
  <dcterms:created xsi:type="dcterms:W3CDTF">2025-03-19T05:16:12Z</dcterms:created>
  <dcterms:modified xsi:type="dcterms:W3CDTF">2026-08-16T02:05:43Z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0x0101008B3F91C0C4ECEE479555FEA4A4EB2B48</vt:lpwstr>
  </property>
  <property fmtid="{D5CDD505-2E9C-101B-9397-08002B2CF9AE}" pid="3" name="MediaServiceImageTags">
    <vt:lpwstr/>
  </property>
</Properties>
</file>