
<file path=[Content_Types].xml><?xml version="1.0" encoding="utf-8"?>
<Types xmlns="http://schemas.openxmlformats.org/package/2006/content-types">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9.svg" ContentType="image/svg+xml"/>
  <Override PartName="/ppt/media/image2.svg" ContentType="image/svg+xml"/>
  <Override PartName="/ppt/media/image21.svg" ContentType="image/svg+xml"/>
  <Override PartName="/ppt/media/image23.svg" ContentType="image/svg+xml"/>
  <Override PartName="/ppt/media/image25.svg" ContentType="image/svg+xml"/>
  <Override PartName="/ppt/media/image27.svg" ContentType="image/svg+xml"/>
  <Override PartName="/ppt/media/image29.svg" ContentType="image/svg+xml"/>
  <Override PartName="/ppt/media/image3.svg" ContentType="image/svg+xml"/>
  <Override PartName="/ppt/media/image31.svg" ContentType="image/svg+xml"/>
  <Override PartName="/ppt/media/image33.svg" ContentType="image/svg+xml"/>
  <Override PartName="/ppt/media/image35.svg" ContentType="image/svg+xml"/>
  <Override PartName="/ppt/media/image37.svg" ContentType="image/svg+xml"/>
  <Override PartName="/ppt/media/image39.svg" ContentType="image/svg+xml"/>
  <Override PartName="/ppt/media/image41.svg" ContentType="image/svg+xml"/>
  <Override PartName="/ppt/media/image43.svg" ContentType="image/svg+xml"/>
  <Override PartName="/ppt/media/image45.svg" ContentType="image/svg+xml"/>
  <Override PartName="/ppt/media/image47.svg" ContentType="image/svg+xml"/>
  <Override PartName="/ppt/media/image49.svg" ContentType="image/svg+xml"/>
  <Override PartName="/ppt/media/image51.svg" ContentType="image/svg+xml"/>
  <Override PartName="/ppt/media/image53.svg" ContentType="image/svg+xml"/>
  <Override PartName="/ppt/media/image55.svg" ContentType="image/svg+xml"/>
  <Override PartName="/ppt/media/image57.svg" ContentType="image/svg+xml"/>
  <Override PartName="/ppt/media/image59.svg" ContentType="image/svg+xml"/>
  <Override PartName="/ppt/media/image6.svg" ContentType="image/svg+xml"/>
  <Override PartName="/ppt/media/image61.svg" ContentType="image/svg+xml"/>
  <Override PartName="/ppt/media/image64.svg" ContentType="image/svg+xml"/>
  <Override PartName="/ppt/media/image68.svg" ContentType="image/svg+xml"/>
  <Override PartName="/ppt/media/image70.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8.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4195" r:id="rId4"/>
    <p:sldMasterId id="2147484380" r:id="rId5"/>
  </p:sldMasterIdLst>
  <p:notesMasterIdLst>
    <p:notesMasterId r:id="rId36"/>
  </p:notesMasterIdLst>
  <p:handoutMasterIdLst>
    <p:handoutMasterId r:id="rId37"/>
  </p:handoutMasterIdLst>
  <p:sldIdLst>
    <p:sldId id="2147471276" r:id="rId6"/>
    <p:sldId id="2147483550" r:id="rId48"/>
    <p:sldId id="2147483551" r:id="rId49"/>
    <p:sldId id="2147483552" r:id="rId50"/>
    <p:sldId id="2147483553" r:id="rId51"/>
    <p:sldId id="2147483554" r:id="rId52"/>
    <p:sldId id="2147483555" r:id="rId53"/>
    <p:sldId id="2147483556" r:id="rId54"/>
    <p:sldId id="2147483557" r:id="rId55"/>
    <p:sldId id="2147483558" r:id="rId56"/>
    <p:sldId id="2147483559" r:id="rId57"/>
    <p:sldId id="2147483560" r:id="rId58"/>
    <p:sldId id="2147483561" r:id="rId59"/>
    <p:sldId id="2147483562" r:id="rId60"/>
    <p:sldId id="2147483563" r:id="rId61"/>
    <p:sldId id="2147483564" r:id="rId62"/>
    <p:sldId id="2147483565" r:id="rId63"/>
    <p:sldId id="2147483566" r:id="rId64"/>
    <p:sldId id="2147483567" r:id="rId65"/>
    <p:sldId id="2147483568" r:id="rId66"/>
    <p:sldId id="2147483569" r:id="rId67"/>
    <p:sldId id="2147483570" r:id="rId68"/>
    <p:sldId id="2147483571" r:id="rId69"/>
    <p:sldId id="2147483572" r:id="rId70"/>
    <p:sldId id="2147483573" r:id="rId71"/>
    <p:sldId id="2147483574" r:id="rId72"/>
    <p:sldId id="2147483575" r:id="rId73"/>
    <p:sldId id="2147483576" r:id="rId74"/>
    <p:sldId id="2147483577" r:id="rId75"/>
    <p:sldId id="2147483578" r:id="rId76"/>
    <p:sldId id="2026819516" r:id="rId33"/>
  </p:sldIdLst>
  <p:sldSz cx="12188825" cy="6858000"/>
  <p:notesSz cx="7315200" cy="9601200"/>
  <p:embeddedFontLst>
    <p:embeddedFont>
      <p:font typeface="Arial Rounded MT Bold" panose="020F0704030504030204" pitchFamily="34" charset="0"/>
      <p:regular r:id="rId38"/>
    </p:embeddedFont>
    <p:embeddedFont>
      <p:font typeface="Metropolis" pitchFamily="2" charset="0"/>
      <p:regular r:id="rId39"/>
    </p:embeddedFont>
    <p:embeddedFont>
      <p:font typeface="Metropolis Light" pitchFamily="2" charset="0"/>
      <p:regular r:id="rId40"/>
      <p:italic r:id="rId41"/>
    </p:embeddedFont>
  </p:embeddedFontLst>
  <p:custDataLst>
    <p:tags r:id="rId42"/>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6AA5CC1-B38F-4522-A60D-5ADC5417DF26}">
          <p14:sldIdLst>
            <p14:sldId id="2147471276"/>
            <p14:sldId id="2147471272"/>
            <p14:sldId id="2147483506"/>
            <p14:sldId id="2147483549"/>
          </p14:sldIdLst>
        </p14:section>
        <p14:section name="Flexible &amp; Efficient Storage Platform" id="{3BA5105E-AC82-4B74-AF63-EB214F17C92E}">
          <p14:sldIdLst>
            <p14:sldId id="2147471287"/>
            <p14:sldId id="2147483545"/>
            <p14:sldId id="2147483544"/>
            <p14:sldId id="2147483548"/>
            <p14:sldId id="2147483521"/>
            <p14:sldId id="2147483522"/>
          </p14:sldIdLst>
        </p14:section>
        <p14:section name="Accelerated Modern Application Development" id="{5CC8CB09-0021-4E74-9C7E-8EE286513ECA}">
          <p14:sldIdLst>
            <p14:sldId id="2147471288"/>
            <p14:sldId id="2147483546"/>
            <p14:sldId id="2147483527"/>
            <p14:sldId id="2147483538"/>
          </p14:sldIdLst>
        </p14:section>
        <p14:section name="Secure and Cyber Resilient Storage" id="{8C364F95-7F62-4123-9815-E29EDD2E03AB}">
          <p14:sldIdLst>
            <p14:sldId id="2147471289"/>
            <p14:sldId id="2147483507"/>
            <p14:sldId id="2147483547"/>
            <p14:sldId id="2147483519"/>
            <p14:sldId id="2147483541"/>
            <p14:sldId id="2147483516"/>
            <p14:sldId id="2147483528"/>
          </p14:sldIdLst>
        </p14:section>
        <p14:section name="Simplified Operations" id="{2B34C2C6-6AE9-4BAD-A6D8-0F0BB36F4B29}">
          <p14:sldIdLst>
            <p14:sldId id="2147471290"/>
            <p14:sldId id="2147471279"/>
            <p14:sldId id="2147483531"/>
            <p14:sldId id="2147483537"/>
            <p14:sldId id="2147483542"/>
          </p14:sldIdLst>
        </p14:section>
        <p14:section name="Conclusion" id="{C0401BC0-943E-4066-A345-3F05E8F38C84}">
          <p14:sldIdLst>
            <p14:sldId id="2147482898"/>
            <p14:sldId id="2026819516"/>
          </p14:sldIdLst>
        </p14:section>
        <p14:section name="Supplemental" id="{B4206030-F37D-4C9E-B9C8-00E035905CAD}">
          <p14:sldIdLst>
            <p14:sldId id="2147483438"/>
            <p14:sldId id="2147483540"/>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3024" userDrawn="1">
          <p15:clr>
            <a:srgbClr val="A4A3A4"/>
          </p15:clr>
        </p15:guide>
        <p15:guide id="2" pos="2304" userDrawn="1">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43" clrIdx="1"/>
  <p:cmAuthor id="3" name="Wendy Ouellette" initials="WO" lastIdx="1" clrIdx="2">
    <p:extLst>
      <p:ext uri="{19B8F6BF-5375-455C-9EA6-DF929625EA0E}">
        <p15:presenceInfo xmlns:p15="http://schemas.microsoft.com/office/powerpoint/2012/main" userId="S::wouellette@vmware.com::1423423b-46e9-448d-b172-f148f3fbf4f8"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7FF9B"/>
    <a:srgbClr val="F98787"/>
    <a:srgbClr val="930722"/>
    <a:srgbClr val="79051B"/>
    <a:srgbClr val="E68C28"/>
    <a:srgbClr val="97999B"/>
    <a:srgbClr val="99999B"/>
    <a:srgbClr val="CC092F"/>
    <a:srgbClr val="E2E3E4"/>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 uri="{1BD7E111-0CB8-44D6-8891-C1BB2F81B7CC}">
      <p1710:readonlyRecommended xmlns:p1710="http://schemas.microsoft.com/office/powerpoint/2017/10/main" val="1"/>
    </p:ext>
  </p:extLst>
</p:presentationPr>
</file>

<file path=ppt/tableStyles.xml><?xml version="1.0" encoding="utf-8"?>
<a:tblStyleLst xmlns:a="http://schemas.openxmlformats.org/drawingml/2006/main" def="{6E25E649-3F16-4E02-A733-19D2CDBF48F0}">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885" autoAdjust="0"/>
    <p:restoredTop sz="79988" autoAdjust="0"/>
  </p:normalViewPr>
  <p:slideViewPr>
    <p:cSldViewPr snapToGrid="0">
      <p:cViewPr varScale="1">
        <p:scale>
          <a:sx n="111" d="100"/>
          <a:sy n="111" d="100"/>
        </p:scale>
        <p:origin x="1208" y="192"/>
      </p:cViewPr>
      <p:guideLst/>
    </p:cSldViewPr>
  </p:slideViewPr>
  <p:notesTextViewPr>
    <p:cViewPr>
      <p:scale>
        <a:sx n="100" d="100"/>
        <a:sy n="100" d="100"/>
      </p:scale>
      <p:origin x="0" y="0"/>
    </p:cViewPr>
  </p:notesTextViewPr>
  <p:sorterViewPr>
    <p:cViewPr>
      <p:scale>
        <a:sx n="75" d="100"/>
        <a:sy n="75" d="100"/>
      </p:scale>
      <p:origin x="0" y="-144"/>
    </p:cViewPr>
  </p:sorterViewPr>
  <p:notesViewPr>
    <p:cSldViewPr snapToGrid="0">
      <p:cViewPr varScale="1">
        <p:scale>
          <a:sx n="119" d="100"/>
          <a:sy n="119" d="100"/>
        </p:scale>
        <p:origin x="4136" y="80"/>
      </p:cViewPr>
      <p:guideLst>
        <p:guide orient="horz" pos="3024"/>
        <p:guide pos="2304"/>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33" Type="http://schemas.openxmlformats.org/officeDocument/2006/relationships/slide" Target="slides/slide28.xml"/><Relationship Id="rId36" Type="http://schemas.openxmlformats.org/officeDocument/2006/relationships/notesMaster" Target="notesMasters/notesMaster1.xml"/><Relationship Id="rId37" Type="http://schemas.openxmlformats.org/officeDocument/2006/relationships/handoutMaster" Target="handoutMasters/handoutMaster1.xml"/><Relationship Id="rId38" Type="http://schemas.openxmlformats.org/officeDocument/2006/relationships/font" Target="fonts/font1.fntdata"/><Relationship Id="rId39" Type="http://schemas.openxmlformats.org/officeDocument/2006/relationships/font" Target="fonts/font2.fntdata"/><Relationship Id="rId40" Type="http://schemas.openxmlformats.org/officeDocument/2006/relationships/font" Target="fonts/font3.fntdata"/><Relationship Id="rId41" Type="http://schemas.openxmlformats.org/officeDocument/2006/relationships/font" Target="fonts/font4.fntdata"/><Relationship Id="rId42" Type="http://schemas.openxmlformats.org/officeDocument/2006/relationships/tags" Target="tags/tag1.xml"/><Relationship Id="rId43" Type="http://schemas.openxmlformats.org/officeDocument/2006/relationships/commentAuthors" Target="commentAuthors.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openxmlformats.org/officeDocument/2006/relationships/slide" Target="slides/slide31.xml"/><Relationship Id="rId49" Type="http://schemas.openxmlformats.org/officeDocument/2006/relationships/slide" Target="slides/slide32.xml"/><Relationship Id="rId50" Type="http://schemas.openxmlformats.org/officeDocument/2006/relationships/slide" Target="slides/slide33.xml"/><Relationship Id="rId51" Type="http://schemas.openxmlformats.org/officeDocument/2006/relationships/slide" Target="slides/slide34.xml"/><Relationship Id="rId52" Type="http://schemas.openxmlformats.org/officeDocument/2006/relationships/slide" Target="slides/slide35.xml"/><Relationship Id="rId53" Type="http://schemas.openxmlformats.org/officeDocument/2006/relationships/slide" Target="slides/slide36.xml"/><Relationship Id="rId54" Type="http://schemas.openxmlformats.org/officeDocument/2006/relationships/slide" Target="slides/slide37.xml"/><Relationship Id="rId55" Type="http://schemas.openxmlformats.org/officeDocument/2006/relationships/slide" Target="slides/slide38.xml"/><Relationship Id="rId56" Type="http://schemas.openxmlformats.org/officeDocument/2006/relationships/slide" Target="slides/slide39.xml"/><Relationship Id="rId57" Type="http://schemas.openxmlformats.org/officeDocument/2006/relationships/slide" Target="slides/slide40.xml"/><Relationship Id="rId58" Type="http://schemas.openxmlformats.org/officeDocument/2006/relationships/slide" Target="slides/slide41.xml"/><Relationship Id="rId59" Type="http://schemas.openxmlformats.org/officeDocument/2006/relationships/slide" Target="slides/slide42.xml"/><Relationship Id="rId60" Type="http://schemas.openxmlformats.org/officeDocument/2006/relationships/slide" Target="slides/slide43.xml"/><Relationship Id="rId61" Type="http://schemas.openxmlformats.org/officeDocument/2006/relationships/slide" Target="slides/slide44.xml"/><Relationship Id="rId62" Type="http://schemas.openxmlformats.org/officeDocument/2006/relationships/slide" Target="slides/slide45.xml"/><Relationship Id="rId63" Type="http://schemas.openxmlformats.org/officeDocument/2006/relationships/slide" Target="slides/slide46.xml"/><Relationship Id="rId64" Type="http://schemas.openxmlformats.org/officeDocument/2006/relationships/slide" Target="slides/slide47.xml"/><Relationship Id="rId65" Type="http://schemas.openxmlformats.org/officeDocument/2006/relationships/slide" Target="slides/slide48.xml"/><Relationship Id="rId66" Type="http://schemas.openxmlformats.org/officeDocument/2006/relationships/slide" Target="slides/slide49.xml"/><Relationship Id="rId67" Type="http://schemas.openxmlformats.org/officeDocument/2006/relationships/slide" Target="slides/slide50.xml"/><Relationship Id="rId68" Type="http://schemas.openxmlformats.org/officeDocument/2006/relationships/slide" Target="slides/slide51.xml"/><Relationship Id="rId69" Type="http://schemas.openxmlformats.org/officeDocument/2006/relationships/slide" Target="slides/slide52.xml"/><Relationship Id="rId70" Type="http://schemas.openxmlformats.org/officeDocument/2006/relationships/slide" Target="slides/slide53.xml"/><Relationship Id="rId71" Type="http://schemas.openxmlformats.org/officeDocument/2006/relationships/slide" Target="slides/slide54.xml"/><Relationship Id="rId72" Type="http://schemas.openxmlformats.org/officeDocument/2006/relationships/slide" Target="slides/slide55.xml"/><Relationship Id="rId73" Type="http://schemas.openxmlformats.org/officeDocument/2006/relationships/slide" Target="slides/slide56.xml"/><Relationship Id="rId74" Type="http://schemas.openxmlformats.org/officeDocument/2006/relationships/slide" Target="slides/slide57.xml"/><Relationship Id="rId75" Type="http://schemas.openxmlformats.org/officeDocument/2006/relationships/slide" Target="slides/slide58.xml"/><Relationship Id="rId76" Type="http://schemas.openxmlformats.org/officeDocument/2006/relationships/slide" Target="slides/slide59.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0060"/>
          </a:xfrm>
          <a:prstGeom prst="rect">
            <a:avLst/>
          </a:prstGeom>
        </p:spPr>
        <p:txBody>
          <a:bodyPr vert="horz" lIns="96661" tIns="48331" rIns="96661" bIns="48331" rtlCol="0"/>
          <a:lstStyle>
            <a:lvl1pPr algn="l">
              <a:defRPr sz="1300"/>
            </a:lvl1pPr>
          </a:lstStyle>
          <a:p>
            <a:endParaRPr lang="en-US" dirty="0"/>
          </a:p>
        </p:txBody>
      </p:sp>
      <p:sp>
        <p:nvSpPr>
          <p:cNvPr id="3" name="Date Placeholder 2"/>
          <p:cNvSpPr>
            <a:spLocks noGrp="1"/>
          </p:cNvSpPr>
          <p:nvPr>
            <p:ph type="dt" sz="quarter" idx="1"/>
          </p:nvPr>
        </p:nvSpPr>
        <p:spPr>
          <a:xfrm>
            <a:off x="4143587" y="0"/>
            <a:ext cx="3169920" cy="480060"/>
          </a:xfrm>
          <a:prstGeom prst="rect">
            <a:avLst/>
          </a:prstGeom>
        </p:spPr>
        <p:txBody>
          <a:bodyPr vert="horz" lIns="96661" tIns="48331" rIns="96661" bIns="48331" rtlCol="0"/>
          <a:lstStyle>
            <a:lvl1pPr algn="r">
              <a:defRPr sz="1300"/>
            </a:lvl1pPr>
          </a:lstStyle>
          <a:p>
            <a:fld id="{FB004553-04C5-4BB3-AD4E-8B2EF3CDDAF9}" type="datetimeFigureOut">
              <a:rPr lang="en-US" smtClean="0"/>
              <a:t>8/16/26</a:t>
            </a:fld>
            <a:endParaRPr lang="en-US" dirty="0"/>
          </a:p>
        </p:txBody>
      </p:sp>
      <p:sp>
        <p:nvSpPr>
          <p:cNvPr id="4" name="Footer Placeholder 3"/>
          <p:cNvSpPr>
            <a:spLocks noGrp="1"/>
          </p:cNvSpPr>
          <p:nvPr>
            <p:ph type="ftr" sz="quarter" idx="2"/>
          </p:nvPr>
        </p:nvSpPr>
        <p:spPr>
          <a:xfrm>
            <a:off x="0" y="9119474"/>
            <a:ext cx="3169920" cy="480060"/>
          </a:xfrm>
          <a:prstGeom prst="rect">
            <a:avLst/>
          </a:prstGeom>
        </p:spPr>
        <p:txBody>
          <a:bodyPr vert="horz" lIns="96661" tIns="48331" rIns="96661" bIns="48331" rtlCol="0" anchor="b"/>
          <a:lstStyle>
            <a:lvl1pPr algn="l">
              <a:defRPr sz="1300"/>
            </a:lvl1pPr>
          </a:lstStyle>
          <a:p>
            <a:endParaRPr lang="en-US" dirty="0"/>
          </a:p>
        </p:txBody>
      </p:sp>
      <p:sp>
        <p:nvSpPr>
          <p:cNvPr id="5" name="Slide Number Placeholder 4"/>
          <p:cNvSpPr>
            <a:spLocks noGrp="1"/>
          </p:cNvSpPr>
          <p:nvPr>
            <p:ph type="sldNum" sz="quarter" idx="3"/>
          </p:nvPr>
        </p:nvSpPr>
        <p:spPr>
          <a:xfrm>
            <a:off x="4143587" y="9119474"/>
            <a:ext cx="3169920" cy="480060"/>
          </a:xfrm>
          <a:prstGeom prst="rect">
            <a:avLst/>
          </a:prstGeom>
        </p:spPr>
        <p:txBody>
          <a:bodyPr vert="horz" lIns="96661" tIns="48331" rIns="96661" bIns="48331" rtlCol="0" anchor="b"/>
          <a:lstStyle>
            <a:lvl1pPr algn="r">
              <a:defRPr sz="1300"/>
            </a:lvl1pPr>
          </a:lstStyle>
          <a:p>
            <a:fld id="{2E6A881F-0910-47D3-BD01-4F68834EC353}" type="slidenum">
              <a:rPr lang="en-US" smtClean="0"/>
              <a:t>‹#›</a:t>
            </a:fld>
            <a:endParaRPr lang="en-US" dirty="0"/>
          </a:p>
        </p:txBody>
      </p:sp>
    </p:spTree>
    <p:extLst>
      <p:ext uri="{BB962C8B-B14F-4D97-AF65-F5344CB8AC3E}">
        <p14:creationId xmlns:p14="http://schemas.microsoft.com/office/powerpoint/2010/main" val="32686676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0060"/>
          </a:xfrm>
          <a:prstGeom prst="rect">
            <a:avLst/>
          </a:prstGeom>
        </p:spPr>
        <p:txBody>
          <a:bodyPr vert="horz" lIns="96661" tIns="48331" rIns="96661" bIns="48331" rtlCol="0"/>
          <a:lstStyle>
            <a:lvl1pPr algn="l">
              <a:defRPr sz="1300">
                <a:latin typeface="+mn-lt"/>
              </a:defRPr>
            </a:lvl1pPr>
          </a:lstStyle>
          <a:p>
            <a:endParaRPr lang="en-US" dirty="0"/>
          </a:p>
        </p:txBody>
      </p:sp>
      <p:sp>
        <p:nvSpPr>
          <p:cNvPr id="3" name="Date Placeholder 2"/>
          <p:cNvSpPr>
            <a:spLocks noGrp="1"/>
          </p:cNvSpPr>
          <p:nvPr>
            <p:ph type="dt" idx="1"/>
          </p:nvPr>
        </p:nvSpPr>
        <p:spPr>
          <a:xfrm>
            <a:off x="4143587" y="0"/>
            <a:ext cx="3169920" cy="480060"/>
          </a:xfrm>
          <a:prstGeom prst="rect">
            <a:avLst/>
          </a:prstGeom>
        </p:spPr>
        <p:txBody>
          <a:bodyPr vert="horz" lIns="96661" tIns="48331" rIns="96661" bIns="48331" rtlCol="0"/>
          <a:lstStyle>
            <a:lvl1pPr algn="r">
              <a:defRPr sz="1300">
                <a:latin typeface="+mn-lt"/>
              </a:defRPr>
            </a:lvl1pPr>
          </a:lstStyle>
          <a:p>
            <a:fld id="{3CB6F0DB-E055-41D0-9102-627A646E4242}" type="datetimeFigureOut">
              <a:rPr lang="en-US" smtClean="0"/>
              <a:pPr/>
              <a:t>8/16/26</a:t>
            </a:fld>
            <a:endParaRPr lang="en-US" dirty="0"/>
          </a:p>
        </p:txBody>
      </p:sp>
      <p:sp>
        <p:nvSpPr>
          <p:cNvPr id="4" name="Slide Image Placeholder 3"/>
          <p:cNvSpPr>
            <a:spLocks noGrp="1" noRot="1" noChangeAspect="1"/>
          </p:cNvSpPr>
          <p:nvPr>
            <p:ph type="sldImg" idx="2"/>
          </p:nvPr>
        </p:nvSpPr>
        <p:spPr>
          <a:xfrm>
            <a:off x="884238" y="639763"/>
            <a:ext cx="5546725" cy="3121025"/>
          </a:xfrm>
          <a:prstGeom prst="rect">
            <a:avLst/>
          </a:prstGeom>
          <a:noFill/>
          <a:ln w="12700">
            <a:solidFill>
              <a:prstClr val="black"/>
            </a:solidFill>
          </a:ln>
        </p:spPr>
        <p:txBody>
          <a:bodyPr vert="horz" lIns="96661" tIns="48331" rIns="96661" bIns="48331" rtlCol="0" anchor="ctr"/>
          <a:lstStyle/>
          <a:p>
            <a:endParaRPr lang="en-US" dirty="0"/>
          </a:p>
        </p:txBody>
      </p:sp>
      <p:sp>
        <p:nvSpPr>
          <p:cNvPr id="5" name="Notes Placeholder 4"/>
          <p:cNvSpPr>
            <a:spLocks noGrp="1"/>
          </p:cNvSpPr>
          <p:nvPr>
            <p:ph type="body" sz="quarter" idx="3"/>
          </p:nvPr>
        </p:nvSpPr>
        <p:spPr>
          <a:xfrm>
            <a:off x="487680" y="4000500"/>
            <a:ext cx="6339840" cy="512064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9119474"/>
            <a:ext cx="3169920" cy="480060"/>
          </a:xfrm>
          <a:prstGeom prst="rect">
            <a:avLst/>
          </a:prstGeom>
        </p:spPr>
        <p:txBody>
          <a:bodyPr vert="horz" lIns="96661" tIns="48331" rIns="96661" bIns="48331" rtlCol="0" anchor="b"/>
          <a:lstStyle>
            <a:lvl1pPr algn="l">
              <a:defRPr sz="1300">
                <a:latin typeface="+mn-lt"/>
              </a:defRPr>
            </a:lvl1pPr>
          </a:lstStyle>
          <a:p>
            <a:endParaRPr lang="en-US" dirty="0"/>
          </a:p>
        </p:txBody>
      </p:sp>
      <p:sp>
        <p:nvSpPr>
          <p:cNvPr id="7" name="Slide Number Placeholder 6"/>
          <p:cNvSpPr>
            <a:spLocks noGrp="1"/>
          </p:cNvSpPr>
          <p:nvPr>
            <p:ph type="sldNum" sz="quarter" idx="5"/>
          </p:nvPr>
        </p:nvSpPr>
        <p:spPr>
          <a:xfrm>
            <a:off x="4143587" y="9119474"/>
            <a:ext cx="3169920" cy="480060"/>
          </a:xfrm>
          <a:prstGeom prst="rect">
            <a:avLst/>
          </a:prstGeom>
        </p:spPr>
        <p:txBody>
          <a:bodyPr vert="horz" lIns="96661" tIns="48331" rIns="96661" bIns="48331" rtlCol="0" anchor="b"/>
          <a:lstStyle>
            <a:lvl1pPr algn="r">
              <a:defRPr sz="1300">
                <a:latin typeface="+mn-lt"/>
              </a:defRPr>
            </a:lvl1pPr>
          </a:lstStyle>
          <a:p>
            <a:fld id="{9F4FBC3A-A12C-40F9-BB8D-BC30C7901396}" type="slidenum">
              <a:rPr lang="en-US" smtClean="0"/>
              <a:pPr/>
              <a:t>‹#›</a:t>
            </a:fld>
            <a:endParaRPr lang="en-US" dirty="0"/>
          </a:p>
        </p:txBody>
      </p:sp>
    </p:spTree>
    <p:extLst>
      <p:ext uri="{BB962C8B-B14F-4D97-AF65-F5344CB8AC3E}">
        <p14:creationId xmlns:p14="http://schemas.microsoft.com/office/powerpoint/2010/main" val="201290979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0A76A-F769-9832-9920-2B2FECBE27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8AA61C-1DFB-299C-DACA-9146F0908BE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941D17F-6E77-2F91-54B0-BC98C93212A8}"/>
              </a:ext>
            </a:extLst>
          </p:cNvPr>
          <p:cNvSpPr>
            <a:spLocks noGrp="1"/>
          </p:cNvSpPr>
          <p:nvPr>
            <p:ph type="body" idx="1"/>
          </p:nvPr>
        </p:nvSpPr>
        <p:spPr/>
        <p:txBody>
          <a:bodyPr>
            <a:normAutofit fontScale="77500" lnSpcReduction="20000"/>
          </a:bodyPr>
          <a:lstStyle/>
          <a:p/>
        </p:txBody>
      </p:sp>
      <p:sp>
        <p:nvSpPr>
          <p:cNvPr id="4" name="Slide Number Placeholder 3">
            <a:extLst>
              <a:ext uri="{FF2B5EF4-FFF2-40B4-BE49-F238E27FC236}">
                <a16:creationId xmlns:a16="http://schemas.microsoft.com/office/drawing/2014/main" id="{F0A389E5-ED2B-6099-174A-6D6E5FEAF66D}"/>
              </a:ext>
            </a:extLst>
          </p:cNvPr>
          <p:cNvSpPr>
            <a:spLocks noGrp="1"/>
          </p:cNvSpPr>
          <p:nvPr>
            <p:ph type="sldNum" sz="quarter" idx="10"/>
          </p:nvPr>
        </p:nvSpPr>
        <p:spPr/>
        <p:txBody>
          <a:bodyPr/>
          <a:lstStyle/>
          <a:p>
            <a:fld id="{9F4FBC3A-A12C-40F9-BB8D-BC30C7901396}" type="slidenum">
              <a:rPr lang="en-US" smtClean="0"/>
              <a:t>1</a:t>
            </a:fld>
            <a:endParaRPr lang="en-US"/>
          </a:p>
        </p:txBody>
      </p:sp>
    </p:spTree>
    <p:extLst>
      <p:ext uri="{BB962C8B-B14F-4D97-AF65-F5344CB8AC3E}">
        <p14:creationId xmlns:p14="http://schemas.microsoft.com/office/powerpoint/2010/main" val="324965740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5"/>
          </p:nvPr>
        </p:nvSpPr>
        <p:spPr/>
        <p:txBody>
          <a:bodyPr/>
          <a:lstStyle/>
          <a:p>
            <a:fld id="{9F4FBC3A-A12C-40F9-BB8D-BC30C7901396}" type="slidenum">
              <a:rPr lang="en-US" smtClean="0"/>
              <a:pPr/>
              <a:t>28</a:t>
            </a:fld>
            <a:endParaRPr lang="en-US" dirty="0"/>
          </a:p>
        </p:txBody>
      </p:sp>
    </p:spTree>
    <p:extLst>
      <p:ext uri="{BB962C8B-B14F-4D97-AF65-F5344CB8AC3E}">
        <p14:creationId xmlns:p14="http://schemas.microsoft.com/office/powerpoint/2010/main" val="40300860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eg"/><Relationship Id="rId3" Type="http://schemas.openxmlformats.org/officeDocument/2006/relationships/image" Target="../media/image10.emf"/></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e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e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9.svg"/><Relationship Id="rId4" Type="http://schemas.openxmlformats.org/officeDocument/2006/relationships/image" Target="../media/image20.png"/><Relationship Id="rId5" Type="http://schemas.openxmlformats.org/officeDocument/2006/relationships/image" Target="../media/image21.svg"/><Relationship Id="rId6" Type="http://schemas.openxmlformats.org/officeDocument/2006/relationships/image" Target="../media/image22.png"/><Relationship Id="rId7" Type="http://schemas.openxmlformats.org/officeDocument/2006/relationships/image" Target="../media/image23.sv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9.svg"/><Relationship Id="rId4" Type="http://schemas.openxmlformats.org/officeDocument/2006/relationships/image" Target="../media/image24.png"/><Relationship Id="rId5" Type="http://schemas.openxmlformats.org/officeDocument/2006/relationships/image" Target="../media/image25.svg"/><Relationship Id="rId6" Type="http://schemas.openxmlformats.org/officeDocument/2006/relationships/image" Target="../media/image26.png"/><Relationship Id="rId7" Type="http://schemas.openxmlformats.org/officeDocument/2006/relationships/image" Target="../media/image27.sv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9.svg"/><Relationship Id="rId4" Type="http://schemas.openxmlformats.org/officeDocument/2006/relationships/image" Target="../media/image24.png"/><Relationship Id="rId5" Type="http://schemas.openxmlformats.org/officeDocument/2006/relationships/image" Target="../media/image25.sv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9.svg"/><Relationship Id="rId4" Type="http://schemas.openxmlformats.org/officeDocument/2006/relationships/image" Target="../media/image28.png"/><Relationship Id="rId5" Type="http://schemas.openxmlformats.org/officeDocument/2006/relationships/image" Target="../media/image29.svg"/><Relationship Id="rId6" Type="http://schemas.openxmlformats.org/officeDocument/2006/relationships/image" Target="../media/image30.png"/><Relationship Id="rId7" Type="http://schemas.openxmlformats.org/officeDocument/2006/relationships/image" Target="../media/image31.svg"/><Relationship Id="rId8" Type="http://schemas.openxmlformats.org/officeDocument/2006/relationships/image" Target="../media/image32.png"/><Relationship Id="rId9" Type="http://schemas.openxmlformats.org/officeDocument/2006/relationships/image" Target="../media/image33.sv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9.svg"/><Relationship Id="rId4" Type="http://schemas.openxmlformats.org/officeDocument/2006/relationships/image" Target="../media/image34.png"/><Relationship Id="rId5" Type="http://schemas.openxmlformats.org/officeDocument/2006/relationships/image" Target="../media/image35.sv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9.sv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9.svg"/><Relationship Id="rId4" Type="http://schemas.openxmlformats.org/officeDocument/2006/relationships/image" Target="../media/image36.png"/><Relationship Id="rId5" Type="http://schemas.openxmlformats.org/officeDocument/2006/relationships/image" Target="../media/image37.svg"/><Relationship Id="rId6" Type="http://schemas.openxmlformats.org/officeDocument/2006/relationships/image" Target="../media/image38.png"/><Relationship Id="rId7" Type="http://schemas.openxmlformats.org/officeDocument/2006/relationships/image" Target="../media/image39.svg"/><Relationship Id="rId8" Type="http://schemas.openxmlformats.org/officeDocument/2006/relationships/image" Target="../media/image40.png"/><Relationship Id="rId9" Type="http://schemas.openxmlformats.org/officeDocument/2006/relationships/image" Target="../media/image41.svg"/><Relationship Id="rId10" Type="http://schemas.openxmlformats.org/officeDocument/2006/relationships/image" Target="../media/image42.png"/><Relationship Id="rId11" Type="http://schemas.openxmlformats.org/officeDocument/2006/relationships/image" Target="../media/image43.sv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9.svg"/><Relationship Id="rId4" Type="http://schemas.openxmlformats.org/officeDocument/2006/relationships/image" Target="../media/image44.png"/><Relationship Id="rId5" Type="http://schemas.openxmlformats.org/officeDocument/2006/relationships/image" Target="../media/image45.sv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9.svg"/><Relationship Id="rId4" Type="http://schemas.openxmlformats.org/officeDocument/2006/relationships/image" Target="../media/image46.png"/><Relationship Id="rId5" Type="http://schemas.openxmlformats.org/officeDocument/2006/relationships/image" Target="../media/image47.svg"/><Relationship Id="rId6" Type="http://schemas.openxmlformats.org/officeDocument/2006/relationships/image" Target="../media/image48.png"/><Relationship Id="rId7" Type="http://schemas.openxmlformats.org/officeDocument/2006/relationships/image" Target="../media/image49.sv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9.svg"/><Relationship Id="rId4" Type="http://schemas.openxmlformats.org/officeDocument/2006/relationships/image" Target="../media/image50.png"/><Relationship Id="rId5" Type="http://schemas.openxmlformats.org/officeDocument/2006/relationships/image" Target="../media/image51.sv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9.svg"/><Relationship Id="rId4" Type="http://schemas.openxmlformats.org/officeDocument/2006/relationships/image" Target="../media/image52.png"/><Relationship Id="rId5" Type="http://schemas.openxmlformats.org/officeDocument/2006/relationships/image" Target="../media/image53.svg"/><Relationship Id="rId6" Type="http://schemas.openxmlformats.org/officeDocument/2006/relationships/image" Target="../media/image54.png"/><Relationship Id="rId7" Type="http://schemas.openxmlformats.org/officeDocument/2006/relationships/image" Target="../media/image55.sv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9.svg"/><Relationship Id="rId4" Type="http://schemas.openxmlformats.org/officeDocument/2006/relationships/image" Target="../media/image24.png"/><Relationship Id="rId5" Type="http://schemas.openxmlformats.org/officeDocument/2006/relationships/image" Target="../media/image25.svg"/><Relationship Id="rId6" Type="http://schemas.openxmlformats.org/officeDocument/2006/relationships/image" Target="../media/image56.png"/><Relationship Id="rId7" Type="http://schemas.openxmlformats.org/officeDocument/2006/relationships/image" Target="../media/image57.sv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9.svg"/><Relationship Id="rId4" Type="http://schemas.openxmlformats.org/officeDocument/2006/relationships/image" Target="../media/image58.png"/><Relationship Id="rId5" Type="http://schemas.openxmlformats.org/officeDocument/2006/relationships/image" Target="../media/image59.svg"/><Relationship Id="rId6" Type="http://schemas.openxmlformats.org/officeDocument/2006/relationships/image" Target="../media/image24.png"/><Relationship Id="rId7" Type="http://schemas.openxmlformats.org/officeDocument/2006/relationships/image" Target="../media/image25.svg"/><Relationship Id="rId8" Type="http://schemas.openxmlformats.org/officeDocument/2006/relationships/image" Target="../media/image60.png"/><Relationship Id="rId9" Type="http://schemas.openxmlformats.org/officeDocument/2006/relationships/image" Target="../media/image61.sv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sv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3.png"/><Relationship Id="rId4" Type="http://schemas.openxmlformats.org/officeDocument/2006/relationships/image" Target="../media/image64.sv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jpeg"/><Relationship Id="rId3" Type="http://schemas.openxmlformats.org/officeDocument/2006/relationships/image" Target="../media/image65.emf"/></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6.jpeg"/><Relationship Id="rId3" Type="http://schemas.openxmlformats.org/officeDocument/2006/relationships/image" Target="../media/image67.png"/><Relationship Id="rId4" Type="http://schemas.openxmlformats.org/officeDocument/2006/relationships/image" Target="../media/image68.sv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sv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3.png"/><Relationship Id="rId3" Type="http://schemas.openxmlformats.org/officeDocument/2006/relationships/image" Target="../media/image64.svg"/><Relationship Id="rId4" Type="http://schemas.openxmlformats.org/officeDocument/2006/relationships/image" Target="../media/image7.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Slide – Leaf">
    <p:spTree>
      <p:nvGrpSpPr>
        <p:cNvPr id="1" name=""/>
        <p:cNvGrpSpPr/>
        <p:nvPr/>
      </p:nvGrpSpPr>
      <p:grpSpPr>
        <a:xfrm>
          <a:off x="0" y="0"/>
          <a:ext cx="0" cy="0"/>
          <a:chOff x="0" y="0"/>
          <a:chExt cx="0" cy="0"/>
        </a:xfrm>
      </p:grpSpPr>
      <p:sp>
        <p:nvSpPr>
          <p:cNvPr id="4" name="Freeform: Shape 3">
            <a:extLst>
              <a:ext uri="{FF2B5EF4-FFF2-40B4-BE49-F238E27FC236}">
                <a16:creationId xmlns:a16="http://schemas.microsoft.com/office/drawing/2014/main" id="{6814E578-7DFB-C273-472E-4EAD46D26ACD}"/>
              </a:ext>
            </a:extLst>
          </p:cNvPr>
          <p:cNvSpPr/>
          <p:nvPr/>
        </p:nvSpPr>
        <p:spPr>
          <a:xfrm>
            <a:off x="-3811" y="-260"/>
            <a:ext cx="6334843" cy="4737302"/>
          </a:xfrm>
          <a:custGeom>
            <a:avLst/>
            <a:gdLst>
              <a:gd name="connsiteX0" fmla="*/ 0 w 6334843"/>
              <a:gd name="connsiteY0" fmla="*/ 0 h 4737302"/>
              <a:gd name="connsiteX1" fmla="*/ 6334843 w 6334843"/>
              <a:gd name="connsiteY1" fmla="*/ 0 h 4737302"/>
              <a:gd name="connsiteX2" fmla="*/ 1987292 w 6334843"/>
              <a:gd name="connsiteY2" fmla="*/ 4347552 h 4737302"/>
              <a:gd name="connsiteX3" fmla="*/ 1046384 w 6334843"/>
              <a:gd name="connsiteY3" fmla="*/ 4737302 h 4737302"/>
              <a:gd name="connsiteX4" fmla="*/ 0 w 6334843"/>
              <a:gd name="connsiteY4" fmla="*/ 4737302 h 47373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34843" h="4737302">
                <a:moveTo>
                  <a:pt x="0" y="0"/>
                </a:moveTo>
                <a:lnTo>
                  <a:pt x="6334843" y="0"/>
                </a:lnTo>
                <a:lnTo>
                  <a:pt x="1987292" y="4347552"/>
                </a:lnTo>
                <a:cubicBezTo>
                  <a:pt x="1737727" y="4597117"/>
                  <a:pt x="1399274" y="4737302"/>
                  <a:pt x="1046384" y="4737302"/>
                </a:cubicBezTo>
                <a:lnTo>
                  <a:pt x="0" y="4737302"/>
                </a:lnTo>
                <a:close/>
              </a:path>
            </a:pathLst>
          </a:custGeom>
          <a:gradFill flip="none" rotWithShape="1">
            <a:gsLst>
              <a:gs pos="7000">
                <a:schemeClr val="accent4"/>
              </a:gs>
              <a:gs pos="83000">
                <a:schemeClr val="accent3"/>
              </a:gs>
            </a:gsLst>
            <a:lin ang="19200000" scaled="0"/>
            <a:tileRect/>
          </a:gradFill>
          <a:ln w="0" cap="flat">
            <a:noFill/>
            <a:prstDash val="solid"/>
            <a:miter/>
          </a:ln>
        </p:spPr>
        <p:txBody>
          <a:bodyPr rtlCol="0" anchor="ctr"/>
          <a:lstStyle/>
          <a:p>
            <a:endParaRPr lang="en-US" dirty="0"/>
          </a:p>
        </p:txBody>
      </p:sp>
      <p:sp>
        <p:nvSpPr>
          <p:cNvPr id="2" name="Title click to edit"/>
          <p:cNvSpPr>
            <a:spLocks noGrp="1"/>
          </p:cNvSpPr>
          <p:nvPr>
            <p:ph type="title" hasCustomPrompt="1"/>
          </p:nvPr>
        </p:nvSpPr>
        <p:spPr>
          <a:xfrm>
            <a:off x="6592949" y="1701846"/>
            <a:ext cx="5102866" cy="1234440"/>
          </a:xfrm>
        </p:spPr>
        <p:txBody>
          <a:bodyPr wrap="square" anchor="b"/>
          <a:lstStyle>
            <a:lvl1pPr algn="l">
              <a:defRPr sz="4000" b="0" cap="none" baseline="0">
                <a:solidFill>
                  <a:schemeClr val="accent2"/>
                </a:solidFill>
              </a:defRPr>
            </a:lvl1pPr>
          </a:lstStyle>
          <a:p>
            <a:r>
              <a:rPr lang="en-US"/>
              <a:t>Title Slide – Green Theme</a:t>
            </a:r>
          </a:p>
        </p:txBody>
      </p:sp>
      <p:sp>
        <p:nvSpPr>
          <p:cNvPr id="128" name="Subtitle click to edit">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592948" y="2986547"/>
            <a:ext cx="5116452" cy="416403"/>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subtitle placeholder</a:t>
            </a:r>
          </a:p>
        </p:txBody>
      </p:sp>
      <p:sp>
        <p:nvSpPr>
          <p:cNvPr id="7" name="Click to edit Speaker Name ">
            <a:extLst>
              <a:ext uri="{FF2B5EF4-FFF2-40B4-BE49-F238E27FC236}">
                <a16:creationId xmlns:a16="http://schemas.microsoft.com/office/drawing/2014/main" id="{DEA43E1E-B208-4DC4-9D6A-01669D00DA14}"/>
              </a:ext>
            </a:extLst>
          </p:cNvPr>
          <p:cNvSpPr>
            <a:spLocks noGrp="1"/>
          </p:cNvSpPr>
          <p:nvPr>
            <p:ph type="body" sz="quarter" idx="11" hasCustomPrompt="1"/>
          </p:nvPr>
        </p:nvSpPr>
        <p:spPr>
          <a:xfrm>
            <a:off x="6592948" y="4737425"/>
            <a:ext cx="5402202" cy="355601"/>
          </a:xfrm>
        </p:spPr>
        <p:txBody>
          <a:bodyPr anchor="b"/>
          <a:lstStyle>
            <a:lvl1pPr marL="0" marR="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lang="en-US" sz="1600" b="0" i="0" u="none" strike="noStrike" smtClean="0">
                <a:solidFill>
                  <a:schemeClr val="tx1"/>
                </a:solidFill>
                <a:effectLst/>
              </a:defRPr>
            </a:lvl1pPr>
          </a:lstStyle>
          <a:p>
            <a:pPr marL="0" marR="0" lvl="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a:pPr>
            <a:r>
              <a:rPr lang="en-US" dirty="0"/>
              <a:t>Speaker Name (Insert pronouns)</a:t>
            </a:r>
          </a:p>
        </p:txBody>
      </p:sp>
      <p:sp>
        <p:nvSpPr>
          <p:cNvPr id="129" name="Click to edit role">
            <a:extLst>
              <a:ext uri="{FF2B5EF4-FFF2-40B4-BE49-F238E27FC236}">
                <a16:creationId xmlns:a16="http://schemas.microsoft.com/office/drawing/2014/main" id="{2111BB8B-7B37-4FB4-B2CD-984FE1C6C5E4}"/>
              </a:ext>
            </a:extLst>
          </p:cNvPr>
          <p:cNvSpPr>
            <a:spLocks noGrp="1"/>
          </p:cNvSpPr>
          <p:nvPr>
            <p:ph type="body" sz="quarter" idx="12" hasCustomPrompt="1"/>
          </p:nvPr>
        </p:nvSpPr>
        <p:spPr>
          <a:xfrm>
            <a:off x="6592948" y="5117480"/>
            <a:ext cx="5402202" cy="355601"/>
          </a:xfrm>
        </p:spPr>
        <p:txBody>
          <a:bodyPr/>
          <a:lstStyle>
            <a:lvl1pPr algn="l">
              <a:buNone/>
              <a:defRPr sz="1600">
                <a:solidFill>
                  <a:schemeClr val="tx1"/>
                </a:solidFill>
              </a:defRPr>
            </a:lvl1pPr>
          </a:lstStyle>
          <a:p>
            <a:pPr lvl="0"/>
            <a:r>
              <a:rPr lang="en-US" dirty="0"/>
              <a:t>Role / Division, Broadcom</a:t>
            </a:r>
          </a:p>
        </p:txBody>
      </p:sp>
      <p:sp>
        <p:nvSpPr>
          <p:cNvPr id="18" name="Click to edit role">
            <a:extLst>
              <a:ext uri="{FF2B5EF4-FFF2-40B4-BE49-F238E27FC236}">
                <a16:creationId xmlns:a16="http://schemas.microsoft.com/office/drawing/2014/main" id="{006FF8D0-7AF6-C549-9BFB-E838D6CDCA0E}"/>
              </a:ext>
            </a:extLst>
          </p:cNvPr>
          <p:cNvSpPr>
            <a:spLocks noGrp="1"/>
          </p:cNvSpPr>
          <p:nvPr>
            <p:ph type="body" sz="quarter" idx="14" hasCustomPrompt="1"/>
          </p:nvPr>
        </p:nvSpPr>
        <p:spPr>
          <a:xfrm>
            <a:off x="6592948" y="5485986"/>
            <a:ext cx="5402202" cy="355601"/>
          </a:xfrm>
        </p:spPr>
        <p:txBody>
          <a:bodyPr/>
          <a:lstStyle>
            <a:lvl1pPr algn="l">
              <a:buNone/>
              <a:defRPr sz="1400">
                <a:solidFill>
                  <a:schemeClr val="tx1"/>
                </a:solidFill>
              </a:defRPr>
            </a:lvl1pPr>
          </a:lstStyle>
          <a:p>
            <a:pPr lvl="0"/>
            <a:r>
              <a:rPr lang="en-US"/>
              <a:t>Date</a:t>
            </a:r>
          </a:p>
        </p:txBody>
      </p:sp>
      <p:grpSp>
        <p:nvGrpSpPr>
          <p:cNvPr id="55" name="Graphic 8">
            <a:extLst>
              <a:ext uri="{FF2B5EF4-FFF2-40B4-BE49-F238E27FC236}">
                <a16:creationId xmlns:a16="http://schemas.microsoft.com/office/drawing/2014/main" id="{BAF838CA-49F3-885B-C026-D4C6B5E51AA9}"/>
              </a:ext>
            </a:extLst>
          </p:cNvPr>
          <p:cNvGrpSpPr/>
          <p:nvPr/>
        </p:nvGrpSpPr>
        <p:grpSpPr>
          <a:xfrm>
            <a:off x="265625" y="6323271"/>
            <a:ext cx="1249223" cy="369648"/>
            <a:chOff x="265625" y="6323271"/>
            <a:chExt cx="1249223" cy="369648"/>
          </a:xfrm>
          <a:solidFill>
            <a:srgbClr val="000000"/>
          </a:solidFill>
        </p:grpSpPr>
        <p:grpSp>
          <p:nvGrpSpPr>
            <p:cNvPr id="56" name="Graphic 8">
              <a:extLst>
                <a:ext uri="{FF2B5EF4-FFF2-40B4-BE49-F238E27FC236}">
                  <a16:creationId xmlns:a16="http://schemas.microsoft.com/office/drawing/2014/main" id="{91AFFF59-3E20-ED5A-C64D-6AD2EC10FA71}"/>
                </a:ext>
              </a:extLst>
            </p:cNvPr>
            <p:cNvGrpSpPr/>
            <p:nvPr/>
          </p:nvGrpSpPr>
          <p:grpSpPr>
            <a:xfrm>
              <a:off x="745455" y="6594444"/>
              <a:ext cx="722662" cy="98475"/>
              <a:chOff x="745455" y="6594444"/>
              <a:chExt cx="722662" cy="98475"/>
            </a:xfrm>
            <a:solidFill>
              <a:srgbClr val="000000"/>
            </a:solidFill>
          </p:grpSpPr>
          <p:sp>
            <p:nvSpPr>
              <p:cNvPr id="131" name="Freeform 130">
                <a:extLst>
                  <a:ext uri="{FF2B5EF4-FFF2-40B4-BE49-F238E27FC236}">
                    <a16:creationId xmlns:a16="http://schemas.microsoft.com/office/drawing/2014/main" id="{26A3A367-AF7A-3CE1-7219-BF42CFB83015}"/>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132" name="Freeform 131">
                <a:extLst>
                  <a:ext uri="{FF2B5EF4-FFF2-40B4-BE49-F238E27FC236}">
                    <a16:creationId xmlns:a16="http://schemas.microsoft.com/office/drawing/2014/main" id="{87557BA2-6363-9310-7758-7E46B2725CB3}"/>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133" name="Freeform 132">
                <a:extLst>
                  <a:ext uri="{FF2B5EF4-FFF2-40B4-BE49-F238E27FC236}">
                    <a16:creationId xmlns:a16="http://schemas.microsoft.com/office/drawing/2014/main" id="{98E3995A-00E8-9970-E347-1DB033726417}"/>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134" name="Freeform 133">
                <a:extLst>
                  <a:ext uri="{FF2B5EF4-FFF2-40B4-BE49-F238E27FC236}">
                    <a16:creationId xmlns:a16="http://schemas.microsoft.com/office/drawing/2014/main" id="{E557F3F2-0097-5608-0D6B-ADBD20A05750}"/>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135" name="Freeform 134">
                <a:extLst>
                  <a:ext uri="{FF2B5EF4-FFF2-40B4-BE49-F238E27FC236}">
                    <a16:creationId xmlns:a16="http://schemas.microsoft.com/office/drawing/2014/main" id="{A1EE9404-4BD9-8680-1C8A-3B583B492853}"/>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136" name="Freeform 135">
                <a:extLst>
                  <a:ext uri="{FF2B5EF4-FFF2-40B4-BE49-F238E27FC236}">
                    <a16:creationId xmlns:a16="http://schemas.microsoft.com/office/drawing/2014/main" id="{FC84855E-D060-5D16-8F8D-2BD34D9B94F5}"/>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137" name="Freeform 136">
                <a:extLst>
                  <a:ext uri="{FF2B5EF4-FFF2-40B4-BE49-F238E27FC236}">
                    <a16:creationId xmlns:a16="http://schemas.microsoft.com/office/drawing/2014/main" id="{031F79CD-4C5E-D24F-635E-7A7B48781101}"/>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138" name="Freeform 137">
                <a:extLst>
                  <a:ext uri="{FF2B5EF4-FFF2-40B4-BE49-F238E27FC236}">
                    <a16:creationId xmlns:a16="http://schemas.microsoft.com/office/drawing/2014/main" id="{DAD1797E-9105-FA8E-4A81-FDC253F04EAD}"/>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139" name="Freeform 138">
                <a:extLst>
                  <a:ext uri="{FF2B5EF4-FFF2-40B4-BE49-F238E27FC236}">
                    <a16:creationId xmlns:a16="http://schemas.microsoft.com/office/drawing/2014/main" id="{6CDD0DC3-97C4-C10E-1058-099303CC93F6}"/>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140" name="Freeform 139">
                <a:extLst>
                  <a:ext uri="{FF2B5EF4-FFF2-40B4-BE49-F238E27FC236}">
                    <a16:creationId xmlns:a16="http://schemas.microsoft.com/office/drawing/2014/main" id="{CEBC9053-842B-8221-2B9E-1E02856F9974}"/>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57" name="Graphic 8">
              <a:extLst>
                <a:ext uri="{FF2B5EF4-FFF2-40B4-BE49-F238E27FC236}">
                  <a16:creationId xmlns:a16="http://schemas.microsoft.com/office/drawing/2014/main" id="{C3D6A2E6-7175-657A-FFEE-732370A03645}"/>
                </a:ext>
              </a:extLst>
            </p:cNvPr>
            <p:cNvGrpSpPr/>
            <p:nvPr/>
          </p:nvGrpSpPr>
          <p:grpSpPr>
            <a:xfrm>
              <a:off x="265625" y="6323271"/>
              <a:ext cx="1249223" cy="190348"/>
              <a:chOff x="265625" y="6323271"/>
              <a:chExt cx="1249223" cy="190348"/>
            </a:xfrm>
            <a:solidFill>
              <a:srgbClr val="000000"/>
            </a:solidFill>
          </p:grpSpPr>
          <p:sp>
            <p:nvSpPr>
              <p:cNvPr id="58" name="Freeform 57">
                <a:extLst>
                  <a:ext uri="{FF2B5EF4-FFF2-40B4-BE49-F238E27FC236}">
                    <a16:creationId xmlns:a16="http://schemas.microsoft.com/office/drawing/2014/main" id="{6EE5B3D8-4F75-F4A5-6852-90C7E67B399F}"/>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59" name="Freeform 58">
                <a:extLst>
                  <a:ext uri="{FF2B5EF4-FFF2-40B4-BE49-F238E27FC236}">
                    <a16:creationId xmlns:a16="http://schemas.microsoft.com/office/drawing/2014/main" id="{8D359421-6F5E-68EB-A130-9078431086FE}"/>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60" name="Freeform 59">
                <a:extLst>
                  <a:ext uri="{FF2B5EF4-FFF2-40B4-BE49-F238E27FC236}">
                    <a16:creationId xmlns:a16="http://schemas.microsoft.com/office/drawing/2014/main" id="{3B593B1C-97BF-E3FD-9202-FAE7DC7D404F}"/>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61" name="Freeform 60">
                <a:extLst>
                  <a:ext uri="{FF2B5EF4-FFF2-40B4-BE49-F238E27FC236}">
                    <a16:creationId xmlns:a16="http://schemas.microsoft.com/office/drawing/2014/main" id="{684036B4-CA32-5C66-D108-9873B6C3702C}"/>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62" name="Freeform 61">
                <a:extLst>
                  <a:ext uri="{FF2B5EF4-FFF2-40B4-BE49-F238E27FC236}">
                    <a16:creationId xmlns:a16="http://schemas.microsoft.com/office/drawing/2014/main" id="{76DBD31D-FDBB-F787-B22E-2F397F09B54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63" name="Freeform 62">
                <a:extLst>
                  <a:ext uri="{FF2B5EF4-FFF2-40B4-BE49-F238E27FC236}">
                    <a16:creationId xmlns:a16="http://schemas.microsoft.com/office/drawing/2014/main" id="{98164034-B26F-5ACB-9B90-EBBD1F9B1137}"/>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130" name="Freeform 129">
                <a:extLst>
                  <a:ext uri="{FF2B5EF4-FFF2-40B4-BE49-F238E27FC236}">
                    <a16:creationId xmlns:a16="http://schemas.microsoft.com/office/drawing/2014/main" id="{347DB589-B53E-03EB-2555-D38B1A06D8EF}"/>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33" name="Freeform: Shape 3">
            <a:extLst>
              <a:ext uri="{FF2B5EF4-FFF2-40B4-BE49-F238E27FC236}">
                <a16:creationId xmlns:a16="http://schemas.microsoft.com/office/drawing/2014/main" id="{6814E578-7DFB-C273-472E-4EAD46D26ACD}"/>
              </a:ext>
            </a:extLst>
          </p:cNvPr>
          <p:cNvSpPr/>
          <p:nvPr userDrawn="1"/>
        </p:nvSpPr>
        <p:spPr>
          <a:xfrm>
            <a:off x="-3811" y="-260"/>
            <a:ext cx="6334843" cy="4737302"/>
          </a:xfrm>
          <a:custGeom>
            <a:avLst/>
            <a:gdLst>
              <a:gd name="connsiteX0" fmla="*/ 0 w 6334843"/>
              <a:gd name="connsiteY0" fmla="*/ 0 h 4737302"/>
              <a:gd name="connsiteX1" fmla="*/ 6334843 w 6334843"/>
              <a:gd name="connsiteY1" fmla="*/ 0 h 4737302"/>
              <a:gd name="connsiteX2" fmla="*/ 1987292 w 6334843"/>
              <a:gd name="connsiteY2" fmla="*/ 4347552 h 4737302"/>
              <a:gd name="connsiteX3" fmla="*/ 1046384 w 6334843"/>
              <a:gd name="connsiteY3" fmla="*/ 4737302 h 4737302"/>
              <a:gd name="connsiteX4" fmla="*/ 0 w 6334843"/>
              <a:gd name="connsiteY4" fmla="*/ 4737302 h 47373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34843" h="4737302">
                <a:moveTo>
                  <a:pt x="0" y="0"/>
                </a:moveTo>
                <a:lnTo>
                  <a:pt x="6334843" y="0"/>
                </a:lnTo>
                <a:lnTo>
                  <a:pt x="1987292" y="4347552"/>
                </a:lnTo>
                <a:cubicBezTo>
                  <a:pt x="1737727" y="4597117"/>
                  <a:pt x="1399274" y="4737302"/>
                  <a:pt x="1046384" y="4737302"/>
                </a:cubicBezTo>
                <a:lnTo>
                  <a:pt x="0" y="4737302"/>
                </a:lnTo>
                <a:close/>
              </a:path>
            </a:pathLst>
          </a:custGeom>
          <a:gradFill flip="none" rotWithShape="1">
            <a:gsLst>
              <a:gs pos="7000">
                <a:schemeClr val="accent4"/>
              </a:gs>
              <a:gs pos="83000">
                <a:schemeClr val="accent3"/>
              </a:gs>
            </a:gsLst>
            <a:lin ang="19200000" scaled="0"/>
            <a:tileRect/>
          </a:gradFill>
          <a:ln w="0" cap="flat">
            <a:noFill/>
            <a:prstDash val="solid"/>
            <a:miter/>
          </a:ln>
        </p:spPr>
        <p:txBody>
          <a:bodyPr rtlCol="0" anchor="ctr"/>
          <a:lstStyle/>
          <a:p>
            <a:endParaRPr lang="en-US" dirty="0"/>
          </a:p>
        </p:txBody>
      </p:sp>
      <p:sp>
        <p:nvSpPr>
          <p:cNvPr id="34" name="Freeform: Shape 4">
            <a:extLst>
              <a:ext uri="{FF2B5EF4-FFF2-40B4-BE49-F238E27FC236}">
                <a16:creationId xmlns:a16="http://schemas.microsoft.com/office/drawing/2014/main" id="{03689AEB-304C-881F-44CE-28E14E31AD6E}"/>
              </a:ext>
            </a:extLst>
          </p:cNvPr>
          <p:cNvSpPr/>
          <p:nvPr userDrawn="1"/>
        </p:nvSpPr>
        <p:spPr>
          <a:xfrm>
            <a:off x="-7657" y="648483"/>
            <a:ext cx="12205474" cy="5413289"/>
          </a:xfrm>
          <a:custGeom>
            <a:avLst/>
            <a:gdLst>
              <a:gd name="connsiteX0" fmla="*/ 7251847 w 12205474"/>
              <a:gd name="connsiteY0" fmla="*/ 0 h 5413289"/>
              <a:gd name="connsiteX1" fmla="*/ 12205474 w 12205474"/>
              <a:gd name="connsiteY1" fmla="*/ 0 h 5413289"/>
              <a:gd name="connsiteX2" fmla="*/ 12205474 w 12205474"/>
              <a:gd name="connsiteY2" fmla="*/ 76269 h 5413289"/>
              <a:gd name="connsiteX3" fmla="*/ 7251847 w 12205474"/>
              <a:gd name="connsiteY3" fmla="*/ 76269 h 5413289"/>
              <a:gd name="connsiteX4" fmla="*/ 6672965 w 12205474"/>
              <a:gd name="connsiteY4" fmla="*/ 191435 h 5413289"/>
              <a:gd name="connsiteX5" fmla="*/ 6182235 w 12205474"/>
              <a:gd name="connsiteY5" fmla="*/ 519327 h 5413289"/>
              <a:gd name="connsiteX6" fmla="*/ 1792619 w 12205474"/>
              <a:gd name="connsiteY6" fmla="*/ 4923656 h 5413289"/>
              <a:gd name="connsiteX7" fmla="*/ 1252315 w 12205474"/>
              <a:gd name="connsiteY7" fmla="*/ 5284725 h 5413289"/>
              <a:gd name="connsiteX8" fmla="*/ 615085 w 12205474"/>
              <a:gd name="connsiteY8" fmla="*/ 5411458 h 5413289"/>
              <a:gd name="connsiteX9" fmla="*/ 0 w 12205474"/>
              <a:gd name="connsiteY9" fmla="*/ 5413289 h 5413289"/>
              <a:gd name="connsiteX10" fmla="*/ 0 w 12205474"/>
              <a:gd name="connsiteY10" fmla="*/ 5336993 h 5413289"/>
              <a:gd name="connsiteX11" fmla="*/ 615085 w 12205474"/>
              <a:gd name="connsiteY11" fmla="*/ 5335189 h 5413289"/>
              <a:gd name="connsiteX12" fmla="*/ 1738659 w 12205474"/>
              <a:gd name="connsiteY12" fmla="*/ 4869823 h 5413289"/>
              <a:gd name="connsiteX13" fmla="*/ 6128274 w 12205474"/>
              <a:gd name="connsiteY13" fmla="*/ 465366 h 5413289"/>
              <a:gd name="connsiteX14" fmla="*/ 7251847 w 12205474"/>
              <a:gd name="connsiteY14" fmla="*/ 0 h 5413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05474" h="5413289">
                <a:moveTo>
                  <a:pt x="7251847" y="0"/>
                </a:moveTo>
                <a:lnTo>
                  <a:pt x="12205474" y="0"/>
                </a:lnTo>
                <a:lnTo>
                  <a:pt x="12205474" y="76269"/>
                </a:lnTo>
                <a:lnTo>
                  <a:pt x="7251847" y="76269"/>
                </a:lnTo>
                <a:cubicBezTo>
                  <a:pt x="7052214" y="76269"/>
                  <a:pt x="6857409" y="115039"/>
                  <a:pt x="6672965" y="191435"/>
                </a:cubicBezTo>
                <a:cubicBezTo>
                  <a:pt x="6488519" y="267830"/>
                  <a:pt x="6323397" y="378166"/>
                  <a:pt x="6182235" y="519327"/>
                </a:cubicBezTo>
                <a:lnTo>
                  <a:pt x="1792619" y="4923656"/>
                </a:lnTo>
                <a:cubicBezTo>
                  <a:pt x="1637157" y="5079181"/>
                  <a:pt x="1455382" y="5200638"/>
                  <a:pt x="1252315" y="5284725"/>
                </a:cubicBezTo>
                <a:cubicBezTo>
                  <a:pt x="1049248" y="5368811"/>
                  <a:pt x="834867" y="5411458"/>
                  <a:pt x="615085" y="5411458"/>
                </a:cubicBezTo>
                <a:lnTo>
                  <a:pt x="0" y="5413289"/>
                </a:lnTo>
                <a:lnTo>
                  <a:pt x="0" y="5336993"/>
                </a:lnTo>
                <a:lnTo>
                  <a:pt x="615085" y="5335189"/>
                </a:lnTo>
                <a:cubicBezTo>
                  <a:pt x="1036536" y="5335189"/>
                  <a:pt x="1440700" y="5167779"/>
                  <a:pt x="1738659" y="4869823"/>
                </a:cubicBezTo>
                <a:lnTo>
                  <a:pt x="6128274" y="465366"/>
                </a:lnTo>
                <a:cubicBezTo>
                  <a:pt x="6426298" y="167410"/>
                  <a:pt x="6830460" y="0"/>
                  <a:pt x="7251847" y="0"/>
                </a:cubicBezTo>
                <a:close/>
              </a:path>
            </a:pathLst>
          </a:custGeom>
          <a:gradFill>
            <a:gsLst>
              <a:gs pos="20000">
                <a:srgbClr val="0095C4"/>
              </a:gs>
              <a:gs pos="80000">
                <a:schemeClr val="accent4"/>
              </a:gs>
            </a:gsLst>
            <a:lin ang="0" scaled="1"/>
          </a:gradFill>
          <a:ln w="0" cap="flat">
            <a:noFill/>
            <a:prstDash val="solid"/>
            <a:miter/>
          </a:ln>
          <a:effectLst/>
        </p:spPr>
        <p:txBody>
          <a:bodyPr rtlCol="0" anchor="ctr"/>
          <a:lstStyle/>
          <a:p>
            <a:endParaRPr lang="en-US" dirty="0"/>
          </a:p>
        </p:txBody>
      </p:sp>
      <p:grpSp>
        <p:nvGrpSpPr>
          <p:cNvPr id="37" name="Graphic 8">
            <a:extLst>
              <a:ext uri="{FF2B5EF4-FFF2-40B4-BE49-F238E27FC236}">
                <a16:creationId xmlns:a16="http://schemas.microsoft.com/office/drawing/2014/main" id="{BAF838CA-49F3-885B-C026-D4C6B5E51AA9}"/>
              </a:ext>
            </a:extLst>
          </p:cNvPr>
          <p:cNvGrpSpPr/>
          <p:nvPr userDrawn="1"/>
        </p:nvGrpSpPr>
        <p:grpSpPr>
          <a:xfrm>
            <a:off x="265625" y="6323271"/>
            <a:ext cx="1249223" cy="369648"/>
            <a:chOff x="265625" y="6323271"/>
            <a:chExt cx="1249223" cy="369648"/>
          </a:xfrm>
          <a:solidFill>
            <a:srgbClr val="000000"/>
          </a:solidFill>
        </p:grpSpPr>
        <p:grpSp>
          <p:nvGrpSpPr>
            <p:cNvPr id="38" name="Graphic 8">
              <a:extLst>
                <a:ext uri="{FF2B5EF4-FFF2-40B4-BE49-F238E27FC236}">
                  <a16:creationId xmlns:a16="http://schemas.microsoft.com/office/drawing/2014/main" id="{91AFFF59-3E20-ED5A-C64D-6AD2EC10FA71}"/>
                </a:ext>
              </a:extLst>
            </p:cNvPr>
            <p:cNvGrpSpPr/>
            <p:nvPr/>
          </p:nvGrpSpPr>
          <p:grpSpPr>
            <a:xfrm>
              <a:off x="745455" y="6594444"/>
              <a:ext cx="722662" cy="98475"/>
              <a:chOff x="745455" y="6594444"/>
              <a:chExt cx="722662" cy="98475"/>
            </a:xfrm>
            <a:solidFill>
              <a:srgbClr val="000000"/>
            </a:solidFill>
          </p:grpSpPr>
          <p:sp>
            <p:nvSpPr>
              <p:cNvPr id="47" name="Freeform 46">
                <a:extLst>
                  <a:ext uri="{FF2B5EF4-FFF2-40B4-BE49-F238E27FC236}">
                    <a16:creationId xmlns:a16="http://schemas.microsoft.com/office/drawing/2014/main" id="{26A3A367-AF7A-3CE1-7219-BF42CFB83015}"/>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48" name="Freeform 47">
                <a:extLst>
                  <a:ext uri="{FF2B5EF4-FFF2-40B4-BE49-F238E27FC236}">
                    <a16:creationId xmlns:a16="http://schemas.microsoft.com/office/drawing/2014/main" id="{87557BA2-6363-9310-7758-7E46B2725CB3}"/>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49" name="Freeform 48">
                <a:extLst>
                  <a:ext uri="{FF2B5EF4-FFF2-40B4-BE49-F238E27FC236}">
                    <a16:creationId xmlns:a16="http://schemas.microsoft.com/office/drawing/2014/main" id="{98E3995A-00E8-9970-E347-1DB033726417}"/>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50" name="Freeform 49">
                <a:extLst>
                  <a:ext uri="{FF2B5EF4-FFF2-40B4-BE49-F238E27FC236}">
                    <a16:creationId xmlns:a16="http://schemas.microsoft.com/office/drawing/2014/main" id="{E557F3F2-0097-5608-0D6B-ADBD20A05750}"/>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51" name="Freeform 50">
                <a:extLst>
                  <a:ext uri="{FF2B5EF4-FFF2-40B4-BE49-F238E27FC236}">
                    <a16:creationId xmlns:a16="http://schemas.microsoft.com/office/drawing/2014/main" id="{A1EE9404-4BD9-8680-1C8A-3B583B492853}"/>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2" name="Freeform 51">
                <a:extLst>
                  <a:ext uri="{FF2B5EF4-FFF2-40B4-BE49-F238E27FC236}">
                    <a16:creationId xmlns:a16="http://schemas.microsoft.com/office/drawing/2014/main" id="{FC84855E-D060-5D16-8F8D-2BD34D9B94F5}"/>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64" name="Freeform 63">
                <a:extLst>
                  <a:ext uri="{FF2B5EF4-FFF2-40B4-BE49-F238E27FC236}">
                    <a16:creationId xmlns:a16="http://schemas.microsoft.com/office/drawing/2014/main" id="{031F79CD-4C5E-D24F-635E-7A7B48781101}"/>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65" name="Freeform 64">
                <a:extLst>
                  <a:ext uri="{FF2B5EF4-FFF2-40B4-BE49-F238E27FC236}">
                    <a16:creationId xmlns:a16="http://schemas.microsoft.com/office/drawing/2014/main" id="{DAD1797E-9105-FA8E-4A81-FDC253F04EAD}"/>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66" name="Freeform 65">
                <a:extLst>
                  <a:ext uri="{FF2B5EF4-FFF2-40B4-BE49-F238E27FC236}">
                    <a16:creationId xmlns:a16="http://schemas.microsoft.com/office/drawing/2014/main" id="{6CDD0DC3-97C4-C10E-1058-099303CC93F6}"/>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67" name="Freeform 66">
                <a:extLst>
                  <a:ext uri="{FF2B5EF4-FFF2-40B4-BE49-F238E27FC236}">
                    <a16:creationId xmlns:a16="http://schemas.microsoft.com/office/drawing/2014/main" id="{CEBC9053-842B-8221-2B9E-1E02856F9974}"/>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39" name="Graphic 8">
              <a:extLst>
                <a:ext uri="{FF2B5EF4-FFF2-40B4-BE49-F238E27FC236}">
                  <a16:creationId xmlns:a16="http://schemas.microsoft.com/office/drawing/2014/main" id="{C3D6A2E6-7175-657A-FFEE-732370A03645}"/>
                </a:ext>
              </a:extLst>
            </p:cNvPr>
            <p:cNvGrpSpPr/>
            <p:nvPr/>
          </p:nvGrpSpPr>
          <p:grpSpPr>
            <a:xfrm>
              <a:off x="265625" y="6323271"/>
              <a:ext cx="1249223" cy="190348"/>
              <a:chOff x="265625" y="6323271"/>
              <a:chExt cx="1249223" cy="190348"/>
            </a:xfrm>
            <a:solidFill>
              <a:srgbClr val="000000"/>
            </a:solidFill>
          </p:grpSpPr>
          <p:sp>
            <p:nvSpPr>
              <p:cNvPr id="40" name="Freeform 39">
                <a:extLst>
                  <a:ext uri="{FF2B5EF4-FFF2-40B4-BE49-F238E27FC236}">
                    <a16:creationId xmlns:a16="http://schemas.microsoft.com/office/drawing/2014/main" id="{6EE5B3D8-4F75-F4A5-6852-90C7E67B399F}"/>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41" name="Freeform 40">
                <a:extLst>
                  <a:ext uri="{FF2B5EF4-FFF2-40B4-BE49-F238E27FC236}">
                    <a16:creationId xmlns:a16="http://schemas.microsoft.com/office/drawing/2014/main" id="{8D359421-6F5E-68EB-A130-9078431086FE}"/>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42" name="Freeform 41">
                <a:extLst>
                  <a:ext uri="{FF2B5EF4-FFF2-40B4-BE49-F238E27FC236}">
                    <a16:creationId xmlns:a16="http://schemas.microsoft.com/office/drawing/2014/main" id="{3B593B1C-97BF-E3FD-9202-FAE7DC7D404F}"/>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43" name="Freeform 42">
                <a:extLst>
                  <a:ext uri="{FF2B5EF4-FFF2-40B4-BE49-F238E27FC236}">
                    <a16:creationId xmlns:a16="http://schemas.microsoft.com/office/drawing/2014/main" id="{684036B4-CA32-5C66-D108-9873B6C3702C}"/>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44" name="Freeform 43">
                <a:extLst>
                  <a:ext uri="{FF2B5EF4-FFF2-40B4-BE49-F238E27FC236}">
                    <a16:creationId xmlns:a16="http://schemas.microsoft.com/office/drawing/2014/main" id="{76DBD31D-FDBB-F787-B22E-2F397F09B54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45" name="Freeform 44">
                <a:extLst>
                  <a:ext uri="{FF2B5EF4-FFF2-40B4-BE49-F238E27FC236}">
                    <a16:creationId xmlns:a16="http://schemas.microsoft.com/office/drawing/2014/main" id="{98164034-B26F-5ACB-9B90-EBBD1F9B1137}"/>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46" name="Freeform 45">
                <a:extLst>
                  <a:ext uri="{FF2B5EF4-FFF2-40B4-BE49-F238E27FC236}">
                    <a16:creationId xmlns:a16="http://schemas.microsoft.com/office/drawing/2014/main" id="{347DB589-B53E-03EB-2555-D38B1A06D8EF}"/>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6" name="TextBox 5">
            <a:extLst>
              <a:ext uri="{FF2B5EF4-FFF2-40B4-BE49-F238E27FC236}">
                <a16:creationId xmlns:a16="http://schemas.microsoft.com/office/drawing/2014/main" id="{E6F05D4E-954E-5EA3-A012-EBA68A5DEAED}"/>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42300816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 Leaf with Circle">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29C5D994-E647-E15F-5855-615355B14580}"/>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1042" r="1973" b="1787"/>
          <a:stretch>
            <a:fillRect/>
          </a:stretch>
        </p:blipFill>
        <p:spPr>
          <a:xfrm>
            <a:off x="0" y="658109"/>
            <a:ext cx="12188825" cy="6205839"/>
          </a:xfrm>
          <a:custGeom>
            <a:avLst/>
            <a:gdLst>
              <a:gd name="connsiteX0" fmla="*/ 0 w 12192401"/>
              <a:gd name="connsiteY0" fmla="*/ 0 h 6207660"/>
              <a:gd name="connsiteX1" fmla="*/ 12192401 w 12192401"/>
              <a:gd name="connsiteY1" fmla="*/ 0 h 6207660"/>
              <a:gd name="connsiteX2" fmla="*/ 12192401 w 12192401"/>
              <a:gd name="connsiteY2" fmla="*/ 6207660 h 6207660"/>
              <a:gd name="connsiteX3" fmla="*/ 0 w 12192401"/>
              <a:gd name="connsiteY3" fmla="*/ 6207660 h 6207660"/>
            </a:gdLst>
            <a:ahLst/>
            <a:cxnLst>
              <a:cxn ang="0">
                <a:pos x="connsiteX0" y="connsiteY0"/>
              </a:cxn>
              <a:cxn ang="0">
                <a:pos x="connsiteX1" y="connsiteY1"/>
              </a:cxn>
              <a:cxn ang="0">
                <a:pos x="connsiteX2" y="connsiteY2"/>
              </a:cxn>
              <a:cxn ang="0">
                <a:pos x="connsiteX3" y="connsiteY3"/>
              </a:cxn>
            </a:cxnLst>
            <a:rect l="l" t="t" r="r" b="b"/>
            <a:pathLst>
              <a:path w="12192401" h="6207660">
                <a:moveTo>
                  <a:pt x="0" y="0"/>
                </a:moveTo>
                <a:lnTo>
                  <a:pt x="12192401" y="0"/>
                </a:lnTo>
                <a:lnTo>
                  <a:pt x="12192401" y="6207660"/>
                </a:lnTo>
                <a:lnTo>
                  <a:pt x="0" y="6207660"/>
                </a:lnTo>
                <a:close/>
              </a:path>
            </a:pathLst>
          </a:custGeom>
          <a:effectLst>
            <a:outerShdw blurRad="241300" sx="102000" sy="102000" algn="ctr" rotWithShape="0">
              <a:schemeClr val="accent3">
                <a:alpha val="15000"/>
              </a:schemeClr>
            </a:outerShdw>
          </a:effectLst>
        </p:spPr>
      </p:pic>
      <p:sp>
        <p:nvSpPr>
          <p:cNvPr id="4" name="Freeform: Shape 3">
            <a:extLst>
              <a:ext uri="{FF2B5EF4-FFF2-40B4-BE49-F238E27FC236}">
                <a16:creationId xmlns:a16="http://schemas.microsoft.com/office/drawing/2014/main" id="{6814E578-7DFB-C273-472E-4EAD46D26ACD}"/>
              </a:ext>
            </a:extLst>
          </p:cNvPr>
          <p:cNvSpPr/>
          <p:nvPr userDrawn="1"/>
        </p:nvSpPr>
        <p:spPr>
          <a:xfrm>
            <a:off x="-3811" y="-260"/>
            <a:ext cx="6334843" cy="4737302"/>
          </a:xfrm>
          <a:custGeom>
            <a:avLst/>
            <a:gdLst>
              <a:gd name="connsiteX0" fmla="*/ 0 w 6334843"/>
              <a:gd name="connsiteY0" fmla="*/ 0 h 4737302"/>
              <a:gd name="connsiteX1" fmla="*/ 6334843 w 6334843"/>
              <a:gd name="connsiteY1" fmla="*/ 0 h 4737302"/>
              <a:gd name="connsiteX2" fmla="*/ 1987292 w 6334843"/>
              <a:gd name="connsiteY2" fmla="*/ 4347552 h 4737302"/>
              <a:gd name="connsiteX3" fmla="*/ 1046384 w 6334843"/>
              <a:gd name="connsiteY3" fmla="*/ 4737302 h 4737302"/>
              <a:gd name="connsiteX4" fmla="*/ 0 w 6334843"/>
              <a:gd name="connsiteY4" fmla="*/ 4737302 h 47373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34843" h="4737302">
                <a:moveTo>
                  <a:pt x="0" y="0"/>
                </a:moveTo>
                <a:lnTo>
                  <a:pt x="6334843" y="0"/>
                </a:lnTo>
                <a:lnTo>
                  <a:pt x="1987292" y="4347552"/>
                </a:lnTo>
                <a:cubicBezTo>
                  <a:pt x="1737727" y="4597117"/>
                  <a:pt x="1399274" y="4737302"/>
                  <a:pt x="1046384" y="4737302"/>
                </a:cubicBezTo>
                <a:lnTo>
                  <a:pt x="0" y="4737302"/>
                </a:lnTo>
                <a:close/>
              </a:path>
            </a:pathLst>
          </a:custGeom>
          <a:gradFill flip="none" rotWithShape="1">
            <a:gsLst>
              <a:gs pos="7000">
                <a:schemeClr val="accent4"/>
              </a:gs>
              <a:gs pos="83000">
                <a:schemeClr val="accent3"/>
              </a:gs>
            </a:gsLst>
            <a:lin ang="19200000" scaled="0"/>
            <a:tileRect/>
          </a:gradFill>
          <a:ln w="0" cap="flat">
            <a:noFill/>
            <a:prstDash val="solid"/>
            <a:miter/>
          </a:ln>
        </p:spPr>
        <p:txBody>
          <a:bodyPr rtlCol="0" anchor="ctr"/>
          <a:lstStyle/>
          <a:p>
            <a:endParaRPr lang="en-US"/>
          </a:p>
        </p:txBody>
      </p:sp>
      <p:sp>
        <p:nvSpPr>
          <p:cNvPr id="5" name="Freeform: Shape 4">
            <a:extLst>
              <a:ext uri="{FF2B5EF4-FFF2-40B4-BE49-F238E27FC236}">
                <a16:creationId xmlns:a16="http://schemas.microsoft.com/office/drawing/2014/main" id="{03689AEB-304C-881F-44CE-28E14E31AD6E}"/>
              </a:ext>
            </a:extLst>
          </p:cNvPr>
          <p:cNvSpPr/>
          <p:nvPr userDrawn="1"/>
        </p:nvSpPr>
        <p:spPr>
          <a:xfrm>
            <a:off x="-7657" y="648483"/>
            <a:ext cx="12205474" cy="5413289"/>
          </a:xfrm>
          <a:custGeom>
            <a:avLst/>
            <a:gdLst>
              <a:gd name="connsiteX0" fmla="*/ 7251847 w 12205474"/>
              <a:gd name="connsiteY0" fmla="*/ 0 h 5413289"/>
              <a:gd name="connsiteX1" fmla="*/ 12205474 w 12205474"/>
              <a:gd name="connsiteY1" fmla="*/ 0 h 5413289"/>
              <a:gd name="connsiteX2" fmla="*/ 12205474 w 12205474"/>
              <a:gd name="connsiteY2" fmla="*/ 76269 h 5413289"/>
              <a:gd name="connsiteX3" fmla="*/ 7251847 w 12205474"/>
              <a:gd name="connsiteY3" fmla="*/ 76269 h 5413289"/>
              <a:gd name="connsiteX4" fmla="*/ 6672965 w 12205474"/>
              <a:gd name="connsiteY4" fmla="*/ 191435 h 5413289"/>
              <a:gd name="connsiteX5" fmla="*/ 6182235 w 12205474"/>
              <a:gd name="connsiteY5" fmla="*/ 519327 h 5413289"/>
              <a:gd name="connsiteX6" fmla="*/ 1792619 w 12205474"/>
              <a:gd name="connsiteY6" fmla="*/ 4923656 h 5413289"/>
              <a:gd name="connsiteX7" fmla="*/ 1252315 w 12205474"/>
              <a:gd name="connsiteY7" fmla="*/ 5284725 h 5413289"/>
              <a:gd name="connsiteX8" fmla="*/ 615085 w 12205474"/>
              <a:gd name="connsiteY8" fmla="*/ 5411458 h 5413289"/>
              <a:gd name="connsiteX9" fmla="*/ 0 w 12205474"/>
              <a:gd name="connsiteY9" fmla="*/ 5413289 h 5413289"/>
              <a:gd name="connsiteX10" fmla="*/ 0 w 12205474"/>
              <a:gd name="connsiteY10" fmla="*/ 5336993 h 5413289"/>
              <a:gd name="connsiteX11" fmla="*/ 615085 w 12205474"/>
              <a:gd name="connsiteY11" fmla="*/ 5335189 h 5413289"/>
              <a:gd name="connsiteX12" fmla="*/ 1738659 w 12205474"/>
              <a:gd name="connsiteY12" fmla="*/ 4869823 h 5413289"/>
              <a:gd name="connsiteX13" fmla="*/ 6128274 w 12205474"/>
              <a:gd name="connsiteY13" fmla="*/ 465366 h 5413289"/>
              <a:gd name="connsiteX14" fmla="*/ 7251847 w 12205474"/>
              <a:gd name="connsiteY14" fmla="*/ 0 h 5413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05474" h="5413289">
                <a:moveTo>
                  <a:pt x="7251847" y="0"/>
                </a:moveTo>
                <a:lnTo>
                  <a:pt x="12205474" y="0"/>
                </a:lnTo>
                <a:lnTo>
                  <a:pt x="12205474" y="76269"/>
                </a:lnTo>
                <a:lnTo>
                  <a:pt x="7251847" y="76269"/>
                </a:lnTo>
                <a:cubicBezTo>
                  <a:pt x="7052214" y="76269"/>
                  <a:pt x="6857409" y="115039"/>
                  <a:pt x="6672965" y="191435"/>
                </a:cubicBezTo>
                <a:cubicBezTo>
                  <a:pt x="6488519" y="267830"/>
                  <a:pt x="6323397" y="378166"/>
                  <a:pt x="6182235" y="519327"/>
                </a:cubicBezTo>
                <a:lnTo>
                  <a:pt x="1792619" y="4923656"/>
                </a:lnTo>
                <a:cubicBezTo>
                  <a:pt x="1637157" y="5079181"/>
                  <a:pt x="1455382" y="5200638"/>
                  <a:pt x="1252315" y="5284725"/>
                </a:cubicBezTo>
                <a:cubicBezTo>
                  <a:pt x="1049248" y="5368811"/>
                  <a:pt x="834867" y="5411458"/>
                  <a:pt x="615085" y="5411458"/>
                </a:cubicBezTo>
                <a:lnTo>
                  <a:pt x="0" y="5413289"/>
                </a:lnTo>
                <a:lnTo>
                  <a:pt x="0" y="5336993"/>
                </a:lnTo>
                <a:lnTo>
                  <a:pt x="615085" y="5335189"/>
                </a:lnTo>
                <a:cubicBezTo>
                  <a:pt x="1036536" y="5335189"/>
                  <a:pt x="1440700" y="5167779"/>
                  <a:pt x="1738659" y="4869823"/>
                </a:cubicBezTo>
                <a:lnTo>
                  <a:pt x="6128274" y="465366"/>
                </a:lnTo>
                <a:cubicBezTo>
                  <a:pt x="6426298" y="167410"/>
                  <a:pt x="6830460" y="0"/>
                  <a:pt x="7251847" y="0"/>
                </a:cubicBezTo>
                <a:close/>
              </a:path>
            </a:pathLst>
          </a:custGeom>
          <a:gradFill>
            <a:gsLst>
              <a:gs pos="20000">
                <a:srgbClr val="0095C4"/>
              </a:gs>
              <a:gs pos="80000">
                <a:schemeClr val="accent4"/>
              </a:gs>
            </a:gsLst>
            <a:lin ang="0" scaled="1"/>
          </a:gradFill>
          <a:ln w="0" cap="flat">
            <a:noFill/>
            <a:prstDash val="solid"/>
            <a:miter/>
          </a:ln>
        </p:spPr>
        <p:txBody>
          <a:bodyPr rtlCol="0" anchor="ctr"/>
          <a:lstStyle/>
          <a:p>
            <a:endParaRPr lang="en-US"/>
          </a:p>
        </p:txBody>
      </p:sp>
      <p:sp>
        <p:nvSpPr>
          <p:cNvPr id="2" name="Title click to edit"/>
          <p:cNvSpPr>
            <a:spLocks noGrp="1"/>
          </p:cNvSpPr>
          <p:nvPr>
            <p:ph type="title" hasCustomPrompt="1"/>
          </p:nvPr>
        </p:nvSpPr>
        <p:spPr>
          <a:xfrm>
            <a:off x="6592949" y="1701846"/>
            <a:ext cx="5102866" cy="1234440"/>
          </a:xfrm>
        </p:spPr>
        <p:txBody>
          <a:bodyPr wrap="square" anchor="b"/>
          <a:lstStyle>
            <a:lvl1pPr algn="l">
              <a:defRPr sz="4000" b="0" cap="none" baseline="0">
                <a:solidFill>
                  <a:schemeClr val="accent2"/>
                </a:solidFill>
              </a:defRPr>
            </a:lvl1pPr>
          </a:lstStyle>
          <a:p>
            <a:r>
              <a:rPr lang="en-US"/>
              <a:t>Title Slide – Green Theme</a:t>
            </a:r>
          </a:p>
        </p:txBody>
      </p:sp>
      <p:sp>
        <p:nvSpPr>
          <p:cNvPr id="128" name="Subtitle click to edit">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592948" y="2986547"/>
            <a:ext cx="5116452" cy="416403"/>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subtitle placeholder</a:t>
            </a:r>
          </a:p>
        </p:txBody>
      </p:sp>
      <p:sp>
        <p:nvSpPr>
          <p:cNvPr id="7" name="Click to edit Speaker Name ">
            <a:extLst>
              <a:ext uri="{FF2B5EF4-FFF2-40B4-BE49-F238E27FC236}">
                <a16:creationId xmlns:a16="http://schemas.microsoft.com/office/drawing/2014/main" id="{DEA43E1E-B208-4DC4-9D6A-01669D00DA14}"/>
              </a:ext>
            </a:extLst>
          </p:cNvPr>
          <p:cNvSpPr>
            <a:spLocks noGrp="1"/>
          </p:cNvSpPr>
          <p:nvPr>
            <p:ph type="body" sz="quarter" idx="11" hasCustomPrompt="1"/>
          </p:nvPr>
        </p:nvSpPr>
        <p:spPr>
          <a:xfrm>
            <a:off x="6592948" y="4737425"/>
            <a:ext cx="5402202" cy="355601"/>
          </a:xfrm>
        </p:spPr>
        <p:txBody>
          <a:bodyPr anchor="b"/>
          <a:lstStyle>
            <a:lvl1pPr marL="0" marR="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lang="en-US" sz="1600" b="0" i="0" u="none" strike="noStrike" smtClean="0">
                <a:solidFill>
                  <a:schemeClr val="tx1"/>
                </a:solidFill>
                <a:effectLst/>
              </a:defRPr>
            </a:lvl1pPr>
          </a:lstStyle>
          <a:p>
            <a:pPr marL="0" marR="0" lvl="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a:pPr>
            <a:r>
              <a:rPr lang="en-US" dirty="0"/>
              <a:t>Speaker Name (Insert pronouns)</a:t>
            </a:r>
          </a:p>
        </p:txBody>
      </p:sp>
      <p:sp>
        <p:nvSpPr>
          <p:cNvPr id="129" name="Click to edit role">
            <a:extLst>
              <a:ext uri="{FF2B5EF4-FFF2-40B4-BE49-F238E27FC236}">
                <a16:creationId xmlns:a16="http://schemas.microsoft.com/office/drawing/2014/main" id="{2111BB8B-7B37-4FB4-B2CD-984FE1C6C5E4}"/>
              </a:ext>
            </a:extLst>
          </p:cNvPr>
          <p:cNvSpPr>
            <a:spLocks noGrp="1"/>
          </p:cNvSpPr>
          <p:nvPr>
            <p:ph type="body" sz="quarter" idx="12" hasCustomPrompt="1"/>
          </p:nvPr>
        </p:nvSpPr>
        <p:spPr>
          <a:xfrm>
            <a:off x="6592948" y="5117480"/>
            <a:ext cx="5402202" cy="355601"/>
          </a:xfrm>
        </p:spPr>
        <p:txBody>
          <a:bodyPr/>
          <a:lstStyle>
            <a:lvl1pPr algn="l">
              <a:buNone/>
              <a:defRPr sz="1600">
                <a:solidFill>
                  <a:schemeClr val="tx1"/>
                </a:solidFill>
              </a:defRPr>
            </a:lvl1pPr>
          </a:lstStyle>
          <a:p>
            <a:pPr lvl="0"/>
            <a:r>
              <a:rPr lang="en-US" dirty="0"/>
              <a:t>Role / Division, Broadcom</a:t>
            </a:r>
          </a:p>
        </p:txBody>
      </p:sp>
      <p:sp>
        <p:nvSpPr>
          <p:cNvPr id="18" name="Click to edit role">
            <a:extLst>
              <a:ext uri="{FF2B5EF4-FFF2-40B4-BE49-F238E27FC236}">
                <a16:creationId xmlns:a16="http://schemas.microsoft.com/office/drawing/2014/main" id="{006FF8D0-7AF6-C549-9BFB-E838D6CDCA0E}"/>
              </a:ext>
            </a:extLst>
          </p:cNvPr>
          <p:cNvSpPr>
            <a:spLocks noGrp="1"/>
          </p:cNvSpPr>
          <p:nvPr>
            <p:ph type="body" sz="quarter" idx="14" hasCustomPrompt="1"/>
          </p:nvPr>
        </p:nvSpPr>
        <p:spPr>
          <a:xfrm>
            <a:off x="6592948" y="5485986"/>
            <a:ext cx="5402202" cy="355601"/>
          </a:xfrm>
        </p:spPr>
        <p:txBody>
          <a:bodyPr/>
          <a:lstStyle>
            <a:lvl1pPr algn="l">
              <a:buNone/>
              <a:defRPr sz="1400">
                <a:solidFill>
                  <a:schemeClr val="tx1"/>
                </a:solidFill>
              </a:defRPr>
            </a:lvl1pPr>
          </a:lstStyle>
          <a:p>
            <a:pPr lvl="0"/>
            <a:r>
              <a:rPr lang="en-US"/>
              <a:t>Date</a:t>
            </a:r>
          </a:p>
        </p:txBody>
      </p:sp>
      <p:sp>
        <p:nvSpPr>
          <p:cNvPr id="53" name="TextBox 52">
            <a:extLst>
              <a:ext uri="{FF2B5EF4-FFF2-40B4-BE49-F238E27FC236}">
                <a16:creationId xmlns:a16="http://schemas.microsoft.com/office/drawing/2014/main" id="{E7C16DC6-55CF-F240-9C11-02E1D9563D27}"/>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55" name="Graphic 8">
            <a:extLst>
              <a:ext uri="{FF2B5EF4-FFF2-40B4-BE49-F238E27FC236}">
                <a16:creationId xmlns:a16="http://schemas.microsoft.com/office/drawing/2014/main" id="{BAF838CA-49F3-885B-C026-D4C6B5E51AA9}"/>
              </a:ext>
            </a:extLst>
          </p:cNvPr>
          <p:cNvGrpSpPr/>
          <p:nvPr userDrawn="1"/>
        </p:nvGrpSpPr>
        <p:grpSpPr>
          <a:xfrm>
            <a:off x="265625" y="6323271"/>
            <a:ext cx="1249223" cy="369648"/>
            <a:chOff x="265625" y="6323271"/>
            <a:chExt cx="1249223" cy="369648"/>
          </a:xfrm>
          <a:solidFill>
            <a:srgbClr val="000000"/>
          </a:solidFill>
        </p:grpSpPr>
        <p:grpSp>
          <p:nvGrpSpPr>
            <p:cNvPr id="56" name="Graphic 8">
              <a:extLst>
                <a:ext uri="{FF2B5EF4-FFF2-40B4-BE49-F238E27FC236}">
                  <a16:creationId xmlns:a16="http://schemas.microsoft.com/office/drawing/2014/main" id="{91AFFF59-3E20-ED5A-C64D-6AD2EC10FA71}"/>
                </a:ext>
              </a:extLst>
            </p:cNvPr>
            <p:cNvGrpSpPr/>
            <p:nvPr/>
          </p:nvGrpSpPr>
          <p:grpSpPr>
            <a:xfrm>
              <a:off x="745455" y="6594444"/>
              <a:ext cx="722662" cy="98475"/>
              <a:chOff x="745455" y="6594444"/>
              <a:chExt cx="722662" cy="98475"/>
            </a:xfrm>
            <a:solidFill>
              <a:srgbClr val="000000"/>
            </a:solidFill>
          </p:grpSpPr>
          <p:sp>
            <p:nvSpPr>
              <p:cNvPr id="131" name="Freeform 130">
                <a:extLst>
                  <a:ext uri="{FF2B5EF4-FFF2-40B4-BE49-F238E27FC236}">
                    <a16:creationId xmlns:a16="http://schemas.microsoft.com/office/drawing/2014/main" id="{26A3A367-AF7A-3CE1-7219-BF42CFB83015}"/>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132" name="Freeform 131">
                <a:extLst>
                  <a:ext uri="{FF2B5EF4-FFF2-40B4-BE49-F238E27FC236}">
                    <a16:creationId xmlns:a16="http://schemas.microsoft.com/office/drawing/2014/main" id="{87557BA2-6363-9310-7758-7E46B2725CB3}"/>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133" name="Freeform 132">
                <a:extLst>
                  <a:ext uri="{FF2B5EF4-FFF2-40B4-BE49-F238E27FC236}">
                    <a16:creationId xmlns:a16="http://schemas.microsoft.com/office/drawing/2014/main" id="{98E3995A-00E8-9970-E347-1DB033726417}"/>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134" name="Freeform 133">
                <a:extLst>
                  <a:ext uri="{FF2B5EF4-FFF2-40B4-BE49-F238E27FC236}">
                    <a16:creationId xmlns:a16="http://schemas.microsoft.com/office/drawing/2014/main" id="{E557F3F2-0097-5608-0D6B-ADBD20A05750}"/>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135" name="Freeform 134">
                <a:extLst>
                  <a:ext uri="{FF2B5EF4-FFF2-40B4-BE49-F238E27FC236}">
                    <a16:creationId xmlns:a16="http://schemas.microsoft.com/office/drawing/2014/main" id="{A1EE9404-4BD9-8680-1C8A-3B583B492853}"/>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136" name="Freeform 135">
                <a:extLst>
                  <a:ext uri="{FF2B5EF4-FFF2-40B4-BE49-F238E27FC236}">
                    <a16:creationId xmlns:a16="http://schemas.microsoft.com/office/drawing/2014/main" id="{FC84855E-D060-5D16-8F8D-2BD34D9B94F5}"/>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137" name="Freeform 136">
                <a:extLst>
                  <a:ext uri="{FF2B5EF4-FFF2-40B4-BE49-F238E27FC236}">
                    <a16:creationId xmlns:a16="http://schemas.microsoft.com/office/drawing/2014/main" id="{031F79CD-4C5E-D24F-635E-7A7B48781101}"/>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138" name="Freeform 137">
                <a:extLst>
                  <a:ext uri="{FF2B5EF4-FFF2-40B4-BE49-F238E27FC236}">
                    <a16:creationId xmlns:a16="http://schemas.microsoft.com/office/drawing/2014/main" id="{DAD1797E-9105-FA8E-4A81-FDC253F04EAD}"/>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139" name="Freeform 138">
                <a:extLst>
                  <a:ext uri="{FF2B5EF4-FFF2-40B4-BE49-F238E27FC236}">
                    <a16:creationId xmlns:a16="http://schemas.microsoft.com/office/drawing/2014/main" id="{6CDD0DC3-97C4-C10E-1058-099303CC93F6}"/>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140" name="Freeform 139">
                <a:extLst>
                  <a:ext uri="{FF2B5EF4-FFF2-40B4-BE49-F238E27FC236}">
                    <a16:creationId xmlns:a16="http://schemas.microsoft.com/office/drawing/2014/main" id="{CEBC9053-842B-8221-2B9E-1E02856F9974}"/>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57" name="Graphic 8">
              <a:extLst>
                <a:ext uri="{FF2B5EF4-FFF2-40B4-BE49-F238E27FC236}">
                  <a16:creationId xmlns:a16="http://schemas.microsoft.com/office/drawing/2014/main" id="{C3D6A2E6-7175-657A-FFEE-732370A03645}"/>
                </a:ext>
              </a:extLst>
            </p:cNvPr>
            <p:cNvGrpSpPr/>
            <p:nvPr/>
          </p:nvGrpSpPr>
          <p:grpSpPr>
            <a:xfrm>
              <a:off x="265625" y="6323271"/>
              <a:ext cx="1249223" cy="190348"/>
              <a:chOff x="265625" y="6323271"/>
              <a:chExt cx="1249223" cy="190348"/>
            </a:xfrm>
            <a:solidFill>
              <a:srgbClr val="000000"/>
            </a:solidFill>
          </p:grpSpPr>
          <p:sp>
            <p:nvSpPr>
              <p:cNvPr id="58" name="Freeform 57">
                <a:extLst>
                  <a:ext uri="{FF2B5EF4-FFF2-40B4-BE49-F238E27FC236}">
                    <a16:creationId xmlns:a16="http://schemas.microsoft.com/office/drawing/2014/main" id="{6EE5B3D8-4F75-F4A5-6852-90C7E67B399F}"/>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59" name="Freeform 58">
                <a:extLst>
                  <a:ext uri="{FF2B5EF4-FFF2-40B4-BE49-F238E27FC236}">
                    <a16:creationId xmlns:a16="http://schemas.microsoft.com/office/drawing/2014/main" id="{8D359421-6F5E-68EB-A130-9078431086FE}"/>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60" name="Freeform 59">
                <a:extLst>
                  <a:ext uri="{FF2B5EF4-FFF2-40B4-BE49-F238E27FC236}">
                    <a16:creationId xmlns:a16="http://schemas.microsoft.com/office/drawing/2014/main" id="{3B593B1C-97BF-E3FD-9202-FAE7DC7D404F}"/>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61" name="Freeform 60">
                <a:extLst>
                  <a:ext uri="{FF2B5EF4-FFF2-40B4-BE49-F238E27FC236}">
                    <a16:creationId xmlns:a16="http://schemas.microsoft.com/office/drawing/2014/main" id="{684036B4-CA32-5C66-D108-9873B6C3702C}"/>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62" name="Freeform 61">
                <a:extLst>
                  <a:ext uri="{FF2B5EF4-FFF2-40B4-BE49-F238E27FC236}">
                    <a16:creationId xmlns:a16="http://schemas.microsoft.com/office/drawing/2014/main" id="{76DBD31D-FDBB-F787-B22E-2F397F09B54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63" name="Freeform 62">
                <a:extLst>
                  <a:ext uri="{FF2B5EF4-FFF2-40B4-BE49-F238E27FC236}">
                    <a16:creationId xmlns:a16="http://schemas.microsoft.com/office/drawing/2014/main" id="{98164034-B26F-5ACB-9B90-EBBD1F9B1137}"/>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130" name="Freeform 129">
                <a:extLst>
                  <a:ext uri="{FF2B5EF4-FFF2-40B4-BE49-F238E27FC236}">
                    <a16:creationId xmlns:a16="http://schemas.microsoft.com/office/drawing/2014/main" id="{347DB589-B53E-03EB-2555-D38B1A06D8EF}"/>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8" name="Oval 7">
            <a:extLst>
              <a:ext uri="{FF2B5EF4-FFF2-40B4-BE49-F238E27FC236}">
                <a16:creationId xmlns:a16="http://schemas.microsoft.com/office/drawing/2014/main" id="{9E091982-7055-D398-D730-EADC38C8FE42}"/>
              </a:ext>
            </a:extLst>
          </p:cNvPr>
          <p:cNvSpPr/>
          <p:nvPr userDrawn="1"/>
        </p:nvSpPr>
        <p:spPr>
          <a:xfrm>
            <a:off x="1635271" y="1308100"/>
            <a:ext cx="4241798" cy="4241794"/>
          </a:xfrm>
          <a:prstGeom prst="ellipse">
            <a:avLst/>
          </a:prstGeom>
          <a:solidFill>
            <a:schemeClr val="bg1">
              <a:alpha val="25000"/>
            </a:schemeClr>
          </a:solidFill>
          <a:ln w="349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9" name="Oval 8">
            <a:extLst>
              <a:ext uri="{FF2B5EF4-FFF2-40B4-BE49-F238E27FC236}">
                <a16:creationId xmlns:a16="http://schemas.microsoft.com/office/drawing/2014/main" id="{C3FF71C5-1781-D09E-0CDD-BC5E72D6D23F}"/>
              </a:ext>
            </a:extLst>
          </p:cNvPr>
          <p:cNvSpPr/>
          <p:nvPr userDrawn="1"/>
        </p:nvSpPr>
        <p:spPr>
          <a:xfrm rot="13500000">
            <a:off x="1954577" y="1627406"/>
            <a:ext cx="3603186" cy="3603182"/>
          </a:xfrm>
          <a:prstGeom prst="ellipse">
            <a:avLst/>
          </a:prstGeom>
          <a:solidFill>
            <a:schemeClr val="bg1"/>
          </a:solidFill>
          <a:ln w="69850">
            <a:gradFill>
              <a:gsLst>
                <a:gs pos="0">
                  <a:schemeClr val="accent3"/>
                </a:gs>
                <a:gs pos="68000">
                  <a:schemeClr val="accent4"/>
                </a:gs>
                <a:gs pos="100000">
                  <a:schemeClr val="accent4"/>
                </a:gs>
                <a:gs pos="33000">
                  <a:schemeClr val="accent3"/>
                </a:gs>
              </a:gsLst>
              <a:lin ang="2700000" scaled="0"/>
            </a:gra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6" name="TextBox 5">
            <a:extLst>
              <a:ext uri="{FF2B5EF4-FFF2-40B4-BE49-F238E27FC236}">
                <a16:creationId xmlns:a16="http://schemas.microsoft.com/office/drawing/2014/main" id="{D2AD4204-99EB-FF02-17EB-BF91B2BA2D72}"/>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20650705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14="http://schemas.microsoft.com/office/drawing/2010/main" xmlns:a16="http://schemas.microsoft.com/office/drawing/2014/main"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Title Slide – Aqua">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6007DB4E-DF1B-4B7A-6FC4-46981281D8D1}"/>
              </a:ext>
            </a:extLst>
          </p:cNvPr>
          <p:cNvPicPr>
            <a:picLocks noChangeAspect="1"/>
          </p:cNvPicPr>
          <p:nvPr/>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1042" r="1973" b="1787"/>
          <a:stretch>
            <a:fillRect/>
          </a:stretch>
        </p:blipFill>
        <p:spPr>
          <a:xfrm>
            <a:off x="0" y="658109"/>
            <a:ext cx="12188825" cy="6205839"/>
          </a:xfrm>
          <a:custGeom>
            <a:avLst/>
            <a:gdLst>
              <a:gd name="connsiteX0" fmla="*/ 0 w 12192401"/>
              <a:gd name="connsiteY0" fmla="*/ 0 h 6207660"/>
              <a:gd name="connsiteX1" fmla="*/ 12192401 w 12192401"/>
              <a:gd name="connsiteY1" fmla="*/ 0 h 6207660"/>
              <a:gd name="connsiteX2" fmla="*/ 12192401 w 12192401"/>
              <a:gd name="connsiteY2" fmla="*/ 6207660 h 6207660"/>
              <a:gd name="connsiteX3" fmla="*/ 0 w 12192401"/>
              <a:gd name="connsiteY3" fmla="*/ 6207660 h 6207660"/>
            </a:gdLst>
            <a:ahLst/>
            <a:cxnLst>
              <a:cxn ang="0">
                <a:pos x="connsiteX0" y="connsiteY0"/>
              </a:cxn>
              <a:cxn ang="0">
                <a:pos x="connsiteX1" y="connsiteY1"/>
              </a:cxn>
              <a:cxn ang="0">
                <a:pos x="connsiteX2" y="connsiteY2"/>
              </a:cxn>
              <a:cxn ang="0">
                <a:pos x="connsiteX3" y="connsiteY3"/>
              </a:cxn>
            </a:cxnLst>
            <a:rect l="l" t="t" r="r" b="b"/>
            <a:pathLst>
              <a:path w="12192401" h="6207660">
                <a:moveTo>
                  <a:pt x="0" y="0"/>
                </a:moveTo>
                <a:lnTo>
                  <a:pt x="12192401" y="0"/>
                </a:lnTo>
                <a:lnTo>
                  <a:pt x="12192401" y="6207660"/>
                </a:lnTo>
                <a:lnTo>
                  <a:pt x="0" y="6207660"/>
                </a:lnTo>
                <a:close/>
              </a:path>
            </a:pathLst>
          </a:custGeom>
          <a:effectLst>
            <a:outerShdw blurRad="241300" sx="102000" sy="102000" algn="ctr" rotWithShape="0">
              <a:schemeClr val="accent3">
                <a:alpha val="15000"/>
              </a:schemeClr>
            </a:outerShdw>
          </a:effectLst>
        </p:spPr>
      </p:pic>
      <p:sp>
        <p:nvSpPr>
          <p:cNvPr id="12" name="Freeform: Shape 11">
            <a:extLst>
              <a:ext uri="{FF2B5EF4-FFF2-40B4-BE49-F238E27FC236}">
                <a16:creationId xmlns:a16="http://schemas.microsoft.com/office/drawing/2014/main" id="{A93B8B11-A691-8250-9E87-65BB5A241D07}"/>
              </a:ext>
            </a:extLst>
          </p:cNvPr>
          <p:cNvSpPr/>
          <p:nvPr/>
        </p:nvSpPr>
        <p:spPr>
          <a:xfrm>
            <a:off x="-3811" y="-260"/>
            <a:ext cx="6334843" cy="4737302"/>
          </a:xfrm>
          <a:custGeom>
            <a:avLst/>
            <a:gdLst>
              <a:gd name="connsiteX0" fmla="*/ 0 w 6334843"/>
              <a:gd name="connsiteY0" fmla="*/ 0 h 4737302"/>
              <a:gd name="connsiteX1" fmla="*/ 6334843 w 6334843"/>
              <a:gd name="connsiteY1" fmla="*/ 0 h 4737302"/>
              <a:gd name="connsiteX2" fmla="*/ 1987292 w 6334843"/>
              <a:gd name="connsiteY2" fmla="*/ 4347552 h 4737302"/>
              <a:gd name="connsiteX3" fmla="*/ 1046384 w 6334843"/>
              <a:gd name="connsiteY3" fmla="*/ 4737302 h 4737302"/>
              <a:gd name="connsiteX4" fmla="*/ 0 w 6334843"/>
              <a:gd name="connsiteY4" fmla="*/ 4737302 h 47373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34843" h="4737302">
                <a:moveTo>
                  <a:pt x="0" y="0"/>
                </a:moveTo>
                <a:lnTo>
                  <a:pt x="6334843" y="0"/>
                </a:lnTo>
                <a:lnTo>
                  <a:pt x="1987292" y="4347552"/>
                </a:lnTo>
                <a:cubicBezTo>
                  <a:pt x="1737727" y="4597117"/>
                  <a:pt x="1399274" y="4737302"/>
                  <a:pt x="1046384" y="4737302"/>
                </a:cubicBezTo>
                <a:lnTo>
                  <a:pt x="0" y="4737302"/>
                </a:lnTo>
                <a:close/>
              </a:path>
            </a:pathLst>
          </a:custGeom>
          <a:gradFill flip="none" rotWithShape="1">
            <a:gsLst>
              <a:gs pos="16000">
                <a:schemeClr val="accent2"/>
              </a:gs>
              <a:gs pos="90000">
                <a:schemeClr val="accent3"/>
              </a:gs>
            </a:gsLst>
            <a:lin ang="19200000" scaled="0"/>
            <a:tileRect/>
          </a:gradFill>
          <a:ln w="0" cap="flat">
            <a:noFill/>
            <a:prstDash val="solid"/>
            <a:miter/>
          </a:ln>
        </p:spPr>
        <p:txBody>
          <a:bodyPr rtlCol="0" anchor="ctr"/>
          <a:lstStyle/>
          <a:p>
            <a:endParaRPr lang="en-US" dirty="0"/>
          </a:p>
        </p:txBody>
      </p:sp>
      <p:sp>
        <p:nvSpPr>
          <p:cNvPr id="15" name="Freeform: Shape 14">
            <a:extLst>
              <a:ext uri="{FF2B5EF4-FFF2-40B4-BE49-F238E27FC236}">
                <a16:creationId xmlns:a16="http://schemas.microsoft.com/office/drawing/2014/main" id="{F3963894-AB1A-DA1F-BF82-7542D160FA67}"/>
              </a:ext>
            </a:extLst>
          </p:cNvPr>
          <p:cNvSpPr/>
          <p:nvPr/>
        </p:nvSpPr>
        <p:spPr>
          <a:xfrm>
            <a:off x="-7657" y="648483"/>
            <a:ext cx="12205474" cy="5413289"/>
          </a:xfrm>
          <a:custGeom>
            <a:avLst/>
            <a:gdLst>
              <a:gd name="connsiteX0" fmla="*/ 7251847 w 12205474"/>
              <a:gd name="connsiteY0" fmla="*/ 0 h 5413289"/>
              <a:gd name="connsiteX1" fmla="*/ 12205474 w 12205474"/>
              <a:gd name="connsiteY1" fmla="*/ 0 h 5413289"/>
              <a:gd name="connsiteX2" fmla="*/ 12205474 w 12205474"/>
              <a:gd name="connsiteY2" fmla="*/ 76269 h 5413289"/>
              <a:gd name="connsiteX3" fmla="*/ 7251847 w 12205474"/>
              <a:gd name="connsiteY3" fmla="*/ 76269 h 5413289"/>
              <a:gd name="connsiteX4" fmla="*/ 6672965 w 12205474"/>
              <a:gd name="connsiteY4" fmla="*/ 191435 h 5413289"/>
              <a:gd name="connsiteX5" fmla="*/ 6182235 w 12205474"/>
              <a:gd name="connsiteY5" fmla="*/ 519327 h 5413289"/>
              <a:gd name="connsiteX6" fmla="*/ 1792619 w 12205474"/>
              <a:gd name="connsiteY6" fmla="*/ 4923656 h 5413289"/>
              <a:gd name="connsiteX7" fmla="*/ 1252315 w 12205474"/>
              <a:gd name="connsiteY7" fmla="*/ 5284725 h 5413289"/>
              <a:gd name="connsiteX8" fmla="*/ 615085 w 12205474"/>
              <a:gd name="connsiteY8" fmla="*/ 5411458 h 5413289"/>
              <a:gd name="connsiteX9" fmla="*/ 0 w 12205474"/>
              <a:gd name="connsiteY9" fmla="*/ 5413289 h 5413289"/>
              <a:gd name="connsiteX10" fmla="*/ 0 w 12205474"/>
              <a:gd name="connsiteY10" fmla="*/ 5336993 h 5413289"/>
              <a:gd name="connsiteX11" fmla="*/ 615085 w 12205474"/>
              <a:gd name="connsiteY11" fmla="*/ 5335189 h 5413289"/>
              <a:gd name="connsiteX12" fmla="*/ 1738659 w 12205474"/>
              <a:gd name="connsiteY12" fmla="*/ 4869823 h 5413289"/>
              <a:gd name="connsiteX13" fmla="*/ 6128274 w 12205474"/>
              <a:gd name="connsiteY13" fmla="*/ 465366 h 5413289"/>
              <a:gd name="connsiteX14" fmla="*/ 7251847 w 12205474"/>
              <a:gd name="connsiteY14" fmla="*/ 0 h 5413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05474" h="5413289">
                <a:moveTo>
                  <a:pt x="7251847" y="0"/>
                </a:moveTo>
                <a:lnTo>
                  <a:pt x="12205474" y="0"/>
                </a:lnTo>
                <a:lnTo>
                  <a:pt x="12205474" y="76269"/>
                </a:lnTo>
                <a:lnTo>
                  <a:pt x="7251847" y="76269"/>
                </a:lnTo>
                <a:cubicBezTo>
                  <a:pt x="7052214" y="76269"/>
                  <a:pt x="6857409" y="115039"/>
                  <a:pt x="6672965" y="191435"/>
                </a:cubicBezTo>
                <a:cubicBezTo>
                  <a:pt x="6488519" y="267830"/>
                  <a:pt x="6323397" y="378166"/>
                  <a:pt x="6182235" y="519327"/>
                </a:cubicBezTo>
                <a:lnTo>
                  <a:pt x="1792619" y="4923656"/>
                </a:lnTo>
                <a:cubicBezTo>
                  <a:pt x="1637157" y="5079181"/>
                  <a:pt x="1455382" y="5200638"/>
                  <a:pt x="1252315" y="5284725"/>
                </a:cubicBezTo>
                <a:cubicBezTo>
                  <a:pt x="1049248" y="5368811"/>
                  <a:pt x="834867" y="5411458"/>
                  <a:pt x="615085" y="5411458"/>
                </a:cubicBezTo>
                <a:lnTo>
                  <a:pt x="0" y="5413289"/>
                </a:lnTo>
                <a:lnTo>
                  <a:pt x="0" y="5336993"/>
                </a:lnTo>
                <a:lnTo>
                  <a:pt x="615085" y="5335189"/>
                </a:lnTo>
                <a:cubicBezTo>
                  <a:pt x="1036536" y="5335189"/>
                  <a:pt x="1440700" y="5167779"/>
                  <a:pt x="1738659" y="4869823"/>
                </a:cubicBezTo>
                <a:lnTo>
                  <a:pt x="6128274" y="465366"/>
                </a:lnTo>
                <a:cubicBezTo>
                  <a:pt x="6426298" y="167410"/>
                  <a:pt x="6830460" y="0"/>
                  <a:pt x="7251847" y="0"/>
                </a:cubicBezTo>
                <a:close/>
              </a:path>
            </a:pathLst>
          </a:custGeom>
          <a:gradFill>
            <a:gsLst>
              <a:gs pos="20000">
                <a:srgbClr val="0095C4"/>
              </a:gs>
              <a:gs pos="80000">
                <a:schemeClr val="accent2"/>
              </a:gs>
            </a:gsLst>
            <a:lin ang="0" scaled="1"/>
          </a:gradFill>
          <a:ln w="0" cap="flat">
            <a:noFill/>
            <a:prstDash val="solid"/>
            <a:miter/>
          </a:ln>
        </p:spPr>
        <p:txBody>
          <a:bodyPr rtlCol="0" anchor="ctr"/>
          <a:lstStyle/>
          <a:p>
            <a:endParaRPr lang="en-US" dirty="0"/>
          </a:p>
        </p:txBody>
      </p:sp>
      <p:sp>
        <p:nvSpPr>
          <p:cNvPr id="13" name="Click to edit Speaker Name ">
            <a:extLst>
              <a:ext uri="{FF2B5EF4-FFF2-40B4-BE49-F238E27FC236}">
                <a16:creationId xmlns:a16="http://schemas.microsoft.com/office/drawing/2014/main" id="{BE8CF301-A89D-F446-8E25-48C52B357C1E}"/>
              </a:ext>
            </a:extLst>
          </p:cNvPr>
          <p:cNvSpPr>
            <a:spLocks noGrp="1"/>
          </p:cNvSpPr>
          <p:nvPr>
            <p:ph type="body" sz="quarter" idx="11" hasCustomPrompt="1"/>
          </p:nvPr>
        </p:nvSpPr>
        <p:spPr>
          <a:xfrm>
            <a:off x="6592948" y="4737425"/>
            <a:ext cx="5402202" cy="355601"/>
          </a:xfrm>
        </p:spPr>
        <p:txBody>
          <a:bodyPr anchor="b"/>
          <a:lstStyle>
            <a:lvl1pPr marL="0" marR="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lang="en-US" sz="1600" b="0" i="0" u="none" strike="noStrike" smtClean="0">
                <a:solidFill>
                  <a:schemeClr val="tx1"/>
                </a:solidFill>
                <a:effectLst/>
              </a:defRPr>
            </a:lvl1pPr>
          </a:lstStyle>
          <a:p>
            <a:pPr marL="0" marR="0" lvl="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a:pPr>
            <a:r>
              <a:rPr lang="en-US"/>
              <a:t>Speaker Name (Insert pronouns)</a:t>
            </a:r>
          </a:p>
        </p:txBody>
      </p:sp>
      <p:sp>
        <p:nvSpPr>
          <p:cNvPr id="14" name="Click to edit role">
            <a:extLst>
              <a:ext uri="{FF2B5EF4-FFF2-40B4-BE49-F238E27FC236}">
                <a16:creationId xmlns:a16="http://schemas.microsoft.com/office/drawing/2014/main" id="{A6793BDF-BE4B-0441-BDFD-DE9B2F59D3D0}"/>
              </a:ext>
            </a:extLst>
          </p:cNvPr>
          <p:cNvSpPr>
            <a:spLocks noGrp="1"/>
          </p:cNvSpPr>
          <p:nvPr>
            <p:ph type="body" sz="quarter" idx="12" hasCustomPrompt="1"/>
          </p:nvPr>
        </p:nvSpPr>
        <p:spPr>
          <a:xfrm>
            <a:off x="6592948" y="5117480"/>
            <a:ext cx="5402202" cy="355601"/>
          </a:xfrm>
        </p:spPr>
        <p:txBody>
          <a:bodyPr/>
          <a:lstStyle>
            <a:lvl1pPr algn="l">
              <a:buNone/>
              <a:defRPr sz="1600">
                <a:solidFill>
                  <a:schemeClr val="tx1"/>
                </a:solidFill>
              </a:defRPr>
            </a:lvl1pPr>
          </a:lstStyle>
          <a:p>
            <a:pPr lvl="0"/>
            <a:r>
              <a:rPr lang="en-US" dirty="0"/>
              <a:t>Role / Division, Broadcom</a:t>
            </a:r>
          </a:p>
        </p:txBody>
      </p:sp>
      <p:sp>
        <p:nvSpPr>
          <p:cNvPr id="17" name="Click to edit role">
            <a:extLst>
              <a:ext uri="{FF2B5EF4-FFF2-40B4-BE49-F238E27FC236}">
                <a16:creationId xmlns:a16="http://schemas.microsoft.com/office/drawing/2014/main" id="{DF9375A3-70DB-2E43-AFE1-9357176168C4}"/>
              </a:ext>
            </a:extLst>
          </p:cNvPr>
          <p:cNvSpPr>
            <a:spLocks noGrp="1"/>
          </p:cNvSpPr>
          <p:nvPr>
            <p:ph type="body" sz="quarter" idx="14" hasCustomPrompt="1"/>
          </p:nvPr>
        </p:nvSpPr>
        <p:spPr>
          <a:xfrm>
            <a:off x="6592948" y="5485986"/>
            <a:ext cx="5402202" cy="355601"/>
          </a:xfrm>
        </p:spPr>
        <p:txBody>
          <a:bodyPr/>
          <a:lstStyle>
            <a:lvl1pPr algn="l">
              <a:buNone/>
              <a:defRPr sz="1400">
                <a:solidFill>
                  <a:schemeClr val="tx1"/>
                </a:solidFill>
              </a:defRPr>
            </a:lvl1pPr>
          </a:lstStyle>
          <a:p>
            <a:pPr lvl="0"/>
            <a:r>
              <a:rPr lang="en-US"/>
              <a:t>Date</a:t>
            </a:r>
          </a:p>
        </p:txBody>
      </p:sp>
      <p:grpSp>
        <p:nvGrpSpPr>
          <p:cNvPr id="8" name="Graphic 8">
            <a:extLst>
              <a:ext uri="{FF2B5EF4-FFF2-40B4-BE49-F238E27FC236}">
                <a16:creationId xmlns:a16="http://schemas.microsoft.com/office/drawing/2014/main" id="{D1A5F4CE-EB72-C266-1B3B-9C54BD2303E1}"/>
              </a:ext>
            </a:extLst>
          </p:cNvPr>
          <p:cNvGrpSpPr/>
          <p:nvPr/>
        </p:nvGrpSpPr>
        <p:grpSpPr>
          <a:xfrm>
            <a:off x="265625" y="6323271"/>
            <a:ext cx="1249223" cy="369648"/>
            <a:chOff x="265625" y="6323271"/>
            <a:chExt cx="1249223" cy="369648"/>
          </a:xfrm>
          <a:solidFill>
            <a:srgbClr val="000000"/>
          </a:solidFill>
        </p:grpSpPr>
        <p:grpSp>
          <p:nvGrpSpPr>
            <p:cNvPr id="9" name="Graphic 8">
              <a:extLst>
                <a:ext uri="{FF2B5EF4-FFF2-40B4-BE49-F238E27FC236}">
                  <a16:creationId xmlns:a16="http://schemas.microsoft.com/office/drawing/2014/main" id="{2137E5D9-482E-8131-7FF0-1050E105997F}"/>
                </a:ext>
              </a:extLst>
            </p:cNvPr>
            <p:cNvGrpSpPr/>
            <p:nvPr/>
          </p:nvGrpSpPr>
          <p:grpSpPr>
            <a:xfrm>
              <a:off x="745455" y="6594444"/>
              <a:ext cx="722662" cy="98475"/>
              <a:chOff x="745455" y="6594444"/>
              <a:chExt cx="722662" cy="98475"/>
            </a:xfrm>
            <a:solidFill>
              <a:srgbClr val="000000"/>
            </a:solidFill>
          </p:grpSpPr>
          <p:sp>
            <p:nvSpPr>
              <p:cNvPr id="23" name="Freeform 22">
                <a:extLst>
                  <a:ext uri="{FF2B5EF4-FFF2-40B4-BE49-F238E27FC236}">
                    <a16:creationId xmlns:a16="http://schemas.microsoft.com/office/drawing/2014/main" id="{401D4578-40C7-2585-4FDC-D46680518109}"/>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24" name="Freeform 23">
                <a:extLst>
                  <a:ext uri="{FF2B5EF4-FFF2-40B4-BE49-F238E27FC236}">
                    <a16:creationId xmlns:a16="http://schemas.microsoft.com/office/drawing/2014/main" id="{7D357427-0517-5C7D-A2F9-9FA354E4992F}"/>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25" name="Freeform 24">
                <a:extLst>
                  <a:ext uri="{FF2B5EF4-FFF2-40B4-BE49-F238E27FC236}">
                    <a16:creationId xmlns:a16="http://schemas.microsoft.com/office/drawing/2014/main" id="{1F2840FE-B7E9-55F1-1465-C3EC98EC0ACE}"/>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26" name="Freeform 25">
                <a:extLst>
                  <a:ext uri="{FF2B5EF4-FFF2-40B4-BE49-F238E27FC236}">
                    <a16:creationId xmlns:a16="http://schemas.microsoft.com/office/drawing/2014/main" id="{935EB82F-29DB-B50B-2148-8B6B0BBCAF7F}"/>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27" name="Freeform 26">
                <a:extLst>
                  <a:ext uri="{FF2B5EF4-FFF2-40B4-BE49-F238E27FC236}">
                    <a16:creationId xmlns:a16="http://schemas.microsoft.com/office/drawing/2014/main" id="{88238D6F-727C-429B-85BB-BB97763DD8B3}"/>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28" name="Freeform 27">
                <a:extLst>
                  <a:ext uri="{FF2B5EF4-FFF2-40B4-BE49-F238E27FC236}">
                    <a16:creationId xmlns:a16="http://schemas.microsoft.com/office/drawing/2014/main" id="{9C614CC9-29E5-4669-6FEA-79EC278FE091}"/>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29" name="Freeform 28">
                <a:extLst>
                  <a:ext uri="{FF2B5EF4-FFF2-40B4-BE49-F238E27FC236}">
                    <a16:creationId xmlns:a16="http://schemas.microsoft.com/office/drawing/2014/main" id="{77E21B9D-99B5-B6C1-54E7-0043458780C4}"/>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30" name="Freeform 29">
                <a:extLst>
                  <a:ext uri="{FF2B5EF4-FFF2-40B4-BE49-F238E27FC236}">
                    <a16:creationId xmlns:a16="http://schemas.microsoft.com/office/drawing/2014/main" id="{4D857C41-1105-53B4-027A-9AAD9B68FE20}"/>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31" name="Freeform 30">
                <a:extLst>
                  <a:ext uri="{FF2B5EF4-FFF2-40B4-BE49-F238E27FC236}">
                    <a16:creationId xmlns:a16="http://schemas.microsoft.com/office/drawing/2014/main" id="{8E094421-7705-4F5D-AD3D-5BE22A2FAF77}"/>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32" name="Freeform 31">
                <a:extLst>
                  <a:ext uri="{FF2B5EF4-FFF2-40B4-BE49-F238E27FC236}">
                    <a16:creationId xmlns:a16="http://schemas.microsoft.com/office/drawing/2014/main" id="{485723E5-9424-E475-7092-E94E9597350E}"/>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10" name="Graphic 8">
              <a:extLst>
                <a:ext uri="{FF2B5EF4-FFF2-40B4-BE49-F238E27FC236}">
                  <a16:creationId xmlns:a16="http://schemas.microsoft.com/office/drawing/2014/main" id="{C1BCA891-9818-3C98-5E5D-CAAA5BC1C8D8}"/>
                </a:ext>
              </a:extLst>
            </p:cNvPr>
            <p:cNvGrpSpPr/>
            <p:nvPr/>
          </p:nvGrpSpPr>
          <p:grpSpPr>
            <a:xfrm>
              <a:off x="265625" y="6323271"/>
              <a:ext cx="1249223" cy="190348"/>
              <a:chOff x="265625" y="6323271"/>
              <a:chExt cx="1249223" cy="190348"/>
            </a:xfrm>
            <a:solidFill>
              <a:srgbClr val="000000"/>
            </a:solidFill>
          </p:grpSpPr>
          <p:sp>
            <p:nvSpPr>
              <p:cNvPr id="11" name="Freeform 10">
                <a:extLst>
                  <a:ext uri="{FF2B5EF4-FFF2-40B4-BE49-F238E27FC236}">
                    <a16:creationId xmlns:a16="http://schemas.microsoft.com/office/drawing/2014/main" id="{88AEA6DD-162C-57F8-3709-64B3B9BC62BC}"/>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16" name="Freeform 15">
                <a:extLst>
                  <a:ext uri="{FF2B5EF4-FFF2-40B4-BE49-F238E27FC236}">
                    <a16:creationId xmlns:a16="http://schemas.microsoft.com/office/drawing/2014/main" id="{FC17F96D-EC21-771A-4BFB-097D052B25FC}"/>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18" name="Freeform 17">
                <a:extLst>
                  <a:ext uri="{FF2B5EF4-FFF2-40B4-BE49-F238E27FC236}">
                    <a16:creationId xmlns:a16="http://schemas.microsoft.com/office/drawing/2014/main" id="{D310231D-256A-7136-6FBC-2E63F32653FC}"/>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19" name="Freeform 18">
                <a:extLst>
                  <a:ext uri="{FF2B5EF4-FFF2-40B4-BE49-F238E27FC236}">
                    <a16:creationId xmlns:a16="http://schemas.microsoft.com/office/drawing/2014/main" id="{4D14B69E-286C-4E39-05BC-F4A507A000EE}"/>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20" name="Freeform 19">
                <a:extLst>
                  <a:ext uri="{FF2B5EF4-FFF2-40B4-BE49-F238E27FC236}">
                    <a16:creationId xmlns:a16="http://schemas.microsoft.com/office/drawing/2014/main" id="{C86A5B8B-2CA3-DA7C-8F1D-838462A9013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21" name="Freeform 20">
                <a:extLst>
                  <a:ext uri="{FF2B5EF4-FFF2-40B4-BE49-F238E27FC236}">
                    <a16:creationId xmlns:a16="http://schemas.microsoft.com/office/drawing/2014/main" id="{CDAF0B3D-FBD5-4563-20CD-70B391907C0A}"/>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22" name="Freeform 21">
                <a:extLst>
                  <a:ext uri="{FF2B5EF4-FFF2-40B4-BE49-F238E27FC236}">
                    <a16:creationId xmlns:a16="http://schemas.microsoft.com/office/drawing/2014/main" id="{BC54CD76-F7DE-5D47-2726-1FB2EE8F9EBE}"/>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3" name="Title click to edit">
            <a:extLst>
              <a:ext uri="{FF2B5EF4-FFF2-40B4-BE49-F238E27FC236}">
                <a16:creationId xmlns:a16="http://schemas.microsoft.com/office/drawing/2014/main" id="{3D2AD2AB-2D36-6FA3-D90D-BBA20ECE200F}"/>
              </a:ext>
            </a:extLst>
          </p:cNvPr>
          <p:cNvSpPr>
            <a:spLocks noGrp="1"/>
          </p:cNvSpPr>
          <p:nvPr>
            <p:ph type="title" hasCustomPrompt="1"/>
          </p:nvPr>
        </p:nvSpPr>
        <p:spPr>
          <a:xfrm>
            <a:off x="6592949" y="1701846"/>
            <a:ext cx="5102866" cy="1234440"/>
          </a:xfrm>
        </p:spPr>
        <p:txBody>
          <a:bodyPr wrap="square" anchor="b"/>
          <a:lstStyle>
            <a:lvl1pPr algn="l">
              <a:defRPr sz="4000" b="0" cap="none" baseline="0">
                <a:solidFill>
                  <a:schemeClr val="accent2"/>
                </a:solidFill>
              </a:defRPr>
            </a:lvl1pPr>
          </a:lstStyle>
          <a:p>
            <a:r>
              <a:rPr lang="en-US"/>
              <a:t>Title Slide – Blue Theme</a:t>
            </a:r>
          </a:p>
        </p:txBody>
      </p:sp>
      <p:sp>
        <p:nvSpPr>
          <p:cNvPr id="4" name="Subtitle click to edit">
            <a:extLst>
              <a:ext uri="{FF2B5EF4-FFF2-40B4-BE49-F238E27FC236}">
                <a16:creationId xmlns:a16="http://schemas.microsoft.com/office/drawing/2014/main" id="{CC0EBB9D-D839-7841-ED94-78F86A22AB93}"/>
              </a:ext>
            </a:extLst>
          </p:cNvPr>
          <p:cNvSpPr>
            <a:spLocks noGrp="1"/>
          </p:cNvSpPr>
          <p:nvPr>
            <p:ph type="subTitle" idx="10" hasCustomPrompt="1"/>
          </p:nvPr>
        </p:nvSpPr>
        <p:spPr>
          <a:xfrm>
            <a:off x="6592948" y="2986547"/>
            <a:ext cx="5116452" cy="416403"/>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 placeholder</a:t>
            </a:r>
          </a:p>
        </p:txBody>
      </p:sp>
      <p:sp>
        <p:nvSpPr>
          <p:cNvPr id="35" name="Freeform: Shape 14">
            <a:extLst>
              <a:ext uri="{FF2B5EF4-FFF2-40B4-BE49-F238E27FC236}">
                <a16:creationId xmlns:a16="http://schemas.microsoft.com/office/drawing/2014/main" id="{F3963894-AB1A-DA1F-BF82-7542D160FA67}"/>
              </a:ext>
            </a:extLst>
          </p:cNvPr>
          <p:cNvSpPr/>
          <p:nvPr userDrawn="1"/>
        </p:nvSpPr>
        <p:spPr>
          <a:xfrm>
            <a:off x="-7657" y="648483"/>
            <a:ext cx="12205474" cy="5413289"/>
          </a:xfrm>
          <a:custGeom>
            <a:avLst/>
            <a:gdLst>
              <a:gd name="connsiteX0" fmla="*/ 7251847 w 12205474"/>
              <a:gd name="connsiteY0" fmla="*/ 0 h 5413289"/>
              <a:gd name="connsiteX1" fmla="*/ 12205474 w 12205474"/>
              <a:gd name="connsiteY1" fmla="*/ 0 h 5413289"/>
              <a:gd name="connsiteX2" fmla="*/ 12205474 w 12205474"/>
              <a:gd name="connsiteY2" fmla="*/ 76269 h 5413289"/>
              <a:gd name="connsiteX3" fmla="*/ 7251847 w 12205474"/>
              <a:gd name="connsiteY3" fmla="*/ 76269 h 5413289"/>
              <a:gd name="connsiteX4" fmla="*/ 6672965 w 12205474"/>
              <a:gd name="connsiteY4" fmla="*/ 191435 h 5413289"/>
              <a:gd name="connsiteX5" fmla="*/ 6182235 w 12205474"/>
              <a:gd name="connsiteY5" fmla="*/ 519327 h 5413289"/>
              <a:gd name="connsiteX6" fmla="*/ 1792619 w 12205474"/>
              <a:gd name="connsiteY6" fmla="*/ 4923656 h 5413289"/>
              <a:gd name="connsiteX7" fmla="*/ 1252315 w 12205474"/>
              <a:gd name="connsiteY7" fmla="*/ 5284725 h 5413289"/>
              <a:gd name="connsiteX8" fmla="*/ 615085 w 12205474"/>
              <a:gd name="connsiteY8" fmla="*/ 5411458 h 5413289"/>
              <a:gd name="connsiteX9" fmla="*/ 0 w 12205474"/>
              <a:gd name="connsiteY9" fmla="*/ 5413289 h 5413289"/>
              <a:gd name="connsiteX10" fmla="*/ 0 w 12205474"/>
              <a:gd name="connsiteY10" fmla="*/ 5336993 h 5413289"/>
              <a:gd name="connsiteX11" fmla="*/ 615085 w 12205474"/>
              <a:gd name="connsiteY11" fmla="*/ 5335189 h 5413289"/>
              <a:gd name="connsiteX12" fmla="*/ 1738659 w 12205474"/>
              <a:gd name="connsiteY12" fmla="*/ 4869823 h 5413289"/>
              <a:gd name="connsiteX13" fmla="*/ 6128274 w 12205474"/>
              <a:gd name="connsiteY13" fmla="*/ 465366 h 5413289"/>
              <a:gd name="connsiteX14" fmla="*/ 7251847 w 12205474"/>
              <a:gd name="connsiteY14" fmla="*/ 0 h 5413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05474" h="5413289">
                <a:moveTo>
                  <a:pt x="7251847" y="0"/>
                </a:moveTo>
                <a:lnTo>
                  <a:pt x="12205474" y="0"/>
                </a:lnTo>
                <a:lnTo>
                  <a:pt x="12205474" y="76269"/>
                </a:lnTo>
                <a:lnTo>
                  <a:pt x="7251847" y="76269"/>
                </a:lnTo>
                <a:cubicBezTo>
                  <a:pt x="7052214" y="76269"/>
                  <a:pt x="6857409" y="115039"/>
                  <a:pt x="6672965" y="191435"/>
                </a:cubicBezTo>
                <a:cubicBezTo>
                  <a:pt x="6488519" y="267830"/>
                  <a:pt x="6323397" y="378166"/>
                  <a:pt x="6182235" y="519327"/>
                </a:cubicBezTo>
                <a:lnTo>
                  <a:pt x="1792619" y="4923656"/>
                </a:lnTo>
                <a:cubicBezTo>
                  <a:pt x="1637157" y="5079181"/>
                  <a:pt x="1455382" y="5200638"/>
                  <a:pt x="1252315" y="5284725"/>
                </a:cubicBezTo>
                <a:cubicBezTo>
                  <a:pt x="1049248" y="5368811"/>
                  <a:pt x="834867" y="5411458"/>
                  <a:pt x="615085" y="5411458"/>
                </a:cubicBezTo>
                <a:lnTo>
                  <a:pt x="0" y="5413289"/>
                </a:lnTo>
                <a:lnTo>
                  <a:pt x="0" y="5336993"/>
                </a:lnTo>
                <a:lnTo>
                  <a:pt x="615085" y="5335189"/>
                </a:lnTo>
                <a:cubicBezTo>
                  <a:pt x="1036536" y="5335189"/>
                  <a:pt x="1440700" y="5167779"/>
                  <a:pt x="1738659" y="4869823"/>
                </a:cubicBezTo>
                <a:lnTo>
                  <a:pt x="6128274" y="465366"/>
                </a:lnTo>
                <a:cubicBezTo>
                  <a:pt x="6426298" y="167410"/>
                  <a:pt x="6830460" y="0"/>
                  <a:pt x="7251847" y="0"/>
                </a:cubicBezTo>
                <a:close/>
              </a:path>
            </a:pathLst>
          </a:custGeom>
          <a:gradFill>
            <a:gsLst>
              <a:gs pos="20000">
                <a:srgbClr val="0095C4"/>
              </a:gs>
              <a:gs pos="80000">
                <a:schemeClr val="accent2"/>
              </a:gs>
            </a:gsLst>
            <a:lin ang="0" scaled="1"/>
          </a:gradFill>
          <a:ln w="0" cap="flat">
            <a:noFill/>
            <a:prstDash val="solid"/>
            <a:miter/>
          </a:ln>
        </p:spPr>
        <p:txBody>
          <a:bodyPr rtlCol="0" anchor="ctr"/>
          <a:lstStyle/>
          <a:p>
            <a:endParaRPr lang="en-US" dirty="0"/>
          </a:p>
        </p:txBody>
      </p:sp>
      <p:grpSp>
        <p:nvGrpSpPr>
          <p:cNvPr id="38" name="Graphic 8">
            <a:extLst>
              <a:ext uri="{FF2B5EF4-FFF2-40B4-BE49-F238E27FC236}">
                <a16:creationId xmlns:a16="http://schemas.microsoft.com/office/drawing/2014/main" id="{D1A5F4CE-EB72-C266-1B3B-9C54BD2303E1}"/>
              </a:ext>
            </a:extLst>
          </p:cNvPr>
          <p:cNvGrpSpPr/>
          <p:nvPr userDrawn="1"/>
        </p:nvGrpSpPr>
        <p:grpSpPr>
          <a:xfrm>
            <a:off x="265625" y="6323271"/>
            <a:ext cx="1249223" cy="369648"/>
            <a:chOff x="265625" y="6323271"/>
            <a:chExt cx="1249223" cy="369648"/>
          </a:xfrm>
          <a:solidFill>
            <a:srgbClr val="000000"/>
          </a:solidFill>
        </p:grpSpPr>
        <p:grpSp>
          <p:nvGrpSpPr>
            <p:cNvPr id="39" name="Graphic 8">
              <a:extLst>
                <a:ext uri="{FF2B5EF4-FFF2-40B4-BE49-F238E27FC236}">
                  <a16:creationId xmlns:a16="http://schemas.microsoft.com/office/drawing/2014/main" id="{2137E5D9-482E-8131-7FF0-1050E105997F}"/>
                </a:ext>
              </a:extLst>
            </p:cNvPr>
            <p:cNvGrpSpPr/>
            <p:nvPr/>
          </p:nvGrpSpPr>
          <p:grpSpPr>
            <a:xfrm>
              <a:off x="745455" y="6594444"/>
              <a:ext cx="722662" cy="98475"/>
              <a:chOff x="745455" y="6594444"/>
              <a:chExt cx="722662" cy="98475"/>
            </a:xfrm>
            <a:solidFill>
              <a:srgbClr val="000000"/>
            </a:solidFill>
          </p:grpSpPr>
          <p:sp>
            <p:nvSpPr>
              <p:cNvPr id="48" name="Freeform 47">
                <a:extLst>
                  <a:ext uri="{FF2B5EF4-FFF2-40B4-BE49-F238E27FC236}">
                    <a16:creationId xmlns:a16="http://schemas.microsoft.com/office/drawing/2014/main" id="{401D4578-40C7-2585-4FDC-D46680518109}"/>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49" name="Freeform 48">
                <a:extLst>
                  <a:ext uri="{FF2B5EF4-FFF2-40B4-BE49-F238E27FC236}">
                    <a16:creationId xmlns:a16="http://schemas.microsoft.com/office/drawing/2014/main" id="{7D357427-0517-5C7D-A2F9-9FA354E4992F}"/>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50" name="Freeform 49">
                <a:extLst>
                  <a:ext uri="{FF2B5EF4-FFF2-40B4-BE49-F238E27FC236}">
                    <a16:creationId xmlns:a16="http://schemas.microsoft.com/office/drawing/2014/main" id="{1F2840FE-B7E9-55F1-1465-C3EC98EC0ACE}"/>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51" name="Freeform 50">
                <a:extLst>
                  <a:ext uri="{FF2B5EF4-FFF2-40B4-BE49-F238E27FC236}">
                    <a16:creationId xmlns:a16="http://schemas.microsoft.com/office/drawing/2014/main" id="{935EB82F-29DB-B50B-2148-8B6B0BBCAF7F}"/>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52" name="Freeform 51">
                <a:extLst>
                  <a:ext uri="{FF2B5EF4-FFF2-40B4-BE49-F238E27FC236}">
                    <a16:creationId xmlns:a16="http://schemas.microsoft.com/office/drawing/2014/main" id="{88238D6F-727C-429B-85BB-BB97763DD8B3}"/>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3" name="Freeform 52">
                <a:extLst>
                  <a:ext uri="{FF2B5EF4-FFF2-40B4-BE49-F238E27FC236}">
                    <a16:creationId xmlns:a16="http://schemas.microsoft.com/office/drawing/2014/main" id="{9C614CC9-29E5-4669-6FEA-79EC278FE091}"/>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54" name="Freeform 53">
                <a:extLst>
                  <a:ext uri="{FF2B5EF4-FFF2-40B4-BE49-F238E27FC236}">
                    <a16:creationId xmlns:a16="http://schemas.microsoft.com/office/drawing/2014/main" id="{77E21B9D-99B5-B6C1-54E7-0043458780C4}"/>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55" name="Freeform 54">
                <a:extLst>
                  <a:ext uri="{FF2B5EF4-FFF2-40B4-BE49-F238E27FC236}">
                    <a16:creationId xmlns:a16="http://schemas.microsoft.com/office/drawing/2014/main" id="{4D857C41-1105-53B4-027A-9AAD9B68FE20}"/>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56" name="Freeform 55">
                <a:extLst>
                  <a:ext uri="{FF2B5EF4-FFF2-40B4-BE49-F238E27FC236}">
                    <a16:creationId xmlns:a16="http://schemas.microsoft.com/office/drawing/2014/main" id="{8E094421-7705-4F5D-AD3D-5BE22A2FAF77}"/>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7" name="Freeform 56">
                <a:extLst>
                  <a:ext uri="{FF2B5EF4-FFF2-40B4-BE49-F238E27FC236}">
                    <a16:creationId xmlns:a16="http://schemas.microsoft.com/office/drawing/2014/main" id="{485723E5-9424-E475-7092-E94E9597350E}"/>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40" name="Graphic 8">
              <a:extLst>
                <a:ext uri="{FF2B5EF4-FFF2-40B4-BE49-F238E27FC236}">
                  <a16:creationId xmlns:a16="http://schemas.microsoft.com/office/drawing/2014/main" id="{C1BCA891-9818-3C98-5E5D-CAAA5BC1C8D8}"/>
                </a:ext>
              </a:extLst>
            </p:cNvPr>
            <p:cNvGrpSpPr/>
            <p:nvPr/>
          </p:nvGrpSpPr>
          <p:grpSpPr>
            <a:xfrm>
              <a:off x="265625" y="6323271"/>
              <a:ext cx="1249223" cy="190348"/>
              <a:chOff x="265625" y="6323271"/>
              <a:chExt cx="1249223" cy="190348"/>
            </a:xfrm>
            <a:solidFill>
              <a:srgbClr val="000000"/>
            </a:solidFill>
          </p:grpSpPr>
          <p:sp>
            <p:nvSpPr>
              <p:cNvPr id="41" name="Freeform 40">
                <a:extLst>
                  <a:ext uri="{FF2B5EF4-FFF2-40B4-BE49-F238E27FC236}">
                    <a16:creationId xmlns:a16="http://schemas.microsoft.com/office/drawing/2014/main" id="{88AEA6DD-162C-57F8-3709-64B3B9BC62BC}"/>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42" name="Freeform 41">
                <a:extLst>
                  <a:ext uri="{FF2B5EF4-FFF2-40B4-BE49-F238E27FC236}">
                    <a16:creationId xmlns:a16="http://schemas.microsoft.com/office/drawing/2014/main" id="{FC17F96D-EC21-771A-4BFB-097D052B25FC}"/>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43" name="Freeform 42">
                <a:extLst>
                  <a:ext uri="{FF2B5EF4-FFF2-40B4-BE49-F238E27FC236}">
                    <a16:creationId xmlns:a16="http://schemas.microsoft.com/office/drawing/2014/main" id="{D310231D-256A-7136-6FBC-2E63F32653FC}"/>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44" name="Freeform 43">
                <a:extLst>
                  <a:ext uri="{FF2B5EF4-FFF2-40B4-BE49-F238E27FC236}">
                    <a16:creationId xmlns:a16="http://schemas.microsoft.com/office/drawing/2014/main" id="{4D14B69E-286C-4E39-05BC-F4A507A000EE}"/>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45" name="Freeform 44">
                <a:extLst>
                  <a:ext uri="{FF2B5EF4-FFF2-40B4-BE49-F238E27FC236}">
                    <a16:creationId xmlns:a16="http://schemas.microsoft.com/office/drawing/2014/main" id="{C86A5B8B-2CA3-DA7C-8F1D-838462A9013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46" name="Freeform 45">
                <a:extLst>
                  <a:ext uri="{FF2B5EF4-FFF2-40B4-BE49-F238E27FC236}">
                    <a16:creationId xmlns:a16="http://schemas.microsoft.com/office/drawing/2014/main" id="{CDAF0B3D-FBD5-4563-20CD-70B391907C0A}"/>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47" name="Freeform 46">
                <a:extLst>
                  <a:ext uri="{FF2B5EF4-FFF2-40B4-BE49-F238E27FC236}">
                    <a16:creationId xmlns:a16="http://schemas.microsoft.com/office/drawing/2014/main" id="{BC54CD76-F7DE-5D47-2726-1FB2EE8F9EBE}"/>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5" name="TextBox 4">
            <a:extLst>
              <a:ext uri="{FF2B5EF4-FFF2-40B4-BE49-F238E27FC236}">
                <a16:creationId xmlns:a16="http://schemas.microsoft.com/office/drawing/2014/main" id="{DAC4568A-0320-BB95-EB37-40F255DCBF74}"/>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2664608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14="http://schemas.microsoft.com/office/drawing/2010/main" xmlns:a16="http://schemas.microsoft.com/office/drawing/2014/main"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 Aqua with Circle">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6007DB4E-DF1B-4B7A-6FC4-46981281D8D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1042" r="1973" b="1787"/>
          <a:stretch>
            <a:fillRect/>
          </a:stretch>
        </p:blipFill>
        <p:spPr>
          <a:xfrm>
            <a:off x="0" y="658109"/>
            <a:ext cx="12188825" cy="6205839"/>
          </a:xfrm>
          <a:custGeom>
            <a:avLst/>
            <a:gdLst>
              <a:gd name="connsiteX0" fmla="*/ 0 w 12192401"/>
              <a:gd name="connsiteY0" fmla="*/ 0 h 6207660"/>
              <a:gd name="connsiteX1" fmla="*/ 12192401 w 12192401"/>
              <a:gd name="connsiteY1" fmla="*/ 0 h 6207660"/>
              <a:gd name="connsiteX2" fmla="*/ 12192401 w 12192401"/>
              <a:gd name="connsiteY2" fmla="*/ 6207660 h 6207660"/>
              <a:gd name="connsiteX3" fmla="*/ 0 w 12192401"/>
              <a:gd name="connsiteY3" fmla="*/ 6207660 h 6207660"/>
            </a:gdLst>
            <a:ahLst/>
            <a:cxnLst>
              <a:cxn ang="0">
                <a:pos x="connsiteX0" y="connsiteY0"/>
              </a:cxn>
              <a:cxn ang="0">
                <a:pos x="connsiteX1" y="connsiteY1"/>
              </a:cxn>
              <a:cxn ang="0">
                <a:pos x="connsiteX2" y="connsiteY2"/>
              </a:cxn>
              <a:cxn ang="0">
                <a:pos x="connsiteX3" y="connsiteY3"/>
              </a:cxn>
            </a:cxnLst>
            <a:rect l="l" t="t" r="r" b="b"/>
            <a:pathLst>
              <a:path w="12192401" h="6207660">
                <a:moveTo>
                  <a:pt x="0" y="0"/>
                </a:moveTo>
                <a:lnTo>
                  <a:pt x="12192401" y="0"/>
                </a:lnTo>
                <a:lnTo>
                  <a:pt x="12192401" y="6207660"/>
                </a:lnTo>
                <a:lnTo>
                  <a:pt x="0" y="6207660"/>
                </a:lnTo>
                <a:close/>
              </a:path>
            </a:pathLst>
          </a:custGeom>
          <a:effectLst>
            <a:outerShdw blurRad="241300" sx="102000" sy="102000" algn="ctr" rotWithShape="0">
              <a:schemeClr val="accent3">
                <a:alpha val="15000"/>
              </a:schemeClr>
            </a:outerShdw>
          </a:effectLst>
        </p:spPr>
      </p:pic>
      <p:sp>
        <p:nvSpPr>
          <p:cNvPr id="12" name="Freeform: Shape 11">
            <a:extLst>
              <a:ext uri="{FF2B5EF4-FFF2-40B4-BE49-F238E27FC236}">
                <a16:creationId xmlns:a16="http://schemas.microsoft.com/office/drawing/2014/main" id="{A93B8B11-A691-8250-9E87-65BB5A241D07}"/>
              </a:ext>
            </a:extLst>
          </p:cNvPr>
          <p:cNvSpPr/>
          <p:nvPr userDrawn="1"/>
        </p:nvSpPr>
        <p:spPr>
          <a:xfrm>
            <a:off x="-3811" y="-260"/>
            <a:ext cx="6334843" cy="4737302"/>
          </a:xfrm>
          <a:custGeom>
            <a:avLst/>
            <a:gdLst>
              <a:gd name="connsiteX0" fmla="*/ 0 w 6334843"/>
              <a:gd name="connsiteY0" fmla="*/ 0 h 4737302"/>
              <a:gd name="connsiteX1" fmla="*/ 6334843 w 6334843"/>
              <a:gd name="connsiteY1" fmla="*/ 0 h 4737302"/>
              <a:gd name="connsiteX2" fmla="*/ 1987292 w 6334843"/>
              <a:gd name="connsiteY2" fmla="*/ 4347552 h 4737302"/>
              <a:gd name="connsiteX3" fmla="*/ 1046384 w 6334843"/>
              <a:gd name="connsiteY3" fmla="*/ 4737302 h 4737302"/>
              <a:gd name="connsiteX4" fmla="*/ 0 w 6334843"/>
              <a:gd name="connsiteY4" fmla="*/ 4737302 h 47373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34843" h="4737302">
                <a:moveTo>
                  <a:pt x="0" y="0"/>
                </a:moveTo>
                <a:lnTo>
                  <a:pt x="6334843" y="0"/>
                </a:lnTo>
                <a:lnTo>
                  <a:pt x="1987292" y="4347552"/>
                </a:lnTo>
                <a:cubicBezTo>
                  <a:pt x="1737727" y="4597117"/>
                  <a:pt x="1399274" y="4737302"/>
                  <a:pt x="1046384" y="4737302"/>
                </a:cubicBezTo>
                <a:lnTo>
                  <a:pt x="0" y="4737302"/>
                </a:lnTo>
                <a:close/>
              </a:path>
            </a:pathLst>
          </a:custGeom>
          <a:gradFill flip="none" rotWithShape="1">
            <a:gsLst>
              <a:gs pos="16000">
                <a:schemeClr val="accent2"/>
              </a:gs>
              <a:gs pos="90000">
                <a:schemeClr val="accent3"/>
              </a:gs>
            </a:gsLst>
            <a:lin ang="19200000" scaled="0"/>
            <a:tileRect/>
          </a:gradFill>
          <a:ln w="0" cap="flat">
            <a:noFill/>
            <a:prstDash val="solid"/>
            <a:miter/>
          </a:ln>
        </p:spPr>
        <p:txBody>
          <a:bodyPr rtlCol="0" anchor="ctr"/>
          <a:lstStyle/>
          <a:p>
            <a:endParaRPr lang="en-US" dirty="0"/>
          </a:p>
        </p:txBody>
      </p:sp>
      <p:sp>
        <p:nvSpPr>
          <p:cNvPr id="15" name="Freeform: Shape 14">
            <a:extLst>
              <a:ext uri="{FF2B5EF4-FFF2-40B4-BE49-F238E27FC236}">
                <a16:creationId xmlns:a16="http://schemas.microsoft.com/office/drawing/2014/main" id="{F3963894-AB1A-DA1F-BF82-7542D160FA67}"/>
              </a:ext>
            </a:extLst>
          </p:cNvPr>
          <p:cNvSpPr/>
          <p:nvPr userDrawn="1"/>
        </p:nvSpPr>
        <p:spPr>
          <a:xfrm>
            <a:off x="-7657" y="648483"/>
            <a:ext cx="12205474" cy="5413289"/>
          </a:xfrm>
          <a:custGeom>
            <a:avLst/>
            <a:gdLst>
              <a:gd name="connsiteX0" fmla="*/ 7251847 w 12205474"/>
              <a:gd name="connsiteY0" fmla="*/ 0 h 5413289"/>
              <a:gd name="connsiteX1" fmla="*/ 12205474 w 12205474"/>
              <a:gd name="connsiteY1" fmla="*/ 0 h 5413289"/>
              <a:gd name="connsiteX2" fmla="*/ 12205474 w 12205474"/>
              <a:gd name="connsiteY2" fmla="*/ 76269 h 5413289"/>
              <a:gd name="connsiteX3" fmla="*/ 7251847 w 12205474"/>
              <a:gd name="connsiteY3" fmla="*/ 76269 h 5413289"/>
              <a:gd name="connsiteX4" fmla="*/ 6672965 w 12205474"/>
              <a:gd name="connsiteY4" fmla="*/ 191435 h 5413289"/>
              <a:gd name="connsiteX5" fmla="*/ 6182235 w 12205474"/>
              <a:gd name="connsiteY5" fmla="*/ 519327 h 5413289"/>
              <a:gd name="connsiteX6" fmla="*/ 1792619 w 12205474"/>
              <a:gd name="connsiteY6" fmla="*/ 4923656 h 5413289"/>
              <a:gd name="connsiteX7" fmla="*/ 1252315 w 12205474"/>
              <a:gd name="connsiteY7" fmla="*/ 5284725 h 5413289"/>
              <a:gd name="connsiteX8" fmla="*/ 615085 w 12205474"/>
              <a:gd name="connsiteY8" fmla="*/ 5411458 h 5413289"/>
              <a:gd name="connsiteX9" fmla="*/ 0 w 12205474"/>
              <a:gd name="connsiteY9" fmla="*/ 5413289 h 5413289"/>
              <a:gd name="connsiteX10" fmla="*/ 0 w 12205474"/>
              <a:gd name="connsiteY10" fmla="*/ 5336993 h 5413289"/>
              <a:gd name="connsiteX11" fmla="*/ 615085 w 12205474"/>
              <a:gd name="connsiteY11" fmla="*/ 5335189 h 5413289"/>
              <a:gd name="connsiteX12" fmla="*/ 1738659 w 12205474"/>
              <a:gd name="connsiteY12" fmla="*/ 4869823 h 5413289"/>
              <a:gd name="connsiteX13" fmla="*/ 6128274 w 12205474"/>
              <a:gd name="connsiteY13" fmla="*/ 465366 h 5413289"/>
              <a:gd name="connsiteX14" fmla="*/ 7251847 w 12205474"/>
              <a:gd name="connsiteY14" fmla="*/ 0 h 5413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05474" h="5413289">
                <a:moveTo>
                  <a:pt x="7251847" y="0"/>
                </a:moveTo>
                <a:lnTo>
                  <a:pt x="12205474" y="0"/>
                </a:lnTo>
                <a:lnTo>
                  <a:pt x="12205474" y="76269"/>
                </a:lnTo>
                <a:lnTo>
                  <a:pt x="7251847" y="76269"/>
                </a:lnTo>
                <a:cubicBezTo>
                  <a:pt x="7052214" y="76269"/>
                  <a:pt x="6857409" y="115039"/>
                  <a:pt x="6672965" y="191435"/>
                </a:cubicBezTo>
                <a:cubicBezTo>
                  <a:pt x="6488519" y="267830"/>
                  <a:pt x="6323397" y="378166"/>
                  <a:pt x="6182235" y="519327"/>
                </a:cubicBezTo>
                <a:lnTo>
                  <a:pt x="1792619" y="4923656"/>
                </a:lnTo>
                <a:cubicBezTo>
                  <a:pt x="1637157" y="5079181"/>
                  <a:pt x="1455382" y="5200638"/>
                  <a:pt x="1252315" y="5284725"/>
                </a:cubicBezTo>
                <a:cubicBezTo>
                  <a:pt x="1049248" y="5368811"/>
                  <a:pt x="834867" y="5411458"/>
                  <a:pt x="615085" y="5411458"/>
                </a:cubicBezTo>
                <a:lnTo>
                  <a:pt x="0" y="5413289"/>
                </a:lnTo>
                <a:lnTo>
                  <a:pt x="0" y="5336993"/>
                </a:lnTo>
                <a:lnTo>
                  <a:pt x="615085" y="5335189"/>
                </a:lnTo>
                <a:cubicBezTo>
                  <a:pt x="1036536" y="5335189"/>
                  <a:pt x="1440700" y="5167779"/>
                  <a:pt x="1738659" y="4869823"/>
                </a:cubicBezTo>
                <a:lnTo>
                  <a:pt x="6128274" y="465366"/>
                </a:lnTo>
                <a:cubicBezTo>
                  <a:pt x="6426298" y="167410"/>
                  <a:pt x="6830460" y="0"/>
                  <a:pt x="7251847" y="0"/>
                </a:cubicBezTo>
                <a:close/>
              </a:path>
            </a:pathLst>
          </a:custGeom>
          <a:gradFill>
            <a:gsLst>
              <a:gs pos="20000">
                <a:srgbClr val="0095C4"/>
              </a:gs>
              <a:gs pos="80000">
                <a:schemeClr val="accent2"/>
              </a:gs>
            </a:gsLst>
            <a:lin ang="0" scaled="1"/>
          </a:gradFill>
          <a:ln w="0" cap="flat">
            <a:noFill/>
            <a:prstDash val="solid"/>
            <a:miter/>
          </a:ln>
        </p:spPr>
        <p:txBody>
          <a:bodyPr rtlCol="0" anchor="ctr"/>
          <a:lstStyle/>
          <a:p>
            <a:endParaRPr lang="en-US"/>
          </a:p>
        </p:txBody>
      </p:sp>
      <p:sp>
        <p:nvSpPr>
          <p:cNvPr id="13" name="Click to edit Speaker Name ">
            <a:extLst>
              <a:ext uri="{FF2B5EF4-FFF2-40B4-BE49-F238E27FC236}">
                <a16:creationId xmlns:a16="http://schemas.microsoft.com/office/drawing/2014/main" id="{BE8CF301-A89D-F446-8E25-48C52B357C1E}"/>
              </a:ext>
            </a:extLst>
          </p:cNvPr>
          <p:cNvSpPr>
            <a:spLocks noGrp="1"/>
          </p:cNvSpPr>
          <p:nvPr>
            <p:ph type="body" sz="quarter" idx="11" hasCustomPrompt="1"/>
          </p:nvPr>
        </p:nvSpPr>
        <p:spPr>
          <a:xfrm>
            <a:off x="6592948" y="4737425"/>
            <a:ext cx="5402202" cy="355601"/>
          </a:xfrm>
        </p:spPr>
        <p:txBody>
          <a:bodyPr anchor="b"/>
          <a:lstStyle>
            <a:lvl1pPr marL="0" marR="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lang="en-US" sz="1600" b="0" i="0" u="none" strike="noStrike" smtClean="0">
                <a:solidFill>
                  <a:schemeClr val="tx1"/>
                </a:solidFill>
                <a:effectLst/>
              </a:defRPr>
            </a:lvl1pPr>
          </a:lstStyle>
          <a:p>
            <a:pPr marL="0" marR="0" lvl="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a:pPr>
            <a:r>
              <a:rPr lang="en-US"/>
              <a:t>Speaker Name (Insert pronouns)</a:t>
            </a:r>
          </a:p>
        </p:txBody>
      </p:sp>
      <p:sp>
        <p:nvSpPr>
          <p:cNvPr id="14" name="Click to edit role">
            <a:extLst>
              <a:ext uri="{FF2B5EF4-FFF2-40B4-BE49-F238E27FC236}">
                <a16:creationId xmlns:a16="http://schemas.microsoft.com/office/drawing/2014/main" id="{A6793BDF-BE4B-0441-BDFD-DE9B2F59D3D0}"/>
              </a:ext>
            </a:extLst>
          </p:cNvPr>
          <p:cNvSpPr>
            <a:spLocks noGrp="1"/>
          </p:cNvSpPr>
          <p:nvPr>
            <p:ph type="body" sz="quarter" idx="12" hasCustomPrompt="1"/>
          </p:nvPr>
        </p:nvSpPr>
        <p:spPr>
          <a:xfrm>
            <a:off x="6592948" y="5117480"/>
            <a:ext cx="5402202" cy="355601"/>
          </a:xfrm>
        </p:spPr>
        <p:txBody>
          <a:bodyPr/>
          <a:lstStyle>
            <a:lvl1pPr algn="l">
              <a:buNone/>
              <a:defRPr sz="1600">
                <a:solidFill>
                  <a:schemeClr val="tx1"/>
                </a:solidFill>
              </a:defRPr>
            </a:lvl1pPr>
          </a:lstStyle>
          <a:p>
            <a:pPr lvl="0"/>
            <a:r>
              <a:rPr lang="en-US" dirty="0"/>
              <a:t>Role / Division, Broadcom</a:t>
            </a:r>
          </a:p>
        </p:txBody>
      </p:sp>
      <p:sp>
        <p:nvSpPr>
          <p:cNvPr id="17" name="Click to edit role">
            <a:extLst>
              <a:ext uri="{FF2B5EF4-FFF2-40B4-BE49-F238E27FC236}">
                <a16:creationId xmlns:a16="http://schemas.microsoft.com/office/drawing/2014/main" id="{DF9375A3-70DB-2E43-AFE1-9357176168C4}"/>
              </a:ext>
            </a:extLst>
          </p:cNvPr>
          <p:cNvSpPr>
            <a:spLocks noGrp="1"/>
          </p:cNvSpPr>
          <p:nvPr>
            <p:ph type="body" sz="quarter" idx="14" hasCustomPrompt="1"/>
          </p:nvPr>
        </p:nvSpPr>
        <p:spPr>
          <a:xfrm>
            <a:off x="6592948" y="5485986"/>
            <a:ext cx="5402202" cy="355601"/>
          </a:xfrm>
        </p:spPr>
        <p:txBody>
          <a:bodyPr/>
          <a:lstStyle>
            <a:lvl1pPr algn="l">
              <a:buNone/>
              <a:defRPr sz="1400">
                <a:solidFill>
                  <a:schemeClr val="tx1"/>
                </a:solidFill>
              </a:defRPr>
            </a:lvl1pPr>
          </a:lstStyle>
          <a:p>
            <a:pPr lvl="0"/>
            <a:r>
              <a:rPr lang="en-US"/>
              <a:t>Date</a:t>
            </a:r>
          </a:p>
        </p:txBody>
      </p:sp>
      <p:sp>
        <p:nvSpPr>
          <p:cNvPr id="6" name="TextBox 5">
            <a:extLst>
              <a:ext uri="{FF2B5EF4-FFF2-40B4-BE49-F238E27FC236}">
                <a16:creationId xmlns:a16="http://schemas.microsoft.com/office/drawing/2014/main" id="{637374D7-31CF-09EC-1E50-C790A2982A03}"/>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8" name="Graphic 8">
            <a:extLst>
              <a:ext uri="{FF2B5EF4-FFF2-40B4-BE49-F238E27FC236}">
                <a16:creationId xmlns:a16="http://schemas.microsoft.com/office/drawing/2014/main" id="{D1A5F4CE-EB72-C266-1B3B-9C54BD2303E1}"/>
              </a:ext>
            </a:extLst>
          </p:cNvPr>
          <p:cNvGrpSpPr/>
          <p:nvPr userDrawn="1"/>
        </p:nvGrpSpPr>
        <p:grpSpPr>
          <a:xfrm>
            <a:off x="265625" y="6323271"/>
            <a:ext cx="1249223" cy="369648"/>
            <a:chOff x="265625" y="6323271"/>
            <a:chExt cx="1249223" cy="369648"/>
          </a:xfrm>
          <a:solidFill>
            <a:srgbClr val="000000"/>
          </a:solidFill>
        </p:grpSpPr>
        <p:grpSp>
          <p:nvGrpSpPr>
            <p:cNvPr id="9" name="Graphic 8">
              <a:extLst>
                <a:ext uri="{FF2B5EF4-FFF2-40B4-BE49-F238E27FC236}">
                  <a16:creationId xmlns:a16="http://schemas.microsoft.com/office/drawing/2014/main" id="{2137E5D9-482E-8131-7FF0-1050E105997F}"/>
                </a:ext>
              </a:extLst>
            </p:cNvPr>
            <p:cNvGrpSpPr/>
            <p:nvPr/>
          </p:nvGrpSpPr>
          <p:grpSpPr>
            <a:xfrm>
              <a:off x="745455" y="6594444"/>
              <a:ext cx="722662" cy="98475"/>
              <a:chOff x="745455" y="6594444"/>
              <a:chExt cx="722662" cy="98475"/>
            </a:xfrm>
            <a:solidFill>
              <a:srgbClr val="000000"/>
            </a:solidFill>
          </p:grpSpPr>
          <p:sp>
            <p:nvSpPr>
              <p:cNvPr id="23" name="Freeform 22">
                <a:extLst>
                  <a:ext uri="{FF2B5EF4-FFF2-40B4-BE49-F238E27FC236}">
                    <a16:creationId xmlns:a16="http://schemas.microsoft.com/office/drawing/2014/main" id="{401D4578-40C7-2585-4FDC-D46680518109}"/>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24" name="Freeform 23">
                <a:extLst>
                  <a:ext uri="{FF2B5EF4-FFF2-40B4-BE49-F238E27FC236}">
                    <a16:creationId xmlns:a16="http://schemas.microsoft.com/office/drawing/2014/main" id="{7D357427-0517-5C7D-A2F9-9FA354E4992F}"/>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1F2840FE-B7E9-55F1-1465-C3EC98EC0ACE}"/>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26" name="Freeform 25">
                <a:extLst>
                  <a:ext uri="{FF2B5EF4-FFF2-40B4-BE49-F238E27FC236}">
                    <a16:creationId xmlns:a16="http://schemas.microsoft.com/office/drawing/2014/main" id="{935EB82F-29DB-B50B-2148-8B6B0BBCAF7F}"/>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27" name="Freeform 26">
                <a:extLst>
                  <a:ext uri="{FF2B5EF4-FFF2-40B4-BE49-F238E27FC236}">
                    <a16:creationId xmlns:a16="http://schemas.microsoft.com/office/drawing/2014/main" id="{88238D6F-727C-429B-85BB-BB97763DD8B3}"/>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28" name="Freeform 27">
                <a:extLst>
                  <a:ext uri="{FF2B5EF4-FFF2-40B4-BE49-F238E27FC236}">
                    <a16:creationId xmlns:a16="http://schemas.microsoft.com/office/drawing/2014/main" id="{9C614CC9-29E5-4669-6FEA-79EC278FE091}"/>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29" name="Freeform 28">
                <a:extLst>
                  <a:ext uri="{FF2B5EF4-FFF2-40B4-BE49-F238E27FC236}">
                    <a16:creationId xmlns:a16="http://schemas.microsoft.com/office/drawing/2014/main" id="{77E21B9D-99B5-B6C1-54E7-0043458780C4}"/>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30" name="Freeform 29">
                <a:extLst>
                  <a:ext uri="{FF2B5EF4-FFF2-40B4-BE49-F238E27FC236}">
                    <a16:creationId xmlns:a16="http://schemas.microsoft.com/office/drawing/2014/main" id="{4D857C41-1105-53B4-027A-9AAD9B68FE20}"/>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31" name="Freeform 30">
                <a:extLst>
                  <a:ext uri="{FF2B5EF4-FFF2-40B4-BE49-F238E27FC236}">
                    <a16:creationId xmlns:a16="http://schemas.microsoft.com/office/drawing/2014/main" id="{8E094421-7705-4F5D-AD3D-5BE22A2FAF77}"/>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32" name="Freeform 31">
                <a:extLst>
                  <a:ext uri="{FF2B5EF4-FFF2-40B4-BE49-F238E27FC236}">
                    <a16:creationId xmlns:a16="http://schemas.microsoft.com/office/drawing/2014/main" id="{485723E5-9424-E475-7092-E94E9597350E}"/>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10" name="Graphic 8">
              <a:extLst>
                <a:ext uri="{FF2B5EF4-FFF2-40B4-BE49-F238E27FC236}">
                  <a16:creationId xmlns:a16="http://schemas.microsoft.com/office/drawing/2014/main" id="{C1BCA891-9818-3C98-5E5D-CAAA5BC1C8D8}"/>
                </a:ext>
              </a:extLst>
            </p:cNvPr>
            <p:cNvGrpSpPr/>
            <p:nvPr/>
          </p:nvGrpSpPr>
          <p:grpSpPr>
            <a:xfrm>
              <a:off x="265625" y="6323271"/>
              <a:ext cx="1249223" cy="190348"/>
              <a:chOff x="265625" y="6323271"/>
              <a:chExt cx="1249223" cy="190348"/>
            </a:xfrm>
            <a:solidFill>
              <a:srgbClr val="000000"/>
            </a:solidFill>
          </p:grpSpPr>
          <p:sp>
            <p:nvSpPr>
              <p:cNvPr id="11" name="Freeform 10">
                <a:extLst>
                  <a:ext uri="{FF2B5EF4-FFF2-40B4-BE49-F238E27FC236}">
                    <a16:creationId xmlns:a16="http://schemas.microsoft.com/office/drawing/2014/main" id="{88AEA6DD-162C-57F8-3709-64B3B9BC62BC}"/>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16" name="Freeform 15">
                <a:extLst>
                  <a:ext uri="{FF2B5EF4-FFF2-40B4-BE49-F238E27FC236}">
                    <a16:creationId xmlns:a16="http://schemas.microsoft.com/office/drawing/2014/main" id="{FC17F96D-EC21-771A-4BFB-097D052B25FC}"/>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18" name="Freeform 17">
                <a:extLst>
                  <a:ext uri="{FF2B5EF4-FFF2-40B4-BE49-F238E27FC236}">
                    <a16:creationId xmlns:a16="http://schemas.microsoft.com/office/drawing/2014/main" id="{D310231D-256A-7136-6FBC-2E63F32653FC}"/>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4D14B69E-286C-4E39-05BC-F4A507A000EE}"/>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C86A5B8B-2CA3-DA7C-8F1D-838462A9013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21" name="Freeform 20">
                <a:extLst>
                  <a:ext uri="{FF2B5EF4-FFF2-40B4-BE49-F238E27FC236}">
                    <a16:creationId xmlns:a16="http://schemas.microsoft.com/office/drawing/2014/main" id="{CDAF0B3D-FBD5-4563-20CD-70B391907C0A}"/>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22" name="Freeform 21">
                <a:extLst>
                  <a:ext uri="{FF2B5EF4-FFF2-40B4-BE49-F238E27FC236}">
                    <a16:creationId xmlns:a16="http://schemas.microsoft.com/office/drawing/2014/main" id="{BC54CD76-F7DE-5D47-2726-1FB2EE8F9EBE}"/>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3" name="Title click to edit">
            <a:extLst>
              <a:ext uri="{FF2B5EF4-FFF2-40B4-BE49-F238E27FC236}">
                <a16:creationId xmlns:a16="http://schemas.microsoft.com/office/drawing/2014/main" id="{3D2AD2AB-2D36-6FA3-D90D-BBA20ECE200F}"/>
              </a:ext>
            </a:extLst>
          </p:cNvPr>
          <p:cNvSpPr>
            <a:spLocks noGrp="1"/>
          </p:cNvSpPr>
          <p:nvPr>
            <p:ph type="title" hasCustomPrompt="1"/>
          </p:nvPr>
        </p:nvSpPr>
        <p:spPr>
          <a:xfrm>
            <a:off x="6592949" y="1701846"/>
            <a:ext cx="5102866" cy="1234440"/>
          </a:xfrm>
        </p:spPr>
        <p:txBody>
          <a:bodyPr wrap="square" anchor="b"/>
          <a:lstStyle>
            <a:lvl1pPr algn="l">
              <a:defRPr sz="4000" b="0" cap="none" baseline="0">
                <a:solidFill>
                  <a:schemeClr val="accent2"/>
                </a:solidFill>
              </a:defRPr>
            </a:lvl1pPr>
          </a:lstStyle>
          <a:p>
            <a:r>
              <a:rPr lang="en-US"/>
              <a:t>Title Slide – Blue Theme</a:t>
            </a:r>
          </a:p>
        </p:txBody>
      </p:sp>
      <p:sp>
        <p:nvSpPr>
          <p:cNvPr id="4" name="Subtitle click to edit">
            <a:extLst>
              <a:ext uri="{FF2B5EF4-FFF2-40B4-BE49-F238E27FC236}">
                <a16:creationId xmlns:a16="http://schemas.microsoft.com/office/drawing/2014/main" id="{CC0EBB9D-D839-7841-ED94-78F86A22AB93}"/>
              </a:ext>
            </a:extLst>
          </p:cNvPr>
          <p:cNvSpPr>
            <a:spLocks noGrp="1"/>
          </p:cNvSpPr>
          <p:nvPr>
            <p:ph type="subTitle" idx="10" hasCustomPrompt="1"/>
          </p:nvPr>
        </p:nvSpPr>
        <p:spPr>
          <a:xfrm>
            <a:off x="6592948" y="2986547"/>
            <a:ext cx="5116452" cy="416403"/>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 placeholder</a:t>
            </a:r>
          </a:p>
        </p:txBody>
      </p:sp>
      <p:sp>
        <p:nvSpPr>
          <p:cNvPr id="34" name="Oval 33">
            <a:extLst>
              <a:ext uri="{FF2B5EF4-FFF2-40B4-BE49-F238E27FC236}">
                <a16:creationId xmlns:a16="http://schemas.microsoft.com/office/drawing/2014/main" id="{6235731F-D467-27EF-D54B-724CE1A8D409}"/>
              </a:ext>
            </a:extLst>
          </p:cNvPr>
          <p:cNvSpPr/>
          <p:nvPr userDrawn="1"/>
        </p:nvSpPr>
        <p:spPr>
          <a:xfrm>
            <a:off x="1635271" y="1308100"/>
            <a:ext cx="4241798" cy="4241794"/>
          </a:xfrm>
          <a:prstGeom prst="ellipse">
            <a:avLst/>
          </a:prstGeom>
          <a:solidFill>
            <a:schemeClr val="bg1">
              <a:alpha val="25000"/>
            </a:schemeClr>
          </a:solidFill>
          <a:ln w="349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35" name="Oval 34">
            <a:extLst>
              <a:ext uri="{FF2B5EF4-FFF2-40B4-BE49-F238E27FC236}">
                <a16:creationId xmlns:a16="http://schemas.microsoft.com/office/drawing/2014/main" id="{D95B89AD-05DE-37E6-B009-0E5DE1C3CFEF}"/>
              </a:ext>
            </a:extLst>
          </p:cNvPr>
          <p:cNvSpPr/>
          <p:nvPr userDrawn="1"/>
        </p:nvSpPr>
        <p:spPr>
          <a:xfrm rot="13500000">
            <a:off x="1954577" y="1627406"/>
            <a:ext cx="3603186" cy="3603182"/>
          </a:xfrm>
          <a:prstGeom prst="ellipse">
            <a:avLst/>
          </a:prstGeom>
          <a:solidFill>
            <a:schemeClr val="bg1"/>
          </a:solidFill>
          <a:ln w="69850">
            <a:gradFill>
              <a:gsLst>
                <a:gs pos="0">
                  <a:schemeClr val="accent2"/>
                </a:gs>
                <a:gs pos="68000">
                  <a:schemeClr val="accent3"/>
                </a:gs>
                <a:gs pos="100000">
                  <a:schemeClr val="accent2"/>
                </a:gs>
                <a:gs pos="33000">
                  <a:schemeClr val="accent3"/>
                </a:gs>
              </a:gsLst>
              <a:lin ang="2700000" scaled="0"/>
            </a:gra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5" name="TextBox 4">
            <a:extLst>
              <a:ext uri="{FF2B5EF4-FFF2-40B4-BE49-F238E27FC236}">
                <a16:creationId xmlns:a16="http://schemas.microsoft.com/office/drawing/2014/main" id="{F352DECA-F587-38EB-8678-F76026EC7BE7}"/>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10606518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14="http://schemas.microsoft.com/office/drawing/2010/main" xmlns:a16="http://schemas.microsoft.com/office/drawing/2014/main"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Title Slide – Plum">
    <p:spTree>
      <p:nvGrpSpPr>
        <p:cNvPr id="1" name=""/>
        <p:cNvGrpSpPr/>
        <p:nvPr/>
      </p:nvGrpSpPr>
      <p:grpSpPr>
        <a:xfrm>
          <a:off x="0" y="0"/>
          <a:ext cx="0" cy="0"/>
          <a:chOff x="0" y="0"/>
          <a:chExt cx="0" cy="0"/>
        </a:xfrm>
      </p:grpSpPr>
      <p:pic>
        <p:nvPicPr>
          <p:cNvPr id="56" name="Graphic 55">
            <a:extLst>
              <a:ext uri="{FF2B5EF4-FFF2-40B4-BE49-F238E27FC236}">
                <a16:creationId xmlns:a16="http://schemas.microsoft.com/office/drawing/2014/main" id="{CC06A3C2-D9D3-F0BE-4283-65EFB0C40361}"/>
              </a:ext>
            </a:extLst>
          </p:cNvPr>
          <p:cNvPicPr>
            <a:picLocks noChangeAspect="1"/>
          </p:cNvPicPr>
          <p:nvPr/>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1042" r="1973" b="1787"/>
          <a:stretch>
            <a:fillRect/>
          </a:stretch>
        </p:blipFill>
        <p:spPr>
          <a:xfrm>
            <a:off x="0" y="658109"/>
            <a:ext cx="12188825" cy="6205839"/>
          </a:xfrm>
          <a:custGeom>
            <a:avLst/>
            <a:gdLst>
              <a:gd name="connsiteX0" fmla="*/ 0 w 12192401"/>
              <a:gd name="connsiteY0" fmla="*/ 0 h 6207660"/>
              <a:gd name="connsiteX1" fmla="*/ 12192401 w 12192401"/>
              <a:gd name="connsiteY1" fmla="*/ 0 h 6207660"/>
              <a:gd name="connsiteX2" fmla="*/ 12192401 w 12192401"/>
              <a:gd name="connsiteY2" fmla="*/ 6207660 h 6207660"/>
              <a:gd name="connsiteX3" fmla="*/ 0 w 12192401"/>
              <a:gd name="connsiteY3" fmla="*/ 6207660 h 6207660"/>
            </a:gdLst>
            <a:ahLst/>
            <a:cxnLst>
              <a:cxn ang="0">
                <a:pos x="connsiteX0" y="connsiteY0"/>
              </a:cxn>
              <a:cxn ang="0">
                <a:pos x="connsiteX1" y="connsiteY1"/>
              </a:cxn>
              <a:cxn ang="0">
                <a:pos x="connsiteX2" y="connsiteY2"/>
              </a:cxn>
              <a:cxn ang="0">
                <a:pos x="connsiteX3" y="connsiteY3"/>
              </a:cxn>
            </a:cxnLst>
            <a:rect l="l" t="t" r="r" b="b"/>
            <a:pathLst>
              <a:path w="12192401" h="6207660">
                <a:moveTo>
                  <a:pt x="0" y="0"/>
                </a:moveTo>
                <a:lnTo>
                  <a:pt x="12192401" y="0"/>
                </a:lnTo>
                <a:lnTo>
                  <a:pt x="12192401" y="6207660"/>
                </a:lnTo>
                <a:lnTo>
                  <a:pt x="0" y="6207660"/>
                </a:lnTo>
                <a:close/>
              </a:path>
            </a:pathLst>
          </a:custGeom>
          <a:effectLst>
            <a:outerShdw blurRad="241300" sx="102000" sy="102000" algn="ctr" rotWithShape="0">
              <a:schemeClr val="accent3">
                <a:alpha val="15000"/>
              </a:schemeClr>
            </a:outerShdw>
          </a:effectLst>
        </p:spPr>
      </p:pic>
      <p:sp>
        <p:nvSpPr>
          <p:cNvPr id="42" name="Freeform: Shape 41">
            <a:extLst>
              <a:ext uri="{FF2B5EF4-FFF2-40B4-BE49-F238E27FC236}">
                <a16:creationId xmlns:a16="http://schemas.microsoft.com/office/drawing/2014/main" id="{044BC68A-DC70-D408-944E-73F6554FC359}"/>
              </a:ext>
            </a:extLst>
          </p:cNvPr>
          <p:cNvSpPr/>
          <p:nvPr userDrawn="1"/>
        </p:nvSpPr>
        <p:spPr>
          <a:xfrm>
            <a:off x="-3811" y="-260"/>
            <a:ext cx="6334843" cy="4737302"/>
          </a:xfrm>
          <a:custGeom>
            <a:avLst/>
            <a:gdLst>
              <a:gd name="connsiteX0" fmla="*/ 0 w 6334843"/>
              <a:gd name="connsiteY0" fmla="*/ 0 h 4737302"/>
              <a:gd name="connsiteX1" fmla="*/ 6334843 w 6334843"/>
              <a:gd name="connsiteY1" fmla="*/ 0 h 4737302"/>
              <a:gd name="connsiteX2" fmla="*/ 1987292 w 6334843"/>
              <a:gd name="connsiteY2" fmla="*/ 4347552 h 4737302"/>
              <a:gd name="connsiteX3" fmla="*/ 1046384 w 6334843"/>
              <a:gd name="connsiteY3" fmla="*/ 4737302 h 4737302"/>
              <a:gd name="connsiteX4" fmla="*/ 0 w 6334843"/>
              <a:gd name="connsiteY4" fmla="*/ 4737302 h 47373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34843" h="4737302">
                <a:moveTo>
                  <a:pt x="0" y="0"/>
                </a:moveTo>
                <a:lnTo>
                  <a:pt x="6334843" y="0"/>
                </a:lnTo>
                <a:lnTo>
                  <a:pt x="1987292" y="4347552"/>
                </a:lnTo>
                <a:cubicBezTo>
                  <a:pt x="1737727" y="4597117"/>
                  <a:pt x="1399274" y="4737302"/>
                  <a:pt x="1046384" y="4737302"/>
                </a:cubicBezTo>
                <a:lnTo>
                  <a:pt x="0" y="4737302"/>
                </a:lnTo>
                <a:close/>
              </a:path>
            </a:pathLst>
          </a:custGeom>
          <a:gradFill flip="none" rotWithShape="1">
            <a:gsLst>
              <a:gs pos="45000">
                <a:srgbClr val="4764A1"/>
              </a:gs>
              <a:gs pos="16000">
                <a:schemeClr val="accent5"/>
              </a:gs>
              <a:gs pos="90000">
                <a:schemeClr val="accent3"/>
              </a:gs>
            </a:gsLst>
            <a:lin ang="19200000" scaled="0"/>
            <a:tileRect/>
          </a:gradFill>
          <a:ln w="0" cap="flat">
            <a:noFill/>
            <a:prstDash val="solid"/>
            <a:miter/>
          </a:ln>
        </p:spPr>
        <p:txBody>
          <a:bodyPr rtlCol="0" anchor="ctr"/>
          <a:lstStyle/>
          <a:p>
            <a:endParaRPr lang="en-US" dirty="0"/>
          </a:p>
        </p:txBody>
      </p:sp>
      <p:sp>
        <p:nvSpPr>
          <p:cNvPr id="14" name="Click to edit Speaker Name ">
            <a:extLst>
              <a:ext uri="{FF2B5EF4-FFF2-40B4-BE49-F238E27FC236}">
                <a16:creationId xmlns:a16="http://schemas.microsoft.com/office/drawing/2014/main" id="{179DB1F6-DFFE-5E43-994F-B7DBFB112CAC}"/>
              </a:ext>
            </a:extLst>
          </p:cNvPr>
          <p:cNvSpPr>
            <a:spLocks noGrp="1"/>
          </p:cNvSpPr>
          <p:nvPr>
            <p:ph type="body" sz="quarter" idx="11" hasCustomPrompt="1"/>
          </p:nvPr>
        </p:nvSpPr>
        <p:spPr>
          <a:xfrm>
            <a:off x="6592948" y="4737425"/>
            <a:ext cx="5402202" cy="355601"/>
          </a:xfrm>
        </p:spPr>
        <p:txBody>
          <a:bodyPr anchor="b"/>
          <a:lstStyle>
            <a:lvl1pPr marL="0" marR="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lang="en-US" sz="1600" b="0" i="0" u="none" strike="noStrike" smtClean="0">
                <a:solidFill>
                  <a:schemeClr val="tx1"/>
                </a:solidFill>
                <a:effectLst/>
              </a:defRPr>
            </a:lvl1pPr>
          </a:lstStyle>
          <a:p>
            <a:pPr marL="0" marR="0" lvl="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a:pPr>
            <a:r>
              <a:rPr lang="en-US"/>
              <a:t>Speaker Name (Insert pronouns)</a:t>
            </a:r>
          </a:p>
        </p:txBody>
      </p:sp>
      <p:sp>
        <p:nvSpPr>
          <p:cNvPr id="15" name="Click to edit role">
            <a:extLst>
              <a:ext uri="{FF2B5EF4-FFF2-40B4-BE49-F238E27FC236}">
                <a16:creationId xmlns:a16="http://schemas.microsoft.com/office/drawing/2014/main" id="{6C710D35-A62F-6545-8876-C6793E801C84}"/>
              </a:ext>
            </a:extLst>
          </p:cNvPr>
          <p:cNvSpPr>
            <a:spLocks noGrp="1"/>
          </p:cNvSpPr>
          <p:nvPr>
            <p:ph type="body" sz="quarter" idx="12" hasCustomPrompt="1"/>
          </p:nvPr>
        </p:nvSpPr>
        <p:spPr>
          <a:xfrm>
            <a:off x="6592948" y="5117480"/>
            <a:ext cx="5402202" cy="355601"/>
          </a:xfrm>
        </p:spPr>
        <p:txBody>
          <a:bodyPr/>
          <a:lstStyle>
            <a:lvl1pPr algn="l">
              <a:buNone/>
              <a:defRPr sz="1600">
                <a:solidFill>
                  <a:schemeClr val="tx1"/>
                </a:solidFill>
              </a:defRPr>
            </a:lvl1pPr>
          </a:lstStyle>
          <a:p>
            <a:pPr lvl="0"/>
            <a:r>
              <a:rPr lang="en-US" dirty="0"/>
              <a:t>Role / Division, Broadcom</a:t>
            </a:r>
          </a:p>
        </p:txBody>
      </p:sp>
      <p:sp>
        <p:nvSpPr>
          <p:cNvPr id="17" name="Click to edit role">
            <a:extLst>
              <a:ext uri="{FF2B5EF4-FFF2-40B4-BE49-F238E27FC236}">
                <a16:creationId xmlns:a16="http://schemas.microsoft.com/office/drawing/2014/main" id="{B7F8A130-4773-4943-B490-D62738C5089B}"/>
              </a:ext>
            </a:extLst>
          </p:cNvPr>
          <p:cNvSpPr>
            <a:spLocks noGrp="1"/>
          </p:cNvSpPr>
          <p:nvPr>
            <p:ph type="body" sz="quarter" idx="14" hasCustomPrompt="1"/>
          </p:nvPr>
        </p:nvSpPr>
        <p:spPr>
          <a:xfrm>
            <a:off x="6592948" y="5485986"/>
            <a:ext cx="5402202" cy="355601"/>
          </a:xfrm>
        </p:spPr>
        <p:txBody>
          <a:bodyPr/>
          <a:lstStyle>
            <a:lvl1pPr algn="l">
              <a:buNone/>
              <a:defRPr sz="1400">
                <a:solidFill>
                  <a:schemeClr val="tx1"/>
                </a:solidFill>
              </a:defRPr>
            </a:lvl1pPr>
          </a:lstStyle>
          <a:p>
            <a:pPr lvl="0"/>
            <a:r>
              <a:rPr lang="en-US"/>
              <a:t>Date</a:t>
            </a:r>
          </a:p>
        </p:txBody>
      </p:sp>
      <p:grpSp>
        <p:nvGrpSpPr>
          <p:cNvPr id="8" name="Graphic 8">
            <a:extLst>
              <a:ext uri="{FF2B5EF4-FFF2-40B4-BE49-F238E27FC236}">
                <a16:creationId xmlns:a16="http://schemas.microsoft.com/office/drawing/2014/main" id="{4F10736E-6ED5-0C6E-6075-508D9F639A18}"/>
              </a:ext>
            </a:extLst>
          </p:cNvPr>
          <p:cNvGrpSpPr/>
          <p:nvPr/>
        </p:nvGrpSpPr>
        <p:grpSpPr>
          <a:xfrm>
            <a:off x="265625" y="6323271"/>
            <a:ext cx="1249223" cy="369648"/>
            <a:chOff x="265625" y="6323271"/>
            <a:chExt cx="1249223" cy="369648"/>
          </a:xfrm>
          <a:solidFill>
            <a:srgbClr val="000000"/>
          </a:solidFill>
        </p:grpSpPr>
        <p:grpSp>
          <p:nvGrpSpPr>
            <p:cNvPr id="9" name="Graphic 8">
              <a:extLst>
                <a:ext uri="{FF2B5EF4-FFF2-40B4-BE49-F238E27FC236}">
                  <a16:creationId xmlns:a16="http://schemas.microsoft.com/office/drawing/2014/main" id="{D557BC25-A922-05FC-1A76-D49030DB2267}"/>
                </a:ext>
              </a:extLst>
            </p:cNvPr>
            <p:cNvGrpSpPr/>
            <p:nvPr/>
          </p:nvGrpSpPr>
          <p:grpSpPr>
            <a:xfrm>
              <a:off x="745455" y="6594444"/>
              <a:ext cx="722662" cy="98475"/>
              <a:chOff x="745455" y="6594444"/>
              <a:chExt cx="722662" cy="98475"/>
            </a:xfrm>
            <a:solidFill>
              <a:srgbClr val="000000"/>
            </a:solidFill>
          </p:grpSpPr>
          <p:sp>
            <p:nvSpPr>
              <p:cNvPr id="23" name="Freeform 22">
                <a:extLst>
                  <a:ext uri="{FF2B5EF4-FFF2-40B4-BE49-F238E27FC236}">
                    <a16:creationId xmlns:a16="http://schemas.microsoft.com/office/drawing/2014/main" id="{E523BF60-312B-1E34-6880-BC3B5C2FB758}"/>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24" name="Freeform 23">
                <a:extLst>
                  <a:ext uri="{FF2B5EF4-FFF2-40B4-BE49-F238E27FC236}">
                    <a16:creationId xmlns:a16="http://schemas.microsoft.com/office/drawing/2014/main" id="{6E52B076-2610-E4C9-CEC0-57CF7104EE08}"/>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25" name="Freeform 24">
                <a:extLst>
                  <a:ext uri="{FF2B5EF4-FFF2-40B4-BE49-F238E27FC236}">
                    <a16:creationId xmlns:a16="http://schemas.microsoft.com/office/drawing/2014/main" id="{8CC2BE44-AF25-347C-4A92-7783845A362B}"/>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26" name="Freeform 25">
                <a:extLst>
                  <a:ext uri="{FF2B5EF4-FFF2-40B4-BE49-F238E27FC236}">
                    <a16:creationId xmlns:a16="http://schemas.microsoft.com/office/drawing/2014/main" id="{34953679-859B-D0DA-4ABF-07E9F272DAD6}"/>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27" name="Freeform 26">
                <a:extLst>
                  <a:ext uri="{FF2B5EF4-FFF2-40B4-BE49-F238E27FC236}">
                    <a16:creationId xmlns:a16="http://schemas.microsoft.com/office/drawing/2014/main" id="{DB109C9C-4551-1EB8-2259-0F9209674E9E}"/>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28" name="Freeform 27">
                <a:extLst>
                  <a:ext uri="{FF2B5EF4-FFF2-40B4-BE49-F238E27FC236}">
                    <a16:creationId xmlns:a16="http://schemas.microsoft.com/office/drawing/2014/main" id="{929155CA-1046-8977-BCEE-14423F67DFAE}"/>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29" name="Freeform 28">
                <a:extLst>
                  <a:ext uri="{FF2B5EF4-FFF2-40B4-BE49-F238E27FC236}">
                    <a16:creationId xmlns:a16="http://schemas.microsoft.com/office/drawing/2014/main" id="{9217C2BD-2BFB-EBAE-BCB1-6E002578E6C9}"/>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30" name="Freeform 29">
                <a:extLst>
                  <a:ext uri="{FF2B5EF4-FFF2-40B4-BE49-F238E27FC236}">
                    <a16:creationId xmlns:a16="http://schemas.microsoft.com/office/drawing/2014/main" id="{66D9CBF5-66C1-BF9F-86E0-C51B10B8BECF}"/>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31" name="Freeform 30">
                <a:extLst>
                  <a:ext uri="{FF2B5EF4-FFF2-40B4-BE49-F238E27FC236}">
                    <a16:creationId xmlns:a16="http://schemas.microsoft.com/office/drawing/2014/main" id="{B2149A32-E8CE-21A2-AF4D-E3E8EF4CD02E}"/>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32" name="Freeform 31">
                <a:extLst>
                  <a:ext uri="{FF2B5EF4-FFF2-40B4-BE49-F238E27FC236}">
                    <a16:creationId xmlns:a16="http://schemas.microsoft.com/office/drawing/2014/main" id="{780C4423-7890-B27D-0AD6-86D259CD1CFD}"/>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10" name="Graphic 8">
              <a:extLst>
                <a:ext uri="{FF2B5EF4-FFF2-40B4-BE49-F238E27FC236}">
                  <a16:creationId xmlns:a16="http://schemas.microsoft.com/office/drawing/2014/main" id="{E499E6B1-EF26-255F-D439-2060C0C8D8C4}"/>
                </a:ext>
              </a:extLst>
            </p:cNvPr>
            <p:cNvGrpSpPr/>
            <p:nvPr/>
          </p:nvGrpSpPr>
          <p:grpSpPr>
            <a:xfrm>
              <a:off x="265625" y="6323271"/>
              <a:ext cx="1249223" cy="190348"/>
              <a:chOff x="265625" y="6323271"/>
              <a:chExt cx="1249223" cy="190348"/>
            </a:xfrm>
            <a:solidFill>
              <a:srgbClr val="000000"/>
            </a:solidFill>
          </p:grpSpPr>
          <p:sp>
            <p:nvSpPr>
              <p:cNvPr id="11" name="Freeform 10">
                <a:extLst>
                  <a:ext uri="{FF2B5EF4-FFF2-40B4-BE49-F238E27FC236}">
                    <a16:creationId xmlns:a16="http://schemas.microsoft.com/office/drawing/2014/main" id="{5D3E6056-C980-C277-4EB0-3122E1B37834}"/>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16" name="Freeform 15">
                <a:extLst>
                  <a:ext uri="{FF2B5EF4-FFF2-40B4-BE49-F238E27FC236}">
                    <a16:creationId xmlns:a16="http://schemas.microsoft.com/office/drawing/2014/main" id="{BCA28A45-3EC9-4897-18A7-3B83D668F037}"/>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18" name="Freeform 17">
                <a:extLst>
                  <a:ext uri="{FF2B5EF4-FFF2-40B4-BE49-F238E27FC236}">
                    <a16:creationId xmlns:a16="http://schemas.microsoft.com/office/drawing/2014/main" id="{E1542068-8764-5E63-7689-E23588FB9F96}"/>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19" name="Freeform 18">
                <a:extLst>
                  <a:ext uri="{FF2B5EF4-FFF2-40B4-BE49-F238E27FC236}">
                    <a16:creationId xmlns:a16="http://schemas.microsoft.com/office/drawing/2014/main" id="{82CE85A8-18B9-28CA-3CA7-AF69CD0E7E65}"/>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20" name="Freeform 19">
                <a:extLst>
                  <a:ext uri="{FF2B5EF4-FFF2-40B4-BE49-F238E27FC236}">
                    <a16:creationId xmlns:a16="http://schemas.microsoft.com/office/drawing/2014/main" id="{7240059C-90E8-4CCA-BF9E-22A49938C59A}"/>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21" name="Freeform 20">
                <a:extLst>
                  <a:ext uri="{FF2B5EF4-FFF2-40B4-BE49-F238E27FC236}">
                    <a16:creationId xmlns:a16="http://schemas.microsoft.com/office/drawing/2014/main" id="{78783A41-2765-E1DC-1DCD-C4E2CF3FF0E8}"/>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22" name="Freeform 21">
                <a:extLst>
                  <a:ext uri="{FF2B5EF4-FFF2-40B4-BE49-F238E27FC236}">
                    <a16:creationId xmlns:a16="http://schemas.microsoft.com/office/drawing/2014/main" id="{354F7A79-211B-C147-2C67-7F3BF390F351}"/>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3" name="Title click to edit">
            <a:extLst>
              <a:ext uri="{FF2B5EF4-FFF2-40B4-BE49-F238E27FC236}">
                <a16:creationId xmlns:a16="http://schemas.microsoft.com/office/drawing/2014/main" id="{7692B9CF-CBD9-8BB1-F230-4EB7B6F8F864}"/>
              </a:ext>
            </a:extLst>
          </p:cNvPr>
          <p:cNvSpPr>
            <a:spLocks noGrp="1"/>
          </p:cNvSpPr>
          <p:nvPr>
            <p:ph type="title" hasCustomPrompt="1"/>
          </p:nvPr>
        </p:nvSpPr>
        <p:spPr>
          <a:xfrm>
            <a:off x="6592949" y="1701846"/>
            <a:ext cx="5102866" cy="1234440"/>
          </a:xfrm>
        </p:spPr>
        <p:txBody>
          <a:bodyPr wrap="square" anchor="b"/>
          <a:lstStyle>
            <a:lvl1pPr algn="l">
              <a:defRPr sz="4000" b="0" cap="none" baseline="0">
                <a:solidFill>
                  <a:schemeClr val="accent2"/>
                </a:solidFill>
              </a:defRPr>
            </a:lvl1pPr>
          </a:lstStyle>
          <a:p>
            <a:r>
              <a:rPr lang="en-US"/>
              <a:t>Title Slide – Purple Theme</a:t>
            </a:r>
          </a:p>
        </p:txBody>
      </p:sp>
      <p:sp>
        <p:nvSpPr>
          <p:cNvPr id="4" name="Subtitle click to edit">
            <a:extLst>
              <a:ext uri="{FF2B5EF4-FFF2-40B4-BE49-F238E27FC236}">
                <a16:creationId xmlns:a16="http://schemas.microsoft.com/office/drawing/2014/main" id="{5D44BD56-856D-6181-240D-ED5454B98CF0}"/>
              </a:ext>
            </a:extLst>
          </p:cNvPr>
          <p:cNvSpPr>
            <a:spLocks noGrp="1"/>
          </p:cNvSpPr>
          <p:nvPr>
            <p:ph type="subTitle" idx="10" hasCustomPrompt="1"/>
          </p:nvPr>
        </p:nvSpPr>
        <p:spPr>
          <a:xfrm>
            <a:off x="6592948" y="2986547"/>
            <a:ext cx="5116452" cy="416403"/>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 placeholder</a:t>
            </a:r>
          </a:p>
        </p:txBody>
      </p:sp>
      <p:sp>
        <p:nvSpPr>
          <p:cNvPr id="68" name="Freeform: Shape 67">
            <a:extLst>
              <a:ext uri="{FF2B5EF4-FFF2-40B4-BE49-F238E27FC236}">
                <a16:creationId xmlns:a16="http://schemas.microsoft.com/office/drawing/2014/main" id="{0D16AAF9-608F-69E5-7209-741EB708452B}"/>
              </a:ext>
            </a:extLst>
          </p:cNvPr>
          <p:cNvSpPr/>
          <p:nvPr/>
        </p:nvSpPr>
        <p:spPr>
          <a:xfrm>
            <a:off x="-7657" y="648483"/>
            <a:ext cx="12205474" cy="5413289"/>
          </a:xfrm>
          <a:custGeom>
            <a:avLst/>
            <a:gdLst>
              <a:gd name="connsiteX0" fmla="*/ 7251847 w 12205474"/>
              <a:gd name="connsiteY0" fmla="*/ 0 h 5413289"/>
              <a:gd name="connsiteX1" fmla="*/ 12205474 w 12205474"/>
              <a:gd name="connsiteY1" fmla="*/ 0 h 5413289"/>
              <a:gd name="connsiteX2" fmla="*/ 12205474 w 12205474"/>
              <a:gd name="connsiteY2" fmla="*/ 76269 h 5413289"/>
              <a:gd name="connsiteX3" fmla="*/ 7251847 w 12205474"/>
              <a:gd name="connsiteY3" fmla="*/ 76269 h 5413289"/>
              <a:gd name="connsiteX4" fmla="*/ 6672965 w 12205474"/>
              <a:gd name="connsiteY4" fmla="*/ 191435 h 5413289"/>
              <a:gd name="connsiteX5" fmla="*/ 6182235 w 12205474"/>
              <a:gd name="connsiteY5" fmla="*/ 519327 h 5413289"/>
              <a:gd name="connsiteX6" fmla="*/ 1792619 w 12205474"/>
              <a:gd name="connsiteY6" fmla="*/ 4923656 h 5413289"/>
              <a:gd name="connsiteX7" fmla="*/ 1252315 w 12205474"/>
              <a:gd name="connsiteY7" fmla="*/ 5284725 h 5413289"/>
              <a:gd name="connsiteX8" fmla="*/ 615085 w 12205474"/>
              <a:gd name="connsiteY8" fmla="*/ 5411458 h 5413289"/>
              <a:gd name="connsiteX9" fmla="*/ 0 w 12205474"/>
              <a:gd name="connsiteY9" fmla="*/ 5413289 h 5413289"/>
              <a:gd name="connsiteX10" fmla="*/ 0 w 12205474"/>
              <a:gd name="connsiteY10" fmla="*/ 5336993 h 5413289"/>
              <a:gd name="connsiteX11" fmla="*/ 615085 w 12205474"/>
              <a:gd name="connsiteY11" fmla="*/ 5335189 h 5413289"/>
              <a:gd name="connsiteX12" fmla="*/ 1738659 w 12205474"/>
              <a:gd name="connsiteY12" fmla="*/ 4869823 h 5413289"/>
              <a:gd name="connsiteX13" fmla="*/ 6128274 w 12205474"/>
              <a:gd name="connsiteY13" fmla="*/ 465366 h 5413289"/>
              <a:gd name="connsiteX14" fmla="*/ 7251847 w 12205474"/>
              <a:gd name="connsiteY14" fmla="*/ 0 h 5413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05474" h="5413289">
                <a:moveTo>
                  <a:pt x="7251847" y="0"/>
                </a:moveTo>
                <a:lnTo>
                  <a:pt x="12205474" y="0"/>
                </a:lnTo>
                <a:lnTo>
                  <a:pt x="12205474" y="76269"/>
                </a:lnTo>
                <a:lnTo>
                  <a:pt x="7251847" y="76269"/>
                </a:lnTo>
                <a:cubicBezTo>
                  <a:pt x="7052214" y="76269"/>
                  <a:pt x="6857409" y="115039"/>
                  <a:pt x="6672965" y="191435"/>
                </a:cubicBezTo>
                <a:cubicBezTo>
                  <a:pt x="6488519" y="267830"/>
                  <a:pt x="6323397" y="378166"/>
                  <a:pt x="6182235" y="519327"/>
                </a:cubicBezTo>
                <a:lnTo>
                  <a:pt x="1792619" y="4923656"/>
                </a:lnTo>
                <a:cubicBezTo>
                  <a:pt x="1637157" y="5079181"/>
                  <a:pt x="1455382" y="5200638"/>
                  <a:pt x="1252315" y="5284725"/>
                </a:cubicBezTo>
                <a:cubicBezTo>
                  <a:pt x="1049248" y="5368811"/>
                  <a:pt x="834867" y="5411458"/>
                  <a:pt x="615085" y="5411458"/>
                </a:cubicBezTo>
                <a:lnTo>
                  <a:pt x="0" y="5413289"/>
                </a:lnTo>
                <a:lnTo>
                  <a:pt x="0" y="5336993"/>
                </a:lnTo>
                <a:lnTo>
                  <a:pt x="615085" y="5335189"/>
                </a:lnTo>
                <a:cubicBezTo>
                  <a:pt x="1036536" y="5335189"/>
                  <a:pt x="1440700" y="5167779"/>
                  <a:pt x="1738659" y="4869823"/>
                </a:cubicBezTo>
                <a:lnTo>
                  <a:pt x="6128274" y="465366"/>
                </a:lnTo>
                <a:cubicBezTo>
                  <a:pt x="6426298" y="167410"/>
                  <a:pt x="6830460" y="0"/>
                  <a:pt x="7251847" y="0"/>
                </a:cubicBezTo>
                <a:close/>
              </a:path>
            </a:pathLst>
          </a:custGeom>
          <a:gradFill>
            <a:gsLst>
              <a:gs pos="20000">
                <a:srgbClr val="0095C4"/>
              </a:gs>
              <a:gs pos="80000">
                <a:srgbClr val="6C4B91"/>
              </a:gs>
            </a:gsLst>
            <a:lin ang="0" scaled="1"/>
          </a:gradFill>
          <a:ln w="0" cap="flat">
            <a:noFill/>
            <a:prstDash val="solid"/>
            <a:miter/>
          </a:ln>
        </p:spPr>
        <p:txBody>
          <a:bodyPr rtlCol="0" anchor="ctr"/>
          <a:lstStyle/>
          <a:p>
            <a:endParaRPr lang="en-US" dirty="0"/>
          </a:p>
        </p:txBody>
      </p:sp>
      <p:grpSp>
        <p:nvGrpSpPr>
          <p:cNvPr id="37" name="Graphic 8">
            <a:extLst>
              <a:ext uri="{FF2B5EF4-FFF2-40B4-BE49-F238E27FC236}">
                <a16:creationId xmlns:a16="http://schemas.microsoft.com/office/drawing/2014/main" id="{4F10736E-6ED5-0C6E-6075-508D9F639A18}"/>
              </a:ext>
            </a:extLst>
          </p:cNvPr>
          <p:cNvGrpSpPr/>
          <p:nvPr userDrawn="1"/>
        </p:nvGrpSpPr>
        <p:grpSpPr>
          <a:xfrm>
            <a:off x="265625" y="6323271"/>
            <a:ext cx="1249223" cy="369648"/>
            <a:chOff x="265625" y="6323271"/>
            <a:chExt cx="1249223" cy="369648"/>
          </a:xfrm>
          <a:solidFill>
            <a:srgbClr val="000000"/>
          </a:solidFill>
        </p:grpSpPr>
        <p:grpSp>
          <p:nvGrpSpPr>
            <p:cNvPr id="38" name="Graphic 8">
              <a:extLst>
                <a:ext uri="{FF2B5EF4-FFF2-40B4-BE49-F238E27FC236}">
                  <a16:creationId xmlns:a16="http://schemas.microsoft.com/office/drawing/2014/main" id="{D557BC25-A922-05FC-1A76-D49030DB2267}"/>
                </a:ext>
              </a:extLst>
            </p:cNvPr>
            <p:cNvGrpSpPr/>
            <p:nvPr/>
          </p:nvGrpSpPr>
          <p:grpSpPr>
            <a:xfrm>
              <a:off x="745455" y="6594444"/>
              <a:ext cx="722662" cy="98475"/>
              <a:chOff x="745455" y="6594444"/>
              <a:chExt cx="722662" cy="98475"/>
            </a:xfrm>
            <a:solidFill>
              <a:srgbClr val="000000"/>
            </a:solidFill>
          </p:grpSpPr>
          <p:sp>
            <p:nvSpPr>
              <p:cNvPr id="48" name="Freeform 47">
                <a:extLst>
                  <a:ext uri="{FF2B5EF4-FFF2-40B4-BE49-F238E27FC236}">
                    <a16:creationId xmlns:a16="http://schemas.microsoft.com/office/drawing/2014/main" id="{E523BF60-312B-1E34-6880-BC3B5C2FB758}"/>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49" name="Freeform 48">
                <a:extLst>
                  <a:ext uri="{FF2B5EF4-FFF2-40B4-BE49-F238E27FC236}">
                    <a16:creationId xmlns:a16="http://schemas.microsoft.com/office/drawing/2014/main" id="{6E52B076-2610-E4C9-CEC0-57CF7104EE08}"/>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50" name="Freeform 49">
                <a:extLst>
                  <a:ext uri="{FF2B5EF4-FFF2-40B4-BE49-F238E27FC236}">
                    <a16:creationId xmlns:a16="http://schemas.microsoft.com/office/drawing/2014/main" id="{8CC2BE44-AF25-347C-4A92-7783845A362B}"/>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51" name="Freeform 50">
                <a:extLst>
                  <a:ext uri="{FF2B5EF4-FFF2-40B4-BE49-F238E27FC236}">
                    <a16:creationId xmlns:a16="http://schemas.microsoft.com/office/drawing/2014/main" id="{34953679-859B-D0DA-4ABF-07E9F272DAD6}"/>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52" name="Freeform 51">
                <a:extLst>
                  <a:ext uri="{FF2B5EF4-FFF2-40B4-BE49-F238E27FC236}">
                    <a16:creationId xmlns:a16="http://schemas.microsoft.com/office/drawing/2014/main" id="{DB109C9C-4551-1EB8-2259-0F9209674E9E}"/>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3" name="Freeform 52">
                <a:extLst>
                  <a:ext uri="{FF2B5EF4-FFF2-40B4-BE49-F238E27FC236}">
                    <a16:creationId xmlns:a16="http://schemas.microsoft.com/office/drawing/2014/main" id="{929155CA-1046-8977-BCEE-14423F67DFAE}"/>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54" name="Freeform 53">
                <a:extLst>
                  <a:ext uri="{FF2B5EF4-FFF2-40B4-BE49-F238E27FC236}">
                    <a16:creationId xmlns:a16="http://schemas.microsoft.com/office/drawing/2014/main" id="{9217C2BD-2BFB-EBAE-BCB1-6E002578E6C9}"/>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55" name="Freeform 54">
                <a:extLst>
                  <a:ext uri="{FF2B5EF4-FFF2-40B4-BE49-F238E27FC236}">
                    <a16:creationId xmlns:a16="http://schemas.microsoft.com/office/drawing/2014/main" id="{66D9CBF5-66C1-BF9F-86E0-C51B10B8BECF}"/>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57" name="Freeform 56">
                <a:extLst>
                  <a:ext uri="{FF2B5EF4-FFF2-40B4-BE49-F238E27FC236}">
                    <a16:creationId xmlns:a16="http://schemas.microsoft.com/office/drawing/2014/main" id="{B2149A32-E8CE-21A2-AF4D-E3E8EF4CD02E}"/>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8" name="Freeform 57">
                <a:extLst>
                  <a:ext uri="{FF2B5EF4-FFF2-40B4-BE49-F238E27FC236}">
                    <a16:creationId xmlns:a16="http://schemas.microsoft.com/office/drawing/2014/main" id="{780C4423-7890-B27D-0AD6-86D259CD1CFD}"/>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39" name="Graphic 8">
              <a:extLst>
                <a:ext uri="{FF2B5EF4-FFF2-40B4-BE49-F238E27FC236}">
                  <a16:creationId xmlns:a16="http://schemas.microsoft.com/office/drawing/2014/main" id="{E499E6B1-EF26-255F-D439-2060C0C8D8C4}"/>
                </a:ext>
              </a:extLst>
            </p:cNvPr>
            <p:cNvGrpSpPr/>
            <p:nvPr/>
          </p:nvGrpSpPr>
          <p:grpSpPr>
            <a:xfrm>
              <a:off x="265625" y="6323271"/>
              <a:ext cx="1249223" cy="190348"/>
              <a:chOff x="265625" y="6323271"/>
              <a:chExt cx="1249223" cy="190348"/>
            </a:xfrm>
            <a:solidFill>
              <a:srgbClr val="000000"/>
            </a:solidFill>
          </p:grpSpPr>
          <p:sp>
            <p:nvSpPr>
              <p:cNvPr id="40" name="Freeform 39">
                <a:extLst>
                  <a:ext uri="{FF2B5EF4-FFF2-40B4-BE49-F238E27FC236}">
                    <a16:creationId xmlns:a16="http://schemas.microsoft.com/office/drawing/2014/main" id="{5D3E6056-C980-C277-4EB0-3122E1B37834}"/>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41" name="Freeform 40">
                <a:extLst>
                  <a:ext uri="{FF2B5EF4-FFF2-40B4-BE49-F238E27FC236}">
                    <a16:creationId xmlns:a16="http://schemas.microsoft.com/office/drawing/2014/main" id="{BCA28A45-3EC9-4897-18A7-3B83D668F037}"/>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43" name="Freeform 42">
                <a:extLst>
                  <a:ext uri="{FF2B5EF4-FFF2-40B4-BE49-F238E27FC236}">
                    <a16:creationId xmlns:a16="http://schemas.microsoft.com/office/drawing/2014/main" id="{E1542068-8764-5E63-7689-E23588FB9F96}"/>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44" name="Freeform 43">
                <a:extLst>
                  <a:ext uri="{FF2B5EF4-FFF2-40B4-BE49-F238E27FC236}">
                    <a16:creationId xmlns:a16="http://schemas.microsoft.com/office/drawing/2014/main" id="{82CE85A8-18B9-28CA-3CA7-AF69CD0E7E65}"/>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45" name="Freeform 44">
                <a:extLst>
                  <a:ext uri="{FF2B5EF4-FFF2-40B4-BE49-F238E27FC236}">
                    <a16:creationId xmlns:a16="http://schemas.microsoft.com/office/drawing/2014/main" id="{7240059C-90E8-4CCA-BF9E-22A49938C59A}"/>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46" name="Freeform 45">
                <a:extLst>
                  <a:ext uri="{FF2B5EF4-FFF2-40B4-BE49-F238E27FC236}">
                    <a16:creationId xmlns:a16="http://schemas.microsoft.com/office/drawing/2014/main" id="{78783A41-2765-E1DC-1DCD-C4E2CF3FF0E8}"/>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47" name="Freeform 46">
                <a:extLst>
                  <a:ext uri="{FF2B5EF4-FFF2-40B4-BE49-F238E27FC236}">
                    <a16:creationId xmlns:a16="http://schemas.microsoft.com/office/drawing/2014/main" id="{354F7A79-211B-C147-2C67-7F3BF390F351}"/>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59" name="Freeform: Shape 67">
            <a:extLst>
              <a:ext uri="{FF2B5EF4-FFF2-40B4-BE49-F238E27FC236}">
                <a16:creationId xmlns:a16="http://schemas.microsoft.com/office/drawing/2014/main" id="{0D16AAF9-608F-69E5-7209-741EB708452B}"/>
              </a:ext>
            </a:extLst>
          </p:cNvPr>
          <p:cNvSpPr/>
          <p:nvPr userDrawn="1"/>
        </p:nvSpPr>
        <p:spPr>
          <a:xfrm>
            <a:off x="-7657" y="648483"/>
            <a:ext cx="12205474" cy="5413289"/>
          </a:xfrm>
          <a:custGeom>
            <a:avLst/>
            <a:gdLst>
              <a:gd name="connsiteX0" fmla="*/ 7251847 w 12205474"/>
              <a:gd name="connsiteY0" fmla="*/ 0 h 5413289"/>
              <a:gd name="connsiteX1" fmla="*/ 12205474 w 12205474"/>
              <a:gd name="connsiteY1" fmla="*/ 0 h 5413289"/>
              <a:gd name="connsiteX2" fmla="*/ 12205474 w 12205474"/>
              <a:gd name="connsiteY2" fmla="*/ 76269 h 5413289"/>
              <a:gd name="connsiteX3" fmla="*/ 7251847 w 12205474"/>
              <a:gd name="connsiteY3" fmla="*/ 76269 h 5413289"/>
              <a:gd name="connsiteX4" fmla="*/ 6672965 w 12205474"/>
              <a:gd name="connsiteY4" fmla="*/ 191435 h 5413289"/>
              <a:gd name="connsiteX5" fmla="*/ 6182235 w 12205474"/>
              <a:gd name="connsiteY5" fmla="*/ 519327 h 5413289"/>
              <a:gd name="connsiteX6" fmla="*/ 1792619 w 12205474"/>
              <a:gd name="connsiteY6" fmla="*/ 4923656 h 5413289"/>
              <a:gd name="connsiteX7" fmla="*/ 1252315 w 12205474"/>
              <a:gd name="connsiteY7" fmla="*/ 5284725 h 5413289"/>
              <a:gd name="connsiteX8" fmla="*/ 615085 w 12205474"/>
              <a:gd name="connsiteY8" fmla="*/ 5411458 h 5413289"/>
              <a:gd name="connsiteX9" fmla="*/ 0 w 12205474"/>
              <a:gd name="connsiteY9" fmla="*/ 5413289 h 5413289"/>
              <a:gd name="connsiteX10" fmla="*/ 0 w 12205474"/>
              <a:gd name="connsiteY10" fmla="*/ 5336993 h 5413289"/>
              <a:gd name="connsiteX11" fmla="*/ 615085 w 12205474"/>
              <a:gd name="connsiteY11" fmla="*/ 5335189 h 5413289"/>
              <a:gd name="connsiteX12" fmla="*/ 1738659 w 12205474"/>
              <a:gd name="connsiteY12" fmla="*/ 4869823 h 5413289"/>
              <a:gd name="connsiteX13" fmla="*/ 6128274 w 12205474"/>
              <a:gd name="connsiteY13" fmla="*/ 465366 h 5413289"/>
              <a:gd name="connsiteX14" fmla="*/ 7251847 w 12205474"/>
              <a:gd name="connsiteY14" fmla="*/ 0 h 5413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05474" h="5413289">
                <a:moveTo>
                  <a:pt x="7251847" y="0"/>
                </a:moveTo>
                <a:lnTo>
                  <a:pt x="12205474" y="0"/>
                </a:lnTo>
                <a:lnTo>
                  <a:pt x="12205474" y="76269"/>
                </a:lnTo>
                <a:lnTo>
                  <a:pt x="7251847" y="76269"/>
                </a:lnTo>
                <a:cubicBezTo>
                  <a:pt x="7052214" y="76269"/>
                  <a:pt x="6857409" y="115039"/>
                  <a:pt x="6672965" y="191435"/>
                </a:cubicBezTo>
                <a:cubicBezTo>
                  <a:pt x="6488519" y="267830"/>
                  <a:pt x="6323397" y="378166"/>
                  <a:pt x="6182235" y="519327"/>
                </a:cubicBezTo>
                <a:lnTo>
                  <a:pt x="1792619" y="4923656"/>
                </a:lnTo>
                <a:cubicBezTo>
                  <a:pt x="1637157" y="5079181"/>
                  <a:pt x="1455382" y="5200638"/>
                  <a:pt x="1252315" y="5284725"/>
                </a:cubicBezTo>
                <a:cubicBezTo>
                  <a:pt x="1049248" y="5368811"/>
                  <a:pt x="834867" y="5411458"/>
                  <a:pt x="615085" y="5411458"/>
                </a:cubicBezTo>
                <a:lnTo>
                  <a:pt x="0" y="5413289"/>
                </a:lnTo>
                <a:lnTo>
                  <a:pt x="0" y="5336993"/>
                </a:lnTo>
                <a:lnTo>
                  <a:pt x="615085" y="5335189"/>
                </a:lnTo>
                <a:cubicBezTo>
                  <a:pt x="1036536" y="5335189"/>
                  <a:pt x="1440700" y="5167779"/>
                  <a:pt x="1738659" y="4869823"/>
                </a:cubicBezTo>
                <a:lnTo>
                  <a:pt x="6128274" y="465366"/>
                </a:lnTo>
                <a:cubicBezTo>
                  <a:pt x="6426298" y="167410"/>
                  <a:pt x="6830460" y="0"/>
                  <a:pt x="7251847" y="0"/>
                </a:cubicBezTo>
                <a:close/>
              </a:path>
            </a:pathLst>
          </a:custGeom>
          <a:gradFill>
            <a:gsLst>
              <a:gs pos="20000">
                <a:srgbClr val="0095C4"/>
              </a:gs>
              <a:gs pos="80000">
                <a:srgbClr val="6C4B91"/>
              </a:gs>
            </a:gsLst>
            <a:lin ang="0" scaled="1"/>
          </a:gradFill>
          <a:ln w="0" cap="flat">
            <a:noFill/>
            <a:prstDash val="solid"/>
            <a:miter/>
          </a:ln>
        </p:spPr>
        <p:txBody>
          <a:bodyPr rtlCol="0" anchor="ctr"/>
          <a:lstStyle/>
          <a:p>
            <a:endParaRPr lang="en-US" dirty="0"/>
          </a:p>
        </p:txBody>
      </p:sp>
      <p:sp>
        <p:nvSpPr>
          <p:cNvPr id="2" name="TextBox 1">
            <a:extLst>
              <a:ext uri="{FF2B5EF4-FFF2-40B4-BE49-F238E27FC236}">
                <a16:creationId xmlns:a16="http://schemas.microsoft.com/office/drawing/2014/main" id="{FA76E0D8-08E5-5C29-F0C2-9A437B893DA8}"/>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33749510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14="http://schemas.microsoft.com/office/drawing/2010/main" xmlns:a16="http://schemas.microsoft.com/office/drawing/2014/main"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Slide – Plum with Circle">
    <p:spTree>
      <p:nvGrpSpPr>
        <p:cNvPr id="1" name=""/>
        <p:cNvGrpSpPr/>
        <p:nvPr/>
      </p:nvGrpSpPr>
      <p:grpSpPr>
        <a:xfrm>
          <a:off x="0" y="0"/>
          <a:ext cx="0" cy="0"/>
          <a:chOff x="0" y="0"/>
          <a:chExt cx="0" cy="0"/>
        </a:xfrm>
      </p:grpSpPr>
      <p:pic>
        <p:nvPicPr>
          <p:cNvPr id="56" name="Graphic 55">
            <a:extLst>
              <a:ext uri="{FF2B5EF4-FFF2-40B4-BE49-F238E27FC236}">
                <a16:creationId xmlns:a16="http://schemas.microsoft.com/office/drawing/2014/main" id="{CC06A3C2-D9D3-F0BE-4283-65EFB0C4036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1042" r="1973" b="1787"/>
          <a:stretch>
            <a:fillRect/>
          </a:stretch>
        </p:blipFill>
        <p:spPr>
          <a:xfrm>
            <a:off x="0" y="658109"/>
            <a:ext cx="12188825" cy="6205839"/>
          </a:xfrm>
          <a:custGeom>
            <a:avLst/>
            <a:gdLst>
              <a:gd name="connsiteX0" fmla="*/ 0 w 12192401"/>
              <a:gd name="connsiteY0" fmla="*/ 0 h 6207660"/>
              <a:gd name="connsiteX1" fmla="*/ 12192401 w 12192401"/>
              <a:gd name="connsiteY1" fmla="*/ 0 h 6207660"/>
              <a:gd name="connsiteX2" fmla="*/ 12192401 w 12192401"/>
              <a:gd name="connsiteY2" fmla="*/ 6207660 h 6207660"/>
              <a:gd name="connsiteX3" fmla="*/ 0 w 12192401"/>
              <a:gd name="connsiteY3" fmla="*/ 6207660 h 6207660"/>
            </a:gdLst>
            <a:ahLst/>
            <a:cxnLst>
              <a:cxn ang="0">
                <a:pos x="connsiteX0" y="connsiteY0"/>
              </a:cxn>
              <a:cxn ang="0">
                <a:pos x="connsiteX1" y="connsiteY1"/>
              </a:cxn>
              <a:cxn ang="0">
                <a:pos x="connsiteX2" y="connsiteY2"/>
              </a:cxn>
              <a:cxn ang="0">
                <a:pos x="connsiteX3" y="connsiteY3"/>
              </a:cxn>
            </a:cxnLst>
            <a:rect l="l" t="t" r="r" b="b"/>
            <a:pathLst>
              <a:path w="12192401" h="6207660">
                <a:moveTo>
                  <a:pt x="0" y="0"/>
                </a:moveTo>
                <a:lnTo>
                  <a:pt x="12192401" y="0"/>
                </a:lnTo>
                <a:lnTo>
                  <a:pt x="12192401" y="6207660"/>
                </a:lnTo>
                <a:lnTo>
                  <a:pt x="0" y="6207660"/>
                </a:lnTo>
                <a:close/>
              </a:path>
            </a:pathLst>
          </a:custGeom>
          <a:effectLst>
            <a:outerShdw blurRad="241300" sx="102000" sy="102000" algn="ctr" rotWithShape="0">
              <a:schemeClr val="accent3">
                <a:alpha val="15000"/>
              </a:schemeClr>
            </a:outerShdw>
          </a:effectLst>
        </p:spPr>
      </p:pic>
      <p:sp>
        <p:nvSpPr>
          <p:cNvPr id="42" name="Freeform: Shape 41">
            <a:extLst>
              <a:ext uri="{FF2B5EF4-FFF2-40B4-BE49-F238E27FC236}">
                <a16:creationId xmlns:a16="http://schemas.microsoft.com/office/drawing/2014/main" id="{044BC68A-DC70-D408-944E-73F6554FC359}"/>
              </a:ext>
            </a:extLst>
          </p:cNvPr>
          <p:cNvSpPr/>
          <p:nvPr userDrawn="1"/>
        </p:nvSpPr>
        <p:spPr>
          <a:xfrm>
            <a:off x="-3811" y="-260"/>
            <a:ext cx="6334843" cy="4737302"/>
          </a:xfrm>
          <a:custGeom>
            <a:avLst/>
            <a:gdLst>
              <a:gd name="connsiteX0" fmla="*/ 0 w 6334843"/>
              <a:gd name="connsiteY0" fmla="*/ 0 h 4737302"/>
              <a:gd name="connsiteX1" fmla="*/ 6334843 w 6334843"/>
              <a:gd name="connsiteY1" fmla="*/ 0 h 4737302"/>
              <a:gd name="connsiteX2" fmla="*/ 1987292 w 6334843"/>
              <a:gd name="connsiteY2" fmla="*/ 4347552 h 4737302"/>
              <a:gd name="connsiteX3" fmla="*/ 1046384 w 6334843"/>
              <a:gd name="connsiteY3" fmla="*/ 4737302 h 4737302"/>
              <a:gd name="connsiteX4" fmla="*/ 0 w 6334843"/>
              <a:gd name="connsiteY4" fmla="*/ 4737302 h 47373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34843" h="4737302">
                <a:moveTo>
                  <a:pt x="0" y="0"/>
                </a:moveTo>
                <a:lnTo>
                  <a:pt x="6334843" y="0"/>
                </a:lnTo>
                <a:lnTo>
                  <a:pt x="1987292" y="4347552"/>
                </a:lnTo>
                <a:cubicBezTo>
                  <a:pt x="1737727" y="4597117"/>
                  <a:pt x="1399274" y="4737302"/>
                  <a:pt x="1046384" y="4737302"/>
                </a:cubicBezTo>
                <a:lnTo>
                  <a:pt x="0" y="4737302"/>
                </a:lnTo>
                <a:close/>
              </a:path>
            </a:pathLst>
          </a:custGeom>
          <a:gradFill flip="none" rotWithShape="1">
            <a:gsLst>
              <a:gs pos="45000">
                <a:srgbClr val="4764A1"/>
              </a:gs>
              <a:gs pos="16000">
                <a:schemeClr val="accent5"/>
              </a:gs>
              <a:gs pos="90000">
                <a:schemeClr val="accent3"/>
              </a:gs>
            </a:gsLst>
            <a:lin ang="19200000" scaled="0"/>
            <a:tileRect/>
          </a:gradFill>
          <a:ln w="0" cap="flat">
            <a:noFill/>
            <a:prstDash val="solid"/>
            <a:miter/>
          </a:ln>
        </p:spPr>
        <p:txBody>
          <a:bodyPr rtlCol="0" anchor="ctr"/>
          <a:lstStyle/>
          <a:p>
            <a:endParaRPr lang="en-US"/>
          </a:p>
        </p:txBody>
      </p:sp>
      <p:sp>
        <p:nvSpPr>
          <p:cNvPr id="14" name="Click to edit Speaker Name ">
            <a:extLst>
              <a:ext uri="{FF2B5EF4-FFF2-40B4-BE49-F238E27FC236}">
                <a16:creationId xmlns:a16="http://schemas.microsoft.com/office/drawing/2014/main" id="{179DB1F6-DFFE-5E43-994F-B7DBFB112CAC}"/>
              </a:ext>
            </a:extLst>
          </p:cNvPr>
          <p:cNvSpPr>
            <a:spLocks noGrp="1"/>
          </p:cNvSpPr>
          <p:nvPr>
            <p:ph type="body" sz="quarter" idx="11" hasCustomPrompt="1"/>
          </p:nvPr>
        </p:nvSpPr>
        <p:spPr>
          <a:xfrm>
            <a:off x="6592948" y="4737425"/>
            <a:ext cx="5402202" cy="355601"/>
          </a:xfrm>
        </p:spPr>
        <p:txBody>
          <a:bodyPr anchor="b"/>
          <a:lstStyle>
            <a:lvl1pPr marL="0" marR="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lang="en-US" sz="1600" b="0" i="0" u="none" strike="noStrike" smtClean="0">
                <a:solidFill>
                  <a:schemeClr val="tx1"/>
                </a:solidFill>
                <a:effectLst/>
              </a:defRPr>
            </a:lvl1pPr>
          </a:lstStyle>
          <a:p>
            <a:pPr marL="0" marR="0" lvl="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a:pPr>
            <a:r>
              <a:rPr lang="en-US"/>
              <a:t>Speaker Name (Insert pronouns)</a:t>
            </a:r>
          </a:p>
        </p:txBody>
      </p:sp>
      <p:sp>
        <p:nvSpPr>
          <p:cNvPr id="15" name="Click to edit role">
            <a:extLst>
              <a:ext uri="{FF2B5EF4-FFF2-40B4-BE49-F238E27FC236}">
                <a16:creationId xmlns:a16="http://schemas.microsoft.com/office/drawing/2014/main" id="{6C710D35-A62F-6545-8876-C6793E801C84}"/>
              </a:ext>
            </a:extLst>
          </p:cNvPr>
          <p:cNvSpPr>
            <a:spLocks noGrp="1"/>
          </p:cNvSpPr>
          <p:nvPr>
            <p:ph type="body" sz="quarter" idx="12" hasCustomPrompt="1"/>
          </p:nvPr>
        </p:nvSpPr>
        <p:spPr>
          <a:xfrm>
            <a:off x="6592948" y="5117480"/>
            <a:ext cx="5402202" cy="355601"/>
          </a:xfrm>
        </p:spPr>
        <p:txBody>
          <a:bodyPr/>
          <a:lstStyle>
            <a:lvl1pPr algn="l">
              <a:buNone/>
              <a:defRPr sz="1600">
                <a:solidFill>
                  <a:schemeClr val="tx1"/>
                </a:solidFill>
              </a:defRPr>
            </a:lvl1pPr>
          </a:lstStyle>
          <a:p>
            <a:pPr lvl="0"/>
            <a:r>
              <a:rPr lang="en-US" dirty="0"/>
              <a:t>Role / Division, Broadcom</a:t>
            </a:r>
          </a:p>
        </p:txBody>
      </p:sp>
      <p:sp>
        <p:nvSpPr>
          <p:cNvPr id="17" name="Click to edit role">
            <a:extLst>
              <a:ext uri="{FF2B5EF4-FFF2-40B4-BE49-F238E27FC236}">
                <a16:creationId xmlns:a16="http://schemas.microsoft.com/office/drawing/2014/main" id="{B7F8A130-4773-4943-B490-D62738C5089B}"/>
              </a:ext>
            </a:extLst>
          </p:cNvPr>
          <p:cNvSpPr>
            <a:spLocks noGrp="1"/>
          </p:cNvSpPr>
          <p:nvPr>
            <p:ph type="body" sz="quarter" idx="14" hasCustomPrompt="1"/>
          </p:nvPr>
        </p:nvSpPr>
        <p:spPr>
          <a:xfrm>
            <a:off x="6592948" y="5485986"/>
            <a:ext cx="5402202" cy="355601"/>
          </a:xfrm>
        </p:spPr>
        <p:txBody>
          <a:bodyPr/>
          <a:lstStyle>
            <a:lvl1pPr algn="l">
              <a:buNone/>
              <a:defRPr sz="1400">
                <a:solidFill>
                  <a:schemeClr val="tx1"/>
                </a:solidFill>
              </a:defRPr>
            </a:lvl1pPr>
          </a:lstStyle>
          <a:p>
            <a:pPr lvl="0"/>
            <a:r>
              <a:rPr lang="en-US"/>
              <a:t>Date</a:t>
            </a:r>
          </a:p>
        </p:txBody>
      </p:sp>
      <p:sp>
        <p:nvSpPr>
          <p:cNvPr id="6" name="TextBox 5">
            <a:extLst>
              <a:ext uri="{FF2B5EF4-FFF2-40B4-BE49-F238E27FC236}">
                <a16:creationId xmlns:a16="http://schemas.microsoft.com/office/drawing/2014/main" id="{C55FCA4A-3F9C-7DAB-9369-0176B268F0A9}"/>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8" name="Graphic 8">
            <a:extLst>
              <a:ext uri="{FF2B5EF4-FFF2-40B4-BE49-F238E27FC236}">
                <a16:creationId xmlns:a16="http://schemas.microsoft.com/office/drawing/2014/main" id="{4F10736E-6ED5-0C6E-6075-508D9F639A18}"/>
              </a:ext>
            </a:extLst>
          </p:cNvPr>
          <p:cNvGrpSpPr/>
          <p:nvPr userDrawn="1"/>
        </p:nvGrpSpPr>
        <p:grpSpPr>
          <a:xfrm>
            <a:off x="265625" y="6323271"/>
            <a:ext cx="1249223" cy="369648"/>
            <a:chOff x="265625" y="6323271"/>
            <a:chExt cx="1249223" cy="369648"/>
          </a:xfrm>
          <a:solidFill>
            <a:srgbClr val="000000"/>
          </a:solidFill>
        </p:grpSpPr>
        <p:grpSp>
          <p:nvGrpSpPr>
            <p:cNvPr id="9" name="Graphic 8">
              <a:extLst>
                <a:ext uri="{FF2B5EF4-FFF2-40B4-BE49-F238E27FC236}">
                  <a16:creationId xmlns:a16="http://schemas.microsoft.com/office/drawing/2014/main" id="{D557BC25-A922-05FC-1A76-D49030DB2267}"/>
                </a:ext>
              </a:extLst>
            </p:cNvPr>
            <p:cNvGrpSpPr/>
            <p:nvPr/>
          </p:nvGrpSpPr>
          <p:grpSpPr>
            <a:xfrm>
              <a:off x="745455" y="6594444"/>
              <a:ext cx="722662" cy="98475"/>
              <a:chOff x="745455" y="6594444"/>
              <a:chExt cx="722662" cy="98475"/>
            </a:xfrm>
            <a:solidFill>
              <a:srgbClr val="000000"/>
            </a:solidFill>
          </p:grpSpPr>
          <p:sp>
            <p:nvSpPr>
              <p:cNvPr id="23" name="Freeform 22">
                <a:extLst>
                  <a:ext uri="{FF2B5EF4-FFF2-40B4-BE49-F238E27FC236}">
                    <a16:creationId xmlns:a16="http://schemas.microsoft.com/office/drawing/2014/main" id="{E523BF60-312B-1E34-6880-BC3B5C2FB758}"/>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24" name="Freeform 23">
                <a:extLst>
                  <a:ext uri="{FF2B5EF4-FFF2-40B4-BE49-F238E27FC236}">
                    <a16:creationId xmlns:a16="http://schemas.microsoft.com/office/drawing/2014/main" id="{6E52B076-2610-E4C9-CEC0-57CF7104EE08}"/>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8CC2BE44-AF25-347C-4A92-7783845A362B}"/>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26" name="Freeform 25">
                <a:extLst>
                  <a:ext uri="{FF2B5EF4-FFF2-40B4-BE49-F238E27FC236}">
                    <a16:creationId xmlns:a16="http://schemas.microsoft.com/office/drawing/2014/main" id="{34953679-859B-D0DA-4ABF-07E9F272DAD6}"/>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27" name="Freeform 26">
                <a:extLst>
                  <a:ext uri="{FF2B5EF4-FFF2-40B4-BE49-F238E27FC236}">
                    <a16:creationId xmlns:a16="http://schemas.microsoft.com/office/drawing/2014/main" id="{DB109C9C-4551-1EB8-2259-0F9209674E9E}"/>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28" name="Freeform 27">
                <a:extLst>
                  <a:ext uri="{FF2B5EF4-FFF2-40B4-BE49-F238E27FC236}">
                    <a16:creationId xmlns:a16="http://schemas.microsoft.com/office/drawing/2014/main" id="{929155CA-1046-8977-BCEE-14423F67DFAE}"/>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29" name="Freeform 28">
                <a:extLst>
                  <a:ext uri="{FF2B5EF4-FFF2-40B4-BE49-F238E27FC236}">
                    <a16:creationId xmlns:a16="http://schemas.microsoft.com/office/drawing/2014/main" id="{9217C2BD-2BFB-EBAE-BCB1-6E002578E6C9}"/>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30" name="Freeform 29">
                <a:extLst>
                  <a:ext uri="{FF2B5EF4-FFF2-40B4-BE49-F238E27FC236}">
                    <a16:creationId xmlns:a16="http://schemas.microsoft.com/office/drawing/2014/main" id="{66D9CBF5-66C1-BF9F-86E0-C51B10B8BECF}"/>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31" name="Freeform 30">
                <a:extLst>
                  <a:ext uri="{FF2B5EF4-FFF2-40B4-BE49-F238E27FC236}">
                    <a16:creationId xmlns:a16="http://schemas.microsoft.com/office/drawing/2014/main" id="{B2149A32-E8CE-21A2-AF4D-E3E8EF4CD02E}"/>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32" name="Freeform 31">
                <a:extLst>
                  <a:ext uri="{FF2B5EF4-FFF2-40B4-BE49-F238E27FC236}">
                    <a16:creationId xmlns:a16="http://schemas.microsoft.com/office/drawing/2014/main" id="{780C4423-7890-B27D-0AD6-86D259CD1CFD}"/>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10" name="Graphic 8">
              <a:extLst>
                <a:ext uri="{FF2B5EF4-FFF2-40B4-BE49-F238E27FC236}">
                  <a16:creationId xmlns:a16="http://schemas.microsoft.com/office/drawing/2014/main" id="{E499E6B1-EF26-255F-D439-2060C0C8D8C4}"/>
                </a:ext>
              </a:extLst>
            </p:cNvPr>
            <p:cNvGrpSpPr/>
            <p:nvPr/>
          </p:nvGrpSpPr>
          <p:grpSpPr>
            <a:xfrm>
              <a:off x="265625" y="6323271"/>
              <a:ext cx="1249223" cy="190348"/>
              <a:chOff x="265625" y="6323271"/>
              <a:chExt cx="1249223" cy="190348"/>
            </a:xfrm>
            <a:solidFill>
              <a:srgbClr val="000000"/>
            </a:solidFill>
          </p:grpSpPr>
          <p:sp>
            <p:nvSpPr>
              <p:cNvPr id="11" name="Freeform 10">
                <a:extLst>
                  <a:ext uri="{FF2B5EF4-FFF2-40B4-BE49-F238E27FC236}">
                    <a16:creationId xmlns:a16="http://schemas.microsoft.com/office/drawing/2014/main" id="{5D3E6056-C980-C277-4EB0-3122E1B37834}"/>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16" name="Freeform 15">
                <a:extLst>
                  <a:ext uri="{FF2B5EF4-FFF2-40B4-BE49-F238E27FC236}">
                    <a16:creationId xmlns:a16="http://schemas.microsoft.com/office/drawing/2014/main" id="{BCA28A45-3EC9-4897-18A7-3B83D668F037}"/>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18" name="Freeform 17">
                <a:extLst>
                  <a:ext uri="{FF2B5EF4-FFF2-40B4-BE49-F238E27FC236}">
                    <a16:creationId xmlns:a16="http://schemas.microsoft.com/office/drawing/2014/main" id="{E1542068-8764-5E63-7689-E23588FB9F96}"/>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82CE85A8-18B9-28CA-3CA7-AF69CD0E7E65}"/>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7240059C-90E8-4CCA-BF9E-22A49938C59A}"/>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21" name="Freeform 20">
                <a:extLst>
                  <a:ext uri="{FF2B5EF4-FFF2-40B4-BE49-F238E27FC236}">
                    <a16:creationId xmlns:a16="http://schemas.microsoft.com/office/drawing/2014/main" id="{78783A41-2765-E1DC-1DCD-C4E2CF3FF0E8}"/>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22" name="Freeform 21">
                <a:extLst>
                  <a:ext uri="{FF2B5EF4-FFF2-40B4-BE49-F238E27FC236}">
                    <a16:creationId xmlns:a16="http://schemas.microsoft.com/office/drawing/2014/main" id="{354F7A79-211B-C147-2C67-7F3BF390F351}"/>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3" name="Title click to edit">
            <a:extLst>
              <a:ext uri="{FF2B5EF4-FFF2-40B4-BE49-F238E27FC236}">
                <a16:creationId xmlns:a16="http://schemas.microsoft.com/office/drawing/2014/main" id="{7692B9CF-CBD9-8BB1-F230-4EB7B6F8F864}"/>
              </a:ext>
            </a:extLst>
          </p:cNvPr>
          <p:cNvSpPr>
            <a:spLocks noGrp="1"/>
          </p:cNvSpPr>
          <p:nvPr>
            <p:ph type="title" hasCustomPrompt="1"/>
          </p:nvPr>
        </p:nvSpPr>
        <p:spPr>
          <a:xfrm>
            <a:off x="6592949" y="1701846"/>
            <a:ext cx="5102866" cy="1234440"/>
          </a:xfrm>
        </p:spPr>
        <p:txBody>
          <a:bodyPr wrap="square" anchor="b"/>
          <a:lstStyle>
            <a:lvl1pPr algn="l">
              <a:defRPr sz="4000" b="0" cap="none" baseline="0">
                <a:solidFill>
                  <a:schemeClr val="accent2"/>
                </a:solidFill>
              </a:defRPr>
            </a:lvl1pPr>
          </a:lstStyle>
          <a:p>
            <a:r>
              <a:rPr lang="en-US" dirty="0"/>
              <a:t>Title Slide – Purple Theme</a:t>
            </a:r>
          </a:p>
        </p:txBody>
      </p:sp>
      <p:sp>
        <p:nvSpPr>
          <p:cNvPr id="4" name="Subtitle click to edit">
            <a:extLst>
              <a:ext uri="{FF2B5EF4-FFF2-40B4-BE49-F238E27FC236}">
                <a16:creationId xmlns:a16="http://schemas.microsoft.com/office/drawing/2014/main" id="{5D44BD56-856D-6181-240D-ED5454B98CF0}"/>
              </a:ext>
            </a:extLst>
          </p:cNvPr>
          <p:cNvSpPr>
            <a:spLocks noGrp="1"/>
          </p:cNvSpPr>
          <p:nvPr>
            <p:ph type="subTitle" idx="10" hasCustomPrompt="1"/>
          </p:nvPr>
        </p:nvSpPr>
        <p:spPr>
          <a:xfrm>
            <a:off x="6592948" y="2986547"/>
            <a:ext cx="5116452" cy="416403"/>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 placeholder</a:t>
            </a:r>
          </a:p>
        </p:txBody>
      </p:sp>
      <p:sp>
        <p:nvSpPr>
          <p:cNvPr id="68" name="Freeform: Shape 67">
            <a:extLst>
              <a:ext uri="{FF2B5EF4-FFF2-40B4-BE49-F238E27FC236}">
                <a16:creationId xmlns:a16="http://schemas.microsoft.com/office/drawing/2014/main" id="{0D16AAF9-608F-69E5-7209-741EB708452B}"/>
              </a:ext>
            </a:extLst>
          </p:cNvPr>
          <p:cNvSpPr/>
          <p:nvPr userDrawn="1"/>
        </p:nvSpPr>
        <p:spPr>
          <a:xfrm>
            <a:off x="-7657" y="648483"/>
            <a:ext cx="12205474" cy="5413289"/>
          </a:xfrm>
          <a:custGeom>
            <a:avLst/>
            <a:gdLst>
              <a:gd name="connsiteX0" fmla="*/ 7251847 w 12205474"/>
              <a:gd name="connsiteY0" fmla="*/ 0 h 5413289"/>
              <a:gd name="connsiteX1" fmla="*/ 12205474 w 12205474"/>
              <a:gd name="connsiteY1" fmla="*/ 0 h 5413289"/>
              <a:gd name="connsiteX2" fmla="*/ 12205474 w 12205474"/>
              <a:gd name="connsiteY2" fmla="*/ 76269 h 5413289"/>
              <a:gd name="connsiteX3" fmla="*/ 7251847 w 12205474"/>
              <a:gd name="connsiteY3" fmla="*/ 76269 h 5413289"/>
              <a:gd name="connsiteX4" fmla="*/ 6672965 w 12205474"/>
              <a:gd name="connsiteY4" fmla="*/ 191435 h 5413289"/>
              <a:gd name="connsiteX5" fmla="*/ 6182235 w 12205474"/>
              <a:gd name="connsiteY5" fmla="*/ 519327 h 5413289"/>
              <a:gd name="connsiteX6" fmla="*/ 1792619 w 12205474"/>
              <a:gd name="connsiteY6" fmla="*/ 4923656 h 5413289"/>
              <a:gd name="connsiteX7" fmla="*/ 1252315 w 12205474"/>
              <a:gd name="connsiteY7" fmla="*/ 5284725 h 5413289"/>
              <a:gd name="connsiteX8" fmla="*/ 615085 w 12205474"/>
              <a:gd name="connsiteY8" fmla="*/ 5411458 h 5413289"/>
              <a:gd name="connsiteX9" fmla="*/ 0 w 12205474"/>
              <a:gd name="connsiteY9" fmla="*/ 5413289 h 5413289"/>
              <a:gd name="connsiteX10" fmla="*/ 0 w 12205474"/>
              <a:gd name="connsiteY10" fmla="*/ 5336993 h 5413289"/>
              <a:gd name="connsiteX11" fmla="*/ 615085 w 12205474"/>
              <a:gd name="connsiteY11" fmla="*/ 5335189 h 5413289"/>
              <a:gd name="connsiteX12" fmla="*/ 1738659 w 12205474"/>
              <a:gd name="connsiteY12" fmla="*/ 4869823 h 5413289"/>
              <a:gd name="connsiteX13" fmla="*/ 6128274 w 12205474"/>
              <a:gd name="connsiteY13" fmla="*/ 465366 h 5413289"/>
              <a:gd name="connsiteX14" fmla="*/ 7251847 w 12205474"/>
              <a:gd name="connsiteY14" fmla="*/ 0 h 5413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05474" h="5413289">
                <a:moveTo>
                  <a:pt x="7251847" y="0"/>
                </a:moveTo>
                <a:lnTo>
                  <a:pt x="12205474" y="0"/>
                </a:lnTo>
                <a:lnTo>
                  <a:pt x="12205474" y="76269"/>
                </a:lnTo>
                <a:lnTo>
                  <a:pt x="7251847" y="76269"/>
                </a:lnTo>
                <a:cubicBezTo>
                  <a:pt x="7052214" y="76269"/>
                  <a:pt x="6857409" y="115039"/>
                  <a:pt x="6672965" y="191435"/>
                </a:cubicBezTo>
                <a:cubicBezTo>
                  <a:pt x="6488519" y="267830"/>
                  <a:pt x="6323397" y="378166"/>
                  <a:pt x="6182235" y="519327"/>
                </a:cubicBezTo>
                <a:lnTo>
                  <a:pt x="1792619" y="4923656"/>
                </a:lnTo>
                <a:cubicBezTo>
                  <a:pt x="1637157" y="5079181"/>
                  <a:pt x="1455382" y="5200638"/>
                  <a:pt x="1252315" y="5284725"/>
                </a:cubicBezTo>
                <a:cubicBezTo>
                  <a:pt x="1049248" y="5368811"/>
                  <a:pt x="834867" y="5411458"/>
                  <a:pt x="615085" y="5411458"/>
                </a:cubicBezTo>
                <a:lnTo>
                  <a:pt x="0" y="5413289"/>
                </a:lnTo>
                <a:lnTo>
                  <a:pt x="0" y="5336993"/>
                </a:lnTo>
                <a:lnTo>
                  <a:pt x="615085" y="5335189"/>
                </a:lnTo>
                <a:cubicBezTo>
                  <a:pt x="1036536" y="5335189"/>
                  <a:pt x="1440700" y="5167779"/>
                  <a:pt x="1738659" y="4869823"/>
                </a:cubicBezTo>
                <a:lnTo>
                  <a:pt x="6128274" y="465366"/>
                </a:lnTo>
                <a:cubicBezTo>
                  <a:pt x="6426298" y="167410"/>
                  <a:pt x="6830460" y="0"/>
                  <a:pt x="7251847" y="0"/>
                </a:cubicBezTo>
                <a:close/>
              </a:path>
            </a:pathLst>
          </a:custGeom>
          <a:gradFill>
            <a:gsLst>
              <a:gs pos="20000">
                <a:srgbClr val="0095C4"/>
              </a:gs>
              <a:gs pos="80000">
                <a:srgbClr val="6C4B91"/>
              </a:gs>
            </a:gsLst>
            <a:lin ang="0" scaled="1"/>
          </a:gradFill>
          <a:ln w="0" cap="flat">
            <a:noFill/>
            <a:prstDash val="solid"/>
            <a:miter/>
          </a:ln>
        </p:spPr>
        <p:txBody>
          <a:bodyPr rtlCol="0" anchor="ctr"/>
          <a:lstStyle/>
          <a:p>
            <a:endParaRPr lang="en-US"/>
          </a:p>
        </p:txBody>
      </p:sp>
      <p:sp>
        <p:nvSpPr>
          <p:cNvPr id="2" name="Oval 1">
            <a:extLst>
              <a:ext uri="{FF2B5EF4-FFF2-40B4-BE49-F238E27FC236}">
                <a16:creationId xmlns:a16="http://schemas.microsoft.com/office/drawing/2014/main" id="{7EEF8CCC-ED0F-770B-FFBE-2EC7788ABA9E}"/>
              </a:ext>
            </a:extLst>
          </p:cNvPr>
          <p:cNvSpPr/>
          <p:nvPr userDrawn="1"/>
        </p:nvSpPr>
        <p:spPr>
          <a:xfrm>
            <a:off x="1635271" y="1308100"/>
            <a:ext cx="4241798" cy="4241794"/>
          </a:xfrm>
          <a:prstGeom prst="ellipse">
            <a:avLst/>
          </a:prstGeom>
          <a:solidFill>
            <a:schemeClr val="bg1">
              <a:alpha val="25000"/>
            </a:schemeClr>
          </a:solidFill>
          <a:ln w="349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5" name="Oval 4">
            <a:extLst>
              <a:ext uri="{FF2B5EF4-FFF2-40B4-BE49-F238E27FC236}">
                <a16:creationId xmlns:a16="http://schemas.microsoft.com/office/drawing/2014/main" id="{119BEB69-CD61-51C2-524B-9F4A73E93B9D}"/>
              </a:ext>
            </a:extLst>
          </p:cNvPr>
          <p:cNvSpPr/>
          <p:nvPr userDrawn="1"/>
        </p:nvSpPr>
        <p:spPr>
          <a:xfrm rot="13500000">
            <a:off x="1954577" y="1627406"/>
            <a:ext cx="3603186" cy="3603182"/>
          </a:xfrm>
          <a:prstGeom prst="ellipse">
            <a:avLst/>
          </a:prstGeom>
          <a:solidFill>
            <a:schemeClr val="bg1"/>
          </a:solidFill>
          <a:ln w="69850">
            <a:gradFill>
              <a:gsLst>
                <a:gs pos="3670">
                  <a:schemeClr val="accent5"/>
                </a:gs>
                <a:gs pos="40000">
                  <a:schemeClr val="accent2"/>
                </a:gs>
                <a:gs pos="90000">
                  <a:schemeClr val="accent5"/>
                </a:gs>
                <a:gs pos="67000">
                  <a:schemeClr val="accent5"/>
                </a:gs>
              </a:gsLst>
              <a:lin ang="2700000" scaled="0"/>
            </a:gra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7" name="TextBox 6">
            <a:extLst>
              <a:ext uri="{FF2B5EF4-FFF2-40B4-BE49-F238E27FC236}">
                <a16:creationId xmlns:a16="http://schemas.microsoft.com/office/drawing/2014/main" id="{40999261-6785-9C1D-8C6B-CABB7CFCD132}"/>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22151676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14="http://schemas.microsoft.com/office/drawing/2010/main" xmlns:a16="http://schemas.microsoft.com/office/drawing/2014/main"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VCF-light-title-a">
    <p:spTree>
      <p:nvGrpSpPr>
        <p:cNvPr id="1" name=""/>
        <p:cNvGrpSpPr/>
        <p:nvPr/>
      </p:nvGrpSpPr>
      <p:grpSpPr>
        <a:xfrm>
          <a:off x="0" y="0"/>
          <a:ext cx="0" cy="0"/>
          <a:chOff x="0" y="0"/>
          <a:chExt cx="0" cy="0"/>
        </a:xfrm>
      </p:grpSpPr>
      <p:pic>
        <p:nvPicPr>
          <p:cNvPr id="9" name="Picture 8" descr="A blue and purple logo&#10;&#10;AI-generated content may be incorrect.">
            <a:extLst>
              <a:ext uri="{FF2B5EF4-FFF2-40B4-BE49-F238E27FC236}">
                <a16:creationId xmlns:a16="http://schemas.microsoft.com/office/drawing/2014/main" id="{088E83B3-06E8-3422-25B9-678291A06476}"/>
              </a:ext>
            </a:extLst>
          </p:cNvPr>
          <p:cNvPicPr>
            <a:picLocks noChangeAspect="1"/>
          </p:cNvPicPr>
          <p:nvPr userDrawn="1"/>
        </p:nvPicPr>
        <p:blipFill>
          <a:blip r:embed="rId2"/>
          <a:stretch>
            <a:fillRect/>
          </a:stretch>
        </p:blipFill>
        <p:spPr>
          <a:xfrm>
            <a:off x="-1" y="893"/>
            <a:ext cx="12188825" cy="6856212"/>
          </a:xfrm>
          <a:prstGeom prst="rect">
            <a:avLst/>
          </a:prstGeom>
        </p:spPr>
      </p:pic>
      <p:sp>
        <p:nvSpPr>
          <p:cNvPr id="8" name="TextBox 7">
            <a:extLst>
              <a:ext uri="{FF2B5EF4-FFF2-40B4-BE49-F238E27FC236}">
                <a16:creationId xmlns:a16="http://schemas.microsoft.com/office/drawing/2014/main" id="{3C7B8C08-E55B-5997-3ADB-17EE656EFF8A}"/>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
        <p:nvSpPr>
          <p:cNvPr id="2" name="Title click to edit"/>
          <p:cNvSpPr>
            <a:spLocks noGrp="1"/>
          </p:cNvSpPr>
          <p:nvPr>
            <p:ph type="title" hasCustomPrompt="1"/>
          </p:nvPr>
        </p:nvSpPr>
        <p:spPr>
          <a:xfrm>
            <a:off x="633266" y="1701846"/>
            <a:ext cx="4735225" cy="1234440"/>
          </a:xfrm>
        </p:spPr>
        <p:txBody>
          <a:bodyPr wrap="square" anchor="b"/>
          <a:lstStyle>
            <a:lvl1pPr algn="l">
              <a:defRPr sz="4000" b="0" cap="none" baseline="0">
                <a:solidFill>
                  <a:schemeClr val="accent2"/>
                </a:solidFill>
              </a:defRPr>
            </a:lvl1pPr>
          </a:lstStyle>
          <a:p>
            <a:r>
              <a:rPr lang="en-US" dirty="0"/>
              <a:t>Title Slide – Light Theme</a:t>
            </a:r>
          </a:p>
        </p:txBody>
      </p:sp>
      <p:sp>
        <p:nvSpPr>
          <p:cNvPr id="128" name="Subtitle click to edit">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34245" y="2986547"/>
            <a:ext cx="4747832" cy="416403"/>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subtitle placeholder</a:t>
            </a:r>
          </a:p>
        </p:txBody>
      </p:sp>
      <p:sp>
        <p:nvSpPr>
          <p:cNvPr id="7" name="Click to edit Speaker Name ">
            <a:extLst>
              <a:ext uri="{FF2B5EF4-FFF2-40B4-BE49-F238E27FC236}">
                <a16:creationId xmlns:a16="http://schemas.microsoft.com/office/drawing/2014/main" id="{DEA43E1E-B208-4DC4-9D6A-01669D00DA14}"/>
              </a:ext>
            </a:extLst>
          </p:cNvPr>
          <p:cNvSpPr>
            <a:spLocks noGrp="1"/>
          </p:cNvSpPr>
          <p:nvPr>
            <p:ph type="body" sz="quarter" idx="11" hasCustomPrompt="1"/>
          </p:nvPr>
        </p:nvSpPr>
        <p:spPr>
          <a:xfrm>
            <a:off x="654831" y="4737425"/>
            <a:ext cx="5012995" cy="355601"/>
          </a:xfrm>
        </p:spPr>
        <p:txBody>
          <a:bodyPr anchor="b"/>
          <a:lstStyle>
            <a:lvl1pPr marL="0" marR="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lang="en-US" sz="1600" b="0" i="0" u="none" strike="noStrike" smtClean="0">
                <a:solidFill>
                  <a:schemeClr val="tx1"/>
                </a:solidFill>
                <a:effectLst/>
              </a:defRPr>
            </a:lvl1pPr>
          </a:lstStyle>
          <a:p>
            <a:pPr marL="0" marR="0" lvl="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a:pPr>
            <a:r>
              <a:rPr lang="en-US" dirty="0"/>
              <a:t>Speaker Name (Insert pronouns)</a:t>
            </a:r>
          </a:p>
        </p:txBody>
      </p:sp>
      <p:sp>
        <p:nvSpPr>
          <p:cNvPr id="129" name="Click to edit role">
            <a:extLst>
              <a:ext uri="{FF2B5EF4-FFF2-40B4-BE49-F238E27FC236}">
                <a16:creationId xmlns:a16="http://schemas.microsoft.com/office/drawing/2014/main" id="{2111BB8B-7B37-4FB4-B2CD-984FE1C6C5E4}"/>
              </a:ext>
            </a:extLst>
          </p:cNvPr>
          <p:cNvSpPr>
            <a:spLocks noGrp="1"/>
          </p:cNvSpPr>
          <p:nvPr>
            <p:ph type="body" sz="quarter" idx="12" hasCustomPrompt="1"/>
          </p:nvPr>
        </p:nvSpPr>
        <p:spPr>
          <a:xfrm>
            <a:off x="654831" y="5117480"/>
            <a:ext cx="5012995" cy="355601"/>
          </a:xfrm>
        </p:spPr>
        <p:txBody>
          <a:bodyPr anchor="t"/>
          <a:lstStyle>
            <a:lvl1pPr algn="l">
              <a:buNone/>
              <a:defRPr sz="1600">
                <a:solidFill>
                  <a:schemeClr val="tx1"/>
                </a:solidFill>
              </a:defRPr>
            </a:lvl1pPr>
          </a:lstStyle>
          <a:p>
            <a:pPr lvl="0"/>
            <a:r>
              <a:rPr lang="en-US" dirty="0"/>
              <a:t>Role / Division, Broadcom</a:t>
            </a:r>
          </a:p>
        </p:txBody>
      </p:sp>
      <p:sp>
        <p:nvSpPr>
          <p:cNvPr id="18" name="Click to edit role">
            <a:extLst>
              <a:ext uri="{FF2B5EF4-FFF2-40B4-BE49-F238E27FC236}">
                <a16:creationId xmlns:a16="http://schemas.microsoft.com/office/drawing/2014/main" id="{006FF8D0-7AF6-C549-9BFB-E838D6CDCA0E}"/>
              </a:ext>
            </a:extLst>
          </p:cNvPr>
          <p:cNvSpPr>
            <a:spLocks noGrp="1"/>
          </p:cNvSpPr>
          <p:nvPr>
            <p:ph type="body" sz="quarter" idx="14" hasCustomPrompt="1"/>
          </p:nvPr>
        </p:nvSpPr>
        <p:spPr>
          <a:xfrm>
            <a:off x="654831" y="5485986"/>
            <a:ext cx="5012995" cy="355601"/>
          </a:xfrm>
        </p:spPr>
        <p:txBody>
          <a:bodyPr anchor="ctr"/>
          <a:lstStyle>
            <a:lvl1pPr algn="l">
              <a:buNone/>
              <a:defRPr sz="1600">
                <a:solidFill>
                  <a:schemeClr val="tx1"/>
                </a:solidFill>
              </a:defRPr>
            </a:lvl1pPr>
          </a:lstStyle>
          <a:p>
            <a:pPr lvl="0"/>
            <a:r>
              <a:rPr lang="en-US"/>
              <a:t>Date</a:t>
            </a:r>
          </a:p>
        </p:txBody>
      </p:sp>
      <p:grpSp>
        <p:nvGrpSpPr>
          <p:cNvPr id="55" name="Graphic 8">
            <a:extLst>
              <a:ext uri="{FF2B5EF4-FFF2-40B4-BE49-F238E27FC236}">
                <a16:creationId xmlns:a16="http://schemas.microsoft.com/office/drawing/2014/main" id="{BAF838CA-49F3-885B-C026-D4C6B5E51AA9}"/>
              </a:ext>
            </a:extLst>
          </p:cNvPr>
          <p:cNvGrpSpPr/>
          <p:nvPr/>
        </p:nvGrpSpPr>
        <p:grpSpPr>
          <a:xfrm>
            <a:off x="265625" y="6323271"/>
            <a:ext cx="1249223" cy="369648"/>
            <a:chOff x="265625" y="6323271"/>
            <a:chExt cx="1249223" cy="369648"/>
          </a:xfrm>
          <a:solidFill>
            <a:srgbClr val="000000"/>
          </a:solidFill>
        </p:grpSpPr>
        <p:grpSp>
          <p:nvGrpSpPr>
            <p:cNvPr id="56" name="Graphic 8">
              <a:extLst>
                <a:ext uri="{FF2B5EF4-FFF2-40B4-BE49-F238E27FC236}">
                  <a16:creationId xmlns:a16="http://schemas.microsoft.com/office/drawing/2014/main" id="{91AFFF59-3E20-ED5A-C64D-6AD2EC10FA71}"/>
                </a:ext>
              </a:extLst>
            </p:cNvPr>
            <p:cNvGrpSpPr/>
            <p:nvPr/>
          </p:nvGrpSpPr>
          <p:grpSpPr>
            <a:xfrm>
              <a:off x="745455" y="6594444"/>
              <a:ext cx="722662" cy="98475"/>
              <a:chOff x="745455" y="6594444"/>
              <a:chExt cx="722662" cy="98475"/>
            </a:xfrm>
            <a:solidFill>
              <a:srgbClr val="000000"/>
            </a:solidFill>
          </p:grpSpPr>
          <p:sp>
            <p:nvSpPr>
              <p:cNvPr id="131" name="Freeform 130">
                <a:extLst>
                  <a:ext uri="{FF2B5EF4-FFF2-40B4-BE49-F238E27FC236}">
                    <a16:creationId xmlns:a16="http://schemas.microsoft.com/office/drawing/2014/main" id="{26A3A367-AF7A-3CE1-7219-BF42CFB83015}"/>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132" name="Freeform 131">
                <a:extLst>
                  <a:ext uri="{FF2B5EF4-FFF2-40B4-BE49-F238E27FC236}">
                    <a16:creationId xmlns:a16="http://schemas.microsoft.com/office/drawing/2014/main" id="{87557BA2-6363-9310-7758-7E46B2725CB3}"/>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133" name="Freeform 132">
                <a:extLst>
                  <a:ext uri="{FF2B5EF4-FFF2-40B4-BE49-F238E27FC236}">
                    <a16:creationId xmlns:a16="http://schemas.microsoft.com/office/drawing/2014/main" id="{98E3995A-00E8-9970-E347-1DB033726417}"/>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134" name="Freeform 133">
                <a:extLst>
                  <a:ext uri="{FF2B5EF4-FFF2-40B4-BE49-F238E27FC236}">
                    <a16:creationId xmlns:a16="http://schemas.microsoft.com/office/drawing/2014/main" id="{E557F3F2-0097-5608-0D6B-ADBD20A05750}"/>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135" name="Freeform 134">
                <a:extLst>
                  <a:ext uri="{FF2B5EF4-FFF2-40B4-BE49-F238E27FC236}">
                    <a16:creationId xmlns:a16="http://schemas.microsoft.com/office/drawing/2014/main" id="{A1EE9404-4BD9-8680-1C8A-3B583B492853}"/>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136" name="Freeform 135">
                <a:extLst>
                  <a:ext uri="{FF2B5EF4-FFF2-40B4-BE49-F238E27FC236}">
                    <a16:creationId xmlns:a16="http://schemas.microsoft.com/office/drawing/2014/main" id="{FC84855E-D060-5D16-8F8D-2BD34D9B94F5}"/>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137" name="Freeform 136">
                <a:extLst>
                  <a:ext uri="{FF2B5EF4-FFF2-40B4-BE49-F238E27FC236}">
                    <a16:creationId xmlns:a16="http://schemas.microsoft.com/office/drawing/2014/main" id="{031F79CD-4C5E-D24F-635E-7A7B48781101}"/>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138" name="Freeform 137">
                <a:extLst>
                  <a:ext uri="{FF2B5EF4-FFF2-40B4-BE49-F238E27FC236}">
                    <a16:creationId xmlns:a16="http://schemas.microsoft.com/office/drawing/2014/main" id="{DAD1797E-9105-FA8E-4A81-FDC253F04EAD}"/>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139" name="Freeform 138">
                <a:extLst>
                  <a:ext uri="{FF2B5EF4-FFF2-40B4-BE49-F238E27FC236}">
                    <a16:creationId xmlns:a16="http://schemas.microsoft.com/office/drawing/2014/main" id="{6CDD0DC3-97C4-C10E-1058-099303CC93F6}"/>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140" name="Freeform 139">
                <a:extLst>
                  <a:ext uri="{FF2B5EF4-FFF2-40B4-BE49-F238E27FC236}">
                    <a16:creationId xmlns:a16="http://schemas.microsoft.com/office/drawing/2014/main" id="{CEBC9053-842B-8221-2B9E-1E02856F9974}"/>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57" name="Graphic 8">
              <a:extLst>
                <a:ext uri="{FF2B5EF4-FFF2-40B4-BE49-F238E27FC236}">
                  <a16:creationId xmlns:a16="http://schemas.microsoft.com/office/drawing/2014/main" id="{C3D6A2E6-7175-657A-FFEE-732370A03645}"/>
                </a:ext>
              </a:extLst>
            </p:cNvPr>
            <p:cNvGrpSpPr/>
            <p:nvPr/>
          </p:nvGrpSpPr>
          <p:grpSpPr>
            <a:xfrm>
              <a:off x="265625" y="6323271"/>
              <a:ext cx="1249223" cy="190348"/>
              <a:chOff x="265625" y="6323271"/>
              <a:chExt cx="1249223" cy="190348"/>
            </a:xfrm>
            <a:solidFill>
              <a:srgbClr val="000000"/>
            </a:solidFill>
          </p:grpSpPr>
          <p:sp>
            <p:nvSpPr>
              <p:cNvPr id="58" name="Freeform 57">
                <a:extLst>
                  <a:ext uri="{FF2B5EF4-FFF2-40B4-BE49-F238E27FC236}">
                    <a16:creationId xmlns:a16="http://schemas.microsoft.com/office/drawing/2014/main" id="{6EE5B3D8-4F75-F4A5-6852-90C7E67B399F}"/>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59" name="Freeform 58">
                <a:extLst>
                  <a:ext uri="{FF2B5EF4-FFF2-40B4-BE49-F238E27FC236}">
                    <a16:creationId xmlns:a16="http://schemas.microsoft.com/office/drawing/2014/main" id="{8D359421-6F5E-68EB-A130-9078431086FE}"/>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60" name="Freeform 59">
                <a:extLst>
                  <a:ext uri="{FF2B5EF4-FFF2-40B4-BE49-F238E27FC236}">
                    <a16:creationId xmlns:a16="http://schemas.microsoft.com/office/drawing/2014/main" id="{3B593B1C-97BF-E3FD-9202-FAE7DC7D404F}"/>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61" name="Freeform 60">
                <a:extLst>
                  <a:ext uri="{FF2B5EF4-FFF2-40B4-BE49-F238E27FC236}">
                    <a16:creationId xmlns:a16="http://schemas.microsoft.com/office/drawing/2014/main" id="{684036B4-CA32-5C66-D108-9873B6C3702C}"/>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62" name="Freeform 61">
                <a:extLst>
                  <a:ext uri="{FF2B5EF4-FFF2-40B4-BE49-F238E27FC236}">
                    <a16:creationId xmlns:a16="http://schemas.microsoft.com/office/drawing/2014/main" id="{76DBD31D-FDBB-F787-B22E-2F397F09B54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63" name="Freeform 62">
                <a:extLst>
                  <a:ext uri="{FF2B5EF4-FFF2-40B4-BE49-F238E27FC236}">
                    <a16:creationId xmlns:a16="http://schemas.microsoft.com/office/drawing/2014/main" id="{98164034-B26F-5ACB-9B90-EBBD1F9B1137}"/>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130" name="Freeform 129">
                <a:extLst>
                  <a:ext uri="{FF2B5EF4-FFF2-40B4-BE49-F238E27FC236}">
                    <a16:creationId xmlns:a16="http://schemas.microsoft.com/office/drawing/2014/main" id="{347DB589-B53E-03EB-2555-D38B1A06D8EF}"/>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grpSp>
        <p:nvGrpSpPr>
          <p:cNvPr id="37" name="Graphic 8">
            <a:extLst>
              <a:ext uri="{FF2B5EF4-FFF2-40B4-BE49-F238E27FC236}">
                <a16:creationId xmlns:a16="http://schemas.microsoft.com/office/drawing/2014/main" id="{BAF838CA-49F3-885B-C026-D4C6B5E51AA9}"/>
              </a:ext>
            </a:extLst>
          </p:cNvPr>
          <p:cNvGrpSpPr/>
          <p:nvPr userDrawn="1"/>
        </p:nvGrpSpPr>
        <p:grpSpPr>
          <a:xfrm>
            <a:off x="265625" y="6323271"/>
            <a:ext cx="1249223" cy="369648"/>
            <a:chOff x="265625" y="6323271"/>
            <a:chExt cx="1249223" cy="369648"/>
          </a:xfrm>
          <a:solidFill>
            <a:srgbClr val="000000"/>
          </a:solidFill>
        </p:grpSpPr>
        <p:grpSp>
          <p:nvGrpSpPr>
            <p:cNvPr id="38" name="Graphic 8">
              <a:extLst>
                <a:ext uri="{FF2B5EF4-FFF2-40B4-BE49-F238E27FC236}">
                  <a16:creationId xmlns:a16="http://schemas.microsoft.com/office/drawing/2014/main" id="{91AFFF59-3E20-ED5A-C64D-6AD2EC10FA71}"/>
                </a:ext>
              </a:extLst>
            </p:cNvPr>
            <p:cNvGrpSpPr/>
            <p:nvPr/>
          </p:nvGrpSpPr>
          <p:grpSpPr>
            <a:xfrm>
              <a:off x="745455" y="6594444"/>
              <a:ext cx="722662" cy="98475"/>
              <a:chOff x="745455" y="6594444"/>
              <a:chExt cx="722662" cy="98475"/>
            </a:xfrm>
            <a:solidFill>
              <a:srgbClr val="000000"/>
            </a:solidFill>
          </p:grpSpPr>
          <p:sp>
            <p:nvSpPr>
              <p:cNvPr id="47" name="Freeform 46">
                <a:extLst>
                  <a:ext uri="{FF2B5EF4-FFF2-40B4-BE49-F238E27FC236}">
                    <a16:creationId xmlns:a16="http://schemas.microsoft.com/office/drawing/2014/main" id="{26A3A367-AF7A-3CE1-7219-BF42CFB83015}"/>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48" name="Freeform 47">
                <a:extLst>
                  <a:ext uri="{FF2B5EF4-FFF2-40B4-BE49-F238E27FC236}">
                    <a16:creationId xmlns:a16="http://schemas.microsoft.com/office/drawing/2014/main" id="{87557BA2-6363-9310-7758-7E46B2725CB3}"/>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49" name="Freeform 48">
                <a:extLst>
                  <a:ext uri="{FF2B5EF4-FFF2-40B4-BE49-F238E27FC236}">
                    <a16:creationId xmlns:a16="http://schemas.microsoft.com/office/drawing/2014/main" id="{98E3995A-00E8-9970-E347-1DB033726417}"/>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50" name="Freeform 49">
                <a:extLst>
                  <a:ext uri="{FF2B5EF4-FFF2-40B4-BE49-F238E27FC236}">
                    <a16:creationId xmlns:a16="http://schemas.microsoft.com/office/drawing/2014/main" id="{E557F3F2-0097-5608-0D6B-ADBD20A05750}"/>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51" name="Freeform 50">
                <a:extLst>
                  <a:ext uri="{FF2B5EF4-FFF2-40B4-BE49-F238E27FC236}">
                    <a16:creationId xmlns:a16="http://schemas.microsoft.com/office/drawing/2014/main" id="{A1EE9404-4BD9-8680-1C8A-3B583B492853}"/>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2" name="Freeform 51">
                <a:extLst>
                  <a:ext uri="{FF2B5EF4-FFF2-40B4-BE49-F238E27FC236}">
                    <a16:creationId xmlns:a16="http://schemas.microsoft.com/office/drawing/2014/main" id="{FC84855E-D060-5D16-8F8D-2BD34D9B94F5}"/>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64" name="Freeform 63">
                <a:extLst>
                  <a:ext uri="{FF2B5EF4-FFF2-40B4-BE49-F238E27FC236}">
                    <a16:creationId xmlns:a16="http://schemas.microsoft.com/office/drawing/2014/main" id="{031F79CD-4C5E-D24F-635E-7A7B48781101}"/>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65" name="Freeform 64">
                <a:extLst>
                  <a:ext uri="{FF2B5EF4-FFF2-40B4-BE49-F238E27FC236}">
                    <a16:creationId xmlns:a16="http://schemas.microsoft.com/office/drawing/2014/main" id="{DAD1797E-9105-FA8E-4A81-FDC253F04EAD}"/>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66" name="Freeform 65">
                <a:extLst>
                  <a:ext uri="{FF2B5EF4-FFF2-40B4-BE49-F238E27FC236}">
                    <a16:creationId xmlns:a16="http://schemas.microsoft.com/office/drawing/2014/main" id="{6CDD0DC3-97C4-C10E-1058-099303CC93F6}"/>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67" name="Freeform 66">
                <a:extLst>
                  <a:ext uri="{FF2B5EF4-FFF2-40B4-BE49-F238E27FC236}">
                    <a16:creationId xmlns:a16="http://schemas.microsoft.com/office/drawing/2014/main" id="{CEBC9053-842B-8221-2B9E-1E02856F9974}"/>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39" name="Graphic 8">
              <a:extLst>
                <a:ext uri="{FF2B5EF4-FFF2-40B4-BE49-F238E27FC236}">
                  <a16:creationId xmlns:a16="http://schemas.microsoft.com/office/drawing/2014/main" id="{C3D6A2E6-7175-657A-FFEE-732370A03645}"/>
                </a:ext>
              </a:extLst>
            </p:cNvPr>
            <p:cNvGrpSpPr/>
            <p:nvPr/>
          </p:nvGrpSpPr>
          <p:grpSpPr>
            <a:xfrm>
              <a:off x="265625" y="6323271"/>
              <a:ext cx="1249223" cy="190348"/>
              <a:chOff x="265625" y="6323271"/>
              <a:chExt cx="1249223" cy="190348"/>
            </a:xfrm>
            <a:solidFill>
              <a:srgbClr val="000000"/>
            </a:solidFill>
          </p:grpSpPr>
          <p:sp>
            <p:nvSpPr>
              <p:cNvPr id="40" name="Freeform 39">
                <a:extLst>
                  <a:ext uri="{FF2B5EF4-FFF2-40B4-BE49-F238E27FC236}">
                    <a16:creationId xmlns:a16="http://schemas.microsoft.com/office/drawing/2014/main" id="{6EE5B3D8-4F75-F4A5-6852-90C7E67B399F}"/>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41" name="Freeform 40">
                <a:extLst>
                  <a:ext uri="{FF2B5EF4-FFF2-40B4-BE49-F238E27FC236}">
                    <a16:creationId xmlns:a16="http://schemas.microsoft.com/office/drawing/2014/main" id="{8D359421-6F5E-68EB-A130-9078431086FE}"/>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42" name="Freeform 41">
                <a:extLst>
                  <a:ext uri="{FF2B5EF4-FFF2-40B4-BE49-F238E27FC236}">
                    <a16:creationId xmlns:a16="http://schemas.microsoft.com/office/drawing/2014/main" id="{3B593B1C-97BF-E3FD-9202-FAE7DC7D404F}"/>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43" name="Freeform 42">
                <a:extLst>
                  <a:ext uri="{FF2B5EF4-FFF2-40B4-BE49-F238E27FC236}">
                    <a16:creationId xmlns:a16="http://schemas.microsoft.com/office/drawing/2014/main" id="{684036B4-CA32-5C66-D108-9873B6C3702C}"/>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44" name="Freeform 43">
                <a:extLst>
                  <a:ext uri="{FF2B5EF4-FFF2-40B4-BE49-F238E27FC236}">
                    <a16:creationId xmlns:a16="http://schemas.microsoft.com/office/drawing/2014/main" id="{76DBD31D-FDBB-F787-B22E-2F397F09B54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45" name="Freeform 44">
                <a:extLst>
                  <a:ext uri="{FF2B5EF4-FFF2-40B4-BE49-F238E27FC236}">
                    <a16:creationId xmlns:a16="http://schemas.microsoft.com/office/drawing/2014/main" id="{98164034-B26F-5ACB-9B90-EBBD1F9B1137}"/>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46" name="Freeform 45">
                <a:extLst>
                  <a:ext uri="{FF2B5EF4-FFF2-40B4-BE49-F238E27FC236}">
                    <a16:creationId xmlns:a16="http://schemas.microsoft.com/office/drawing/2014/main" id="{347DB589-B53E-03EB-2555-D38B1A06D8EF}"/>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pic>
        <p:nvPicPr>
          <p:cNvPr id="3" name="Graphic 2">
            <a:extLst>
              <a:ext uri="{FF2B5EF4-FFF2-40B4-BE49-F238E27FC236}">
                <a16:creationId xmlns:a16="http://schemas.microsoft.com/office/drawing/2014/main" id="{7A74F6F2-D5AA-DDD5-DBE7-9788B252F9B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633266" y="570134"/>
            <a:ext cx="2857719" cy="562472"/>
          </a:xfrm>
          <a:prstGeom prst="rect">
            <a:avLst/>
          </a:prstGeom>
        </p:spPr>
      </p:pic>
    </p:spTree>
    <p:extLst>
      <p:ext uri="{BB962C8B-B14F-4D97-AF65-F5344CB8AC3E}">
        <p14:creationId xmlns:p14="http://schemas.microsoft.com/office/powerpoint/2010/main" val="26960431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16="http://schemas.microsoft.com/office/drawing/2014/main"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1_VCF-light-title-a">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3C7B8C08-E55B-5997-3ADB-17EE656EFF8A}"/>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
        <p:nvSpPr>
          <p:cNvPr id="2" name="Title click to edit"/>
          <p:cNvSpPr>
            <a:spLocks noGrp="1"/>
          </p:cNvSpPr>
          <p:nvPr>
            <p:ph type="title" hasCustomPrompt="1"/>
          </p:nvPr>
        </p:nvSpPr>
        <p:spPr>
          <a:xfrm>
            <a:off x="633266" y="1701846"/>
            <a:ext cx="4735225" cy="1234440"/>
          </a:xfrm>
        </p:spPr>
        <p:txBody>
          <a:bodyPr wrap="square" anchor="b"/>
          <a:lstStyle>
            <a:lvl1pPr algn="l">
              <a:defRPr sz="4000" b="0" cap="none" baseline="0">
                <a:solidFill>
                  <a:schemeClr val="accent2"/>
                </a:solidFill>
              </a:defRPr>
            </a:lvl1pPr>
          </a:lstStyle>
          <a:p>
            <a:r>
              <a:rPr lang="en-US" dirty="0"/>
              <a:t>Title Slide – Light Theme</a:t>
            </a:r>
          </a:p>
        </p:txBody>
      </p:sp>
      <p:sp>
        <p:nvSpPr>
          <p:cNvPr id="128" name="Subtitle click to edit">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34245" y="2986547"/>
            <a:ext cx="4747832" cy="416403"/>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subtitle placeholder</a:t>
            </a:r>
          </a:p>
        </p:txBody>
      </p:sp>
      <p:sp>
        <p:nvSpPr>
          <p:cNvPr id="7" name="Click to edit Speaker Name ">
            <a:extLst>
              <a:ext uri="{FF2B5EF4-FFF2-40B4-BE49-F238E27FC236}">
                <a16:creationId xmlns:a16="http://schemas.microsoft.com/office/drawing/2014/main" id="{DEA43E1E-B208-4DC4-9D6A-01669D00DA14}"/>
              </a:ext>
            </a:extLst>
          </p:cNvPr>
          <p:cNvSpPr>
            <a:spLocks noGrp="1"/>
          </p:cNvSpPr>
          <p:nvPr>
            <p:ph type="body" sz="quarter" idx="11" hasCustomPrompt="1"/>
          </p:nvPr>
        </p:nvSpPr>
        <p:spPr>
          <a:xfrm>
            <a:off x="654831" y="4737425"/>
            <a:ext cx="5012995" cy="355601"/>
          </a:xfrm>
        </p:spPr>
        <p:txBody>
          <a:bodyPr anchor="ctr"/>
          <a:lstStyle>
            <a:lvl1pPr marL="0" marR="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lang="en-US" sz="1600" b="0" i="0" u="none" strike="noStrike" smtClean="0">
                <a:solidFill>
                  <a:schemeClr val="tx1"/>
                </a:solidFill>
                <a:effectLst/>
              </a:defRPr>
            </a:lvl1pPr>
          </a:lstStyle>
          <a:p>
            <a:pPr marL="0" marR="0" lvl="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a:pPr>
            <a:r>
              <a:rPr lang="en-US" dirty="0"/>
              <a:t>Speaker Name (Insert pronouns)</a:t>
            </a:r>
          </a:p>
        </p:txBody>
      </p:sp>
      <p:sp>
        <p:nvSpPr>
          <p:cNvPr id="129" name="Click to edit role">
            <a:extLst>
              <a:ext uri="{FF2B5EF4-FFF2-40B4-BE49-F238E27FC236}">
                <a16:creationId xmlns:a16="http://schemas.microsoft.com/office/drawing/2014/main" id="{2111BB8B-7B37-4FB4-B2CD-984FE1C6C5E4}"/>
              </a:ext>
            </a:extLst>
          </p:cNvPr>
          <p:cNvSpPr>
            <a:spLocks noGrp="1"/>
          </p:cNvSpPr>
          <p:nvPr>
            <p:ph type="body" sz="quarter" idx="12" hasCustomPrompt="1"/>
          </p:nvPr>
        </p:nvSpPr>
        <p:spPr>
          <a:xfrm>
            <a:off x="654831" y="5117480"/>
            <a:ext cx="5012995" cy="355601"/>
          </a:xfrm>
        </p:spPr>
        <p:txBody>
          <a:bodyPr anchor="ctr"/>
          <a:lstStyle>
            <a:lvl1pPr algn="l">
              <a:buNone/>
              <a:defRPr sz="1600">
                <a:solidFill>
                  <a:schemeClr val="tx1"/>
                </a:solidFill>
              </a:defRPr>
            </a:lvl1pPr>
          </a:lstStyle>
          <a:p>
            <a:pPr lvl="0"/>
            <a:r>
              <a:rPr lang="en-US" dirty="0"/>
              <a:t>Role / Division, Broadcom</a:t>
            </a:r>
          </a:p>
        </p:txBody>
      </p:sp>
      <p:sp>
        <p:nvSpPr>
          <p:cNvPr id="18" name="Click to edit role">
            <a:extLst>
              <a:ext uri="{FF2B5EF4-FFF2-40B4-BE49-F238E27FC236}">
                <a16:creationId xmlns:a16="http://schemas.microsoft.com/office/drawing/2014/main" id="{006FF8D0-7AF6-C549-9BFB-E838D6CDCA0E}"/>
              </a:ext>
            </a:extLst>
          </p:cNvPr>
          <p:cNvSpPr>
            <a:spLocks noGrp="1"/>
          </p:cNvSpPr>
          <p:nvPr>
            <p:ph type="body" sz="quarter" idx="14" hasCustomPrompt="1"/>
          </p:nvPr>
        </p:nvSpPr>
        <p:spPr>
          <a:xfrm>
            <a:off x="654831" y="5485986"/>
            <a:ext cx="5012995" cy="355601"/>
          </a:xfrm>
        </p:spPr>
        <p:txBody>
          <a:bodyPr anchor="ctr"/>
          <a:lstStyle>
            <a:lvl1pPr algn="l">
              <a:buNone/>
              <a:defRPr sz="1600">
                <a:solidFill>
                  <a:schemeClr val="tx1"/>
                </a:solidFill>
              </a:defRPr>
            </a:lvl1pPr>
          </a:lstStyle>
          <a:p>
            <a:pPr lvl="0"/>
            <a:r>
              <a:rPr lang="en-US"/>
              <a:t>Date</a:t>
            </a:r>
          </a:p>
        </p:txBody>
      </p:sp>
      <p:grpSp>
        <p:nvGrpSpPr>
          <p:cNvPr id="55" name="Graphic 8">
            <a:extLst>
              <a:ext uri="{FF2B5EF4-FFF2-40B4-BE49-F238E27FC236}">
                <a16:creationId xmlns:a16="http://schemas.microsoft.com/office/drawing/2014/main" id="{BAF838CA-49F3-885B-C026-D4C6B5E51AA9}"/>
              </a:ext>
            </a:extLst>
          </p:cNvPr>
          <p:cNvGrpSpPr/>
          <p:nvPr/>
        </p:nvGrpSpPr>
        <p:grpSpPr>
          <a:xfrm>
            <a:off x="265625" y="6323271"/>
            <a:ext cx="1249223" cy="369648"/>
            <a:chOff x="265625" y="6323271"/>
            <a:chExt cx="1249223" cy="369648"/>
          </a:xfrm>
          <a:solidFill>
            <a:srgbClr val="000000"/>
          </a:solidFill>
        </p:grpSpPr>
        <p:grpSp>
          <p:nvGrpSpPr>
            <p:cNvPr id="56" name="Graphic 8">
              <a:extLst>
                <a:ext uri="{FF2B5EF4-FFF2-40B4-BE49-F238E27FC236}">
                  <a16:creationId xmlns:a16="http://schemas.microsoft.com/office/drawing/2014/main" id="{91AFFF59-3E20-ED5A-C64D-6AD2EC10FA71}"/>
                </a:ext>
              </a:extLst>
            </p:cNvPr>
            <p:cNvGrpSpPr/>
            <p:nvPr/>
          </p:nvGrpSpPr>
          <p:grpSpPr>
            <a:xfrm>
              <a:off x="745455" y="6594444"/>
              <a:ext cx="722662" cy="98475"/>
              <a:chOff x="745455" y="6594444"/>
              <a:chExt cx="722662" cy="98475"/>
            </a:xfrm>
            <a:solidFill>
              <a:srgbClr val="000000"/>
            </a:solidFill>
          </p:grpSpPr>
          <p:sp>
            <p:nvSpPr>
              <p:cNvPr id="131" name="Freeform 130">
                <a:extLst>
                  <a:ext uri="{FF2B5EF4-FFF2-40B4-BE49-F238E27FC236}">
                    <a16:creationId xmlns:a16="http://schemas.microsoft.com/office/drawing/2014/main" id="{26A3A367-AF7A-3CE1-7219-BF42CFB83015}"/>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132" name="Freeform 131">
                <a:extLst>
                  <a:ext uri="{FF2B5EF4-FFF2-40B4-BE49-F238E27FC236}">
                    <a16:creationId xmlns:a16="http://schemas.microsoft.com/office/drawing/2014/main" id="{87557BA2-6363-9310-7758-7E46B2725CB3}"/>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133" name="Freeform 132">
                <a:extLst>
                  <a:ext uri="{FF2B5EF4-FFF2-40B4-BE49-F238E27FC236}">
                    <a16:creationId xmlns:a16="http://schemas.microsoft.com/office/drawing/2014/main" id="{98E3995A-00E8-9970-E347-1DB033726417}"/>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134" name="Freeform 133">
                <a:extLst>
                  <a:ext uri="{FF2B5EF4-FFF2-40B4-BE49-F238E27FC236}">
                    <a16:creationId xmlns:a16="http://schemas.microsoft.com/office/drawing/2014/main" id="{E557F3F2-0097-5608-0D6B-ADBD20A05750}"/>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135" name="Freeform 134">
                <a:extLst>
                  <a:ext uri="{FF2B5EF4-FFF2-40B4-BE49-F238E27FC236}">
                    <a16:creationId xmlns:a16="http://schemas.microsoft.com/office/drawing/2014/main" id="{A1EE9404-4BD9-8680-1C8A-3B583B492853}"/>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136" name="Freeform 135">
                <a:extLst>
                  <a:ext uri="{FF2B5EF4-FFF2-40B4-BE49-F238E27FC236}">
                    <a16:creationId xmlns:a16="http://schemas.microsoft.com/office/drawing/2014/main" id="{FC84855E-D060-5D16-8F8D-2BD34D9B94F5}"/>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137" name="Freeform 136">
                <a:extLst>
                  <a:ext uri="{FF2B5EF4-FFF2-40B4-BE49-F238E27FC236}">
                    <a16:creationId xmlns:a16="http://schemas.microsoft.com/office/drawing/2014/main" id="{031F79CD-4C5E-D24F-635E-7A7B48781101}"/>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138" name="Freeform 137">
                <a:extLst>
                  <a:ext uri="{FF2B5EF4-FFF2-40B4-BE49-F238E27FC236}">
                    <a16:creationId xmlns:a16="http://schemas.microsoft.com/office/drawing/2014/main" id="{DAD1797E-9105-FA8E-4A81-FDC253F04EAD}"/>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139" name="Freeform 138">
                <a:extLst>
                  <a:ext uri="{FF2B5EF4-FFF2-40B4-BE49-F238E27FC236}">
                    <a16:creationId xmlns:a16="http://schemas.microsoft.com/office/drawing/2014/main" id="{6CDD0DC3-97C4-C10E-1058-099303CC93F6}"/>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140" name="Freeform 139">
                <a:extLst>
                  <a:ext uri="{FF2B5EF4-FFF2-40B4-BE49-F238E27FC236}">
                    <a16:creationId xmlns:a16="http://schemas.microsoft.com/office/drawing/2014/main" id="{CEBC9053-842B-8221-2B9E-1E02856F9974}"/>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57" name="Graphic 8">
              <a:extLst>
                <a:ext uri="{FF2B5EF4-FFF2-40B4-BE49-F238E27FC236}">
                  <a16:creationId xmlns:a16="http://schemas.microsoft.com/office/drawing/2014/main" id="{C3D6A2E6-7175-657A-FFEE-732370A03645}"/>
                </a:ext>
              </a:extLst>
            </p:cNvPr>
            <p:cNvGrpSpPr/>
            <p:nvPr/>
          </p:nvGrpSpPr>
          <p:grpSpPr>
            <a:xfrm>
              <a:off x="265625" y="6323271"/>
              <a:ext cx="1249223" cy="190348"/>
              <a:chOff x="265625" y="6323271"/>
              <a:chExt cx="1249223" cy="190348"/>
            </a:xfrm>
            <a:solidFill>
              <a:srgbClr val="000000"/>
            </a:solidFill>
          </p:grpSpPr>
          <p:sp>
            <p:nvSpPr>
              <p:cNvPr id="58" name="Freeform 57">
                <a:extLst>
                  <a:ext uri="{FF2B5EF4-FFF2-40B4-BE49-F238E27FC236}">
                    <a16:creationId xmlns:a16="http://schemas.microsoft.com/office/drawing/2014/main" id="{6EE5B3D8-4F75-F4A5-6852-90C7E67B399F}"/>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59" name="Freeform 58">
                <a:extLst>
                  <a:ext uri="{FF2B5EF4-FFF2-40B4-BE49-F238E27FC236}">
                    <a16:creationId xmlns:a16="http://schemas.microsoft.com/office/drawing/2014/main" id="{8D359421-6F5E-68EB-A130-9078431086FE}"/>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60" name="Freeform 59">
                <a:extLst>
                  <a:ext uri="{FF2B5EF4-FFF2-40B4-BE49-F238E27FC236}">
                    <a16:creationId xmlns:a16="http://schemas.microsoft.com/office/drawing/2014/main" id="{3B593B1C-97BF-E3FD-9202-FAE7DC7D404F}"/>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61" name="Freeform 60">
                <a:extLst>
                  <a:ext uri="{FF2B5EF4-FFF2-40B4-BE49-F238E27FC236}">
                    <a16:creationId xmlns:a16="http://schemas.microsoft.com/office/drawing/2014/main" id="{684036B4-CA32-5C66-D108-9873B6C3702C}"/>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62" name="Freeform 61">
                <a:extLst>
                  <a:ext uri="{FF2B5EF4-FFF2-40B4-BE49-F238E27FC236}">
                    <a16:creationId xmlns:a16="http://schemas.microsoft.com/office/drawing/2014/main" id="{76DBD31D-FDBB-F787-B22E-2F397F09B54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63" name="Freeform 62">
                <a:extLst>
                  <a:ext uri="{FF2B5EF4-FFF2-40B4-BE49-F238E27FC236}">
                    <a16:creationId xmlns:a16="http://schemas.microsoft.com/office/drawing/2014/main" id="{98164034-B26F-5ACB-9B90-EBBD1F9B1137}"/>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130" name="Freeform 129">
                <a:extLst>
                  <a:ext uri="{FF2B5EF4-FFF2-40B4-BE49-F238E27FC236}">
                    <a16:creationId xmlns:a16="http://schemas.microsoft.com/office/drawing/2014/main" id="{347DB589-B53E-03EB-2555-D38B1A06D8EF}"/>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grpSp>
        <p:nvGrpSpPr>
          <p:cNvPr id="37" name="Graphic 8">
            <a:extLst>
              <a:ext uri="{FF2B5EF4-FFF2-40B4-BE49-F238E27FC236}">
                <a16:creationId xmlns:a16="http://schemas.microsoft.com/office/drawing/2014/main" id="{BAF838CA-49F3-885B-C026-D4C6B5E51AA9}"/>
              </a:ext>
            </a:extLst>
          </p:cNvPr>
          <p:cNvGrpSpPr/>
          <p:nvPr userDrawn="1"/>
        </p:nvGrpSpPr>
        <p:grpSpPr>
          <a:xfrm>
            <a:off x="265625" y="6323271"/>
            <a:ext cx="1249223" cy="369648"/>
            <a:chOff x="265625" y="6323271"/>
            <a:chExt cx="1249223" cy="369648"/>
          </a:xfrm>
          <a:solidFill>
            <a:srgbClr val="000000"/>
          </a:solidFill>
        </p:grpSpPr>
        <p:grpSp>
          <p:nvGrpSpPr>
            <p:cNvPr id="38" name="Graphic 8">
              <a:extLst>
                <a:ext uri="{FF2B5EF4-FFF2-40B4-BE49-F238E27FC236}">
                  <a16:creationId xmlns:a16="http://schemas.microsoft.com/office/drawing/2014/main" id="{91AFFF59-3E20-ED5A-C64D-6AD2EC10FA71}"/>
                </a:ext>
              </a:extLst>
            </p:cNvPr>
            <p:cNvGrpSpPr/>
            <p:nvPr/>
          </p:nvGrpSpPr>
          <p:grpSpPr>
            <a:xfrm>
              <a:off x="745455" y="6594444"/>
              <a:ext cx="722662" cy="98475"/>
              <a:chOff x="745455" y="6594444"/>
              <a:chExt cx="722662" cy="98475"/>
            </a:xfrm>
            <a:solidFill>
              <a:srgbClr val="000000"/>
            </a:solidFill>
          </p:grpSpPr>
          <p:sp>
            <p:nvSpPr>
              <p:cNvPr id="47" name="Freeform 46">
                <a:extLst>
                  <a:ext uri="{FF2B5EF4-FFF2-40B4-BE49-F238E27FC236}">
                    <a16:creationId xmlns:a16="http://schemas.microsoft.com/office/drawing/2014/main" id="{26A3A367-AF7A-3CE1-7219-BF42CFB83015}"/>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48" name="Freeform 47">
                <a:extLst>
                  <a:ext uri="{FF2B5EF4-FFF2-40B4-BE49-F238E27FC236}">
                    <a16:creationId xmlns:a16="http://schemas.microsoft.com/office/drawing/2014/main" id="{87557BA2-6363-9310-7758-7E46B2725CB3}"/>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49" name="Freeform 48">
                <a:extLst>
                  <a:ext uri="{FF2B5EF4-FFF2-40B4-BE49-F238E27FC236}">
                    <a16:creationId xmlns:a16="http://schemas.microsoft.com/office/drawing/2014/main" id="{98E3995A-00E8-9970-E347-1DB033726417}"/>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50" name="Freeform 49">
                <a:extLst>
                  <a:ext uri="{FF2B5EF4-FFF2-40B4-BE49-F238E27FC236}">
                    <a16:creationId xmlns:a16="http://schemas.microsoft.com/office/drawing/2014/main" id="{E557F3F2-0097-5608-0D6B-ADBD20A05750}"/>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51" name="Freeform 50">
                <a:extLst>
                  <a:ext uri="{FF2B5EF4-FFF2-40B4-BE49-F238E27FC236}">
                    <a16:creationId xmlns:a16="http://schemas.microsoft.com/office/drawing/2014/main" id="{A1EE9404-4BD9-8680-1C8A-3B583B492853}"/>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2" name="Freeform 51">
                <a:extLst>
                  <a:ext uri="{FF2B5EF4-FFF2-40B4-BE49-F238E27FC236}">
                    <a16:creationId xmlns:a16="http://schemas.microsoft.com/office/drawing/2014/main" id="{FC84855E-D060-5D16-8F8D-2BD34D9B94F5}"/>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64" name="Freeform 63">
                <a:extLst>
                  <a:ext uri="{FF2B5EF4-FFF2-40B4-BE49-F238E27FC236}">
                    <a16:creationId xmlns:a16="http://schemas.microsoft.com/office/drawing/2014/main" id="{031F79CD-4C5E-D24F-635E-7A7B48781101}"/>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65" name="Freeform 64">
                <a:extLst>
                  <a:ext uri="{FF2B5EF4-FFF2-40B4-BE49-F238E27FC236}">
                    <a16:creationId xmlns:a16="http://schemas.microsoft.com/office/drawing/2014/main" id="{DAD1797E-9105-FA8E-4A81-FDC253F04EAD}"/>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66" name="Freeform 65">
                <a:extLst>
                  <a:ext uri="{FF2B5EF4-FFF2-40B4-BE49-F238E27FC236}">
                    <a16:creationId xmlns:a16="http://schemas.microsoft.com/office/drawing/2014/main" id="{6CDD0DC3-97C4-C10E-1058-099303CC93F6}"/>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67" name="Freeform 66">
                <a:extLst>
                  <a:ext uri="{FF2B5EF4-FFF2-40B4-BE49-F238E27FC236}">
                    <a16:creationId xmlns:a16="http://schemas.microsoft.com/office/drawing/2014/main" id="{CEBC9053-842B-8221-2B9E-1E02856F9974}"/>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39" name="Graphic 8">
              <a:extLst>
                <a:ext uri="{FF2B5EF4-FFF2-40B4-BE49-F238E27FC236}">
                  <a16:creationId xmlns:a16="http://schemas.microsoft.com/office/drawing/2014/main" id="{C3D6A2E6-7175-657A-FFEE-732370A03645}"/>
                </a:ext>
              </a:extLst>
            </p:cNvPr>
            <p:cNvGrpSpPr/>
            <p:nvPr/>
          </p:nvGrpSpPr>
          <p:grpSpPr>
            <a:xfrm>
              <a:off x="265625" y="6323271"/>
              <a:ext cx="1249223" cy="190348"/>
              <a:chOff x="265625" y="6323271"/>
              <a:chExt cx="1249223" cy="190348"/>
            </a:xfrm>
            <a:solidFill>
              <a:srgbClr val="000000"/>
            </a:solidFill>
          </p:grpSpPr>
          <p:sp>
            <p:nvSpPr>
              <p:cNvPr id="40" name="Freeform 39">
                <a:extLst>
                  <a:ext uri="{FF2B5EF4-FFF2-40B4-BE49-F238E27FC236}">
                    <a16:creationId xmlns:a16="http://schemas.microsoft.com/office/drawing/2014/main" id="{6EE5B3D8-4F75-F4A5-6852-90C7E67B399F}"/>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41" name="Freeform 40">
                <a:extLst>
                  <a:ext uri="{FF2B5EF4-FFF2-40B4-BE49-F238E27FC236}">
                    <a16:creationId xmlns:a16="http://schemas.microsoft.com/office/drawing/2014/main" id="{8D359421-6F5E-68EB-A130-9078431086FE}"/>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42" name="Freeform 41">
                <a:extLst>
                  <a:ext uri="{FF2B5EF4-FFF2-40B4-BE49-F238E27FC236}">
                    <a16:creationId xmlns:a16="http://schemas.microsoft.com/office/drawing/2014/main" id="{3B593B1C-97BF-E3FD-9202-FAE7DC7D404F}"/>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43" name="Freeform 42">
                <a:extLst>
                  <a:ext uri="{FF2B5EF4-FFF2-40B4-BE49-F238E27FC236}">
                    <a16:creationId xmlns:a16="http://schemas.microsoft.com/office/drawing/2014/main" id="{684036B4-CA32-5C66-D108-9873B6C3702C}"/>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44" name="Freeform 43">
                <a:extLst>
                  <a:ext uri="{FF2B5EF4-FFF2-40B4-BE49-F238E27FC236}">
                    <a16:creationId xmlns:a16="http://schemas.microsoft.com/office/drawing/2014/main" id="{76DBD31D-FDBB-F787-B22E-2F397F09B54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45" name="Freeform 44">
                <a:extLst>
                  <a:ext uri="{FF2B5EF4-FFF2-40B4-BE49-F238E27FC236}">
                    <a16:creationId xmlns:a16="http://schemas.microsoft.com/office/drawing/2014/main" id="{98164034-B26F-5ACB-9B90-EBBD1F9B1137}"/>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46" name="Freeform 45">
                <a:extLst>
                  <a:ext uri="{FF2B5EF4-FFF2-40B4-BE49-F238E27FC236}">
                    <a16:creationId xmlns:a16="http://schemas.microsoft.com/office/drawing/2014/main" id="{347DB589-B53E-03EB-2555-D38B1A06D8EF}"/>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pic>
        <p:nvPicPr>
          <p:cNvPr id="3" name="Graphic 2">
            <a:extLst>
              <a:ext uri="{FF2B5EF4-FFF2-40B4-BE49-F238E27FC236}">
                <a16:creationId xmlns:a16="http://schemas.microsoft.com/office/drawing/2014/main" id="{7A74F6F2-D5AA-DDD5-DBE7-9788B252F9B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633266" y="570134"/>
            <a:ext cx="2857719" cy="562472"/>
          </a:xfrm>
          <a:prstGeom prst="rect">
            <a:avLst/>
          </a:prstGeom>
        </p:spPr>
      </p:pic>
      <p:pic>
        <p:nvPicPr>
          <p:cNvPr id="4" name="Picture 3" descr="A logo of a cloud computing system&#10;&#10;AI-generated content may be incorrect.">
            <a:extLst>
              <a:ext uri="{FF2B5EF4-FFF2-40B4-BE49-F238E27FC236}">
                <a16:creationId xmlns:a16="http://schemas.microsoft.com/office/drawing/2014/main" id="{C0A5C69D-C50F-B894-9915-BBC4902F0810}"/>
              </a:ext>
            </a:extLst>
          </p:cNvPr>
          <p:cNvPicPr>
            <a:picLocks noChangeAspect="1"/>
          </p:cNvPicPr>
          <p:nvPr userDrawn="1"/>
        </p:nvPicPr>
        <p:blipFill>
          <a:blip r:embed="rId4"/>
          <a:stretch>
            <a:fillRect/>
          </a:stretch>
        </p:blipFill>
        <p:spPr>
          <a:xfrm>
            <a:off x="5330825" y="0"/>
            <a:ext cx="6858000" cy="6858000"/>
          </a:xfrm>
          <a:prstGeom prst="rect">
            <a:avLst/>
          </a:prstGeom>
        </p:spPr>
      </p:pic>
    </p:spTree>
    <p:extLst>
      <p:ext uri="{BB962C8B-B14F-4D97-AF65-F5344CB8AC3E}">
        <p14:creationId xmlns:p14="http://schemas.microsoft.com/office/powerpoint/2010/main" val="31582052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16="http://schemas.microsoft.com/office/drawing/2014/main"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Disclaimer - RevRec">
    <p:spTree>
      <p:nvGrpSpPr>
        <p:cNvPr id="1" name=""/>
        <p:cNvGrpSpPr/>
        <p:nvPr/>
      </p:nvGrpSpPr>
      <p:grpSpPr>
        <a:xfrm>
          <a:off x="0" y="0"/>
          <a:ext cx="0" cy="0"/>
          <a:chOff x="0" y="0"/>
          <a:chExt cx="0" cy="0"/>
        </a:xfrm>
      </p:grpSpPr>
      <p:sp>
        <p:nvSpPr>
          <p:cNvPr id="2" name="page number">
            <a:extLst>
              <a:ext uri="{FF2B5EF4-FFF2-40B4-BE49-F238E27FC236}">
                <a16:creationId xmlns:a16="http://schemas.microsoft.com/office/drawing/2014/main" id="{B85AE0A0-04F0-DD06-B7B7-2F519FD602F0}"/>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6" name="TextBox 5">
            <a:extLst>
              <a:ext uri="{FF2B5EF4-FFF2-40B4-BE49-F238E27FC236}">
                <a16:creationId xmlns:a16="http://schemas.microsoft.com/office/drawing/2014/main" id="{34C98CD6-73CF-0CA2-1B0C-AEEF52456990}"/>
              </a:ext>
            </a:extLst>
          </p:cNvPr>
          <p:cNvSpPr txBox="1"/>
          <p:nvPr userDrawn="1"/>
        </p:nvSpPr>
        <p:spPr>
          <a:xfrm>
            <a:off x="579809" y="285278"/>
            <a:ext cx="1861387" cy="508473"/>
          </a:xfrm>
          <a:prstGeom prst="rect">
            <a:avLst/>
          </a:prstGeom>
          <a:noFill/>
        </p:spPr>
        <p:txBody>
          <a:bodyPr wrap="square" lIns="0" tIns="0" rIns="0" bIns="0" rtlCol="0">
            <a:spAutoFit/>
          </a:bodyPr>
          <a:lstStyle/>
          <a:p>
            <a:pPr algn="l">
              <a:lnSpc>
                <a:spcPct val="130000"/>
              </a:lnSpc>
            </a:pPr>
            <a:r>
              <a:rPr lang="en-US" sz="2800" dirty="0">
                <a:solidFill>
                  <a:schemeClr val="accent2"/>
                </a:solidFill>
                <a:latin typeface="+mj-lt"/>
              </a:rPr>
              <a:t>Disclaimer</a:t>
            </a:r>
            <a:endParaRPr lang="en-US" sz="1800" dirty="0">
              <a:solidFill>
                <a:schemeClr val="accent2"/>
              </a:solidFill>
              <a:latin typeface="+mj-lt"/>
            </a:endParaRPr>
          </a:p>
        </p:txBody>
      </p:sp>
      <p:sp>
        <p:nvSpPr>
          <p:cNvPr id="7" name="TextBox 6">
            <a:extLst>
              <a:ext uri="{FF2B5EF4-FFF2-40B4-BE49-F238E27FC236}">
                <a16:creationId xmlns:a16="http://schemas.microsoft.com/office/drawing/2014/main" id="{811EB471-E9F1-2457-B0CC-19A2442ED13B}"/>
              </a:ext>
            </a:extLst>
          </p:cNvPr>
          <p:cNvSpPr txBox="1"/>
          <p:nvPr userDrawn="1"/>
        </p:nvSpPr>
        <p:spPr>
          <a:xfrm>
            <a:off x="592865" y="1062111"/>
            <a:ext cx="10898075" cy="4929207"/>
          </a:xfrm>
          <a:prstGeom prst="rect">
            <a:avLst/>
          </a:prstGeom>
          <a:noFill/>
        </p:spPr>
        <p:txBody>
          <a:bodyPr wrap="square" lIns="0" tIns="0" rIns="0" bIns="0" rtlCol="0">
            <a:noAutofit/>
          </a:bodyPr>
          <a:lstStyle/>
          <a:p>
            <a:pPr marL="0" lvl="0" indent="0" algn="l" rtl="0">
              <a:lnSpc>
                <a:spcPct val="100000"/>
              </a:lnSpc>
              <a:spcBef>
                <a:spcPts val="0"/>
              </a:spcBef>
              <a:spcAft>
                <a:spcPts val="0"/>
              </a:spcAft>
              <a:buClr>
                <a:srgbClr val="3F3F3F"/>
              </a:buClr>
              <a:buSzPts val="1798"/>
              <a:buFont typeface="Arial" panose="020B0604020202020204" pitchFamily="34" charset="0"/>
              <a:buNone/>
            </a:pPr>
            <a:r>
              <a:rPr lang="en-US" sz="1600" b="0" i="0" u="none" strike="noStrike" cap="none" dirty="0">
                <a:latin typeface="Arial" panose="020B0604020202020204" pitchFamily="34" charset="0"/>
                <a:ea typeface="Arial" panose="020B0604020202020204" pitchFamily="34" charset="0"/>
                <a:cs typeface="Arial" panose="020B0604020202020204" pitchFamily="34" charset="0"/>
                <a:sym typeface="Arial" panose="020B0604020202020204" pitchFamily="34" charset="0"/>
              </a:rPr>
              <a:t>Certain information in this presentation may outline Broadcom's general product direction. </a:t>
            </a:r>
            <a:endParaRPr lang="en-US" sz="1600" dirty="0"/>
          </a:p>
          <a:p>
            <a:pPr marL="114173" lvl="0" indent="0" algn="l" rtl="0">
              <a:lnSpc>
                <a:spcPct val="100000"/>
              </a:lnSpc>
              <a:spcBef>
                <a:spcPts val="0"/>
              </a:spcBef>
              <a:spcAft>
                <a:spcPts val="0"/>
              </a:spcAft>
              <a:buClr>
                <a:srgbClr val="3F3F3F"/>
              </a:buClr>
              <a:buSzPts val="1798"/>
              <a:buFont typeface="Arial" panose="020B0604020202020204" pitchFamily="34" charset="0"/>
              <a:buNone/>
            </a:pPr>
            <a:endParaRPr lang="en-US" sz="1600" dirty="0">
              <a:latin typeface="Arial" panose="020B0604020202020204" pitchFamily="34" charset="0"/>
              <a:ea typeface="Arial" panose="020B0604020202020204" pitchFamily="34" charset="0"/>
              <a:cs typeface="Arial" panose="020B0604020202020204" pitchFamily="34" charset="0"/>
              <a:sym typeface="Arial" panose="020B0604020202020204" pitchFamily="34" charset="0"/>
            </a:endParaRPr>
          </a:p>
          <a:p>
            <a:pPr marL="0" lvl="0" indent="0" algn="l" rtl="0">
              <a:lnSpc>
                <a:spcPct val="100000"/>
              </a:lnSpc>
              <a:spcBef>
                <a:spcPts val="0"/>
              </a:spcBef>
              <a:spcAft>
                <a:spcPts val="0"/>
              </a:spcAft>
              <a:buClr>
                <a:srgbClr val="3F3F3F"/>
              </a:buClr>
              <a:buSzPts val="1798"/>
              <a:buFont typeface="Arial" panose="020B0604020202020204" pitchFamily="34" charset="0"/>
              <a:buNone/>
            </a:pPr>
            <a:r>
              <a:rPr lang="en-US" sz="1600" b="0" i="0" u="none" strike="noStrike" cap="none" dirty="0">
                <a:latin typeface="Arial" panose="020B0604020202020204" pitchFamily="34" charset="0"/>
                <a:ea typeface="Arial" panose="020B0604020202020204" pitchFamily="34" charset="0"/>
                <a:cs typeface="Arial" panose="020B0604020202020204" pitchFamily="34" charset="0"/>
                <a:sym typeface="Arial" panose="020B0604020202020204" pitchFamily="34" charset="0"/>
              </a:rPr>
              <a:t>This presentation shall not serve to (</a:t>
            </a:r>
            <a:r>
              <a:rPr lang="en-US" sz="1600" b="0" i="0" u="none" strike="noStrike" cap="none" dirty="0" err="1">
                <a:latin typeface="Arial" panose="020B0604020202020204" pitchFamily="34" charset="0"/>
                <a:ea typeface="Arial" panose="020B0604020202020204" pitchFamily="34" charset="0"/>
                <a:cs typeface="Arial" panose="020B0604020202020204" pitchFamily="34" charset="0"/>
                <a:sym typeface="Arial" panose="020B0604020202020204" pitchFamily="34" charset="0"/>
              </a:rPr>
              <a:t>i</a:t>
            </a:r>
            <a:r>
              <a:rPr lang="en-US" sz="1600" b="0" i="0" u="none" strike="noStrike" cap="none" dirty="0">
                <a:latin typeface="Arial" panose="020B0604020202020204" pitchFamily="34" charset="0"/>
                <a:ea typeface="Arial" panose="020B0604020202020204" pitchFamily="34" charset="0"/>
                <a:cs typeface="Arial" panose="020B0604020202020204" pitchFamily="34" charset="0"/>
                <a:sym typeface="Arial" panose="020B0604020202020204" pitchFamily="34" charset="0"/>
              </a:rPr>
              <a:t>) affect the rights and/or obligations of Broadcom or its licensees under any existing or future license agreement or services agreement relating to any Broadcom software product; or (ii) amend any product documentation or specifications for any Broadcom software product. </a:t>
            </a:r>
            <a:endParaRPr lang="en-US" sz="1600" dirty="0"/>
          </a:p>
          <a:p>
            <a:pPr marL="114173" lvl="0" indent="0" algn="l" rtl="0">
              <a:lnSpc>
                <a:spcPct val="100000"/>
              </a:lnSpc>
              <a:spcBef>
                <a:spcPts val="0"/>
              </a:spcBef>
              <a:spcAft>
                <a:spcPts val="0"/>
              </a:spcAft>
              <a:buClr>
                <a:srgbClr val="3F3F3F"/>
              </a:buClr>
              <a:buSzPts val="1798"/>
              <a:buFont typeface="Arial" panose="020B0604020202020204" pitchFamily="34" charset="0"/>
              <a:buNone/>
            </a:pPr>
            <a:endParaRPr lang="en-US" sz="1600" dirty="0">
              <a:latin typeface="Arial" panose="020B0604020202020204" pitchFamily="34" charset="0"/>
              <a:ea typeface="Arial" panose="020B0604020202020204" pitchFamily="34" charset="0"/>
              <a:cs typeface="Arial" panose="020B0604020202020204" pitchFamily="34" charset="0"/>
              <a:sym typeface="Arial" panose="020B0604020202020204" pitchFamily="34" charset="0"/>
            </a:endParaRPr>
          </a:p>
          <a:p>
            <a:pPr marL="0" lvl="0" indent="0" algn="l" rtl="0">
              <a:lnSpc>
                <a:spcPct val="100000"/>
              </a:lnSpc>
              <a:spcBef>
                <a:spcPts val="0"/>
              </a:spcBef>
              <a:spcAft>
                <a:spcPts val="0"/>
              </a:spcAft>
              <a:buClr>
                <a:srgbClr val="3F3F3F"/>
              </a:buClr>
              <a:buSzPts val="1798"/>
              <a:buFont typeface="Arial" panose="020B0604020202020204" pitchFamily="34" charset="0"/>
              <a:buNone/>
            </a:pPr>
            <a:r>
              <a:rPr lang="en-US" sz="1600" b="0" i="0" u="none" strike="noStrike" cap="none" dirty="0">
                <a:latin typeface="Arial" panose="020B0604020202020204" pitchFamily="34" charset="0"/>
                <a:ea typeface="Arial" panose="020B0604020202020204" pitchFamily="34" charset="0"/>
                <a:cs typeface="Arial" panose="020B0604020202020204" pitchFamily="34" charset="0"/>
                <a:sym typeface="Arial" panose="020B0604020202020204" pitchFamily="34" charset="0"/>
              </a:rPr>
              <a:t>This presentation is based on current information and resource allocations and is subject to change or withdrawal by Broadcom at any time without notice. </a:t>
            </a:r>
            <a:endParaRPr lang="en-US" sz="1600" dirty="0"/>
          </a:p>
          <a:p>
            <a:pPr marL="114173" lvl="0" indent="0" algn="l" rtl="0">
              <a:lnSpc>
                <a:spcPct val="100000"/>
              </a:lnSpc>
              <a:spcBef>
                <a:spcPts val="0"/>
              </a:spcBef>
              <a:spcAft>
                <a:spcPts val="0"/>
              </a:spcAft>
              <a:buClr>
                <a:srgbClr val="3F3F3F"/>
              </a:buClr>
              <a:buSzPts val="1798"/>
              <a:buFont typeface="Arial" panose="020B0604020202020204" pitchFamily="34" charset="0"/>
              <a:buNone/>
            </a:pPr>
            <a:endParaRPr lang="en-US" sz="1600" dirty="0">
              <a:latin typeface="Arial" panose="020B0604020202020204" pitchFamily="34" charset="0"/>
              <a:ea typeface="Arial" panose="020B0604020202020204" pitchFamily="34" charset="0"/>
              <a:cs typeface="Arial" panose="020B0604020202020204" pitchFamily="34" charset="0"/>
              <a:sym typeface="Arial" panose="020B0604020202020204" pitchFamily="34" charset="0"/>
            </a:endParaRPr>
          </a:p>
          <a:p>
            <a:pPr marL="0" lvl="0" indent="0" algn="l" rtl="0">
              <a:lnSpc>
                <a:spcPct val="100000"/>
              </a:lnSpc>
              <a:spcBef>
                <a:spcPts val="0"/>
              </a:spcBef>
              <a:spcAft>
                <a:spcPts val="0"/>
              </a:spcAft>
              <a:buClr>
                <a:srgbClr val="3F3F3F"/>
              </a:buClr>
              <a:buSzPts val="1798"/>
              <a:buFont typeface="Arial" panose="020B0604020202020204" pitchFamily="34" charset="0"/>
              <a:buNone/>
            </a:pPr>
            <a:r>
              <a:rPr lang="en-US" sz="1600" b="0" i="0" u="none" strike="noStrike" cap="none" dirty="0">
                <a:latin typeface="Arial" panose="020B0604020202020204" pitchFamily="34" charset="0"/>
                <a:ea typeface="Arial" panose="020B0604020202020204" pitchFamily="34" charset="0"/>
                <a:cs typeface="Arial" panose="020B0604020202020204" pitchFamily="34" charset="0"/>
                <a:sym typeface="Arial" panose="020B0604020202020204" pitchFamily="34" charset="0"/>
              </a:rPr>
              <a:t>The development, release and timing of any features or functionality described in this presentation remain at Broadcom's sole discretion. </a:t>
            </a:r>
            <a:endParaRPr lang="en-US" sz="1600" dirty="0"/>
          </a:p>
          <a:p>
            <a:pPr marL="114173" lvl="0" indent="0" algn="l" rtl="0">
              <a:lnSpc>
                <a:spcPct val="100000"/>
              </a:lnSpc>
              <a:spcBef>
                <a:spcPts val="0"/>
              </a:spcBef>
              <a:spcAft>
                <a:spcPts val="0"/>
              </a:spcAft>
              <a:buClr>
                <a:srgbClr val="3F3F3F"/>
              </a:buClr>
              <a:buSzPts val="1798"/>
              <a:buFont typeface="Arial" panose="020B0604020202020204" pitchFamily="34" charset="0"/>
              <a:buNone/>
            </a:pPr>
            <a:endParaRPr lang="en-US" sz="1600" dirty="0">
              <a:latin typeface="Arial" panose="020B0604020202020204" pitchFamily="34" charset="0"/>
              <a:ea typeface="Arial" panose="020B0604020202020204" pitchFamily="34" charset="0"/>
              <a:cs typeface="Arial" panose="020B0604020202020204" pitchFamily="34" charset="0"/>
              <a:sym typeface="Arial" panose="020B0604020202020204" pitchFamily="34" charset="0"/>
            </a:endParaRPr>
          </a:p>
          <a:p>
            <a:pPr marL="0" lvl="0" indent="0" algn="l" rtl="0">
              <a:lnSpc>
                <a:spcPct val="100000"/>
              </a:lnSpc>
              <a:spcBef>
                <a:spcPts val="0"/>
              </a:spcBef>
              <a:spcAft>
                <a:spcPts val="0"/>
              </a:spcAft>
              <a:buClr>
                <a:srgbClr val="3F3F3F"/>
              </a:buClr>
              <a:buSzPts val="1798"/>
              <a:buFont typeface="Arial" panose="020B0604020202020204" pitchFamily="34" charset="0"/>
              <a:buNone/>
            </a:pPr>
            <a:r>
              <a:rPr lang="en-US" sz="1600" b="0" i="0" u="none" strike="noStrike" cap="none" dirty="0">
                <a:latin typeface="Arial" panose="020B0604020202020204" pitchFamily="34" charset="0"/>
                <a:ea typeface="Arial" panose="020B0604020202020204" pitchFamily="34" charset="0"/>
                <a:cs typeface="Arial" panose="020B0604020202020204" pitchFamily="34" charset="0"/>
                <a:sym typeface="Arial" panose="020B0604020202020204" pitchFamily="34" charset="0"/>
              </a:rPr>
              <a:t>Notwithstanding anything in this presentation to the contrary, upon the general availability of any future Broadcom product release referenced in this presentation, Broadcom may make such release available to new licensees in the form of a regularly scheduled major product release. </a:t>
            </a:r>
            <a:endParaRPr lang="en-US" sz="1600" dirty="0"/>
          </a:p>
          <a:p>
            <a:pPr marL="114173" lvl="0" indent="0" algn="l" rtl="0">
              <a:lnSpc>
                <a:spcPct val="100000"/>
              </a:lnSpc>
              <a:spcBef>
                <a:spcPts val="0"/>
              </a:spcBef>
              <a:spcAft>
                <a:spcPts val="0"/>
              </a:spcAft>
              <a:buClr>
                <a:srgbClr val="3F3F3F"/>
              </a:buClr>
              <a:buSzPts val="1798"/>
              <a:buFont typeface="Arial" panose="020B0604020202020204" pitchFamily="34" charset="0"/>
              <a:buNone/>
            </a:pPr>
            <a:endParaRPr lang="en-US" sz="1600" dirty="0">
              <a:latin typeface="Arial" panose="020B0604020202020204" pitchFamily="34" charset="0"/>
              <a:ea typeface="Arial" panose="020B0604020202020204" pitchFamily="34" charset="0"/>
              <a:cs typeface="Arial" panose="020B0604020202020204" pitchFamily="34" charset="0"/>
              <a:sym typeface="Arial" panose="020B0604020202020204" pitchFamily="34" charset="0"/>
            </a:endParaRPr>
          </a:p>
          <a:p>
            <a:pPr marL="0" lvl="0" indent="0" algn="l" rtl="0">
              <a:lnSpc>
                <a:spcPct val="100000"/>
              </a:lnSpc>
              <a:spcBef>
                <a:spcPts val="0"/>
              </a:spcBef>
              <a:spcAft>
                <a:spcPts val="0"/>
              </a:spcAft>
              <a:buClr>
                <a:srgbClr val="3F3F3F"/>
              </a:buClr>
              <a:buSzPts val="1798"/>
              <a:buFont typeface="Arial" panose="020B0604020202020204" pitchFamily="34" charset="0"/>
              <a:buNone/>
            </a:pPr>
            <a:r>
              <a:rPr lang="en-US" sz="1600" b="0" i="0" u="none" strike="noStrike" cap="none" dirty="0">
                <a:latin typeface="Arial" panose="020B0604020202020204" pitchFamily="34" charset="0"/>
                <a:ea typeface="Arial" panose="020B0604020202020204" pitchFamily="34" charset="0"/>
                <a:cs typeface="Arial" panose="020B0604020202020204" pitchFamily="34" charset="0"/>
                <a:sym typeface="Arial" panose="020B0604020202020204" pitchFamily="34" charset="0"/>
              </a:rPr>
              <a:t>Such release may be made available to licensees of the product who are active subscribers to  Broadcom maintenance and support, on a when and if-available basis. </a:t>
            </a:r>
            <a:endParaRPr lang="en-US" sz="1600" dirty="0"/>
          </a:p>
          <a:p>
            <a:pPr marL="114173" lvl="0" indent="0" algn="l" rtl="0">
              <a:lnSpc>
                <a:spcPct val="100000"/>
              </a:lnSpc>
              <a:spcBef>
                <a:spcPts val="0"/>
              </a:spcBef>
              <a:spcAft>
                <a:spcPts val="0"/>
              </a:spcAft>
              <a:buClr>
                <a:srgbClr val="3F3F3F"/>
              </a:buClr>
              <a:buSzPts val="1798"/>
              <a:buFont typeface="Arial" panose="020B0604020202020204" pitchFamily="34" charset="0"/>
              <a:buNone/>
            </a:pPr>
            <a:endParaRPr lang="en-US" sz="1600" dirty="0">
              <a:latin typeface="Arial" panose="020B0604020202020204" pitchFamily="34" charset="0"/>
              <a:ea typeface="Arial" panose="020B0604020202020204" pitchFamily="34" charset="0"/>
              <a:cs typeface="Arial" panose="020B0604020202020204" pitchFamily="34" charset="0"/>
              <a:sym typeface="Arial" panose="020B0604020202020204" pitchFamily="34" charset="0"/>
            </a:endParaRPr>
          </a:p>
          <a:p>
            <a:pPr marL="0" lvl="0" indent="0" algn="l" rtl="0">
              <a:lnSpc>
                <a:spcPct val="100000"/>
              </a:lnSpc>
              <a:spcBef>
                <a:spcPts val="0"/>
              </a:spcBef>
              <a:spcAft>
                <a:spcPts val="0"/>
              </a:spcAft>
              <a:buClr>
                <a:srgbClr val="3F3F3F"/>
              </a:buClr>
              <a:buSzPts val="1798"/>
              <a:buFont typeface="Arial" panose="020B0604020202020204" pitchFamily="34" charset="0"/>
              <a:buNone/>
            </a:pPr>
            <a:r>
              <a:rPr lang="en-US" sz="1600" b="0" i="0" u="none" strike="noStrike" cap="none" dirty="0">
                <a:latin typeface="Arial" panose="020B0604020202020204" pitchFamily="34" charset="0"/>
                <a:ea typeface="Arial" panose="020B0604020202020204" pitchFamily="34" charset="0"/>
                <a:cs typeface="Arial" panose="020B0604020202020204" pitchFamily="34" charset="0"/>
                <a:sym typeface="Arial" panose="020B0604020202020204" pitchFamily="34" charset="0"/>
              </a:rPr>
              <a:t>The information in this presentation is not deemed to be incorporated into any contract.</a:t>
            </a:r>
            <a:endParaRPr lang="en-US" sz="1600" dirty="0"/>
          </a:p>
        </p:txBody>
      </p:sp>
    </p:spTree>
    <p:extLst>
      <p:ext uri="{BB962C8B-B14F-4D97-AF65-F5344CB8AC3E}">
        <p14:creationId xmlns:p14="http://schemas.microsoft.com/office/powerpoint/2010/main" val="29134213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isclaimer - Regulatory">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17DBA86B-6376-6BE6-E240-280A6DAB3FEF}"/>
              </a:ext>
            </a:extLst>
          </p:cNvPr>
          <p:cNvSpPr txBox="1"/>
          <p:nvPr userDrawn="1"/>
        </p:nvSpPr>
        <p:spPr>
          <a:xfrm>
            <a:off x="579809" y="285278"/>
            <a:ext cx="1861387" cy="508473"/>
          </a:xfrm>
          <a:prstGeom prst="rect">
            <a:avLst/>
          </a:prstGeom>
          <a:noFill/>
        </p:spPr>
        <p:txBody>
          <a:bodyPr wrap="square" lIns="0" tIns="0" rIns="0" bIns="0" rtlCol="0">
            <a:spAutoFit/>
          </a:bodyPr>
          <a:lstStyle/>
          <a:p>
            <a:pPr algn="l">
              <a:lnSpc>
                <a:spcPct val="130000"/>
              </a:lnSpc>
            </a:pPr>
            <a:r>
              <a:rPr lang="en-US" sz="2800" dirty="0">
                <a:solidFill>
                  <a:schemeClr val="accent2"/>
                </a:solidFill>
                <a:latin typeface="+mj-lt"/>
              </a:rPr>
              <a:t>Disclaimer</a:t>
            </a:r>
            <a:endParaRPr lang="en-US" sz="1800" dirty="0">
              <a:solidFill>
                <a:schemeClr val="accent2"/>
              </a:solidFill>
              <a:latin typeface="+mj-lt"/>
            </a:endParaRPr>
          </a:p>
        </p:txBody>
      </p:sp>
      <p:pic>
        <p:nvPicPr>
          <p:cNvPr id="34" name="Picture 33" descr="A magnifying glass over a cloud&#10;&#10;Description automatically generated">
            <a:extLst>
              <a:ext uri="{FF2B5EF4-FFF2-40B4-BE49-F238E27FC236}">
                <a16:creationId xmlns:a16="http://schemas.microsoft.com/office/drawing/2014/main" id="{99AA4D96-2102-53BA-4F59-8B81999AA439}"/>
              </a:ext>
            </a:extLst>
          </p:cNvPr>
          <p:cNvPicPr>
            <a:picLocks noChangeAspect="1"/>
          </p:cNvPicPr>
          <p:nvPr userDrawn="1"/>
        </p:nvPicPr>
        <p:blipFill>
          <a:blip r:embed="rId2"/>
          <a:stretch>
            <a:fillRect/>
          </a:stretch>
        </p:blipFill>
        <p:spPr>
          <a:xfrm>
            <a:off x="6925011" y="4046283"/>
            <a:ext cx="5929314" cy="2964657"/>
          </a:xfrm>
          <a:prstGeom prst="rect">
            <a:avLst/>
          </a:prstGeom>
        </p:spPr>
      </p:pic>
      <p:sp>
        <p:nvSpPr>
          <p:cNvPr id="2" name="TextBox 1">
            <a:extLst>
              <a:ext uri="{FF2B5EF4-FFF2-40B4-BE49-F238E27FC236}">
                <a16:creationId xmlns:a16="http://schemas.microsoft.com/office/drawing/2014/main" id="{F3C246B1-DC1F-7690-A28D-3D06B3A1014A}"/>
              </a:ext>
            </a:extLst>
          </p:cNvPr>
          <p:cNvSpPr txBox="1"/>
          <p:nvPr userDrawn="1"/>
        </p:nvSpPr>
        <p:spPr>
          <a:xfrm>
            <a:off x="592865" y="1062111"/>
            <a:ext cx="10898075" cy="4929207"/>
          </a:xfrm>
          <a:prstGeom prst="rect">
            <a:avLst/>
          </a:prstGeom>
          <a:noFill/>
        </p:spPr>
        <p:txBody>
          <a:bodyPr wrap="square" lIns="0" tIns="0" rIns="0" bIns="0" rtlCol="0">
            <a:noAutofit/>
          </a:bodyPr>
          <a:lstStyle/>
          <a:p>
            <a:pPr marL="0" lvl="0" indent="0" defTabSz="914126">
              <a:spcBef>
                <a:spcPts val="0"/>
              </a:spcBef>
              <a:buClrTx/>
              <a:buSzTx/>
              <a:buFont typeface="Arial" panose="020B0604020202020204" pitchFamily="34" charset="0"/>
              <a:buNone/>
              <a:defRPr/>
            </a:pPr>
            <a:r>
              <a:rPr lang="en-US" sz="1800" dirty="0">
                <a:solidFill>
                  <a:srgbClr val="3F3F3F"/>
                </a:solidFill>
              </a:rPr>
              <a:t>This document is intended to provide general guidance for organizations that are considering Broadcom solutions. The information contained in this document is for educational and informational purposes only.</a:t>
            </a:r>
          </a:p>
          <a:p>
            <a:pPr marL="0" lvl="0" indent="0" defTabSz="914126">
              <a:spcBef>
                <a:spcPts val="0"/>
              </a:spcBef>
              <a:buClrTx/>
              <a:buSzTx/>
              <a:buFont typeface="Arial" panose="020B0604020202020204" pitchFamily="34" charset="0"/>
              <a:buNone/>
              <a:defRPr/>
            </a:pPr>
            <a:endParaRPr lang="en-US" sz="1800" dirty="0">
              <a:solidFill>
                <a:srgbClr val="3F3F3F"/>
              </a:solidFill>
            </a:endParaRPr>
          </a:p>
          <a:p>
            <a:pPr marL="0" lvl="0" indent="0" defTabSz="914126">
              <a:spcBef>
                <a:spcPts val="0"/>
              </a:spcBef>
              <a:buClrTx/>
              <a:buSzTx/>
              <a:buFont typeface="Arial" panose="020B0604020202020204" pitchFamily="34" charset="0"/>
              <a:buNone/>
              <a:defRPr/>
            </a:pPr>
            <a:r>
              <a:rPr lang="en-US" sz="1800" dirty="0">
                <a:solidFill>
                  <a:srgbClr val="3F3F3F"/>
                </a:solidFill>
              </a:rPr>
              <a:t>This document is not intended to provide advice and is provided “AS IS.”  </a:t>
            </a:r>
          </a:p>
          <a:p>
            <a:pPr marL="0" lvl="0" indent="0" defTabSz="914126">
              <a:spcBef>
                <a:spcPts val="0"/>
              </a:spcBef>
              <a:buClrTx/>
              <a:buSzTx/>
              <a:buFont typeface="Arial" panose="020B0604020202020204" pitchFamily="34" charset="0"/>
              <a:buNone/>
              <a:defRPr/>
            </a:pPr>
            <a:endParaRPr lang="en-US" sz="1800" dirty="0">
              <a:solidFill>
                <a:srgbClr val="3F3F3F"/>
              </a:solidFill>
            </a:endParaRPr>
          </a:p>
          <a:p>
            <a:pPr marL="0" lvl="0" indent="0" defTabSz="914126">
              <a:spcBef>
                <a:spcPts val="0"/>
              </a:spcBef>
              <a:buClrTx/>
              <a:buSzTx/>
              <a:buFont typeface="Arial" panose="020B0604020202020204" pitchFamily="34" charset="0"/>
              <a:buNone/>
              <a:defRPr/>
            </a:pPr>
            <a:r>
              <a:rPr lang="en-US" sz="1800" dirty="0">
                <a:solidFill>
                  <a:srgbClr val="3F3F3F"/>
                </a:solidFill>
              </a:rPr>
              <a:t>Broadcom makes no claims, promises, or guarantees about the accuracy, completeness, or adequacy of the information contained herein.</a:t>
            </a:r>
          </a:p>
          <a:p>
            <a:pPr marL="0" lvl="0" indent="0" defTabSz="914126">
              <a:spcBef>
                <a:spcPts val="0"/>
              </a:spcBef>
              <a:buClrTx/>
              <a:buSzTx/>
              <a:buFont typeface="Arial" panose="020B0604020202020204" pitchFamily="34" charset="0"/>
              <a:buNone/>
              <a:defRPr/>
            </a:pPr>
            <a:endParaRPr lang="en-US" sz="1800" dirty="0">
              <a:solidFill>
                <a:srgbClr val="3F3F3F"/>
              </a:solidFill>
            </a:endParaRPr>
          </a:p>
          <a:p>
            <a:pPr marL="0" lvl="0" indent="0" defTabSz="914126">
              <a:spcBef>
                <a:spcPts val="0"/>
              </a:spcBef>
              <a:buClrTx/>
              <a:buSzTx/>
              <a:buFont typeface="Arial" panose="020B0604020202020204" pitchFamily="34" charset="0"/>
              <a:buNone/>
              <a:defRPr/>
            </a:pPr>
            <a:r>
              <a:rPr lang="en-US" sz="1800" dirty="0">
                <a:solidFill>
                  <a:srgbClr val="3F3F3F"/>
                </a:solidFill>
              </a:rPr>
              <a:t>Organizations should engage appropriate legal, business, technical, and audit expertise within their specific organization for review of requirements and effectiveness of implementations.</a:t>
            </a:r>
          </a:p>
        </p:txBody>
      </p:sp>
    </p:spTree>
    <p:extLst>
      <p:ext uri="{BB962C8B-B14F-4D97-AF65-F5344CB8AC3E}">
        <p14:creationId xmlns:p14="http://schemas.microsoft.com/office/powerpoint/2010/main" val="675298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730" name="page number">
            <a:extLst>
              <a:ext uri="{FF2B5EF4-FFF2-40B4-BE49-F238E27FC236}">
                <a16:creationId xmlns:a16="http://schemas.microsoft.com/office/drawing/2014/main" id="{AB8D1A6B-3CE6-468D-804E-6300F8B6DC81}"/>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5" name="page number">
            <a:extLst>
              <a:ext uri="{FF2B5EF4-FFF2-40B4-BE49-F238E27FC236}">
                <a16:creationId xmlns:a16="http://schemas.microsoft.com/office/drawing/2014/main" id="{AB8D1A6B-3CE6-468D-804E-6300F8B6DC81}"/>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4" name="Text Placeholder 3">
            <a:extLst>
              <a:ext uri="{FF2B5EF4-FFF2-40B4-BE49-F238E27FC236}">
                <a16:creationId xmlns:a16="http://schemas.microsoft.com/office/drawing/2014/main" id="{B6CCD82C-92EF-52E3-6D43-409D112BB960}"/>
              </a:ext>
            </a:extLst>
          </p:cNvPr>
          <p:cNvSpPr>
            <a:spLocks noGrp="1"/>
          </p:cNvSpPr>
          <p:nvPr>
            <p:ph type="body" sz="quarter" idx="24"/>
          </p:nvPr>
        </p:nvSpPr>
        <p:spPr>
          <a:xfrm>
            <a:off x="609600" y="1267608"/>
            <a:ext cx="1939925" cy="1969770"/>
          </a:xfrm>
        </p:spPr>
        <p:txBody>
          <a:bodyPr>
            <a:spAutoFit/>
          </a:bodyPr>
          <a:lstStyle>
            <a:lvl1pPr>
              <a:defRPr sz="3200">
                <a:solidFill>
                  <a:schemeClr val="accent2"/>
                </a:solidFill>
                <a:latin typeface="+mj-lt"/>
              </a:defRPr>
            </a:lvl1pPr>
          </a:lstStyle>
          <a:p>
            <a:pPr lvl="0"/>
            <a:r>
              <a:rPr lang="en-US"/>
              <a:t>Click to edit Master text styles</a:t>
            </a:r>
          </a:p>
        </p:txBody>
      </p:sp>
      <p:sp>
        <p:nvSpPr>
          <p:cNvPr id="7" name="Text Placeholder 6">
            <a:extLst>
              <a:ext uri="{FF2B5EF4-FFF2-40B4-BE49-F238E27FC236}">
                <a16:creationId xmlns:a16="http://schemas.microsoft.com/office/drawing/2014/main" id="{E948148D-4A41-A447-0432-B69E69A94358}"/>
              </a:ext>
            </a:extLst>
          </p:cNvPr>
          <p:cNvSpPr>
            <a:spLocks noGrp="1"/>
          </p:cNvSpPr>
          <p:nvPr>
            <p:ph type="body" sz="quarter" idx="25"/>
          </p:nvPr>
        </p:nvSpPr>
        <p:spPr>
          <a:xfrm>
            <a:off x="2894013" y="1267608"/>
            <a:ext cx="7335837" cy="4337050"/>
          </a:xfrm>
        </p:spPr>
        <p:txBody>
          <a:bodyPr/>
          <a:lstStyle>
            <a:lvl1pPr marL="342900" indent="-342900">
              <a:buClr>
                <a:schemeClr val="accent2"/>
              </a:buClr>
              <a:buFont typeface="Arial" panose="020B0604020202020204" pitchFamily="34" charset="0"/>
              <a:buChar char="•"/>
              <a:defRPr sz="2800"/>
            </a:lvl1pPr>
            <a:lvl2pPr marL="804863" indent="-347663">
              <a:buClr>
                <a:schemeClr val="accent2"/>
              </a:buClr>
              <a:defRPr sz="2400"/>
            </a:lvl2pPr>
            <a:lvl3pPr marL="1033463" indent="-346075">
              <a:buClr>
                <a:schemeClr val="accent2"/>
              </a:buClr>
              <a:defRPr sz="2000"/>
            </a:lvl3pPr>
            <a:lvl4pPr marL="1262063" indent="-342900">
              <a:buClr>
                <a:schemeClr val="accent2"/>
              </a:buClr>
              <a:defRPr sz="1800"/>
            </a:lvl4pPr>
            <a:lvl5pPr marL="1490663" indent="-347663">
              <a:buClr>
                <a:schemeClr val="accent2"/>
              </a:buCl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6880144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ection Header – Leaf">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9108" y="938794"/>
            <a:ext cx="6427626" cy="1229360"/>
          </a:xfrm>
        </p:spPr>
        <p:txBody>
          <a:bodyPr wrap="square" anchor="b"/>
          <a:lstStyle>
            <a:lvl1pPr algn="l">
              <a:defRPr sz="3600" b="0" cap="none" baseline="0">
                <a:solidFill>
                  <a:schemeClr val="accent2"/>
                </a:solidFill>
              </a:defRPr>
            </a:lvl1pPr>
          </a:lstStyle>
          <a:p>
            <a:r>
              <a:rPr lang="en-US"/>
              <a:t>Section Title Option 1</a:t>
            </a:r>
            <a:br>
              <a:rPr lang="en-US"/>
            </a:br>
            <a:r>
              <a:rPr lang="en-US"/>
              <a:t>Green Theme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408402" cy="700882"/>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text</a:t>
            </a:r>
          </a:p>
        </p:txBody>
      </p:sp>
      <p:sp>
        <p:nvSpPr>
          <p:cNvPr id="14" name="page number">
            <a:extLst>
              <a:ext uri="{FF2B5EF4-FFF2-40B4-BE49-F238E27FC236}">
                <a16:creationId xmlns:a16="http://schemas.microsoft.com/office/drawing/2014/main" id="{20A83C12-6BEB-4E4C-9FB0-AA1FB4C661B1}"/>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11" name="Freeform: Shape 10">
            <a:extLst>
              <a:ext uri="{FF2B5EF4-FFF2-40B4-BE49-F238E27FC236}">
                <a16:creationId xmlns:a16="http://schemas.microsoft.com/office/drawing/2014/main" id="{4D880B34-1E61-BED8-9D19-CC47E69A1FF0}"/>
              </a:ext>
            </a:extLst>
          </p:cNvPr>
          <p:cNvSpPr/>
          <p:nvPr userDrawn="1"/>
        </p:nvSpPr>
        <p:spPr>
          <a:xfrm>
            <a:off x="6525510" y="666685"/>
            <a:ext cx="5663315" cy="5331994"/>
          </a:xfrm>
          <a:custGeom>
            <a:avLst/>
            <a:gdLst>
              <a:gd name="connsiteX0" fmla="*/ 5663315 w 5663315"/>
              <a:gd name="connsiteY0" fmla="*/ 0 h 5331994"/>
              <a:gd name="connsiteX1" fmla="*/ 5663315 w 5663315"/>
              <a:gd name="connsiteY1" fmla="*/ 2653504 h 5331994"/>
              <a:gd name="connsiteX2" fmla="*/ 3356810 w 5663315"/>
              <a:gd name="connsiteY2" fmla="*/ 4960016 h 5331994"/>
              <a:gd name="connsiteX3" fmla="*/ 2458806 w 5663315"/>
              <a:gd name="connsiteY3" fmla="*/ 5331994 h 5331994"/>
              <a:gd name="connsiteX4" fmla="*/ 127247 w 5663315"/>
              <a:gd name="connsiteY4" fmla="*/ 5331994 h 5331994"/>
              <a:gd name="connsiteX5" fmla="*/ 37459 w 5663315"/>
              <a:gd name="connsiteY5" fmla="*/ 5115208 h 5331994"/>
              <a:gd name="connsiteX6" fmla="*/ 4781475 w 5663315"/>
              <a:gd name="connsiteY6" fmla="*/ 371179 h 5331994"/>
              <a:gd name="connsiteX7" fmla="*/ 5553942 w 5663315"/>
              <a:gd name="connsiteY7" fmla="*/ 5414 h 53319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663315" h="5331994">
                <a:moveTo>
                  <a:pt x="5663315" y="0"/>
                </a:moveTo>
                <a:lnTo>
                  <a:pt x="5663315" y="2653504"/>
                </a:lnTo>
                <a:lnTo>
                  <a:pt x="3356810" y="4960016"/>
                </a:lnTo>
                <a:cubicBezTo>
                  <a:pt x="3118625" y="5198201"/>
                  <a:pt x="2795605" y="5331994"/>
                  <a:pt x="2458806" y="5331994"/>
                </a:cubicBezTo>
                <a:lnTo>
                  <a:pt x="127247" y="5331994"/>
                </a:lnTo>
                <a:cubicBezTo>
                  <a:pt x="14092" y="5331994"/>
                  <a:pt x="-42549" y="5195217"/>
                  <a:pt x="37459" y="5115208"/>
                </a:cubicBezTo>
                <a:lnTo>
                  <a:pt x="4781475" y="371179"/>
                </a:lnTo>
                <a:cubicBezTo>
                  <a:pt x="4989831" y="162766"/>
                  <a:pt x="5263188" y="34280"/>
                  <a:pt x="5553942" y="5414"/>
                </a:cubicBezTo>
                <a:close/>
              </a:path>
            </a:pathLst>
          </a:custGeom>
          <a:gradFill>
            <a:gsLst>
              <a:gs pos="21000">
                <a:schemeClr val="accent4"/>
              </a:gs>
              <a:gs pos="89000">
                <a:schemeClr val="accent3"/>
              </a:gs>
            </a:gsLst>
            <a:lin ang="18900000" scaled="1"/>
          </a:gradFill>
          <a:ln w="0" cap="flat">
            <a:noFill/>
            <a:prstDash val="solid"/>
            <a:miter/>
          </a:ln>
        </p:spPr>
        <p:txBody>
          <a:bodyPr rtlCol="0" anchor="ctr"/>
          <a:lstStyle/>
          <a:p>
            <a:endParaRPr lang="en-US" dirty="0"/>
          </a:p>
        </p:txBody>
      </p:sp>
      <p:sp>
        <p:nvSpPr>
          <p:cNvPr id="6" name="page number">
            <a:extLst>
              <a:ext uri="{FF2B5EF4-FFF2-40B4-BE49-F238E27FC236}">
                <a16:creationId xmlns:a16="http://schemas.microsoft.com/office/drawing/2014/main" id="{20A83C12-6BEB-4E4C-9FB0-AA1FB4C661B1}"/>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32672547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ection Header – Aqua">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9107" y="938794"/>
            <a:ext cx="6587869" cy="1229360"/>
          </a:xfrm>
        </p:spPr>
        <p:txBody>
          <a:bodyPr wrap="square" anchor="b"/>
          <a:lstStyle>
            <a:lvl1pPr algn="l">
              <a:defRPr sz="3600" b="0" cap="none" baseline="0">
                <a:solidFill>
                  <a:schemeClr val="accent2"/>
                </a:solidFill>
              </a:defRPr>
            </a:lvl1pPr>
          </a:lstStyle>
          <a:p>
            <a:r>
              <a:rPr lang="en-US"/>
              <a:t>Section Title Option 2</a:t>
            </a:r>
            <a:br>
              <a:rPr lang="en-US"/>
            </a:br>
            <a:r>
              <a:rPr lang="en-US"/>
              <a:t>Blue Theme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574010" cy="700882"/>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text</a:t>
            </a:r>
          </a:p>
        </p:txBody>
      </p:sp>
      <p:sp>
        <p:nvSpPr>
          <p:cNvPr id="15" name="page number">
            <a:extLst>
              <a:ext uri="{FF2B5EF4-FFF2-40B4-BE49-F238E27FC236}">
                <a16:creationId xmlns:a16="http://schemas.microsoft.com/office/drawing/2014/main" id="{274E202C-D42A-664B-A387-688ED8610969}"/>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4" name="Freeform: Shape 3">
            <a:extLst>
              <a:ext uri="{FF2B5EF4-FFF2-40B4-BE49-F238E27FC236}">
                <a16:creationId xmlns:a16="http://schemas.microsoft.com/office/drawing/2014/main" id="{BBDEC133-91F8-98FE-DF2D-3917EC311D68}"/>
              </a:ext>
            </a:extLst>
          </p:cNvPr>
          <p:cNvSpPr/>
          <p:nvPr/>
        </p:nvSpPr>
        <p:spPr>
          <a:xfrm>
            <a:off x="6524631" y="635863"/>
            <a:ext cx="5663315" cy="5331994"/>
          </a:xfrm>
          <a:custGeom>
            <a:avLst/>
            <a:gdLst>
              <a:gd name="connsiteX0" fmla="*/ 5663315 w 5663315"/>
              <a:gd name="connsiteY0" fmla="*/ 0 h 5331994"/>
              <a:gd name="connsiteX1" fmla="*/ 5663315 w 5663315"/>
              <a:gd name="connsiteY1" fmla="*/ 2653504 h 5331994"/>
              <a:gd name="connsiteX2" fmla="*/ 3356810 w 5663315"/>
              <a:gd name="connsiteY2" fmla="*/ 4960016 h 5331994"/>
              <a:gd name="connsiteX3" fmla="*/ 2458806 w 5663315"/>
              <a:gd name="connsiteY3" fmla="*/ 5331994 h 5331994"/>
              <a:gd name="connsiteX4" fmla="*/ 127247 w 5663315"/>
              <a:gd name="connsiteY4" fmla="*/ 5331994 h 5331994"/>
              <a:gd name="connsiteX5" fmla="*/ 37459 w 5663315"/>
              <a:gd name="connsiteY5" fmla="*/ 5115208 h 5331994"/>
              <a:gd name="connsiteX6" fmla="*/ 4781475 w 5663315"/>
              <a:gd name="connsiteY6" fmla="*/ 371179 h 5331994"/>
              <a:gd name="connsiteX7" fmla="*/ 5553942 w 5663315"/>
              <a:gd name="connsiteY7" fmla="*/ 5414 h 53319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663315" h="5331994">
                <a:moveTo>
                  <a:pt x="5663315" y="0"/>
                </a:moveTo>
                <a:lnTo>
                  <a:pt x="5663315" y="2653504"/>
                </a:lnTo>
                <a:lnTo>
                  <a:pt x="3356810" y="4960016"/>
                </a:lnTo>
                <a:cubicBezTo>
                  <a:pt x="3118625" y="5198201"/>
                  <a:pt x="2795605" y="5331994"/>
                  <a:pt x="2458806" y="5331994"/>
                </a:cubicBezTo>
                <a:lnTo>
                  <a:pt x="127247" y="5331994"/>
                </a:lnTo>
                <a:cubicBezTo>
                  <a:pt x="14092" y="5331994"/>
                  <a:pt x="-42549" y="5195217"/>
                  <a:pt x="37459" y="5115208"/>
                </a:cubicBezTo>
                <a:lnTo>
                  <a:pt x="4781475" y="371179"/>
                </a:lnTo>
                <a:cubicBezTo>
                  <a:pt x="4989831" y="162766"/>
                  <a:pt x="5263188" y="34280"/>
                  <a:pt x="5553942" y="5414"/>
                </a:cubicBezTo>
                <a:close/>
              </a:path>
            </a:pathLst>
          </a:custGeom>
          <a:gradFill>
            <a:gsLst>
              <a:gs pos="21000">
                <a:schemeClr val="accent2"/>
              </a:gs>
              <a:gs pos="89000">
                <a:schemeClr val="accent3"/>
              </a:gs>
            </a:gsLst>
            <a:lin ang="18900000" scaled="1"/>
          </a:gradFill>
          <a:ln w="0" cap="flat">
            <a:noFill/>
            <a:prstDash val="solid"/>
            <a:miter/>
          </a:ln>
        </p:spPr>
        <p:txBody>
          <a:bodyPr rtlCol="0" anchor="ctr"/>
          <a:lstStyle/>
          <a:p>
            <a:endParaRPr lang="en-US" dirty="0"/>
          </a:p>
        </p:txBody>
      </p:sp>
      <p:sp>
        <p:nvSpPr>
          <p:cNvPr id="6" name="page number">
            <a:extLst>
              <a:ext uri="{FF2B5EF4-FFF2-40B4-BE49-F238E27FC236}">
                <a16:creationId xmlns:a16="http://schemas.microsoft.com/office/drawing/2014/main" id="{274E202C-D42A-664B-A387-688ED8610969}"/>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10246262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Section Header – Plum">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9107" y="938794"/>
            <a:ext cx="6555971" cy="1229360"/>
          </a:xfrm>
        </p:spPr>
        <p:txBody>
          <a:bodyPr wrap="square" anchor="b"/>
          <a:lstStyle>
            <a:lvl1pPr algn="l">
              <a:defRPr sz="3600" b="0" cap="none" baseline="0">
                <a:solidFill>
                  <a:schemeClr val="accent2"/>
                </a:solidFill>
              </a:defRPr>
            </a:lvl1pPr>
          </a:lstStyle>
          <a:p>
            <a:r>
              <a:rPr lang="en-US"/>
              <a:t>Section Title Option 3 </a:t>
            </a:r>
            <a:br>
              <a:rPr lang="en-US"/>
            </a:br>
            <a:r>
              <a:rPr lang="en-US"/>
              <a:t>Purple Theme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542112" cy="700882"/>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text</a:t>
            </a:r>
          </a:p>
        </p:txBody>
      </p:sp>
      <p:sp>
        <p:nvSpPr>
          <p:cNvPr id="15" name="page number">
            <a:extLst>
              <a:ext uri="{FF2B5EF4-FFF2-40B4-BE49-F238E27FC236}">
                <a16:creationId xmlns:a16="http://schemas.microsoft.com/office/drawing/2014/main" id="{8424C6A4-7F55-9842-969F-317F913DCB90}"/>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4" name="Freeform: Shape 3">
            <a:extLst>
              <a:ext uri="{FF2B5EF4-FFF2-40B4-BE49-F238E27FC236}">
                <a16:creationId xmlns:a16="http://schemas.microsoft.com/office/drawing/2014/main" id="{D43FD454-1DEA-D13A-0DE1-B9CABA1ED1FE}"/>
              </a:ext>
            </a:extLst>
          </p:cNvPr>
          <p:cNvSpPr/>
          <p:nvPr/>
        </p:nvSpPr>
        <p:spPr>
          <a:xfrm>
            <a:off x="6524631" y="635863"/>
            <a:ext cx="5663315" cy="5331994"/>
          </a:xfrm>
          <a:custGeom>
            <a:avLst/>
            <a:gdLst>
              <a:gd name="connsiteX0" fmla="*/ 5663315 w 5663315"/>
              <a:gd name="connsiteY0" fmla="*/ 0 h 5331994"/>
              <a:gd name="connsiteX1" fmla="*/ 5663315 w 5663315"/>
              <a:gd name="connsiteY1" fmla="*/ 2653504 h 5331994"/>
              <a:gd name="connsiteX2" fmla="*/ 3356810 w 5663315"/>
              <a:gd name="connsiteY2" fmla="*/ 4960016 h 5331994"/>
              <a:gd name="connsiteX3" fmla="*/ 2458806 w 5663315"/>
              <a:gd name="connsiteY3" fmla="*/ 5331994 h 5331994"/>
              <a:gd name="connsiteX4" fmla="*/ 127247 w 5663315"/>
              <a:gd name="connsiteY4" fmla="*/ 5331994 h 5331994"/>
              <a:gd name="connsiteX5" fmla="*/ 37459 w 5663315"/>
              <a:gd name="connsiteY5" fmla="*/ 5115208 h 5331994"/>
              <a:gd name="connsiteX6" fmla="*/ 4781475 w 5663315"/>
              <a:gd name="connsiteY6" fmla="*/ 371179 h 5331994"/>
              <a:gd name="connsiteX7" fmla="*/ 5553942 w 5663315"/>
              <a:gd name="connsiteY7" fmla="*/ 5414 h 53319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663315" h="5331994">
                <a:moveTo>
                  <a:pt x="5663315" y="0"/>
                </a:moveTo>
                <a:lnTo>
                  <a:pt x="5663315" y="2653504"/>
                </a:lnTo>
                <a:lnTo>
                  <a:pt x="3356810" y="4960016"/>
                </a:lnTo>
                <a:cubicBezTo>
                  <a:pt x="3118625" y="5198201"/>
                  <a:pt x="2795605" y="5331994"/>
                  <a:pt x="2458806" y="5331994"/>
                </a:cubicBezTo>
                <a:lnTo>
                  <a:pt x="127247" y="5331994"/>
                </a:lnTo>
                <a:cubicBezTo>
                  <a:pt x="14092" y="5331994"/>
                  <a:pt x="-42549" y="5195217"/>
                  <a:pt x="37459" y="5115208"/>
                </a:cubicBezTo>
                <a:lnTo>
                  <a:pt x="4781475" y="371179"/>
                </a:lnTo>
                <a:cubicBezTo>
                  <a:pt x="4989831" y="162766"/>
                  <a:pt x="5263188" y="34280"/>
                  <a:pt x="5553942" y="5414"/>
                </a:cubicBezTo>
                <a:close/>
              </a:path>
            </a:pathLst>
          </a:custGeom>
          <a:gradFill>
            <a:gsLst>
              <a:gs pos="21000">
                <a:schemeClr val="accent5"/>
              </a:gs>
              <a:gs pos="89000">
                <a:schemeClr val="accent3"/>
              </a:gs>
            </a:gsLst>
            <a:lin ang="18900000" scaled="1"/>
          </a:gradFill>
          <a:ln w="0" cap="flat">
            <a:noFill/>
            <a:prstDash val="solid"/>
            <a:miter/>
          </a:ln>
        </p:spPr>
        <p:txBody>
          <a:bodyPr rtlCol="0" anchor="ctr"/>
          <a:lstStyle/>
          <a:p>
            <a:endParaRPr lang="en-US" dirty="0"/>
          </a:p>
        </p:txBody>
      </p:sp>
      <p:sp>
        <p:nvSpPr>
          <p:cNvPr id="6" name="page number">
            <a:extLst>
              <a:ext uri="{FF2B5EF4-FFF2-40B4-BE49-F238E27FC236}">
                <a16:creationId xmlns:a16="http://schemas.microsoft.com/office/drawing/2014/main" id="{8424C6A4-7F55-9842-969F-317F913DCB90}"/>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35219801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Section Header – Aqua - RBLF">
    <p:spTree>
      <p:nvGrpSpPr>
        <p:cNvPr id="1" name=""/>
        <p:cNvGrpSpPr/>
        <p:nvPr/>
      </p:nvGrpSpPr>
      <p:grpSpPr>
        <a:xfrm>
          <a:off x="0" y="0"/>
          <a:ext cx="0" cy="0"/>
          <a:chOff x="0" y="0"/>
          <a:chExt cx="0" cy="0"/>
        </a:xfrm>
      </p:grpSpPr>
      <p:sp>
        <p:nvSpPr>
          <p:cNvPr id="15" name="page number">
            <a:extLst>
              <a:ext uri="{FF2B5EF4-FFF2-40B4-BE49-F238E27FC236}">
                <a16:creationId xmlns:a16="http://schemas.microsoft.com/office/drawing/2014/main" id="{274E202C-D42A-664B-A387-688ED8610969}"/>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4" name="Freeform: Shape 3">
            <a:extLst>
              <a:ext uri="{FF2B5EF4-FFF2-40B4-BE49-F238E27FC236}">
                <a16:creationId xmlns:a16="http://schemas.microsoft.com/office/drawing/2014/main" id="{BBDEC133-91F8-98FE-DF2D-3917EC311D68}"/>
              </a:ext>
            </a:extLst>
          </p:cNvPr>
          <p:cNvSpPr/>
          <p:nvPr/>
        </p:nvSpPr>
        <p:spPr>
          <a:xfrm>
            <a:off x="6524631" y="635863"/>
            <a:ext cx="5663315" cy="5331994"/>
          </a:xfrm>
          <a:custGeom>
            <a:avLst/>
            <a:gdLst>
              <a:gd name="connsiteX0" fmla="*/ 5663315 w 5663315"/>
              <a:gd name="connsiteY0" fmla="*/ 0 h 5331994"/>
              <a:gd name="connsiteX1" fmla="*/ 5663315 w 5663315"/>
              <a:gd name="connsiteY1" fmla="*/ 2653504 h 5331994"/>
              <a:gd name="connsiteX2" fmla="*/ 3356810 w 5663315"/>
              <a:gd name="connsiteY2" fmla="*/ 4960016 h 5331994"/>
              <a:gd name="connsiteX3" fmla="*/ 2458806 w 5663315"/>
              <a:gd name="connsiteY3" fmla="*/ 5331994 h 5331994"/>
              <a:gd name="connsiteX4" fmla="*/ 127247 w 5663315"/>
              <a:gd name="connsiteY4" fmla="*/ 5331994 h 5331994"/>
              <a:gd name="connsiteX5" fmla="*/ 37459 w 5663315"/>
              <a:gd name="connsiteY5" fmla="*/ 5115208 h 5331994"/>
              <a:gd name="connsiteX6" fmla="*/ 4781475 w 5663315"/>
              <a:gd name="connsiteY6" fmla="*/ 371179 h 5331994"/>
              <a:gd name="connsiteX7" fmla="*/ 5553942 w 5663315"/>
              <a:gd name="connsiteY7" fmla="*/ 5414 h 53319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663315" h="5331994">
                <a:moveTo>
                  <a:pt x="5663315" y="0"/>
                </a:moveTo>
                <a:lnTo>
                  <a:pt x="5663315" y="2653504"/>
                </a:lnTo>
                <a:lnTo>
                  <a:pt x="3356810" y="4960016"/>
                </a:lnTo>
                <a:cubicBezTo>
                  <a:pt x="3118625" y="5198201"/>
                  <a:pt x="2795605" y="5331994"/>
                  <a:pt x="2458806" y="5331994"/>
                </a:cubicBezTo>
                <a:lnTo>
                  <a:pt x="127247" y="5331994"/>
                </a:lnTo>
                <a:cubicBezTo>
                  <a:pt x="14092" y="5331994"/>
                  <a:pt x="-42549" y="5195217"/>
                  <a:pt x="37459" y="5115208"/>
                </a:cubicBezTo>
                <a:lnTo>
                  <a:pt x="4781475" y="371179"/>
                </a:lnTo>
                <a:cubicBezTo>
                  <a:pt x="4989831" y="162766"/>
                  <a:pt x="5263188" y="34280"/>
                  <a:pt x="5553942" y="5414"/>
                </a:cubicBezTo>
                <a:close/>
              </a:path>
            </a:pathLst>
          </a:custGeom>
          <a:gradFill>
            <a:gsLst>
              <a:gs pos="21000">
                <a:schemeClr val="accent2"/>
              </a:gs>
              <a:gs pos="89000">
                <a:schemeClr val="accent3"/>
              </a:gs>
            </a:gsLst>
            <a:lin ang="18900000" scaled="1"/>
          </a:gradFill>
          <a:ln w="0" cap="flat">
            <a:noFill/>
            <a:prstDash val="solid"/>
            <a:miter/>
          </a:ln>
        </p:spPr>
        <p:txBody>
          <a:bodyPr rtlCol="0" anchor="ctr"/>
          <a:lstStyle/>
          <a:p>
            <a:endParaRPr lang="en-US" dirty="0"/>
          </a:p>
        </p:txBody>
      </p:sp>
      <p:sp>
        <p:nvSpPr>
          <p:cNvPr id="6" name="page number">
            <a:extLst>
              <a:ext uri="{FF2B5EF4-FFF2-40B4-BE49-F238E27FC236}">
                <a16:creationId xmlns:a16="http://schemas.microsoft.com/office/drawing/2014/main" id="{274E202C-D42A-664B-A387-688ED8610969}"/>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3" name="Freeform 17">
            <a:extLst>
              <a:ext uri="{FF2B5EF4-FFF2-40B4-BE49-F238E27FC236}">
                <a16:creationId xmlns:a16="http://schemas.microsoft.com/office/drawing/2014/main" id="{AA8AB603-8151-B92A-7BB6-D43CB0D7CBEC}"/>
              </a:ext>
            </a:extLst>
          </p:cNvPr>
          <p:cNvSpPr/>
          <p:nvPr userDrawn="1"/>
        </p:nvSpPr>
        <p:spPr>
          <a:xfrm>
            <a:off x="804256" y="1630700"/>
            <a:ext cx="5930781" cy="1234713"/>
          </a:xfrm>
          <a:custGeom>
            <a:avLst/>
            <a:gdLst>
              <a:gd name="connsiteX0" fmla="*/ 0 w 3431443"/>
              <a:gd name="connsiteY0" fmla="*/ 0 h 635534"/>
              <a:gd name="connsiteX1" fmla="*/ 1144128 w 3431443"/>
              <a:gd name="connsiteY1" fmla="*/ 0 h 635534"/>
              <a:gd name="connsiteX2" fmla="*/ 1255762 w 3431443"/>
              <a:gd name="connsiteY2" fmla="*/ 0 h 635534"/>
              <a:gd name="connsiteX3" fmla="*/ 1409044 w 3431443"/>
              <a:gd name="connsiteY3" fmla="*/ 0 h 635534"/>
              <a:gd name="connsiteX4" fmla="*/ 3151090 w 3431443"/>
              <a:gd name="connsiteY4" fmla="*/ 0 h 635534"/>
              <a:gd name="connsiteX5" fmla="*/ 3262725 w 3431443"/>
              <a:gd name="connsiteY5" fmla="*/ 0 h 635534"/>
              <a:gd name="connsiteX6" fmla="*/ 3416007 w 3431443"/>
              <a:gd name="connsiteY6" fmla="*/ 0 h 635534"/>
              <a:gd name="connsiteX7" fmla="*/ 3426902 w 3431443"/>
              <a:gd name="connsiteY7" fmla="*/ 26300 h 635534"/>
              <a:gd name="connsiteX8" fmla="*/ 2862779 w 3431443"/>
              <a:gd name="connsiteY8" fmla="*/ 590421 h 635534"/>
              <a:gd name="connsiteX9" fmla="*/ 2753853 w 3431443"/>
              <a:gd name="connsiteY9" fmla="*/ 635534 h 635534"/>
              <a:gd name="connsiteX10" fmla="*/ 2488937 w 3431443"/>
              <a:gd name="connsiteY10" fmla="*/ 635534 h 635534"/>
              <a:gd name="connsiteX11" fmla="*/ 746891 w 3431443"/>
              <a:gd name="connsiteY11" fmla="*/ 635534 h 635534"/>
              <a:gd name="connsiteX12" fmla="*/ 481974 w 3431443"/>
              <a:gd name="connsiteY12" fmla="*/ 635534 h 635534"/>
              <a:gd name="connsiteX13" fmla="*/ 0 w 3431443"/>
              <a:gd name="connsiteY13" fmla="*/ 635534 h 635534"/>
              <a:gd name="connsiteX14" fmla="*/ 0 w 3431443"/>
              <a:gd name="connsiteY14" fmla="*/ 0 h 6355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431443" h="635534">
                <a:moveTo>
                  <a:pt x="0" y="0"/>
                </a:moveTo>
                <a:lnTo>
                  <a:pt x="1144128" y="0"/>
                </a:lnTo>
                <a:lnTo>
                  <a:pt x="1255762" y="0"/>
                </a:lnTo>
                <a:lnTo>
                  <a:pt x="1409044" y="0"/>
                </a:lnTo>
                <a:lnTo>
                  <a:pt x="3151090" y="0"/>
                </a:lnTo>
                <a:lnTo>
                  <a:pt x="3262725" y="0"/>
                </a:lnTo>
                <a:lnTo>
                  <a:pt x="3416007" y="0"/>
                </a:lnTo>
                <a:cubicBezTo>
                  <a:pt x="3429726" y="0"/>
                  <a:pt x="3436607" y="16595"/>
                  <a:pt x="3426902" y="26300"/>
                </a:cubicBezTo>
                <a:lnTo>
                  <a:pt x="2862779" y="590421"/>
                </a:lnTo>
                <a:cubicBezTo>
                  <a:pt x="2833892" y="619309"/>
                  <a:pt x="2794715" y="635534"/>
                  <a:pt x="2753853" y="635534"/>
                </a:cubicBezTo>
                <a:lnTo>
                  <a:pt x="2488937" y="635534"/>
                </a:lnTo>
                <a:lnTo>
                  <a:pt x="746891" y="635534"/>
                </a:lnTo>
                <a:lnTo>
                  <a:pt x="481974" y="635534"/>
                </a:lnTo>
                <a:lnTo>
                  <a:pt x="0" y="635534"/>
                </a:lnTo>
                <a:lnTo>
                  <a:pt x="0" y="0"/>
                </a:lnTo>
                <a:close/>
              </a:path>
            </a:pathLst>
          </a:custGeom>
          <a:gradFill>
            <a:gsLst>
              <a:gs pos="0">
                <a:srgbClr val="0098C7">
                  <a:alpha val="24705"/>
                </a:srgbClr>
              </a:gs>
              <a:gs pos="99000">
                <a:srgbClr val="005C8A">
                  <a:alpha val="24705"/>
                </a:srgbClr>
              </a:gs>
              <a:gs pos="100000">
                <a:srgbClr val="005C8A">
                  <a:alpha val="24705"/>
                </a:srgbClr>
              </a:gs>
            </a:gsLst>
            <a:lin ang="10800000" scaled="0"/>
          </a:gradFill>
          <a:ln>
            <a:noFill/>
          </a:ln>
        </p:spPr>
        <p:txBody>
          <a:bodyPr spcFirstLastPara="1" wrap="square" lIns="0" tIns="0" rIns="0" bIns="0" anchor="ctr" anchorCtr="0">
            <a:noAutofit/>
          </a:bodyPr>
          <a:lstStyle/>
          <a:p>
            <a:pPr marL="0" marR="0" lvl="0" indent="0" algn="ctr" defTabSz="914171" rtl="0" eaLnBrk="1" fontAlgn="auto" latinLnBrk="0" hangingPunct="1">
              <a:lnSpc>
                <a:spcPct val="90000"/>
              </a:lnSpc>
              <a:spcBef>
                <a:spcPts val="0"/>
              </a:spcBef>
              <a:spcAft>
                <a:spcPts val="0"/>
              </a:spcAft>
              <a:buClrTx/>
              <a:buSzTx/>
              <a:buFontTx/>
              <a:buNone/>
              <a:tabLst/>
              <a:defRPr/>
            </a:pPr>
            <a:endParaRPr kumimoji="0" sz="1500" b="1"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sp>
        <p:nvSpPr>
          <p:cNvPr id="5" name="Freeform 8">
            <a:extLst>
              <a:ext uri="{FF2B5EF4-FFF2-40B4-BE49-F238E27FC236}">
                <a16:creationId xmlns:a16="http://schemas.microsoft.com/office/drawing/2014/main" id="{A985BF41-1393-853F-6DDF-DD489DE2FE8F}"/>
              </a:ext>
            </a:extLst>
          </p:cNvPr>
          <p:cNvSpPr/>
          <p:nvPr userDrawn="1"/>
        </p:nvSpPr>
        <p:spPr>
          <a:xfrm>
            <a:off x="0" y="1322675"/>
            <a:ext cx="6667828" cy="1645919"/>
          </a:xfrm>
          <a:custGeom>
            <a:avLst/>
            <a:gdLst>
              <a:gd name="connsiteX0" fmla="*/ 0 w 3205327"/>
              <a:gd name="connsiteY0" fmla="*/ 0 h 731416"/>
              <a:gd name="connsiteX1" fmla="*/ 572932 w 3205327"/>
              <a:gd name="connsiteY1" fmla="*/ 0 h 731416"/>
              <a:gd name="connsiteX2" fmla="*/ 701409 w 3205327"/>
              <a:gd name="connsiteY2" fmla="*/ 0 h 731416"/>
              <a:gd name="connsiteX3" fmla="*/ 877816 w 3205327"/>
              <a:gd name="connsiteY3" fmla="*/ 0 h 731416"/>
              <a:gd name="connsiteX4" fmla="*/ 2882678 w 3205327"/>
              <a:gd name="connsiteY4" fmla="*/ 0 h 731416"/>
              <a:gd name="connsiteX5" fmla="*/ 3011155 w 3205327"/>
              <a:gd name="connsiteY5" fmla="*/ 0 h 731416"/>
              <a:gd name="connsiteX6" fmla="*/ 3187562 w 3205327"/>
              <a:gd name="connsiteY6" fmla="*/ 0 h 731416"/>
              <a:gd name="connsiteX7" fmla="*/ 3200101 w 3205327"/>
              <a:gd name="connsiteY7" fmla="*/ 30268 h 731416"/>
              <a:gd name="connsiteX8" fmla="*/ 2550871 w 3205327"/>
              <a:gd name="connsiteY8" fmla="*/ 679497 h 731416"/>
              <a:gd name="connsiteX9" fmla="*/ 2425512 w 3205327"/>
              <a:gd name="connsiteY9" fmla="*/ 731416 h 731416"/>
              <a:gd name="connsiteX10" fmla="*/ 2120628 w 3205327"/>
              <a:gd name="connsiteY10" fmla="*/ 731416 h 731416"/>
              <a:gd name="connsiteX11" fmla="*/ 115766 w 3205327"/>
              <a:gd name="connsiteY11" fmla="*/ 731416 h 731416"/>
              <a:gd name="connsiteX12" fmla="*/ 0 w 3205327"/>
              <a:gd name="connsiteY12" fmla="*/ 731416 h 7314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205327" h="731416">
                <a:moveTo>
                  <a:pt x="0" y="0"/>
                </a:moveTo>
                <a:lnTo>
                  <a:pt x="572932" y="0"/>
                </a:lnTo>
                <a:lnTo>
                  <a:pt x="701409" y="0"/>
                </a:lnTo>
                <a:lnTo>
                  <a:pt x="877816" y="0"/>
                </a:lnTo>
                <a:lnTo>
                  <a:pt x="2882678" y="0"/>
                </a:lnTo>
                <a:lnTo>
                  <a:pt x="3011155" y="0"/>
                </a:lnTo>
                <a:lnTo>
                  <a:pt x="3187562" y="0"/>
                </a:lnTo>
                <a:cubicBezTo>
                  <a:pt x="3203351" y="0"/>
                  <a:pt x="3211270" y="19099"/>
                  <a:pt x="3200101" y="30268"/>
                </a:cubicBezTo>
                <a:lnTo>
                  <a:pt x="2550871" y="679497"/>
                </a:lnTo>
                <a:cubicBezTo>
                  <a:pt x="2517626" y="712743"/>
                  <a:pt x="2472538" y="731416"/>
                  <a:pt x="2425512" y="731416"/>
                </a:cubicBezTo>
                <a:lnTo>
                  <a:pt x="2120628" y="731416"/>
                </a:lnTo>
                <a:lnTo>
                  <a:pt x="115766" y="731416"/>
                </a:lnTo>
                <a:lnTo>
                  <a:pt x="0" y="731416"/>
                </a:lnTo>
                <a:close/>
              </a:path>
            </a:pathLst>
          </a:custGeom>
          <a:gradFill>
            <a:gsLst>
              <a:gs pos="0">
                <a:schemeClr val="accent3"/>
              </a:gs>
              <a:gs pos="36000">
                <a:schemeClr val="accent2"/>
              </a:gs>
            </a:gsLst>
            <a:lin ang="10800000" scaled="0"/>
          </a:gradFill>
          <a:ln>
            <a:noFill/>
          </a:ln>
        </p:spPr>
        <p:txBody>
          <a:bodyPr spcFirstLastPara="1" wrap="square" lIns="0" tIns="0" rIns="0" bIns="0" anchor="ctr" anchorCtr="0">
            <a:noAutofit/>
          </a:bodyPr>
          <a:lstStyle/>
          <a:p>
            <a:pPr marL="0" marR="0" lvl="0" indent="0" algn="ctr" defTabSz="914171" rtl="0" eaLnBrk="1" fontAlgn="auto" latinLnBrk="0" hangingPunct="1">
              <a:lnSpc>
                <a:spcPct val="90000"/>
              </a:lnSpc>
              <a:spcBef>
                <a:spcPts val="0"/>
              </a:spcBef>
              <a:spcAft>
                <a:spcPts val="0"/>
              </a:spcAft>
              <a:buClrTx/>
              <a:buSzTx/>
              <a:buFontTx/>
              <a:buNone/>
              <a:tabLst/>
              <a:defRPr/>
            </a:pPr>
            <a:endParaRPr kumimoji="0" sz="1500"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endParaRPr>
          </a:p>
        </p:txBody>
      </p:sp>
      <p:sp>
        <p:nvSpPr>
          <p:cNvPr id="2" name="Title 1"/>
          <p:cNvSpPr>
            <a:spLocks noGrp="1"/>
          </p:cNvSpPr>
          <p:nvPr>
            <p:ph type="title" hasCustomPrompt="1"/>
          </p:nvPr>
        </p:nvSpPr>
        <p:spPr>
          <a:xfrm>
            <a:off x="589107" y="938794"/>
            <a:ext cx="6587869" cy="1229360"/>
          </a:xfrm>
        </p:spPr>
        <p:txBody>
          <a:bodyPr wrap="square" anchor="b"/>
          <a:lstStyle>
            <a:lvl1pPr algn="l">
              <a:defRPr sz="3600" b="0" cap="none" baseline="0">
                <a:solidFill>
                  <a:schemeClr val="bg1"/>
                </a:solidFill>
              </a:defRPr>
            </a:lvl1pPr>
          </a:lstStyle>
          <a:p>
            <a:r>
              <a:rPr lang="en-US" dirty="0"/>
              <a:t>Section Title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574010" cy="700882"/>
          </a:xfrm>
        </p:spPr>
        <p:txBody>
          <a:bodyPr/>
          <a:lstStyle>
            <a:lvl1pPr marL="0" indent="0" algn="l">
              <a:buNone/>
              <a:defRPr sz="2400">
                <a:solidFill>
                  <a:schemeClr val="bg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Tree>
    <p:extLst>
      <p:ext uri="{BB962C8B-B14F-4D97-AF65-F5344CB8AC3E}">
        <p14:creationId xmlns:p14="http://schemas.microsoft.com/office/powerpoint/2010/main" val="2250156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Section Header – Aqua - RBLF - Photo">
    <p:spTree>
      <p:nvGrpSpPr>
        <p:cNvPr id="1" name=""/>
        <p:cNvGrpSpPr/>
        <p:nvPr/>
      </p:nvGrpSpPr>
      <p:grpSpPr>
        <a:xfrm>
          <a:off x="0" y="0"/>
          <a:ext cx="0" cy="0"/>
          <a:chOff x="0" y="0"/>
          <a:chExt cx="0" cy="0"/>
        </a:xfrm>
      </p:grpSpPr>
      <p:sp>
        <p:nvSpPr>
          <p:cNvPr id="15" name="page number">
            <a:extLst>
              <a:ext uri="{FF2B5EF4-FFF2-40B4-BE49-F238E27FC236}">
                <a16:creationId xmlns:a16="http://schemas.microsoft.com/office/drawing/2014/main" id="{274E202C-D42A-664B-A387-688ED8610969}"/>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6" name="page number">
            <a:extLst>
              <a:ext uri="{FF2B5EF4-FFF2-40B4-BE49-F238E27FC236}">
                <a16:creationId xmlns:a16="http://schemas.microsoft.com/office/drawing/2014/main" id="{274E202C-D42A-664B-A387-688ED8610969}"/>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3" name="Freeform 17">
            <a:extLst>
              <a:ext uri="{FF2B5EF4-FFF2-40B4-BE49-F238E27FC236}">
                <a16:creationId xmlns:a16="http://schemas.microsoft.com/office/drawing/2014/main" id="{AA8AB603-8151-B92A-7BB6-D43CB0D7CBEC}"/>
              </a:ext>
            </a:extLst>
          </p:cNvPr>
          <p:cNvSpPr/>
          <p:nvPr userDrawn="1"/>
        </p:nvSpPr>
        <p:spPr>
          <a:xfrm>
            <a:off x="804256" y="1630700"/>
            <a:ext cx="5930781" cy="1234713"/>
          </a:xfrm>
          <a:custGeom>
            <a:avLst/>
            <a:gdLst>
              <a:gd name="connsiteX0" fmla="*/ 0 w 3431443"/>
              <a:gd name="connsiteY0" fmla="*/ 0 h 635534"/>
              <a:gd name="connsiteX1" fmla="*/ 1144128 w 3431443"/>
              <a:gd name="connsiteY1" fmla="*/ 0 h 635534"/>
              <a:gd name="connsiteX2" fmla="*/ 1255762 w 3431443"/>
              <a:gd name="connsiteY2" fmla="*/ 0 h 635534"/>
              <a:gd name="connsiteX3" fmla="*/ 1409044 w 3431443"/>
              <a:gd name="connsiteY3" fmla="*/ 0 h 635534"/>
              <a:gd name="connsiteX4" fmla="*/ 3151090 w 3431443"/>
              <a:gd name="connsiteY4" fmla="*/ 0 h 635534"/>
              <a:gd name="connsiteX5" fmla="*/ 3262725 w 3431443"/>
              <a:gd name="connsiteY5" fmla="*/ 0 h 635534"/>
              <a:gd name="connsiteX6" fmla="*/ 3416007 w 3431443"/>
              <a:gd name="connsiteY6" fmla="*/ 0 h 635534"/>
              <a:gd name="connsiteX7" fmla="*/ 3426902 w 3431443"/>
              <a:gd name="connsiteY7" fmla="*/ 26300 h 635534"/>
              <a:gd name="connsiteX8" fmla="*/ 2862779 w 3431443"/>
              <a:gd name="connsiteY8" fmla="*/ 590421 h 635534"/>
              <a:gd name="connsiteX9" fmla="*/ 2753853 w 3431443"/>
              <a:gd name="connsiteY9" fmla="*/ 635534 h 635534"/>
              <a:gd name="connsiteX10" fmla="*/ 2488937 w 3431443"/>
              <a:gd name="connsiteY10" fmla="*/ 635534 h 635534"/>
              <a:gd name="connsiteX11" fmla="*/ 746891 w 3431443"/>
              <a:gd name="connsiteY11" fmla="*/ 635534 h 635534"/>
              <a:gd name="connsiteX12" fmla="*/ 481974 w 3431443"/>
              <a:gd name="connsiteY12" fmla="*/ 635534 h 635534"/>
              <a:gd name="connsiteX13" fmla="*/ 0 w 3431443"/>
              <a:gd name="connsiteY13" fmla="*/ 635534 h 635534"/>
              <a:gd name="connsiteX14" fmla="*/ 0 w 3431443"/>
              <a:gd name="connsiteY14" fmla="*/ 0 h 6355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431443" h="635534">
                <a:moveTo>
                  <a:pt x="0" y="0"/>
                </a:moveTo>
                <a:lnTo>
                  <a:pt x="1144128" y="0"/>
                </a:lnTo>
                <a:lnTo>
                  <a:pt x="1255762" y="0"/>
                </a:lnTo>
                <a:lnTo>
                  <a:pt x="1409044" y="0"/>
                </a:lnTo>
                <a:lnTo>
                  <a:pt x="3151090" y="0"/>
                </a:lnTo>
                <a:lnTo>
                  <a:pt x="3262725" y="0"/>
                </a:lnTo>
                <a:lnTo>
                  <a:pt x="3416007" y="0"/>
                </a:lnTo>
                <a:cubicBezTo>
                  <a:pt x="3429726" y="0"/>
                  <a:pt x="3436607" y="16595"/>
                  <a:pt x="3426902" y="26300"/>
                </a:cubicBezTo>
                <a:lnTo>
                  <a:pt x="2862779" y="590421"/>
                </a:lnTo>
                <a:cubicBezTo>
                  <a:pt x="2833892" y="619309"/>
                  <a:pt x="2794715" y="635534"/>
                  <a:pt x="2753853" y="635534"/>
                </a:cubicBezTo>
                <a:lnTo>
                  <a:pt x="2488937" y="635534"/>
                </a:lnTo>
                <a:lnTo>
                  <a:pt x="746891" y="635534"/>
                </a:lnTo>
                <a:lnTo>
                  <a:pt x="481974" y="635534"/>
                </a:lnTo>
                <a:lnTo>
                  <a:pt x="0" y="635534"/>
                </a:lnTo>
                <a:lnTo>
                  <a:pt x="0" y="0"/>
                </a:lnTo>
                <a:close/>
              </a:path>
            </a:pathLst>
          </a:custGeom>
          <a:gradFill>
            <a:gsLst>
              <a:gs pos="0">
                <a:srgbClr val="0098C7">
                  <a:alpha val="24705"/>
                </a:srgbClr>
              </a:gs>
              <a:gs pos="99000">
                <a:srgbClr val="005C8A">
                  <a:alpha val="24705"/>
                </a:srgbClr>
              </a:gs>
              <a:gs pos="100000">
                <a:srgbClr val="005C8A">
                  <a:alpha val="24705"/>
                </a:srgbClr>
              </a:gs>
            </a:gsLst>
            <a:lin ang="10800000" scaled="0"/>
          </a:gradFill>
          <a:ln>
            <a:noFill/>
          </a:ln>
        </p:spPr>
        <p:txBody>
          <a:bodyPr spcFirstLastPara="1" wrap="square" lIns="0" tIns="0" rIns="0" bIns="0" anchor="ctr" anchorCtr="0">
            <a:noAutofit/>
          </a:bodyPr>
          <a:lstStyle/>
          <a:p>
            <a:pPr marL="0" marR="0" lvl="0" indent="0" algn="ctr" defTabSz="914171" rtl="0" eaLnBrk="1" fontAlgn="auto" latinLnBrk="0" hangingPunct="1">
              <a:lnSpc>
                <a:spcPct val="90000"/>
              </a:lnSpc>
              <a:spcBef>
                <a:spcPts val="0"/>
              </a:spcBef>
              <a:spcAft>
                <a:spcPts val="0"/>
              </a:spcAft>
              <a:buClrTx/>
              <a:buSzTx/>
              <a:buFontTx/>
              <a:buNone/>
              <a:tabLst/>
              <a:defRPr/>
            </a:pPr>
            <a:endParaRPr kumimoji="0" sz="1500" b="1"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sp>
        <p:nvSpPr>
          <p:cNvPr id="5" name="Freeform 8">
            <a:extLst>
              <a:ext uri="{FF2B5EF4-FFF2-40B4-BE49-F238E27FC236}">
                <a16:creationId xmlns:a16="http://schemas.microsoft.com/office/drawing/2014/main" id="{A985BF41-1393-853F-6DDF-DD489DE2FE8F}"/>
              </a:ext>
            </a:extLst>
          </p:cNvPr>
          <p:cNvSpPr/>
          <p:nvPr userDrawn="1"/>
        </p:nvSpPr>
        <p:spPr>
          <a:xfrm>
            <a:off x="0" y="1322675"/>
            <a:ext cx="6667828" cy="1645919"/>
          </a:xfrm>
          <a:custGeom>
            <a:avLst/>
            <a:gdLst>
              <a:gd name="connsiteX0" fmla="*/ 0 w 3205327"/>
              <a:gd name="connsiteY0" fmla="*/ 0 h 731416"/>
              <a:gd name="connsiteX1" fmla="*/ 572932 w 3205327"/>
              <a:gd name="connsiteY1" fmla="*/ 0 h 731416"/>
              <a:gd name="connsiteX2" fmla="*/ 701409 w 3205327"/>
              <a:gd name="connsiteY2" fmla="*/ 0 h 731416"/>
              <a:gd name="connsiteX3" fmla="*/ 877816 w 3205327"/>
              <a:gd name="connsiteY3" fmla="*/ 0 h 731416"/>
              <a:gd name="connsiteX4" fmla="*/ 2882678 w 3205327"/>
              <a:gd name="connsiteY4" fmla="*/ 0 h 731416"/>
              <a:gd name="connsiteX5" fmla="*/ 3011155 w 3205327"/>
              <a:gd name="connsiteY5" fmla="*/ 0 h 731416"/>
              <a:gd name="connsiteX6" fmla="*/ 3187562 w 3205327"/>
              <a:gd name="connsiteY6" fmla="*/ 0 h 731416"/>
              <a:gd name="connsiteX7" fmla="*/ 3200101 w 3205327"/>
              <a:gd name="connsiteY7" fmla="*/ 30268 h 731416"/>
              <a:gd name="connsiteX8" fmla="*/ 2550871 w 3205327"/>
              <a:gd name="connsiteY8" fmla="*/ 679497 h 731416"/>
              <a:gd name="connsiteX9" fmla="*/ 2425512 w 3205327"/>
              <a:gd name="connsiteY9" fmla="*/ 731416 h 731416"/>
              <a:gd name="connsiteX10" fmla="*/ 2120628 w 3205327"/>
              <a:gd name="connsiteY10" fmla="*/ 731416 h 731416"/>
              <a:gd name="connsiteX11" fmla="*/ 115766 w 3205327"/>
              <a:gd name="connsiteY11" fmla="*/ 731416 h 731416"/>
              <a:gd name="connsiteX12" fmla="*/ 0 w 3205327"/>
              <a:gd name="connsiteY12" fmla="*/ 731416 h 7314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205327" h="731416">
                <a:moveTo>
                  <a:pt x="0" y="0"/>
                </a:moveTo>
                <a:lnTo>
                  <a:pt x="572932" y="0"/>
                </a:lnTo>
                <a:lnTo>
                  <a:pt x="701409" y="0"/>
                </a:lnTo>
                <a:lnTo>
                  <a:pt x="877816" y="0"/>
                </a:lnTo>
                <a:lnTo>
                  <a:pt x="2882678" y="0"/>
                </a:lnTo>
                <a:lnTo>
                  <a:pt x="3011155" y="0"/>
                </a:lnTo>
                <a:lnTo>
                  <a:pt x="3187562" y="0"/>
                </a:lnTo>
                <a:cubicBezTo>
                  <a:pt x="3203351" y="0"/>
                  <a:pt x="3211270" y="19099"/>
                  <a:pt x="3200101" y="30268"/>
                </a:cubicBezTo>
                <a:lnTo>
                  <a:pt x="2550871" y="679497"/>
                </a:lnTo>
                <a:cubicBezTo>
                  <a:pt x="2517626" y="712743"/>
                  <a:pt x="2472538" y="731416"/>
                  <a:pt x="2425512" y="731416"/>
                </a:cubicBezTo>
                <a:lnTo>
                  <a:pt x="2120628" y="731416"/>
                </a:lnTo>
                <a:lnTo>
                  <a:pt x="115766" y="731416"/>
                </a:lnTo>
                <a:lnTo>
                  <a:pt x="0" y="731416"/>
                </a:lnTo>
                <a:close/>
              </a:path>
            </a:pathLst>
          </a:custGeom>
          <a:gradFill>
            <a:gsLst>
              <a:gs pos="0">
                <a:schemeClr val="accent3"/>
              </a:gs>
              <a:gs pos="36000">
                <a:schemeClr val="accent2"/>
              </a:gs>
            </a:gsLst>
            <a:lin ang="10800000" scaled="0"/>
          </a:gradFill>
          <a:ln>
            <a:noFill/>
          </a:ln>
        </p:spPr>
        <p:txBody>
          <a:bodyPr spcFirstLastPara="1" wrap="square" lIns="0" tIns="0" rIns="0" bIns="0" anchor="ctr" anchorCtr="0">
            <a:noAutofit/>
          </a:bodyPr>
          <a:lstStyle/>
          <a:p>
            <a:pPr marL="0" marR="0" lvl="0" indent="0" algn="ctr" defTabSz="914171" rtl="0" eaLnBrk="1" fontAlgn="auto" latinLnBrk="0" hangingPunct="1">
              <a:lnSpc>
                <a:spcPct val="90000"/>
              </a:lnSpc>
              <a:spcBef>
                <a:spcPts val="0"/>
              </a:spcBef>
              <a:spcAft>
                <a:spcPts val="0"/>
              </a:spcAft>
              <a:buClrTx/>
              <a:buSzTx/>
              <a:buFontTx/>
              <a:buNone/>
              <a:tabLst/>
              <a:defRPr/>
            </a:pPr>
            <a:endParaRPr kumimoji="0" sz="1500"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endParaRPr>
          </a:p>
        </p:txBody>
      </p:sp>
      <p:sp>
        <p:nvSpPr>
          <p:cNvPr id="2" name="Title 1"/>
          <p:cNvSpPr>
            <a:spLocks noGrp="1"/>
          </p:cNvSpPr>
          <p:nvPr>
            <p:ph type="title" hasCustomPrompt="1"/>
          </p:nvPr>
        </p:nvSpPr>
        <p:spPr>
          <a:xfrm>
            <a:off x="589107" y="938794"/>
            <a:ext cx="6587869" cy="1229360"/>
          </a:xfrm>
        </p:spPr>
        <p:txBody>
          <a:bodyPr wrap="square" anchor="b"/>
          <a:lstStyle>
            <a:lvl1pPr algn="l">
              <a:defRPr sz="3600" b="0" cap="none" baseline="0">
                <a:solidFill>
                  <a:schemeClr val="bg1"/>
                </a:solidFill>
              </a:defRPr>
            </a:lvl1pPr>
          </a:lstStyle>
          <a:p>
            <a:r>
              <a:rPr lang="en-US" dirty="0"/>
              <a:t>Section Title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574010" cy="700882"/>
          </a:xfrm>
        </p:spPr>
        <p:txBody>
          <a:bodyPr/>
          <a:lstStyle>
            <a:lvl1pPr marL="0" indent="0" algn="l">
              <a:buNone/>
              <a:defRPr sz="2400">
                <a:solidFill>
                  <a:schemeClr val="bg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Tree>
    <p:extLst>
      <p:ext uri="{BB962C8B-B14F-4D97-AF65-F5344CB8AC3E}">
        <p14:creationId xmlns:p14="http://schemas.microsoft.com/office/powerpoint/2010/main" val="20383858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p:cSld name="Section Header – Photo">
    <p:bg>
      <p:bgPr>
        <a:solidFill>
          <a:schemeClr val="bg1"/>
        </a:solidFill>
        <a:effectLst/>
      </p:bgPr>
    </p:bg>
    <p:spTree>
      <p:nvGrpSpPr>
        <p:cNvPr id="1" name=""/>
        <p:cNvGrpSpPr/>
        <p:nvPr/>
      </p:nvGrpSpPr>
      <p:grpSpPr>
        <a:xfrm>
          <a:off x="0" y="0"/>
          <a:ext cx="0" cy="0"/>
          <a:chOff x="0" y="0"/>
          <a:chExt cx="0" cy="0"/>
        </a:xfrm>
      </p:grpSpPr>
      <p:pic>
        <p:nvPicPr>
          <p:cNvPr id="20" name="Picture 19" descr="A blue sky with white clouds&#10;&#10;Description automatically generated">
            <a:extLst>
              <a:ext uri="{FF2B5EF4-FFF2-40B4-BE49-F238E27FC236}">
                <a16:creationId xmlns:a16="http://schemas.microsoft.com/office/drawing/2014/main" id="{D1601FB6-7205-3D56-8322-782554EE9238}"/>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4679974" y="1239062"/>
            <a:ext cx="7508851" cy="5631638"/>
          </a:xfrm>
          <a:prstGeom prst="rect">
            <a:avLst/>
          </a:prstGeom>
        </p:spPr>
      </p:pic>
      <p:pic>
        <p:nvPicPr>
          <p:cNvPr id="21" name="Picture 20">
            <a:extLst>
              <a:ext uri="{FF2B5EF4-FFF2-40B4-BE49-F238E27FC236}">
                <a16:creationId xmlns:a16="http://schemas.microsoft.com/office/drawing/2014/main" id="{4FB41C97-3B72-BBBF-039B-56D8186F8F96}"/>
              </a:ext>
            </a:extLst>
          </p:cNvPr>
          <p:cNvPicPr>
            <a:picLocks noChangeAspect="1"/>
          </p:cNvPicPr>
          <p:nvPr/>
        </p:nvPicPr>
        <p:blipFill>
          <a:blip r:embed="rId3"/>
          <a:stretch>
            <a:fillRect/>
          </a:stretch>
        </p:blipFill>
        <p:spPr>
          <a:xfrm>
            <a:off x="879" y="-496"/>
            <a:ext cx="12187945" cy="6858495"/>
          </a:xfrm>
          <a:prstGeom prst="rect">
            <a:avLst/>
          </a:prstGeom>
        </p:spPr>
      </p:pic>
      <p:sp>
        <p:nvSpPr>
          <p:cNvPr id="15" name="Freeform: Shape 14">
            <a:extLst>
              <a:ext uri="{FF2B5EF4-FFF2-40B4-BE49-F238E27FC236}">
                <a16:creationId xmlns:a16="http://schemas.microsoft.com/office/drawing/2014/main" id="{C417634E-D293-9DD1-5893-0DC6BD57B448}"/>
              </a:ext>
            </a:extLst>
          </p:cNvPr>
          <p:cNvSpPr/>
          <p:nvPr/>
        </p:nvSpPr>
        <p:spPr>
          <a:xfrm>
            <a:off x="5801096" y="1239062"/>
            <a:ext cx="6406144" cy="5618939"/>
          </a:xfrm>
          <a:custGeom>
            <a:avLst/>
            <a:gdLst>
              <a:gd name="connsiteX0" fmla="*/ 6312206 w 6406144"/>
              <a:gd name="connsiteY0" fmla="*/ 0 h 5618939"/>
              <a:gd name="connsiteX1" fmla="*/ 6406144 w 6406144"/>
              <a:gd name="connsiteY1" fmla="*/ 0 h 5618939"/>
              <a:gd name="connsiteX2" fmla="*/ 6406144 w 6406144"/>
              <a:gd name="connsiteY2" fmla="*/ 76059 h 5618939"/>
              <a:gd name="connsiteX3" fmla="*/ 6312206 w 6406144"/>
              <a:gd name="connsiteY3" fmla="*/ 76059 h 5618939"/>
              <a:gd name="connsiteX4" fmla="*/ 5192668 w 6406144"/>
              <a:gd name="connsiteY4" fmla="*/ 539757 h 5618939"/>
              <a:gd name="connsiteX5" fmla="*/ 118525 w 6406144"/>
              <a:gd name="connsiteY5" fmla="*/ 5613965 h 5618939"/>
              <a:gd name="connsiteX6" fmla="*/ 113031 w 6406144"/>
              <a:gd name="connsiteY6" fmla="*/ 5618939 h 5618939"/>
              <a:gd name="connsiteX7" fmla="*/ 0 w 6406144"/>
              <a:gd name="connsiteY7" fmla="*/ 5618939 h 5618939"/>
              <a:gd name="connsiteX8" fmla="*/ 64758 w 6406144"/>
              <a:gd name="connsiteY8" fmla="*/ 5560198 h 5618939"/>
              <a:gd name="connsiteX9" fmla="*/ 5138965 w 6406144"/>
              <a:gd name="connsiteY9" fmla="*/ 485927 h 5618939"/>
              <a:gd name="connsiteX10" fmla="*/ 5677265 w 6406144"/>
              <a:gd name="connsiteY10" fmla="*/ 126279 h 5618939"/>
              <a:gd name="connsiteX11" fmla="*/ 6312206 w 6406144"/>
              <a:gd name="connsiteY11" fmla="*/ 0 h 5618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406144" h="5618939">
                <a:moveTo>
                  <a:pt x="6312206" y="0"/>
                </a:moveTo>
                <a:lnTo>
                  <a:pt x="6406144" y="0"/>
                </a:lnTo>
                <a:lnTo>
                  <a:pt x="6406144" y="76059"/>
                </a:lnTo>
                <a:lnTo>
                  <a:pt x="6312206" y="76059"/>
                </a:lnTo>
                <a:cubicBezTo>
                  <a:pt x="5892268" y="76059"/>
                  <a:pt x="5489557" y="242868"/>
                  <a:pt x="5192668" y="539757"/>
                </a:cubicBezTo>
                <a:lnTo>
                  <a:pt x="118525" y="5613965"/>
                </a:lnTo>
                <a:lnTo>
                  <a:pt x="113031" y="5618939"/>
                </a:lnTo>
                <a:lnTo>
                  <a:pt x="0" y="5618939"/>
                </a:lnTo>
                <a:lnTo>
                  <a:pt x="64758" y="5560198"/>
                </a:lnTo>
                <a:lnTo>
                  <a:pt x="5138965" y="485927"/>
                </a:lnTo>
                <a:cubicBezTo>
                  <a:pt x="5293805" y="331086"/>
                  <a:pt x="5474927" y="210064"/>
                  <a:pt x="5677265" y="126279"/>
                </a:cubicBezTo>
                <a:cubicBezTo>
                  <a:pt x="5879602" y="42494"/>
                  <a:pt x="6093212" y="0"/>
                  <a:pt x="6312206" y="0"/>
                </a:cubicBezTo>
                <a:close/>
              </a:path>
            </a:pathLst>
          </a:custGeom>
          <a:gradFill>
            <a:gsLst>
              <a:gs pos="22000">
                <a:schemeClr val="accent3"/>
              </a:gs>
              <a:gs pos="80000">
                <a:schemeClr val="accent4"/>
              </a:gs>
            </a:gsLst>
            <a:lin ang="0" scaled="1"/>
          </a:gradFill>
          <a:ln w="0" cap="flat">
            <a:noFill/>
            <a:prstDash val="solid"/>
            <a:miter/>
          </a:ln>
        </p:spPr>
        <p:txBody>
          <a:bodyPr rtlCol="0" anchor="ctr"/>
          <a:lstStyle/>
          <a:p>
            <a:endParaRPr lang="en-US" dirty="0"/>
          </a:p>
        </p:txBody>
      </p:sp>
      <p:sp>
        <p:nvSpPr>
          <p:cNvPr id="17" name="Title 1">
            <a:extLst>
              <a:ext uri="{FF2B5EF4-FFF2-40B4-BE49-F238E27FC236}">
                <a16:creationId xmlns:a16="http://schemas.microsoft.com/office/drawing/2014/main" id="{2AC6091C-E947-4C0C-85B0-C87C084ACBB4}"/>
              </a:ext>
            </a:extLst>
          </p:cNvPr>
          <p:cNvSpPr>
            <a:spLocks noGrp="1"/>
          </p:cNvSpPr>
          <p:nvPr>
            <p:ph type="title" hasCustomPrompt="1"/>
          </p:nvPr>
        </p:nvSpPr>
        <p:spPr>
          <a:xfrm>
            <a:off x="589108" y="938794"/>
            <a:ext cx="6427626" cy="1229360"/>
          </a:xfrm>
        </p:spPr>
        <p:txBody>
          <a:bodyPr wrap="square" anchor="b"/>
          <a:lstStyle>
            <a:lvl1pPr algn="l">
              <a:defRPr sz="3600" b="0" cap="none" baseline="0">
                <a:solidFill>
                  <a:schemeClr val="accent2"/>
                </a:solidFill>
              </a:defRPr>
            </a:lvl1pPr>
          </a:lstStyle>
          <a:p>
            <a:r>
              <a:rPr lang="en-US" dirty="0"/>
              <a:t>Section Title</a:t>
            </a:r>
            <a:br>
              <a:rPr lang="en-US" dirty="0"/>
            </a:br>
            <a:r>
              <a:rPr lang="en-US" dirty="0"/>
              <a:t>with photo</a:t>
            </a:r>
          </a:p>
        </p:txBody>
      </p:sp>
      <p:sp>
        <p:nvSpPr>
          <p:cNvPr id="18" name="Subtitle">
            <a:extLst>
              <a:ext uri="{FF2B5EF4-FFF2-40B4-BE49-F238E27FC236}">
                <a16:creationId xmlns:a16="http://schemas.microsoft.com/office/drawing/2014/main" id="{A2044BBD-0109-43FF-A52D-8FA2841A4DF6}"/>
              </a:ext>
            </a:extLst>
          </p:cNvPr>
          <p:cNvSpPr>
            <a:spLocks noGrp="1"/>
          </p:cNvSpPr>
          <p:nvPr>
            <p:ph type="subTitle" idx="10" hasCustomPrompt="1"/>
          </p:nvPr>
        </p:nvSpPr>
        <p:spPr>
          <a:xfrm>
            <a:off x="602966" y="2267712"/>
            <a:ext cx="6408402" cy="700882"/>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text</a:t>
            </a:r>
          </a:p>
        </p:txBody>
      </p:sp>
      <p:sp>
        <p:nvSpPr>
          <p:cNvPr id="4" name="TextBox 3">
            <a:extLst>
              <a:ext uri="{FF2B5EF4-FFF2-40B4-BE49-F238E27FC236}">
                <a16:creationId xmlns:a16="http://schemas.microsoft.com/office/drawing/2014/main" id="{5C20FE76-7A87-7399-596D-E0FEF058B0CD}"/>
              </a:ext>
            </a:extLst>
          </p:cNvPr>
          <p:cNvSpPr txBox="1"/>
          <p:nvPr/>
        </p:nvSpPr>
        <p:spPr>
          <a:xfrm>
            <a:off x="1645084" y="6461498"/>
            <a:ext cx="2806859" cy="125484"/>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Broadcom Proprietary and Confidential. Copyright © 2024 Broadcom.  </a:t>
            </a:r>
          </a:p>
        </p:txBody>
      </p:sp>
      <p:grpSp>
        <p:nvGrpSpPr>
          <p:cNvPr id="6" name="Graphic 8">
            <a:extLst>
              <a:ext uri="{FF2B5EF4-FFF2-40B4-BE49-F238E27FC236}">
                <a16:creationId xmlns:a16="http://schemas.microsoft.com/office/drawing/2014/main" id="{5FB75E1E-5ECF-39E5-683F-83EA2E7C5F92}"/>
              </a:ext>
            </a:extLst>
          </p:cNvPr>
          <p:cNvGrpSpPr/>
          <p:nvPr/>
        </p:nvGrpSpPr>
        <p:grpSpPr>
          <a:xfrm>
            <a:off x="265625" y="6323271"/>
            <a:ext cx="1249223" cy="369648"/>
            <a:chOff x="265625" y="6323271"/>
            <a:chExt cx="1249223" cy="369648"/>
          </a:xfrm>
          <a:solidFill>
            <a:srgbClr val="000000"/>
          </a:solidFill>
        </p:grpSpPr>
        <p:grpSp>
          <p:nvGrpSpPr>
            <p:cNvPr id="7" name="Graphic 8">
              <a:extLst>
                <a:ext uri="{FF2B5EF4-FFF2-40B4-BE49-F238E27FC236}">
                  <a16:creationId xmlns:a16="http://schemas.microsoft.com/office/drawing/2014/main" id="{A736F19C-96C1-E942-EC49-229F7A3B68F2}"/>
                </a:ext>
              </a:extLst>
            </p:cNvPr>
            <p:cNvGrpSpPr/>
            <p:nvPr/>
          </p:nvGrpSpPr>
          <p:grpSpPr>
            <a:xfrm>
              <a:off x="745455" y="6594444"/>
              <a:ext cx="722662" cy="98475"/>
              <a:chOff x="745455" y="6594444"/>
              <a:chExt cx="722662" cy="98475"/>
            </a:xfrm>
            <a:solidFill>
              <a:srgbClr val="000000"/>
            </a:solidFill>
          </p:grpSpPr>
          <p:sp>
            <p:nvSpPr>
              <p:cNvPr id="26" name="Freeform 25">
                <a:extLst>
                  <a:ext uri="{FF2B5EF4-FFF2-40B4-BE49-F238E27FC236}">
                    <a16:creationId xmlns:a16="http://schemas.microsoft.com/office/drawing/2014/main" id="{EB1A2322-1B68-222D-5C7B-21BC4BC5E9B2}"/>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27" name="Freeform 26">
                <a:extLst>
                  <a:ext uri="{FF2B5EF4-FFF2-40B4-BE49-F238E27FC236}">
                    <a16:creationId xmlns:a16="http://schemas.microsoft.com/office/drawing/2014/main" id="{E3142B55-436D-ED55-5414-22B3121F6B08}"/>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28" name="Freeform 27">
                <a:extLst>
                  <a:ext uri="{FF2B5EF4-FFF2-40B4-BE49-F238E27FC236}">
                    <a16:creationId xmlns:a16="http://schemas.microsoft.com/office/drawing/2014/main" id="{A95B898B-465D-B4F2-6571-A666D3CD81EC}"/>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29" name="Freeform 28">
                <a:extLst>
                  <a:ext uri="{FF2B5EF4-FFF2-40B4-BE49-F238E27FC236}">
                    <a16:creationId xmlns:a16="http://schemas.microsoft.com/office/drawing/2014/main" id="{A6885C5F-AB44-9AFC-AF3D-CFDB30C35748}"/>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31" name="Freeform 30">
                <a:extLst>
                  <a:ext uri="{FF2B5EF4-FFF2-40B4-BE49-F238E27FC236}">
                    <a16:creationId xmlns:a16="http://schemas.microsoft.com/office/drawing/2014/main" id="{2ABC8F96-B643-EE7D-4B62-9CBDC7BFD07B}"/>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32" name="Freeform 31">
                <a:extLst>
                  <a:ext uri="{FF2B5EF4-FFF2-40B4-BE49-F238E27FC236}">
                    <a16:creationId xmlns:a16="http://schemas.microsoft.com/office/drawing/2014/main" id="{42B7B857-129B-BC06-1EE1-5C3BC6B5267D}"/>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33" name="Freeform 32">
                <a:extLst>
                  <a:ext uri="{FF2B5EF4-FFF2-40B4-BE49-F238E27FC236}">
                    <a16:creationId xmlns:a16="http://schemas.microsoft.com/office/drawing/2014/main" id="{DE7871B6-7C77-63CC-29EB-8804C9EC8002}"/>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34" name="Freeform 33">
                <a:extLst>
                  <a:ext uri="{FF2B5EF4-FFF2-40B4-BE49-F238E27FC236}">
                    <a16:creationId xmlns:a16="http://schemas.microsoft.com/office/drawing/2014/main" id="{5CACC287-3144-5F41-8878-740F834ADF8A}"/>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35" name="Freeform 34">
                <a:extLst>
                  <a:ext uri="{FF2B5EF4-FFF2-40B4-BE49-F238E27FC236}">
                    <a16:creationId xmlns:a16="http://schemas.microsoft.com/office/drawing/2014/main" id="{F8C02031-CB2A-138B-7806-B09A9CE926CA}"/>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36" name="Freeform 35">
                <a:extLst>
                  <a:ext uri="{FF2B5EF4-FFF2-40B4-BE49-F238E27FC236}">
                    <a16:creationId xmlns:a16="http://schemas.microsoft.com/office/drawing/2014/main" id="{78B31A38-6074-8D62-E841-01F7C003A861}"/>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8" name="Graphic 8">
              <a:extLst>
                <a:ext uri="{FF2B5EF4-FFF2-40B4-BE49-F238E27FC236}">
                  <a16:creationId xmlns:a16="http://schemas.microsoft.com/office/drawing/2014/main" id="{77DD52C8-412A-7D6C-40F7-9F9263703088}"/>
                </a:ext>
              </a:extLst>
            </p:cNvPr>
            <p:cNvGrpSpPr/>
            <p:nvPr/>
          </p:nvGrpSpPr>
          <p:grpSpPr>
            <a:xfrm>
              <a:off x="265625" y="6323271"/>
              <a:ext cx="1249223" cy="190348"/>
              <a:chOff x="265625" y="6323271"/>
              <a:chExt cx="1249223" cy="190348"/>
            </a:xfrm>
            <a:solidFill>
              <a:srgbClr val="000000"/>
            </a:solidFill>
          </p:grpSpPr>
          <p:sp>
            <p:nvSpPr>
              <p:cNvPr id="9" name="Freeform 8">
                <a:extLst>
                  <a:ext uri="{FF2B5EF4-FFF2-40B4-BE49-F238E27FC236}">
                    <a16:creationId xmlns:a16="http://schemas.microsoft.com/office/drawing/2014/main" id="{FA0598CE-0EFB-5D16-AD05-A617D8FD0114}"/>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10" name="Freeform 9">
                <a:extLst>
                  <a:ext uri="{FF2B5EF4-FFF2-40B4-BE49-F238E27FC236}">
                    <a16:creationId xmlns:a16="http://schemas.microsoft.com/office/drawing/2014/main" id="{1B18338C-ED9F-9E96-D92B-177F967C7B38}"/>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11" name="Freeform 10">
                <a:extLst>
                  <a:ext uri="{FF2B5EF4-FFF2-40B4-BE49-F238E27FC236}">
                    <a16:creationId xmlns:a16="http://schemas.microsoft.com/office/drawing/2014/main" id="{49AA51AF-6364-0953-6B79-D6A5BB8E5A57}"/>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12" name="Freeform 11">
                <a:extLst>
                  <a:ext uri="{FF2B5EF4-FFF2-40B4-BE49-F238E27FC236}">
                    <a16:creationId xmlns:a16="http://schemas.microsoft.com/office/drawing/2014/main" id="{BA45DA74-A818-75F8-ADB4-89A89BB2FAA4}"/>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13" name="Freeform 12">
                <a:extLst>
                  <a:ext uri="{FF2B5EF4-FFF2-40B4-BE49-F238E27FC236}">
                    <a16:creationId xmlns:a16="http://schemas.microsoft.com/office/drawing/2014/main" id="{7CCC9E1A-1D2F-F8A5-404B-348175CD2EAD}"/>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14" name="Freeform 13">
                <a:extLst>
                  <a:ext uri="{FF2B5EF4-FFF2-40B4-BE49-F238E27FC236}">
                    <a16:creationId xmlns:a16="http://schemas.microsoft.com/office/drawing/2014/main" id="{866EE839-CF73-18CC-B4C4-9D7E5AFFDB12}"/>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25" name="Freeform 24">
                <a:extLst>
                  <a:ext uri="{FF2B5EF4-FFF2-40B4-BE49-F238E27FC236}">
                    <a16:creationId xmlns:a16="http://schemas.microsoft.com/office/drawing/2014/main" id="{0634225E-0119-0295-531B-BE94DFF783F1}"/>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19" name="page number">
            <a:extLst>
              <a:ext uri="{FF2B5EF4-FFF2-40B4-BE49-F238E27FC236}">
                <a16:creationId xmlns:a16="http://schemas.microsoft.com/office/drawing/2014/main" id="{75CEFF6F-DEAE-124A-A7E8-4A2D776D0794}"/>
              </a:ext>
            </a:extLst>
          </p:cNvPr>
          <p:cNvSpPr txBox="1"/>
          <p:nvPr/>
        </p:nvSpPr>
        <p:spPr bwMode="white">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bg1"/>
                </a:solidFill>
              </a:rPr>
              <a:pPr lvl="0" algn="r"/>
              <a:t>‹#›</a:t>
            </a:fld>
            <a:endParaRPr lang="en-US" dirty="0">
              <a:solidFill>
                <a:schemeClr val="bg1"/>
              </a:solidFill>
            </a:endParaRPr>
          </a:p>
        </p:txBody>
      </p:sp>
      <p:pic>
        <p:nvPicPr>
          <p:cNvPr id="30" name="Picture 29" descr="A blue sky with white clouds&#10;&#10;Description automatically generated">
            <a:extLst>
              <a:ext uri="{FF2B5EF4-FFF2-40B4-BE49-F238E27FC236}">
                <a16:creationId xmlns:a16="http://schemas.microsoft.com/office/drawing/2014/main" id="{D1601FB6-7205-3D56-8322-782554EE9238}"/>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679974" y="1239062"/>
            <a:ext cx="7508851" cy="5631638"/>
          </a:xfrm>
          <a:prstGeom prst="rect">
            <a:avLst/>
          </a:prstGeom>
        </p:spPr>
      </p:pic>
      <p:pic>
        <p:nvPicPr>
          <p:cNvPr id="37" name="Picture 36">
            <a:extLst>
              <a:ext uri="{FF2B5EF4-FFF2-40B4-BE49-F238E27FC236}">
                <a16:creationId xmlns:a16="http://schemas.microsoft.com/office/drawing/2014/main" id="{4FB41C97-3B72-BBBF-039B-56D8186F8F96}"/>
              </a:ext>
            </a:extLst>
          </p:cNvPr>
          <p:cNvPicPr>
            <a:picLocks noChangeAspect="1"/>
          </p:cNvPicPr>
          <p:nvPr userDrawn="1"/>
        </p:nvPicPr>
        <p:blipFill>
          <a:blip r:embed="rId3"/>
          <a:stretch>
            <a:fillRect/>
          </a:stretch>
        </p:blipFill>
        <p:spPr>
          <a:xfrm>
            <a:off x="879" y="-496"/>
            <a:ext cx="12187945" cy="6858495"/>
          </a:xfrm>
          <a:prstGeom prst="rect">
            <a:avLst/>
          </a:prstGeom>
        </p:spPr>
      </p:pic>
      <p:sp>
        <p:nvSpPr>
          <p:cNvPr id="38" name="Freeform: Shape 14">
            <a:extLst>
              <a:ext uri="{FF2B5EF4-FFF2-40B4-BE49-F238E27FC236}">
                <a16:creationId xmlns:a16="http://schemas.microsoft.com/office/drawing/2014/main" id="{C417634E-D293-9DD1-5893-0DC6BD57B448}"/>
              </a:ext>
            </a:extLst>
          </p:cNvPr>
          <p:cNvSpPr/>
          <p:nvPr userDrawn="1"/>
        </p:nvSpPr>
        <p:spPr>
          <a:xfrm>
            <a:off x="5801096" y="1239062"/>
            <a:ext cx="6406144" cy="5618939"/>
          </a:xfrm>
          <a:custGeom>
            <a:avLst/>
            <a:gdLst>
              <a:gd name="connsiteX0" fmla="*/ 6312206 w 6406144"/>
              <a:gd name="connsiteY0" fmla="*/ 0 h 5618939"/>
              <a:gd name="connsiteX1" fmla="*/ 6406144 w 6406144"/>
              <a:gd name="connsiteY1" fmla="*/ 0 h 5618939"/>
              <a:gd name="connsiteX2" fmla="*/ 6406144 w 6406144"/>
              <a:gd name="connsiteY2" fmla="*/ 76059 h 5618939"/>
              <a:gd name="connsiteX3" fmla="*/ 6312206 w 6406144"/>
              <a:gd name="connsiteY3" fmla="*/ 76059 h 5618939"/>
              <a:gd name="connsiteX4" fmla="*/ 5192668 w 6406144"/>
              <a:gd name="connsiteY4" fmla="*/ 539757 h 5618939"/>
              <a:gd name="connsiteX5" fmla="*/ 118525 w 6406144"/>
              <a:gd name="connsiteY5" fmla="*/ 5613965 h 5618939"/>
              <a:gd name="connsiteX6" fmla="*/ 113031 w 6406144"/>
              <a:gd name="connsiteY6" fmla="*/ 5618939 h 5618939"/>
              <a:gd name="connsiteX7" fmla="*/ 0 w 6406144"/>
              <a:gd name="connsiteY7" fmla="*/ 5618939 h 5618939"/>
              <a:gd name="connsiteX8" fmla="*/ 64758 w 6406144"/>
              <a:gd name="connsiteY8" fmla="*/ 5560198 h 5618939"/>
              <a:gd name="connsiteX9" fmla="*/ 5138965 w 6406144"/>
              <a:gd name="connsiteY9" fmla="*/ 485927 h 5618939"/>
              <a:gd name="connsiteX10" fmla="*/ 5677265 w 6406144"/>
              <a:gd name="connsiteY10" fmla="*/ 126279 h 5618939"/>
              <a:gd name="connsiteX11" fmla="*/ 6312206 w 6406144"/>
              <a:gd name="connsiteY11" fmla="*/ 0 h 5618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406144" h="5618939">
                <a:moveTo>
                  <a:pt x="6312206" y="0"/>
                </a:moveTo>
                <a:lnTo>
                  <a:pt x="6406144" y="0"/>
                </a:lnTo>
                <a:lnTo>
                  <a:pt x="6406144" y="76059"/>
                </a:lnTo>
                <a:lnTo>
                  <a:pt x="6312206" y="76059"/>
                </a:lnTo>
                <a:cubicBezTo>
                  <a:pt x="5892268" y="76059"/>
                  <a:pt x="5489557" y="242868"/>
                  <a:pt x="5192668" y="539757"/>
                </a:cubicBezTo>
                <a:lnTo>
                  <a:pt x="118525" y="5613965"/>
                </a:lnTo>
                <a:lnTo>
                  <a:pt x="113031" y="5618939"/>
                </a:lnTo>
                <a:lnTo>
                  <a:pt x="0" y="5618939"/>
                </a:lnTo>
                <a:lnTo>
                  <a:pt x="64758" y="5560198"/>
                </a:lnTo>
                <a:lnTo>
                  <a:pt x="5138965" y="485927"/>
                </a:lnTo>
                <a:cubicBezTo>
                  <a:pt x="5293805" y="331086"/>
                  <a:pt x="5474927" y="210064"/>
                  <a:pt x="5677265" y="126279"/>
                </a:cubicBezTo>
                <a:cubicBezTo>
                  <a:pt x="5879602" y="42494"/>
                  <a:pt x="6093212" y="0"/>
                  <a:pt x="6312206" y="0"/>
                </a:cubicBezTo>
                <a:close/>
              </a:path>
            </a:pathLst>
          </a:custGeom>
          <a:gradFill>
            <a:gsLst>
              <a:gs pos="22000">
                <a:schemeClr val="accent3"/>
              </a:gs>
              <a:gs pos="80000">
                <a:schemeClr val="accent4"/>
              </a:gs>
            </a:gsLst>
            <a:lin ang="0" scaled="1"/>
          </a:gradFill>
          <a:ln w="0" cap="flat">
            <a:noFill/>
            <a:prstDash val="solid"/>
            <a:miter/>
          </a:ln>
        </p:spPr>
        <p:txBody>
          <a:bodyPr rtlCol="0" anchor="ctr"/>
          <a:lstStyle/>
          <a:p>
            <a:endParaRPr lang="en-US" dirty="0"/>
          </a:p>
        </p:txBody>
      </p:sp>
      <p:grpSp>
        <p:nvGrpSpPr>
          <p:cNvPr id="41" name="Graphic 8">
            <a:extLst>
              <a:ext uri="{FF2B5EF4-FFF2-40B4-BE49-F238E27FC236}">
                <a16:creationId xmlns:a16="http://schemas.microsoft.com/office/drawing/2014/main" id="{5FB75E1E-5ECF-39E5-683F-83EA2E7C5F92}"/>
              </a:ext>
            </a:extLst>
          </p:cNvPr>
          <p:cNvGrpSpPr/>
          <p:nvPr userDrawn="1"/>
        </p:nvGrpSpPr>
        <p:grpSpPr>
          <a:xfrm>
            <a:off x="265625" y="6323271"/>
            <a:ext cx="1249223" cy="369648"/>
            <a:chOff x="265625" y="6323271"/>
            <a:chExt cx="1249223" cy="369648"/>
          </a:xfrm>
          <a:solidFill>
            <a:srgbClr val="000000"/>
          </a:solidFill>
        </p:grpSpPr>
        <p:grpSp>
          <p:nvGrpSpPr>
            <p:cNvPr id="42" name="Graphic 8">
              <a:extLst>
                <a:ext uri="{FF2B5EF4-FFF2-40B4-BE49-F238E27FC236}">
                  <a16:creationId xmlns:a16="http://schemas.microsoft.com/office/drawing/2014/main" id="{A736F19C-96C1-E942-EC49-229F7A3B68F2}"/>
                </a:ext>
              </a:extLst>
            </p:cNvPr>
            <p:cNvGrpSpPr/>
            <p:nvPr/>
          </p:nvGrpSpPr>
          <p:grpSpPr>
            <a:xfrm>
              <a:off x="745455" y="6594444"/>
              <a:ext cx="722662" cy="98475"/>
              <a:chOff x="745455" y="6594444"/>
              <a:chExt cx="722662" cy="98475"/>
            </a:xfrm>
            <a:solidFill>
              <a:srgbClr val="000000"/>
            </a:solidFill>
          </p:grpSpPr>
          <p:sp>
            <p:nvSpPr>
              <p:cNvPr id="51" name="Freeform 50">
                <a:extLst>
                  <a:ext uri="{FF2B5EF4-FFF2-40B4-BE49-F238E27FC236}">
                    <a16:creationId xmlns:a16="http://schemas.microsoft.com/office/drawing/2014/main" id="{EB1A2322-1B68-222D-5C7B-21BC4BC5E9B2}"/>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52" name="Freeform 51">
                <a:extLst>
                  <a:ext uri="{FF2B5EF4-FFF2-40B4-BE49-F238E27FC236}">
                    <a16:creationId xmlns:a16="http://schemas.microsoft.com/office/drawing/2014/main" id="{E3142B55-436D-ED55-5414-22B3121F6B08}"/>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53" name="Freeform 52">
                <a:extLst>
                  <a:ext uri="{FF2B5EF4-FFF2-40B4-BE49-F238E27FC236}">
                    <a16:creationId xmlns:a16="http://schemas.microsoft.com/office/drawing/2014/main" id="{A95B898B-465D-B4F2-6571-A666D3CD81EC}"/>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54" name="Freeform 53">
                <a:extLst>
                  <a:ext uri="{FF2B5EF4-FFF2-40B4-BE49-F238E27FC236}">
                    <a16:creationId xmlns:a16="http://schemas.microsoft.com/office/drawing/2014/main" id="{A6885C5F-AB44-9AFC-AF3D-CFDB30C35748}"/>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55" name="Freeform 54">
                <a:extLst>
                  <a:ext uri="{FF2B5EF4-FFF2-40B4-BE49-F238E27FC236}">
                    <a16:creationId xmlns:a16="http://schemas.microsoft.com/office/drawing/2014/main" id="{2ABC8F96-B643-EE7D-4B62-9CBDC7BFD07B}"/>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6" name="Freeform 55">
                <a:extLst>
                  <a:ext uri="{FF2B5EF4-FFF2-40B4-BE49-F238E27FC236}">
                    <a16:creationId xmlns:a16="http://schemas.microsoft.com/office/drawing/2014/main" id="{42B7B857-129B-BC06-1EE1-5C3BC6B5267D}"/>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57" name="Freeform 56">
                <a:extLst>
                  <a:ext uri="{FF2B5EF4-FFF2-40B4-BE49-F238E27FC236}">
                    <a16:creationId xmlns:a16="http://schemas.microsoft.com/office/drawing/2014/main" id="{DE7871B6-7C77-63CC-29EB-8804C9EC8002}"/>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58" name="Freeform 57">
                <a:extLst>
                  <a:ext uri="{FF2B5EF4-FFF2-40B4-BE49-F238E27FC236}">
                    <a16:creationId xmlns:a16="http://schemas.microsoft.com/office/drawing/2014/main" id="{5CACC287-3144-5F41-8878-740F834ADF8A}"/>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59" name="Freeform 58">
                <a:extLst>
                  <a:ext uri="{FF2B5EF4-FFF2-40B4-BE49-F238E27FC236}">
                    <a16:creationId xmlns:a16="http://schemas.microsoft.com/office/drawing/2014/main" id="{F8C02031-CB2A-138B-7806-B09A9CE926CA}"/>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60" name="Freeform 59">
                <a:extLst>
                  <a:ext uri="{FF2B5EF4-FFF2-40B4-BE49-F238E27FC236}">
                    <a16:creationId xmlns:a16="http://schemas.microsoft.com/office/drawing/2014/main" id="{78B31A38-6074-8D62-E841-01F7C003A861}"/>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43" name="Graphic 8">
              <a:extLst>
                <a:ext uri="{FF2B5EF4-FFF2-40B4-BE49-F238E27FC236}">
                  <a16:creationId xmlns:a16="http://schemas.microsoft.com/office/drawing/2014/main" id="{77DD52C8-412A-7D6C-40F7-9F9263703088}"/>
                </a:ext>
              </a:extLst>
            </p:cNvPr>
            <p:cNvGrpSpPr/>
            <p:nvPr/>
          </p:nvGrpSpPr>
          <p:grpSpPr>
            <a:xfrm>
              <a:off x="265625" y="6323271"/>
              <a:ext cx="1249223" cy="190348"/>
              <a:chOff x="265625" y="6323271"/>
              <a:chExt cx="1249223" cy="190348"/>
            </a:xfrm>
            <a:solidFill>
              <a:srgbClr val="000000"/>
            </a:solidFill>
          </p:grpSpPr>
          <p:sp>
            <p:nvSpPr>
              <p:cNvPr id="44" name="Freeform 43">
                <a:extLst>
                  <a:ext uri="{FF2B5EF4-FFF2-40B4-BE49-F238E27FC236}">
                    <a16:creationId xmlns:a16="http://schemas.microsoft.com/office/drawing/2014/main" id="{FA0598CE-0EFB-5D16-AD05-A617D8FD0114}"/>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45" name="Freeform 44">
                <a:extLst>
                  <a:ext uri="{FF2B5EF4-FFF2-40B4-BE49-F238E27FC236}">
                    <a16:creationId xmlns:a16="http://schemas.microsoft.com/office/drawing/2014/main" id="{1B18338C-ED9F-9E96-D92B-177F967C7B38}"/>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46" name="Freeform 45">
                <a:extLst>
                  <a:ext uri="{FF2B5EF4-FFF2-40B4-BE49-F238E27FC236}">
                    <a16:creationId xmlns:a16="http://schemas.microsoft.com/office/drawing/2014/main" id="{49AA51AF-6364-0953-6B79-D6A5BB8E5A57}"/>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47" name="Freeform 46">
                <a:extLst>
                  <a:ext uri="{FF2B5EF4-FFF2-40B4-BE49-F238E27FC236}">
                    <a16:creationId xmlns:a16="http://schemas.microsoft.com/office/drawing/2014/main" id="{BA45DA74-A818-75F8-ADB4-89A89BB2FAA4}"/>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48" name="Freeform 47">
                <a:extLst>
                  <a:ext uri="{FF2B5EF4-FFF2-40B4-BE49-F238E27FC236}">
                    <a16:creationId xmlns:a16="http://schemas.microsoft.com/office/drawing/2014/main" id="{7CCC9E1A-1D2F-F8A5-404B-348175CD2EAD}"/>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49" name="Freeform 48">
                <a:extLst>
                  <a:ext uri="{FF2B5EF4-FFF2-40B4-BE49-F238E27FC236}">
                    <a16:creationId xmlns:a16="http://schemas.microsoft.com/office/drawing/2014/main" id="{866EE839-CF73-18CC-B4C4-9D7E5AFFDB12}"/>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50" name="Freeform 49">
                <a:extLst>
                  <a:ext uri="{FF2B5EF4-FFF2-40B4-BE49-F238E27FC236}">
                    <a16:creationId xmlns:a16="http://schemas.microsoft.com/office/drawing/2014/main" id="{0634225E-0119-0295-531B-BE94DFF783F1}"/>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61" name="page number">
            <a:extLst>
              <a:ext uri="{FF2B5EF4-FFF2-40B4-BE49-F238E27FC236}">
                <a16:creationId xmlns:a16="http://schemas.microsoft.com/office/drawing/2014/main" id="{75CEFF6F-DEAE-124A-A7E8-4A2D776D0794}"/>
              </a:ext>
            </a:extLst>
          </p:cNvPr>
          <p:cNvSpPr txBox="1"/>
          <p:nvPr userDrawn="1"/>
        </p:nvSpPr>
        <p:spPr bwMode="white">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bg1"/>
                </a:solidFill>
              </a:rPr>
              <a:pPr lvl="0" algn="r"/>
              <a:t>‹#›</a:t>
            </a:fld>
            <a:endParaRPr lang="en-US" dirty="0">
              <a:solidFill>
                <a:schemeClr val="bg1"/>
              </a:solidFill>
            </a:endParaRPr>
          </a:p>
        </p:txBody>
      </p:sp>
      <p:sp>
        <p:nvSpPr>
          <p:cNvPr id="3" name="TextBox 2">
            <a:extLst>
              <a:ext uri="{FF2B5EF4-FFF2-40B4-BE49-F238E27FC236}">
                <a16:creationId xmlns:a16="http://schemas.microsoft.com/office/drawing/2014/main" id="{23947260-FA76-99A5-7F64-73F3D1395242}"/>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20192988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4="http://schemas.microsoft.com/office/drawing/2010/main" xmlns:a16="http://schemas.microsoft.com/office/drawing/2014/main" xmlns="">
      <p:transition spd="med">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ection Header - Big Photo">
    <p:bg>
      <p:bgPr>
        <a:blipFill dpi="0" rotWithShape="1">
          <a:blip r:embed="rId2"/>
          <a:srcRect/>
          <a:stretch>
            <a:fillRect/>
          </a:stretch>
        </a:blipFill>
        <a:effectLst/>
      </p:bgPr>
    </p:bg>
    <p:spTree>
      <p:nvGrpSpPr>
        <p:cNvPr id="1" name=""/>
        <p:cNvGrpSpPr/>
        <p:nvPr/>
      </p:nvGrpSpPr>
      <p:grpSpPr>
        <a:xfrm>
          <a:off x="0" y="0"/>
          <a:ext cx="0" cy="0"/>
          <a:chOff x="0" y="0"/>
          <a:chExt cx="0" cy="0"/>
        </a:xfrm>
      </p:grpSpPr>
      <p:sp>
        <p:nvSpPr>
          <p:cNvPr id="27" name="Freeform: Shape 26">
            <a:extLst>
              <a:ext uri="{FF2B5EF4-FFF2-40B4-BE49-F238E27FC236}">
                <a16:creationId xmlns:a16="http://schemas.microsoft.com/office/drawing/2014/main" id="{4D51256C-8571-417A-8656-22A594F4B289}"/>
              </a:ext>
              <a:ext uri="{C183D7F6-B498-43B3-948B-1728B52AA6E4}">
                <adec:decorative xmlns:adec="http://schemas.microsoft.com/office/drawing/2017/decorative" val="1"/>
              </a:ext>
            </a:extLst>
          </p:cNvPr>
          <p:cNvSpPr/>
          <p:nvPr userDrawn="1"/>
        </p:nvSpPr>
        <p:spPr>
          <a:xfrm rot="2700000">
            <a:off x="298211" y="-4053279"/>
            <a:ext cx="6293364" cy="12454818"/>
          </a:xfrm>
          <a:custGeom>
            <a:avLst/>
            <a:gdLst>
              <a:gd name="connsiteX0" fmla="*/ 0 w 6293364"/>
              <a:gd name="connsiteY0" fmla="*/ 6293364 h 12454818"/>
              <a:gd name="connsiteX1" fmla="*/ 6293364 w 6293364"/>
              <a:gd name="connsiteY1" fmla="*/ 0 h 12454818"/>
              <a:gd name="connsiteX2" fmla="*/ 6293364 w 6293364"/>
              <a:gd name="connsiteY2" fmla="*/ 9715045 h 12454818"/>
              <a:gd name="connsiteX3" fmla="*/ 3553591 w 6293364"/>
              <a:gd name="connsiteY3" fmla="*/ 12454818 h 12454818"/>
              <a:gd name="connsiteX4" fmla="*/ 0 w 6293364"/>
              <a:gd name="connsiteY4" fmla="*/ 8901227 h 124548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293364" h="12454818">
                <a:moveTo>
                  <a:pt x="0" y="6293364"/>
                </a:moveTo>
                <a:lnTo>
                  <a:pt x="6293364" y="0"/>
                </a:lnTo>
                <a:lnTo>
                  <a:pt x="6293364" y="9715045"/>
                </a:lnTo>
                <a:lnTo>
                  <a:pt x="3553591" y="12454818"/>
                </a:lnTo>
                <a:lnTo>
                  <a:pt x="0" y="8901227"/>
                </a:lnTo>
                <a:close/>
              </a:path>
            </a:pathLst>
          </a:custGeom>
          <a:gradFill>
            <a:gsLst>
              <a:gs pos="0">
                <a:schemeClr val="bg1">
                  <a:alpha val="31000"/>
                </a:schemeClr>
              </a:gs>
              <a:gs pos="58000">
                <a:schemeClr val="bg1"/>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spcAft>
                <a:spcPts val="600"/>
              </a:spcAft>
            </a:pPr>
            <a:endParaRPr lang="en-US" sz="1200" dirty="0">
              <a:solidFill>
                <a:schemeClr val="bg1"/>
              </a:solidFill>
            </a:endParaRPr>
          </a:p>
        </p:txBody>
      </p:sp>
      <p:grpSp>
        <p:nvGrpSpPr>
          <p:cNvPr id="3" name="Graphic 8">
            <a:extLst>
              <a:ext uri="{FF2B5EF4-FFF2-40B4-BE49-F238E27FC236}">
                <a16:creationId xmlns:a16="http://schemas.microsoft.com/office/drawing/2014/main" id="{B6C5F822-7E15-1E81-F25D-DF7ED279C3A7}"/>
              </a:ext>
            </a:extLst>
          </p:cNvPr>
          <p:cNvGrpSpPr/>
          <p:nvPr userDrawn="1"/>
        </p:nvGrpSpPr>
        <p:grpSpPr>
          <a:xfrm>
            <a:off x="265625" y="6323271"/>
            <a:ext cx="1249223" cy="369648"/>
            <a:chOff x="265625" y="6323271"/>
            <a:chExt cx="1249223" cy="369648"/>
          </a:xfrm>
          <a:solidFill>
            <a:schemeClr val="bg2">
              <a:lumMod val="25000"/>
            </a:schemeClr>
          </a:solidFill>
        </p:grpSpPr>
        <p:grpSp>
          <p:nvGrpSpPr>
            <p:cNvPr id="4" name="Graphic 8">
              <a:extLst>
                <a:ext uri="{FF2B5EF4-FFF2-40B4-BE49-F238E27FC236}">
                  <a16:creationId xmlns:a16="http://schemas.microsoft.com/office/drawing/2014/main" id="{050231E7-043E-DBC1-31D0-4D9FCE59EDF6}"/>
                </a:ext>
              </a:extLst>
            </p:cNvPr>
            <p:cNvGrpSpPr/>
            <p:nvPr/>
          </p:nvGrpSpPr>
          <p:grpSpPr>
            <a:xfrm>
              <a:off x="745455" y="6594444"/>
              <a:ext cx="722662" cy="98475"/>
              <a:chOff x="745455" y="6594444"/>
              <a:chExt cx="722662" cy="98475"/>
            </a:xfrm>
            <a:grpFill/>
          </p:grpSpPr>
          <p:sp>
            <p:nvSpPr>
              <p:cNvPr id="14" name="Freeform 25">
                <a:extLst>
                  <a:ext uri="{FF2B5EF4-FFF2-40B4-BE49-F238E27FC236}">
                    <a16:creationId xmlns:a16="http://schemas.microsoft.com/office/drawing/2014/main" id="{CC5F3555-CD13-4FBD-41DF-A3EDA7AEB39E}"/>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grpFill/>
              <a:ln w="6345" cap="flat">
                <a:noFill/>
                <a:prstDash val="solid"/>
                <a:miter/>
              </a:ln>
            </p:spPr>
            <p:txBody>
              <a:bodyPr rtlCol="0" anchor="ctr"/>
              <a:lstStyle/>
              <a:p>
                <a:endParaRPr lang="en-US"/>
              </a:p>
            </p:txBody>
          </p:sp>
          <p:sp>
            <p:nvSpPr>
              <p:cNvPr id="16" name="Freeform 26">
                <a:extLst>
                  <a:ext uri="{FF2B5EF4-FFF2-40B4-BE49-F238E27FC236}">
                    <a16:creationId xmlns:a16="http://schemas.microsoft.com/office/drawing/2014/main" id="{47767025-D836-AC70-A077-D8E864C37094}"/>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grpFill/>
              <a:ln w="6345" cap="flat">
                <a:noFill/>
                <a:prstDash val="solid"/>
                <a:miter/>
              </a:ln>
            </p:spPr>
            <p:txBody>
              <a:bodyPr rtlCol="0" anchor="ctr"/>
              <a:lstStyle/>
              <a:p>
                <a:endParaRPr lang="en-US"/>
              </a:p>
            </p:txBody>
          </p:sp>
          <p:sp>
            <p:nvSpPr>
              <p:cNvPr id="18" name="Freeform 27">
                <a:extLst>
                  <a:ext uri="{FF2B5EF4-FFF2-40B4-BE49-F238E27FC236}">
                    <a16:creationId xmlns:a16="http://schemas.microsoft.com/office/drawing/2014/main" id="{B0EF6345-6417-63BA-9E28-D1DABC8BB680}"/>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grpFill/>
              <a:ln w="6345" cap="flat">
                <a:noFill/>
                <a:prstDash val="solid"/>
                <a:miter/>
              </a:ln>
            </p:spPr>
            <p:txBody>
              <a:bodyPr rtlCol="0" anchor="ctr"/>
              <a:lstStyle/>
              <a:p>
                <a:endParaRPr lang="en-US"/>
              </a:p>
            </p:txBody>
          </p:sp>
          <p:sp>
            <p:nvSpPr>
              <p:cNvPr id="19" name="Freeform 28">
                <a:extLst>
                  <a:ext uri="{FF2B5EF4-FFF2-40B4-BE49-F238E27FC236}">
                    <a16:creationId xmlns:a16="http://schemas.microsoft.com/office/drawing/2014/main" id="{EB63E0E9-BA94-FDD1-2316-DC455A1DD655}"/>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grpFill/>
              <a:ln w="6345" cap="flat">
                <a:noFill/>
                <a:prstDash val="solid"/>
                <a:miter/>
              </a:ln>
            </p:spPr>
            <p:txBody>
              <a:bodyPr rtlCol="0" anchor="ctr"/>
              <a:lstStyle/>
              <a:p>
                <a:endParaRPr lang="en-US"/>
              </a:p>
            </p:txBody>
          </p:sp>
          <p:sp>
            <p:nvSpPr>
              <p:cNvPr id="20" name="Freeform 30">
                <a:extLst>
                  <a:ext uri="{FF2B5EF4-FFF2-40B4-BE49-F238E27FC236}">
                    <a16:creationId xmlns:a16="http://schemas.microsoft.com/office/drawing/2014/main" id="{A4A79810-0D6F-5237-86DC-F893B3FEA314}"/>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grpFill/>
              <a:ln w="6345" cap="flat">
                <a:noFill/>
                <a:prstDash val="solid"/>
                <a:miter/>
              </a:ln>
            </p:spPr>
            <p:txBody>
              <a:bodyPr rtlCol="0" anchor="ctr"/>
              <a:lstStyle/>
              <a:p>
                <a:endParaRPr lang="en-US"/>
              </a:p>
            </p:txBody>
          </p:sp>
          <p:sp>
            <p:nvSpPr>
              <p:cNvPr id="21" name="Freeform 31">
                <a:extLst>
                  <a:ext uri="{FF2B5EF4-FFF2-40B4-BE49-F238E27FC236}">
                    <a16:creationId xmlns:a16="http://schemas.microsoft.com/office/drawing/2014/main" id="{8B26C191-B8A5-EB3A-F0A9-7CF5F95C6E20}"/>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grpFill/>
              <a:ln w="6345" cap="flat">
                <a:noFill/>
                <a:prstDash val="solid"/>
                <a:miter/>
              </a:ln>
            </p:spPr>
            <p:txBody>
              <a:bodyPr rtlCol="0" anchor="ctr"/>
              <a:lstStyle/>
              <a:p>
                <a:endParaRPr lang="en-US"/>
              </a:p>
            </p:txBody>
          </p:sp>
          <p:sp>
            <p:nvSpPr>
              <p:cNvPr id="22" name="Freeform 32">
                <a:extLst>
                  <a:ext uri="{FF2B5EF4-FFF2-40B4-BE49-F238E27FC236}">
                    <a16:creationId xmlns:a16="http://schemas.microsoft.com/office/drawing/2014/main" id="{5856E783-6D53-1E87-B1D5-32DB719E09BD}"/>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grpFill/>
              <a:ln w="6345" cap="flat">
                <a:noFill/>
                <a:prstDash val="solid"/>
                <a:miter/>
              </a:ln>
            </p:spPr>
            <p:txBody>
              <a:bodyPr rtlCol="0" anchor="ctr"/>
              <a:lstStyle/>
              <a:p>
                <a:endParaRPr lang="en-US"/>
              </a:p>
            </p:txBody>
          </p:sp>
          <p:sp>
            <p:nvSpPr>
              <p:cNvPr id="23" name="Freeform 33">
                <a:extLst>
                  <a:ext uri="{FF2B5EF4-FFF2-40B4-BE49-F238E27FC236}">
                    <a16:creationId xmlns:a16="http://schemas.microsoft.com/office/drawing/2014/main" id="{558AA556-8B14-0A87-0A02-9A04B645035E}"/>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grpFill/>
              <a:ln w="6345" cap="flat">
                <a:noFill/>
                <a:prstDash val="solid"/>
                <a:miter/>
              </a:ln>
            </p:spPr>
            <p:txBody>
              <a:bodyPr rtlCol="0" anchor="ctr"/>
              <a:lstStyle/>
              <a:p>
                <a:endParaRPr lang="en-US"/>
              </a:p>
            </p:txBody>
          </p:sp>
          <p:sp>
            <p:nvSpPr>
              <p:cNvPr id="24" name="Freeform 34">
                <a:extLst>
                  <a:ext uri="{FF2B5EF4-FFF2-40B4-BE49-F238E27FC236}">
                    <a16:creationId xmlns:a16="http://schemas.microsoft.com/office/drawing/2014/main" id="{C43C98BB-4784-80EC-2DE9-86515BD84CF9}"/>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grpFill/>
              <a:ln w="6345" cap="flat">
                <a:noFill/>
                <a:prstDash val="solid"/>
                <a:miter/>
              </a:ln>
            </p:spPr>
            <p:txBody>
              <a:bodyPr rtlCol="0" anchor="ctr"/>
              <a:lstStyle/>
              <a:p>
                <a:endParaRPr lang="en-US"/>
              </a:p>
            </p:txBody>
          </p:sp>
          <p:sp>
            <p:nvSpPr>
              <p:cNvPr id="25" name="Freeform 35">
                <a:extLst>
                  <a:ext uri="{FF2B5EF4-FFF2-40B4-BE49-F238E27FC236}">
                    <a16:creationId xmlns:a16="http://schemas.microsoft.com/office/drawing/2014/main" id="{0D5C17FF-3FFC-AF4F-FFA9-C244E3DBDE58}"/>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grpFill/>
              <a:ln w="6345" cap="flat">
                <a:noFill/>
                <a:prstDash val="solid"/>
                <a:miter/>
              </a:ln>
            </p:spPr>
            <p:txBody>
              <a:bodyPr rtlCol="0" anchor="ctr"/>
              <a:lstStyle/>
              <a:p>
                <a:endParaRPr lang="en-US"/>
              </a:p>
            </p:txBody>
          </p:sp>
        </p:grpSp>
        <p:grpSp>
          <p:nvGrpSpPr>
            <p:cNvPr id="5" name="Graphic 8">
              <a:extLst>
                <a:ext uri="{FF2B5EF4-FFF2-40B4-BE49-F238E27FC236}">
                  <a16:creationId xmlns:a16="http://schemas.microsoft.com/office/drawing/2014/main" id="{CD75E61F-8EF9-D81D-3A64-1CE4DD75533C}"/>
                </a:ext>
              </a:extLst>
            </p:cNvPr>
            <p:cNvGrpSpPr/>
            <p:nvPr/>
          </p:nvGrpSpPr>
          <p:grpSpPr>
            <a:xfrm>
              <a:off x="265625" y="6323271"/>
              <a:ext cx="1249223" cy="190348"/>
              <a:chOff x="265625" y="6323271"/>
              <a:chExt cx="1249223" cy="190348"/>
            </a:xfrm>
            <a:grpFill/>
          </p:grpSpPr>
          <p:sp>
            <p:nvSpPr>
              <p:cNvPr id="6" name="Freeform 8">
                <a:extLst>
                  <a:ext uri="{FF2B5EF4-FFF2-40B4-BE49-F238E27FC236}">
                    <a16:creationId xmlns:a16="http://schemas.microsoft.com/office/drawing/2014/main" id="{8481F6A3-8FCB-9C64-7177-C878C6B59082}"/>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grpFill/>
              <a:ln w="6345" cap="flat">
                <a:noFill/>
                <a:prstDash val="solid"/>
                <a:miter/>
              </a:ln>
            </p:spPr>
            <p:txBody>
              <a:bodyPr rtlCol="0" anchor="ctr"/>
              <a:lstStyle/>
              <a:p>
                <a:endParaRPr lang="en-US"/>
              </a:p>
            </p:txBody>
          </p:sp>
          <p:sp>
            <p:nvSpPr>
              <p:cNvPr id="7" name="Freeform 9">
                <a:extLst>
                  <a:ext uri="{FF2B5EF4-FFF2-40B4-BE49-F238E27FC236}">
                    <a16:creationId xmlns:a16="http://schemas.microsoft.com/office/drawing/2014/main" id="{1DDC6738-739D-E2F9-B369-1B6A494480E3}"/>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grpFill/>
              <a:ln w="6345" cap="flat">
                <a:noFill/>
                <a:prstDash val="solid"/>
                <a:miter/>
              </a:ln>
            </p:spPr>
            <p:txBody>
              <a:bodyPr rtlCol="0" anchor="ctr"/>
              <a:lstStyle/>
              <a:p>
                <a:endParaRPr lang="en-US"/>
              </a:p>
            </p:txBody>
          </p:sp>
          <p:sp>
            <p:nvSpPr>
              <p:cNvPr id="9" name="Freeform 10">
                <a:extLst>
                  <a:ext uri="{FF2B5EF4-FFF2-40B4-BE49-F238E27FC236}">
                    <a16:creationId xmlns:a16="http://schemas.microsoft.com/office/drawing/2014/main" id="{BF228DE0-CA31-E23D-34DB-B8255B0B0650}"/>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grpFill/>
              <a:ln w="6345" cap="flat">
                <a:noFill/>
                <a:prstDash val="solid"/>
                <a:miter/>
              </a:ln>
            </p:spPr>
            <p:txBody>
              <a:bodyPr rtlCol="0" anchor="ctr"/>
              <a:lstStyle/>
              <a:p>
                <a:endParaRPr lang="en-US"/>
              </a:p>
            </p:txBody>
          </p:sp>
          <p:sp>
            <p:nvSpPr>
              <p:cNvPr id="10" name="Freeform 11">
                <a:extLst>
                  <a:ext uri="{FF2B5EF4-FFF2-40B4-BE49-F238E27FC236}">
                    <a16:creationId xmlns:a16="http://schemas.microsoft.com/office/drawing/2014/main" id="{4EC95BBC-AAEC-7BF9-41CE-6BE4F18B87C4}"/>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grpFill/>
              <a:ln w="6345" cap="flat">
                <a:noFill/>
                <a:prstDash val="solid"/>
                <a:miter/>
              </a:ln>
            </p:spPr>
            <p:txBody>
              <a:bodyPr rtlCol="0" anchor="ctr"/>
              <a:lstStyle/>
              <a:p>
                <a:endParaRPr lang="en-US"/>
              </a:p>
            </p:txBody>
          </p:sp>
          <p:sp>
            <p:nvSpPr>
              <p:cNvPr id="11" name="Freeform 12">
                <a:extLst>
                  <a:ext uri="{FF2B5EF4-FFF2-40B4-BE49-F238E27FC236}">
                    <a16:creationId xmlns:a16="http://schemas.microsoft.com/office/drawing/2014/main" id="{B70B1692-1818-F82A-303C-0E73DEAEF201}"/>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grpFill/>
              <a:ln w="6345" cap="flat">
                <a:noFill/>
                <a:prstDash val="solid"/>
                <a:miter/>
              </a:ln>
            </p:spPr>
            <p:txBody>
              <a:bodyPr rtlCol="0" anchor="ctr"/>
              <a:lstStyle/>
              <a:p>
                <a:endParaRPr lang="en-US"/>
              </a:p>
            </p:txBody>
          </p:sp>
          <p:sp>
            <p:nvSpPr>
              <p:cNvPr id="12" name="Freeform 13">
                <a:extLst>
                  <a:ext uri="{FF2B5EF4-FFF2-40B4-BE49-F238E27FC236}">
                    <a16:creationId xmlns:a16="http://schemas.microsoft.com/office/drawing/2014/main" id="{25C284E4-4A7E-0464-F9D7-BA119CF55B18}"/>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grpFill/>
              <a:ln w="6345" cap="flat">
                <a:noFill/>
                <a:prstDash val="solid"/>
                <a:miter/>
              </a:ln>
            </p:spPr>
            <p:txBody>
              <a:bodyPr rtlCol="0" anchor="ctr"/>
              <a:lstStyle/>
              <a:p>
                <a:endParaRPr lang="en-US"/>
              </a:p>
            </p:txBody>
          </p:sp>
          <p:sp>
            <p:nvSpPr>
              <p:cNvPr id="13" name="Freeform 24">
                <a:extLst>
                  <a:ext uri="{FF2B5EF4-FFF2-40B4-BE49-F238E27FC236}">
                    <a16:creationId xmlns:a16="http://schemas.microsoft.com/office/drawing/2014/main" id="{0B831A31-DEED-1DA0-2F6A-CFE84CFABDAF}"/>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grpFill/>
              <a:ln w="6345" cap="flat">
                <a:noFill/>
                <a:prstDash val="solid"/>
                <a:miter/>
              </a:ln>
            </p:spPr>
            <p:txBody>
              <a:bodyPr rtlCol="0" anchor="ctr"/>
              <a:lstStyle/>
              <a:p>
                <a:endParaRPr lang="en-US"/>
              </a:p>
            </p:txBody>
          </p:sp>
        </p:grpSp>
      </p:grpSp>
      <p:sp>
        <p:nvSpPr>
          <p:cNvPr id="26" name="page number">
            <a:extLst>
              <a:ext uri="{FF2B5EF4-FFF2-40B4-BE49-F238E27FC236}">
                <a16:creationId xmlns:a16="http://schemas.microsoft.com/office/drawing/2014/main" id="{98D4E5F4-4B93-9D10-4748-C1BAFD550BFC}"/>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marL="0" marR="0" lvl="0" indent="0" algn="r" defTabSz="914400" rtl="0" eaLnBrk="1" fontAlgn="auto" latinLnBrk="0" hangingPunct="1">
              <a:lnSpc>
                <a:spcPct val="90000"/>
              </a:lnSpc>
              <a:spcBef>
                <a:spcPts val="0"/>
              </a:spcBef>
              <a:spcAft>
                <a:spcPts val="0"/>
              </a:spcAft>
              <a:buClrTx/>
              <a:buSzTx/>
              <a:buFontTx/>
              <a:buNone/>
              <a:tabLst/>
              <a:defRPr/>
            </a:pPr>
            <a:fld id="{7A51DB15-7364-4F0B-A3A0-1309F8830053}" type="slidenum">
              <a:rPr kumimoji="0" lang="en-US" sz="800" b="0" i="0" u="none" strike="noStrike" kern="1200" cap="none" spc="0" normalizeH="0" baseline="0" noProof="0" smtClean="0">
                <a:ln>
                  <a:noFill/>
                </a:ln>
                <a:solidFill>
                  <a:schemeClr val="bg1"/>
                </a:solidFill>
                <a:effectLst/>
                <a:uLnTx/>
                <a:uFillTx/>
                <a:latin typeface="Arial" panose="020B0604020202020204" pitchFamily="34" charset="0"/>
                <a:ea typeface="Arial" panose="020B0604020202020204" pitchFamily="34" charset="0"/>
              </a:rPr>
              <a:pPr marL="0" marR="0" lvl="0" indent="0" algn="r" defTabSz="914400" rtl="0" eaLnBrk="1" fontAlgn="auto" latinLnBrk="0" hangingPunct="1">
                <a:lnSpc>
                  <a:spcPct val="90000"/>
                </a:lnSpc>
                <a:spcBef>
                  <a:spcPts val="0"/>
                </a:spcBef>
                <a:spcAft>
                  <a:spcPts val="0"/>
                </a:spcAft>
                <a:buClrTx/>
                <a:buSzTx/>
                <a:buFontTx/>
                <a:buNone/>
                <a:tabLst/>
                <a:defRPr/>
              </a:pPr>
              <a:t>‹#›</a:t>
            </a:fld>
            <a:endParaRPr kumimoji="0" lang="en-US" sz="800" b="0" i="0" u="none" strike="noStrike" kern="1200" cap="none" spc="0" normalizeH="0" baseline="0" noProof="0" dirty="0">
              <a:ln>
                <a:noFill/>
              </a:ln>
              <a:solidFill>
                <a:schemeClr val="bg1"/>
              </a:solidFill>
              <a:effectLst/>
              <a:uLnTx/>
              <a:uFillTx/>
              <a:latin typeface="Arial" panose="020B0604020202020204" pitchFamily="34" charset="0"/>
              <a:ea typeface="Arial" panose="020B0604020202020204" pitchFamily="34" charset="0"/>
            </a:endParaRPr>
          </a:p>
        </p:txBody>
      </p:sp>
      <p:sp>
        <p:nvSpPr>
          <p:cNvPr id="2" name="Title 1">
            <a:extLst>
              <a:ext uri="{FF2B5EF4-FFF2-40B4-BE49-F238E27FC236}">
                <a16:creationId xmlns:a16="http://schemas.microsoft.com/office/drawing/2014/main" id="{B7CC1487-C9D3-FFF9-B797-3986FA4E3C97}"/>
              </a:ext>
            </a:extLst>
          </p:cNvPr>
          <p:cNvSpPr>
            <a:spLocks noGrp="1"/>
          </p:cNvSpPr>
          <p:nvPr>
            <p:ph type="title" hasCustomPrompt="1"/>
          </p:nvPr>
        </p:nvSpPr>
        <p:spPr>
          <a:xfrm>
            <a:off x="589108" y="938794"/>
            <a:ext cx="6427626" cy="1229360"/>
          </a:xfrm>
        </p:spPr>
        <p:txBody>
          <a:bodyPr wrap="square" anchor="b"/>
          <a:lstStyle>
            <a:lvl1pPr algn="l">
              <a:defRPr sz="3600" b="0" cap="none" baseline="0">
                <a:solidFill>
                  <a:schemeClr val="accent2"/>
                </a:solidFill>
              </a:defRPr>
            </a:lvl1pPr>
          </a:lstStyle>
          <a:p>
            <a:r>
              <a:rPr lang="en-US" dirty="0"/>
              <a:t>Section Title</a:t>
            </a:r>
            <a:br>
              <a:rPr lang="en-US" dirty="0"/>
            </a:br>
            <a:r>
              <a:rPr lang="en-US" dirty="0"/>
              <a:t>with Photo</a:t>
            </a:r>
          </a:p>
        </p:txBody>
      </p:sp>
      <p:sp>
        <p:nvSpPr>
          <p:cNvPr id="15" name="Subtitle">
            <a:extLst>
              <a:ext uri="{FF2B5EF4-FFF2-40B4-BE49-F238E27FC236}">
                <a16:creationId xmlns:a16="http://schemas.microsoft.com/office/drawing/2014/main" id="{6366CB2A-8FF3-60D9-C71B-488AC884C780}"/>
              </a:ext>
            </a:extLst>
          </p:cNvPr>
          <p:cNvSpPr>
            <a:spLocks noGrp="1"/>
          </p:cNvSpPr>
          <p:nvPr>
            <p:ph type="subTitle" idx="10" hasCustomPrompt="1"/>
          </p:nvPr>
        </p:nvSpPr>
        <p:spPr>
          <a:xfrm>
            <a:off x="602966" y="2267712"/>
            <a:ext cx="6408402" cy="700882"/>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text</a:t>
            </a:r>
          </a:p>
        </p:txBody>
      </p:sp>
    </p:spTree>
    <p:extLst>
      <p:ext uri="{BB962C8B-B14F-4D97-AF65-F5344CB8AC3E}">
        <p14:creationId xmlns:p14="http://schemas.microsoft.com/office/powerpoint/2010/main" val="20007002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p:cSld name="Section Header – Aqua - VCF 9">
    <p:spTree>
      <p:nvGrpSpPr>
        <p:cNvPr id="1" name=""/>
        <p:cNvGrpSpPr/>
        <p:nvPr/>
      </p:nvGrpSpPr>
      <p:grpSpPr>
        <a:xfrm>
          <a:off x="0" y="0"/>
          <a:ext cx="0" cy="0"/>
          <a:chOff x="0" y="0"/>
          <a:chExt cx="0" cy="0"/>
        </a:xfrm>
      </p:grpSpPr>
      <p:sp>
        <p:nvSpPr>
          <p:cNvPr id="15" name="page number">
            <a:extLst>
              <a:ext uri="{FF2B5EF4-FFF2-40B4-BE49-F238E27FC236}">
                <a16:creationId xmlns:a16="http://schemas.microsoft.com/office/drawing/2014/main" id="{274E202C-D42A-664B-A387-688ED8610969}"/>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6" name="page number">
            <a:extLst>
              <a:ext uri="{FF2B5EF4-FFF2-40B4-BE49-F238E27FC236}">
                <a16:creationId xmlns:a16="http://schemas.microsoft.com/office/drawing/2014/main" id="{274E202C-D42A-664B-A387-688ED8610969}"/>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2" name="Title 1"/>
          <p:cNvSpPr>
            <a:spLocks noGrp="1"/>
          </p:cNvSpPr>
          <p:nvPr>
            <p:ph type="title" hasCustomPrompt="1"/>
          </p:nvPr>
        </p:nvSpPr>
        <p:spPr>
          <a:xfrm>
            <a:off x="589107" y="938794"/>
            <a:ext cx="6587869" cy="1229360"/>
          </a:xfrm>
        </p:spPr>
        <p:txBody>
          <a:bodyPr wrap="square" anchor="b"/>
          <a:lstStyle>
            <a:lvl1pPr algn="l">
              <a:defRPr sz="4000" b="0" cap="none" baseline="0">
                <a:solidFill>
                  <a:schemeClr val="accent2"/>
                </a:solidFill>
              </a:defRPr>
            </a:lvl1pPr>
          </a:lstStyle>
          <a:p>
            <a:r>
              <a:rPr lang="en-US" dirty="0"/>
              <a:t>Section Title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574010" cy="700882"/>
          </a:xfrm>
        </p:spPr>
        <p:txBody>
          <a:bodyPr/>
          <a:lstStyle>
            <a:lvl1pPr marL="0" indent="0" algn="l">
              <a:buNone/>
              <a:defRPr sz="2400">
                <a:solidFill>
                  <a:schemeClr val="accent2"/>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pic>
        <p:nvPicPr>
          <p:cNvPr id="4" name="Picture 3" descr="A logo of a cloud computing system&#10;&#10;AI-generated content may be incorrect.">
            <a:extLst>
              <a:ext uri="{FF2B5EF4-FFF2-40B4-BE49-F238E27FC236}">
                <a16:creationId xmlns:a16="http://schemas.microsoft.com/office/drawing/2014/main" id="{426B88A1-F096-8B45-B00A-19D682059EAE}"/>
              </a:ext>
            </a:extLst>
          </p:cNvPr>
          <p:cNvPicPr>
            <a:picLocks noChangeAspect="1"/>
          </p:cNvPicPr>
          <p:nvPr userDrawn="1"/>
        </p:nvPicPr>
        <p:blipFill>
          <a:blip r:embed="rId2"/>
          <a:stretch>
            <a:fillRect/>
          </a:stretch>
        </p:blipFill>
        <p:spPr>
          <a:xfrm>
            <a:off x="5330825" y="0"/>
            <a:ext cx="6858000" cy="6858000"/>
          </a:xfrm>
          <a:prstGeom prst="rect">
            <a:avLst/>
          </a:prstGeom>
        </p:spPr>
      </p:pic>
      <p:sp>
        <p:nvSpPr>
          <p:cNvPr id="7" name="TextBox 6">
            <a:extLst>
              <a:ext uri="{FF2B5EF4-FFF2-40B4-BE49-F238E27FC236}">
                <a16:creationId xmlns:a16="http://schemas.microsoft.com/office/drawing/2014/main" id="{3B693DBA-1AF8-3509-8427-F09C1C08540D}"/>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grpSp>
        <p:nvGrpSpPr>
          <p:cNvPr id="8" name="Graphic 8">
            <a:extLst>
              <a:ext uri="{FF2B5EF4-FFF2-40B4-BE49-F238E27FC236}">
                <a16:creationId xmlns:a16="http://schemas.microsoft.com/office/drawing/2014/main" id="{BA41B683-B0AB-9D2B-E65C-4AB61AF90985}"/>
              </a:ext>
            </a:extLst>
          </p:cNvPr>
          <p:cNvGrpSpPr/>
          <p:nvPr userDrawn="1"/>
        </p:nvGrpSpPr>
        <p:grpSpPr>
          <a:xfrm>
            <a:off x="265625" y="6323271"/>
            <a:ext cx="1249223" cy="369648"/>
            <a:chOff x="265625" y="6323271"/>
            <a:chExt cx="1249223" cy="369648"/>
          </a:xfrm>
          <a:solidFill>
            <a:srgbClr val="000000"/>
          </a:solidFill>
        </p:grpSpPr>
        <p:grpSp>
          <p:nvGrpSpPr>
            <p:cNvPr id="9" name="Graphic 8">
              <a:extLst>
                <a:ext uri="{FF2B5EF4-FFF2-40B4-BE49-F238E27FC236}">
                  <a16:creationId xmlns:a16="http://schemas.microsoft.com/office/drawing/2014/main" id="{ECF7C266-E1A2-13EE-A18D-9BDF378216CD}"/>
                </a:ext>
              </a:extLst>
            </p:cNvPr>
            <p:cNvGrpSpPr/>
            <p:nvPr/>
          </p:nvGrpSpPr>
          <p:grpSpPr>
            <a:xfrm>
              <a:off x="745455" y="6594444"/>
              <a:ext cx="722662" cy="98475"/>
              <a:chOff x="745455" y="6594444"/>
              <a:chExt cx="722662" cy="98475"/>
            </a:xfrm>
            <a:solidFill>
              <a:srgbClr val="000000"/>
            </a:solidFill>
          </p:grpSpPr>
          <p:sp>
            <p:nvSpPr>
              <p:cNvPr id="19" name="Freeform 130">
                <a:extLst>
                  <a:ext uri="{FF2B5EF4-FFF2-40B4-BE49-F238E27FC236}">
                    <a16:creationId xmlns:a16="http://schemas.microsoft.com/office/drawing/2014/main" id="{7539B4E9-A595-F1CA-C721-BF25DB7A51B2}"/>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20" name="Freeform 131">
                <a:extLst>
                  <a:ext uri="{FF2B5EF4-FFF2-40B4-BE49-F238E27FC236}">
                    <a16:creationId xmlns:a16="http://schemas.microsoft.com/office/drawing/2014/main" id="{F3810F62-BFA7-1D90-525D-5B1BC7AFAD13}"/>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21" name="Freeform 132">
                <a:extLst>
                  <a:ext uri="{FF2B5EF4-FFF2-40B4-BE49-F238E27FC236}">
                    <a16:creationId xmlns:a16="http://schemas.microsoft.com/office/drawing/2014/main" id="{AD9C223A-C061-2C73-4FFD-1010DF5B0ABE}"/>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22" name="Freeform 133">
                <a:extLst>
                  <a:ext uri="{FF2B5EF4-FFF2-40B4-BE49-F238E27FC236}">
                    <a16:creationId xmlns:a16="http://schemas.microsoft.com/office/drawing/2014/main" id="{7040F64B-C60D-060A-4B8C-C4CD036F6EBD}"/>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23" name="Freeform 134">
                <a:extLst>
                  <a:ext uri="{FF2B5EF4-FFF2-40B4-BE49-F238E27FC236}">
                    <a16:creationId xmlns:a16="http://schemas.microsoft.com/office/drawing/2014/main" id="{09A88873-A4F9-02A7-5E7A-9F2FA1117708}"/>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24" name="Freeform 135">
                <a:extLst>
                  <a:ext uri="{FF2B5EF4-FFF2-40B4-BE49-F238E27FC236}">
                    <a16:creationId xmlns:a16="http://schemas.microsoft.com/office/drawing/2014/main" id="{F78BCDA8-2691-FD35-4B37-9FB39CAA7CAD}"/>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25" name="Freeform 136">
                <a:extLst>
                  <a:ext uri="{FF2B5EF4-FFF2-40B4-BE49-F238E27FC236}">
                    <a16:creationId xmlns:a16="http://schemas.microsoft.com/office/drawing/2014/main" id="{F3712F08-6CF8-260E-1F86-60A5072C74A0}"/>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26" name="Freeform 137">
                <a:extLst>
                  <a:ext uri="{FF2B5EF4-FFF2-40B4-BE49-F238E27FC236}">
                    <a16:creationId xmlns:a16="http://schemas.microsoft.com/office/drawing/2014/main" id="{F5DF81EB-99C8-39DA-8D3B-8F733F4F3DF5}"/>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27" name="Freeform 138">
                <a:extLst>
                  <a:ext uri="{FF2B5EF4-FFF2-40B4-BE49-F238E27FC236}">
                    <a16:creationId xmlns:a16="http://schemas.microsoft.com/office/drawing/2014/main" id="{4AE06F7E-B10E-FD05-4338-735CA86D8AF9}"/>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28" name="Freeform 139">
                <a:extLst>
                  <a:ext uri="{FF2B5EF4-FFF2-40B4-BE49-F238E27FC236}">
                    <a16:creationId xmlns:a16="http://schemas.microsoft.com/office/drawing/2014/main" id="{09B67B90-B9B8-3945-182B-435BD29BC934}"/>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10" name="Graphic 8">
              <a:extLst>
                <a:ext uri="{FF2B5EF4-FFF2-40B4-BE49-F238E27FC236}">
                  <a16:creationId xmlns:a16="http://schemas.microsoft.com/office/drawing/2014/main" id="{430F2F4C-84E4-604F-E564-5FD93C0E350D}"/>
                </a:ext>
              </a:extLst>
            </p:cNvPr>
            <p:cNvGrpSpPr/>
            <p:nvPr/>
          </p:nvGrpSpPr>
          <p:grpSpPr>
            <a:xfrm>
              <a:off x="265625" y="6323271"/>
              <a:ext cx="1249223" cy="190348"/>
              <a:chOff x="265625" y="6323271"/>
              <a:chExt cx="1249223" cy="190348"/>
            </a:xfrm>
            <a:solidFill>
              <a:srgbClr val="000000"/>
            </a:solidFill>
          </p:grpSpPr>
          <p:sp>
            <p:nvSpPr>
              <p:cNvPr id="11" name="Freeform 57">
                <a:extLst>
                  <a:ext uri="{FF2B5EF4-FFF2-40B4-BE49-F238E27FC236}">
                    <a16:creationId xmlns:a16="http://schemas.microsoft.com/office/drawing/2014/main" id="{D4C6103E-A87F-20FE-B9BE-85C022A4FCC8}"/>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12" name="Freeform 58">
                <a:extLst>
                  <a:ext uri="{FF2B5EF4-FFF2-40B4-BE49-F238E27FC236}">
                    <a16:creationId xmlns:a16="http://schemas.microsoft.com/office/drawing/2014/main" id="{45F2586A-C91C-2B4E-BD24-C10D626E4879}"/>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13" name="Freeform 59">
                <a:extLst>
                  <a:ext uri="{FF2B5EF4-FFF2-40B4-BE49-F238E27FC236}">
                    <a16:creationId xmlns:a16="http://schemas.microsoft.com/office/drawing/2014/main" id="{066F603A-0CF7-D042-569F-2187C641F059}"/>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14" name="Freeform 60">
                <a:extLst>
                  <a:ext uri="{FF2B5EF4-FFF2-40B4-BE49-F238E27FC236}">
                    <a16:creationId xmlns:a16="http://schemas.microsoft.com/office/drawing/2014/main" id="{4CCEAF0D-6756-2DCD-BE90-744F1AEC094B}"/>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16" name="Freeform 61">
                <a:extLst>
                  <a:ext uri="{FF2B5EF4-FFF2-40B4-BE49-F238E27FC236}">
                    <a16:creationId xmlns:a16="http://schemas.microsoft.com/office/drawing/2014/main" id="{A2C66ACE-1E68-2C18-1774-49761E17EF11}"/>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17" name="Freeform 62">
                <a:extLst>
                  <a:ext uri="{FF2B5EF4-FFF2-40B4-BE49-F238E27FC236}">
                    <a16:creationId xmlns:a16="http://schemas.microsoft.com/office/drawing/2014/main" id="{509938C4-2C1C-BF8C-2590-57193AB38A40}"/>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18" name="Freeform 129">
                <a:extLst>
                  <a:ext uri="{FF2B5EF4-FFF2-40B4-BE49-F238E27FC236}">
                    <a16:creationId xmlns:a16="http://schemas.microsoft.com/office/drawing/2014/main" id="{A6845E6C-2E3F-3279-C86B-E2FD8864CB58}"/>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grpSp>
        <p:nvGrpSpPr>
          <p:cNvPr id="29" name="Graphic 8">
            <a:extLst>
              <a:ext uri="{FF2B5EF4-FFF2-40B4-BE49-F238E27FC236}">
                <a16:creationId xmlns:a16="http://schemas.microsoft.com/office/drawing/2014/main" id="{36A9DE32-D381-0B93-00A4-300CBF26D168}"/>
              </a:ext>
            </a:extLst>
          </p:cNvPr>
          <p:cNvGrpSpPr/>
          <p:nvPr userDrawn="1"/>
        </p:nvGrpSpPr>
        <p:grpSpPr>
          <a:xfrm>
            <a:off x="265625" y="6323271"/>
            <a:ext cx="1249223" cy="369648"/>
            <a:chOff x="265625" y="6323271"/>
            <a:chExt cx="1249223" cy="369648"/>
          </a:xfrm>
          <a:solidFill>
            <a:srgbClr val="000000"/>
          </a:solidFill>
        </p:grpSpPr>
        <p:grpSp>
          <p:nvGrpSpPr>
            <p:cNvPr id="30" name="Graphic 8">
              <a:extLst>
                <a:ext uri="{FF2B5EF4-FFF2-40B4-BE49-F238E27FC236}">
                  <a16:creationId xmlns:a16="http://schemas.microsoft.com/office/drawing/2014/main" id="{6A9C07A6-12B3-BB81-8DB4-27D12B980CAA}"/>
                </a:ext>
              </a:extLst>
            </p:cNvPr>
            <p:cNvGrpSpPr/>
            <p:nvPr/>
          </p:nvGrpSpPr>
          <p:grpSpPr>
            <a:xfrm>
              <a:off x="745455" y="6594444"/>
              <a:ext cx="722662" cy="98475"/>
              <a:chOff x="745455" y="6594444"/>
              <a:chExt cx="722662" cy="98475"/>
            </a:xfrm>
            <a:solidFill>
              <a:srgbClr val="000000"/>
            </a:solidFill>
          </p:grpSpPr>
          <p:sp>
            <p:nvSpPr>
              <p:cNvPr id="39" name="Freeform 46">
                <a:extLst>
                  <a:ext uri="{FF2B5EF4-FFF2-40B4-BE49-F238E27FC236}">
                    <a16:creationId xmlns:a16="http://schemas.microsoft.com/office/drawing/2014/main" id="{37509C6F-021A-7933-7DD0-E89B0216BF77}"/>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40" name="Freeform 47">
                <a:extLst>
                  <a:ext uri="{FF2B5EF4-FFF2-40B4-BE49-F238E27FC236}">
                    <a16:creationId xmlns:a16="http://schemas.microsoft.com/office/drawing/2014/main" id="{E18F6B23-213C-0C6F-D135-D4D2D62937D2}"/>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41" name="Freeform 48">
                <a:extLst>
                  <a:ext uri="{FF2B5EF4-FFF2-40B4-BE49-F238E27FC236}">
                    <a16:creationId xmlns:a16="http://schemas.microsoft.com/office/drawing/2014/main" id="{17CF02F5-9006-69D3-DA44-C5E6D1D84227}"/>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42" name="Freeform 49">
                <a:extLst>
                  <a:ext uri="{FF2B5EF4-FFF2-40B4-BE49-F238E27FC236}">
                    <a16:creationId xmlns:a16="http://schemas.microsoft.com/office/drawing/2014/main" id="{DDF9F94C-FA5C-A519-6ED9-B249F1B1A228}"/>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43" name="Freeform 50">
                <a:extLst>
                  <a:ext uri="{FF2B5EF4-FFF2-40B4-BE49-F238E27FC236}">
                    <a16:creationId xmlns:a16="http://schemas.microsoft.com/office/drawing/2014/main" id="{345B7B9D-7B42-B4E7-730D-5919A2E4E763}"/>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44" name="Freeform 51">
                <a:extLst>
                  <a:ext uri="{FF2B5EF4-FFF2-40B4-BE49-F238E27FC236}">
                    <a16:creationId xmlns:a16="http://schemas.microsoft.com/office/drawing/2014/main" id="{EDECCBE7-AC54-5606-E78D-115D67BC5FC9}"/>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45" name="Freeform 63">
                <a:extLst>
                  <a:ext uri="{FF2B5EF4-FFF2-40B4-BE49-F238E27FC236}">
                    <a16:creationId xmlns:a16="http://schemas.microsoft.com/office/drawing/2014/main" id="{BD1CE2B9-7CD8-00BE-53F4-A2E51E3366DA}"/>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46" name="Freeform 64">
                <a:extLst>
                  <a:ext uri="{FF2B5EF4-FFF2-40B4-BE49-F238E27FC236}">
                    <a16:creationId xmlns:a16="http://schemas.microsoft.com/office/drawing/2014/main" id="{0F5CFCD4-5693-874A-4A41-6D1CF7930D56}"/>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47" name="Freeform 65">
                <a:extLst>
                  <a:ext uri="{FF2B5EF4-FFF2-40B4-BE49-F238E27FC236}">
                    <a16:creationId xmlns:a16="http://schemas.microsoft.com/office/drawing/2014/main" id="{B52712D3-017E-D525-E74A-234810DE92AB}"/>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48" name="Freeform 66">
                <a:extLst>
                  <a:ext uri="{FF2B5EF4-FFF2-40B4-BE49-F238E27FC236}">
                    <a16:creationId xmlns:a16="http://schemas.microsoft.com/office/drawing/2014/main" id="{F0351A4F-15B0-7E77-3E08-6BA1437B7A52}"/>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31" name="Graphic 8">
              <a:extLst>
                <a:ext uri="{FF2B5EF4-FFF2-40B4-BE49-F238E27FC236}">
                  <a16:creationId xmlns:a16="http://schemas.microsoft.com/office/drawing/2014/main" id="{97A54B62-9E00-6AD8-E660-D86088586CFB}"/>
                </a:ext>
              </a:extLst>
            </p:cNvPr>
            <p:cNvGrpSpPr/>
            <p:nvPr/>
          </p:nvGrpSpPr>
          <p:grpSpPr>
            <a:xfrm>
              <a:off x="265625" y="6323271"/>
              <a:ext cx="1249223" cy="190348"/>
              <a:chOff x="265625" y="6323271"/>
              <a:chExt cx="1249223" cy="190348"/>
            </a:xfrm>
            <a:solidFill>
              <a:srgbClr val="000000"/>
            </a:solidFill>
          </p:grpSpPr>
          <p:sp>
            <p:nvSpPr>
              <p:cNvPr id="32" name="Freeform 39">
                <a:extLst>
                  <a:ext uri="{FF2B5EF4-FFF2-40B4-BE49-F238E27FC236}">
                    <a16:creationId xmlns:a16="http://schemas.microsoft.com/office/drawing/2014/main" id="{23EFD307-0C04-F22A-22E0-7BB4A43DD178}"/>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33" name="Freeform 40">
                <a:extLst>
                  <a:ext uri="{FF2B5EF4-FFF2-40B4-BE49-F238E27FC236}">
                    <a16:creationId xmlns:a16="http://schemas.microsoft.com/office/drawing/2014/main" id="{1D2C1228-3EC5-E812-39CF-A109F695D409}"/>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34" name="Freeform 41">
                <a:extLst>
                  <a:ext uri="{FF2B5EF4-FFF2-40B4-BE49-F238E27FC236}">
                    <a16:creationId xmlns:a16="http://schemas.microsoft.com/office/drawing/2014/main" id="{290DD39C-7983-9110-395A-58608A3F7645}"/>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35" name="Freeform 42">
                <a:extLst>
                  <a:ext uri="{FF2B5EF4-FFF2-40B4-BE49-F238E27FC236}">
                    <a16:creationId xmlns:a16="http://schemas.microsoft.com/office/drawing/2014/main" id="{C78AA538-F08A-3687-ACDD-1B16B5BDF6D6}"/>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36" name="Freeform 43">
                <a:extLst>
                  <a:ext uri="{FF2B5EF4-FFF2-40B4-BE49-F238E27FC236}">
                    <a16:creationId xmlns:a16="http://schemas.microsoft.com/office/drawing/2014/main" id="{5CF89995-A3D5-E107-184C-484B5D079531}"/>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37" name="Freeform 44">
                <a:extLst>
                  <a:ext uri="{FF2B5EF4-FFF2-40B4-BE49-F238E27FC236}">
                    <a16:creationId xmlns:a16="http://schemas.microsoft.com/office/drawing/2014/main" id="{889C72A9-67B2-3E28-33EA-172D28A24905}"/>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38" name="Freeform 45">
                <a:extLst>
                  <a:ext uri="{FF2B5EF4-FFF2-40B4-BE49-F238E27FC236}">
                    <a16:creationId xmlns:a16="http://schemas.microsoft.com/office/drawing/2014/main" id="{D96A0CD1-CBF6-DE6C-99F4-7D7354A880DF}"/>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Tree>
    <p:extLst>
      <p:ext uri="{BB962C8B-B14F-4D97-AF65-F5344CB8AC3E}">
        <p14:creationId xmlns:p14="http://schemas.microsoft.com/office/powerpoint/2010/main" val="3757664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p:cSld name="Quote – Leaf">
    <p:spTree>
      <p:nvGrpSpPr>
        <p:cNvPr id="1" name=""/>
        <p:cNvGrpSpPr/>
        <p:nvPr/>
      </p:nvGrpSpPr>
      <p:grpSpPr>
        <a:xfrm>
          <a:off x="0" y="0"/>
          <a:ext cx="0" cy="0"/>
          <a:chOff x="0" y="0"/>
          <a:chExt cx="0" cy="0"/>
        </a:xfrm>
      </p:grpSpPr>
      <p:sp>
        <p:nvSpPr>
          <p:cNvPr id="21" name="Text Placeholder 7">
            <a:extLst>
              <a:ext uri="{FF2B5EF4-FFF2-40B4-BE49-F238E27FC236}">
                <a16:creationId xmlns:a16="http://schemas.microsoft.com/office/drawing/2014/main" id="{608D3F09-D706-3940-8906-CE0F09AC4BB6}"/>
              </a:ext>
            </a:extLst>
          </p:cNvPr>
          <p:cNvSpPr>
            <a:spLocks noGrp="1"/>
          </p:cNvSpPr>
          <p:nvPr>
            <p:ph type="body" sz="quarter" idx="16" hasCustomPrompt="1"/>
          </p:nvPr>
        </p:nvSpPr>
        <p:spPr>
          <a:xfrm>
            <a:off x="438912" y="1600200"/>
            <a:ext cx="5413248" cy="3200400"/>
          </a:xfrm>
        </p:spPr>
        <p:txBody>
          <a:bodyPr anchor="b"/>
          <a:lstStyle>
            <a:lvl1pPr marL="169863" indent="-169863">
              <a:buClrTx/>
              <a:buSzPct val="100000"/>
              <a:buFont typeface="Arial" panose="020B0604020202020204" pitchFamily="34" charset="0"/>
              <a:buChar char="“"/>
              <a:defRPr sz="2800">
                <a:solidFill>
                  <a:schemeClr val="accent2"/>
                </a:solidFill>
              </a:defRPr>
            </a:lvl1pPr>
            <a:lvl2pPr marL="457200" indent="-184150">
              <a:buClrTx/>
              <a:buFont typeface="Arial" panose="020B0604020202020204" pitchFamily="34" charset="0"/>
              <a:buChar char="“"/>
              <a:defRPr>
                <a:solidFill>
                  <a:schemeClr val="bg1"/>
                </a:solidFill>
              </a:defRPr>
            </a:lvl2pPr>
            <a:lvl3pPr marL="744538" indent="-169863">
              <a:buClrTx/>
              <a:buFont typeface="Arial" panose="020B0604020202020204" pitchFamily="34" charset="0"/>
              <a:buChar char="“"/>
              <a:defRPr>
                <a:solidFill>
                  <a:schemeClr val="bg1"/>
                </a:solidFill>
              </a:defRPr>
            </a:lvl3pPr>
            <a:lvl4pPr marL="969963" indent="-166688">
              <a:buClrTx/>
              <a:buFont typeface="Arial" panose="020B0604020202020204" pitchFamily="34" charset="0"/>
              <a:buChar char="“"/>
              <a:defRPr>
                <a:solidFill>
                  <a:schemeClr val="bg1"/>
                </a:solidFill>
              </a:defRPr>
            </a:lvl4pPr>
            <a:lvl5pPr marL="1143000" indent="-138113">
              <a:buClrTx/>
              <a:buFont typeface="Arial" panose="020B0604020202020204" pitchFamily="34" charset="0"/>
              <a:buChar char="“"/>
              <a:defRPr>
                <a:solidFill>
                  <a:schemeClr val="bg1"/>
                </a:solidFill>
              </a:defRPr>
            </a:lvl5pPr>
          </a:lstStyle>
          <a:p>
            <a:pPr lvl="0"/>
            <a:r>
              <a:rPr lang="en-US" dirty="0"/>
              <a:t>Quote text on left, green parallelograms on the right.”</a:t>
            </a:r>
          </a:p>
        </p:txBody>
      </p:sp>
      <p:sp>
        <p:nvSpPr>
          <p:cNvPr id="19" name="Text Placeholder 10">
            <a:extLst>
              <a:ext uri="{FF2B5EF4-FFF2-40B4-BE49-F238E27FC236}">
                <a16:creationId xmlns:a16="http://schemas.microsoft.com/office/drawing/2014/main" id="{C1E51E88-6733-7942-B20E-2C56F8B2ED21}"/>
              </a:ext>
            </a:extLst>
          </p:cNvPr>
          <p:cNvSpPr>
            <a:spLocks noGrp="1"/>
          </p:cNvSpPr>
          <p:nvPr>
            <p:ph type="body" sz="quarter" idx="17" hasCustomPrompt="1"/>
          </p:nvPr>
        </p:nvSpPr>
        <p:spPr>
          <a:xfrm>
            <a:off x="612648" y="5065776"/>
            <a:ext cx="4581144" cy="274320"/>
          </a:xfrm>
        </p:spPr>
        <p:txBody>
          <a:bodyPr/>
          <a:lstStyle>
            <a:lvl1pPr>
              <a:defRPr sz="1800">
                <a:solidFill>
                  <a:schemeClr val="tx1"/>
                </a:solidFill>
              </a:defRPr>
            </a:lvl1pPr>
          </a:lstStyle>
          <a:p>
            <a:pPr lvl="0"/>
            <a:r>
              <a:rPr lang="en-US" dirty="0"/>
              <a:t>Source Name</a:t>
            </a:r>
          </a:p>
        </p:txBody>
      </p:sp>
      <p:sp>
        <p:nvSpPr>
          <p:cNvPr id="11" name="Picture Placeholder 11" descr="logo placeholder: click to insert logo or delete box if not needed">
            <a:extLst>
              <a:ext uri="{FF2B5EF4-FFF2-40B4-BE49-F238E27FC236}">
                <a16:creationId xmlns:a16="http://schemas.microsoft.com/office/drawing/2014/main" id="{90CA8A2D-22C2-3546-ACA3-B76C2A2C9541}"/>
              </a:ext>
            </a:extLst>
          </p:cNvPr>
          <p:cNvSpPr>
            <a:spLocks noGrp="1"/>
          </p:cNvSpPr>
          <p:nvPr>
            <p:ph type="pic" sz="quarter" idx="4294967295" hasCustomPrompt="1"/>
          </p:nvPr>
        </p:nvSpPr>
        <p:spPr>
          <a:xfrm>
            <a:off x="8925484" y="4619335"/>
            <a:ext cx="2740025" cy="1371600"/>
          </a:xfrm>
        </p:spPr>
        <p:txBody>
          <a:bodyPr/>
          <a:lstStyle/>
          <a:p>
            <a:r>
              <a:rPr lang="en-US" dirty="0"/>
              <a:t>Click to insert logo or delete box if not needed</a:t>
            </a:r>
          </a:p>
        </p:txBody>
      </p:sp>
      <p:sp>
        <p:nvSpPr>
          <p:cNvPr id="17" name="page number">
            <a:extLst>
              <a:ext uri="{FF2B5EF4-FFF2-40B4-BE49-F238E27FC236}">
                <a16:creationId xmlns:a16="http://schemas.microsoft.com/office/drawing/2014/main" id="{81F6B6E3-D446-FF48-A968-0E6ED9485DE5}"/>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grpSp>
        <p:nvGrpSpPr>
          <p:cNvPr id="5" name="Graphic 8">
            <a:extLst>
              <a:ext uri="{FF2B5EF4-FFF2-40B4-BE49-F238E27FC236}">
                <a16:creationId xmlns:a16="http://schemas.microsoft.com/office/drawing/2014/main" id="{C621A2F7-988C-ED6D-1AAA-CEAF06253999}"/>
              </a:ext>
            </a:extLst>
          </p:cNvPr>
          <p:cNvGrpSpPr/>
          <p:nvPr/>
        </p:nvGrpSpPr>
        <p:grpSpPr>
          <a:xfrm>
            <a:off x="265625" y="6323271"/>
            <a:ext cx="1249223" cy="369648"/>
            <a:chOff x="265625" y="6323271"/>
            <a:chExt cx="1249223" cy="369648"/>
          </a:xfrm>
          <a:solidFill>
            <a:srgbClr val="000000"/>
          </a:solidFill>
        </p:grpSpPr>
        <p:grpSp>
          <p:nvGrpSpPr>
            <p:cNvPr id="6" name="Graphic 8">
              <a:extLst>
                <a:ext uri="{FF2B5EF4-FFF2-40B4-BE49-F238E27FC236}">
                  <a16:creationId xmlns:a16="http://schemas.microsoft.com/office/drawing/2014/main" id="{4A6ACE21-0A03-EC70-5DBC-8E24FC06ADF2}"/>
                </a:ext>
              </a:extLst>
            </p:cNvPr>
            <p:cNvGrpSpPr/>
            <p:nvPr/>
          </p:nvGrpSpPr>
          <p:grpSpPr>
            <a:xfrm>
              <a:off x="745455" y="6594444"/>
              <a:ext cx="722662" cy="98475"/>
              <a:chOff x="745455" y="6594444"/>
              <a:chExt cx="722662" cy="98475"/>
            </a:xfrm>
            <a:solidFill>
              <a:srgbClr val="000000"/>
            </a:solidFill>
          </p:grpSpPr>
          <p:sp>
            <p:nvSpPr>
              <p:cNvPr id="20" name="Freeform 19">
                <a:extLst>
                  <a:ext uri="{FF2B5EF4-FFF2-40B4-BE49-F238E27FC236}">
                    <a16:creationId xmlns:a16="http://schemas.microsoft.com/office/drawing/2014/main" id="{EE83912F-EA49-AA8F-3B48-225EEF2EA8BC}"/>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22" name="Freeform 21">
                <a:extLst>
                  <a:ext uri="{FF2B5EF4-FFF2-40B4-BE49-F238E27FC236}">
                    <a16:creationId xmlns:a16="http://schemas.microsoft.com/office/drawing/2014/main" id="{CCD1DC55-84B7-B92A-BCFA-DFC508914BD4}"/>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25" name="Freeform 24">
                <a:extLst>
                  <a:ext uri="{FF2B5EF4-FFF2-40B4-BE49-F238E27FC236}">
                    <a16:creationId xmlns:a16="http://schemas.microsoft.com/office/drawing/2014/main" id="{9C7F5544-2C4C-9EB4-BFC3-2118CC2F9BEA}"/>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26" name="Freeform 25">
                <a:extLst>
                  <a:ext uri="{FF2B5EF4-FFF2-40B4-BE49-F238E27FC236}">
                    <a16:creationId xmlns:a16="http://schemas.microsoft.com/office/drawing/2014/main" id="{8F4FBC32-8CCB-A8DE-008D-E983BC49C597}"/>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27" name="Freeform 26">
                <a:extLst>
                  <a:ext uri="{FF2B5EF4-FFF2-40B4-BE49-F238E27FC236}">
                    <a16:creationId xmlns:a16="http://schemas.microsoft.com/office/drawing/2014/main" id="{B4DB09DF-6B90-E805-64A1-73441DB3E36E}"/>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28" name="Freeform 27">
                <a:extLst>
                  <a:ext uri="{FF2B5EF4-FFF2-40B4-BE49-F238E27FC236}">
                    <a16:creationId xmlns:a16="http://schemas.microsoft.com/office/drawing/2014/main" id="{CE5B325E-5171-7178-FE92-B40E2F02AF4D}"/>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29" name="Freeform 28">
                <a:extLst>
                  <a:ext uri="{FF2B5EF4-FFF2-40B4-BE49-F238E27FC236}">
                    <a16:creationId xmlns:a16="http://schemas.microsoft.com/office/drawing/2014/main" id="{601EA8AE-D6A6-69F1-6D6F-08D9ABD7A248}"/>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30" name="Freeform 29">
                <a:extLst>
                  <a:ext uri="{FF2B5EF4-FFF2-40B4-BE49-F238E27FC236}">
                    <a16:creationId xmlns:a16="http://schemas.microsoft.com/office/drawing/2014/main" id="{313CAF36-8DCE-BF49-8252-4504197E4A92}"/>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31" name="Freeform 30">
                <a:extLst>
                  <a:ext uri="{FF2B5EF4-FFF2-40B4-BE49-F238E27FC236}">
                    <a16:creationId xmlns:a16="http://schemas.microsoft.com/office/drawing/2014/main" id="{53212E81-53F5-5829-40FB-278F96FDFA6C}"/>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32" name="Freeform 31">
                <a:extLst>
                  <a:ext uri="{FF2B5EF4-FFF2-40B4-BE49-F238E27FC236}">
                    <a16:creationId xmlns:a16="http://schemas.microsoft.com/office/drawing/2014/main" id="{3338560F-F08F-341E-96FD-FB179B1E8090}"/>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7" name="Graphic 8">
              <a:extLst>
                <a:ext uri="{FF2B5EF4-FFF2-40B4-BE49-F238E27FC236}">
                  <a16:creationId xmlns:a16="http://schemas.microsoft.com/office/drawing/2014/main" id="{DC09D6A6-FC34-3B36-E8EC-98961A5FA1BD}"/>
                </a:ext>
              </a:extLst>
            </p:cNvPr>
            <p:cNvGrpSpPr/>
            <p:nvPr/>
          </p:nvGrpSpPr>
          <p:grpSpPr>
            <a:xfrm>
              <a:off x="265625" y="6323271"/>
              <a:ext cx="1249223" cy="190348"/>
              <a:chOff x="265625" y="6323271"/>
              <a:chExt cx="1249223" cy="190348"/>
            </a:xfrm>
            <a:solidFill>
              <a:srgbClr val="000000"/>
            </a:solidFill>
          </p:grpSpPr>
          <p:sp>
            <p:nvSpPr>
              <p:cNvPr id="8" name="Freeform 7">
                <a:extLst>
                  <a:ext uri="{FF2B5EF4-FFF2-40B4-BE49-F238E27FC236}">
                    <a16:creationId xmlns:a16="http://schemas.microsoft.com/office/drawing/2014/main" id="{9CCE1282-066F-6767-9D2B-FE3B24B48F39}"/>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9" name="Freeform 8">
                <a:extLst>
                  <a:ext uri="{FF2B5EF4-FFF2-40B4-BE49-F238E27FC236}">
                    <a16:creationId xmlns:a16="http://schemas.microsoft.com/office/drawing/2014/main" id="{87A55781-F6F4-75D8-D30A-EFE0009E6C3A}"/>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10" name="Freeform 9">
                <a:extLst>
                  <a:ext uri="{FF2B5EF4-FFF2-40B4-BE49-F238E27FC236}">
                    <a16:creationId xmlns:a16="http://schemas.microsoft.com/office/drawing/2014/main" id="{06E5A16E-7654-E118-45E7-5CF8ECB9510D}"/>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12" name="Freeform 11">
                <a:extLst>
                  <a:ext uri="{FF2B5EF4-FFF2-40B4-BE49-F238E27FC236}">
                    <a16:creationId xmlns:a16="http://schemas.microsoft.com/office/drawing/2014/main" id="{5416A2B2-8CB4-B23D-B227-F3FAAF99834D}"/>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13" name="Freeform 12">
                <a:extLst>
                  <a:ext uri="{FF2B5EF4-FFF2-40B4-BE49-F238E27FC236}">
                    <a16:creationId xmlns:a16="http://schemas.microsoft.com/office/drawing/2014/main" id="{03A1E132-C6A0-D3F7-1605-AAC4E663D921}"/>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14" name="Freeform 13">
                <a:extLst>
                  <a:ext uri="{FF2B5EF4-FFF2-40B4-BE49-F238E27FC236}">
                    <a16:creationId xmlns:a16="http://schemas.microsoft.com/office/drawing/2014/main" id="{03331D7F-C33C-F017-A7E8-936854F6A83C}"/>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18" name="Freeform 17">
                <a:extLst>
                  <a:ext uri="{FF2B5EF4-FFF2-40B4-BE49-F238E27FC236}">
                    <a16:creationId xmlns:a16="http://schemas.microsoft.com/office/drawing/2014/main" id="{D1EAD065-3541-65E6-D334-D9E34E0883DA}"/>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48" name="Freeform: Shape 47">
            <a:extLst>
              <a:ext uri="{FF2B5EF4-FFF2-40B4-BE49-F238E27FC236}">
                <a16:creationId xmlns:a16="http://schemas.microsoft.com/office/drawing/2014/main" id="{659E5035-F2CA-5C90-AD93-9207A8ED2F62}"/>
              </a:ext>
            </a:extLst>
          </p:cNvPr>
          <p:cNvSpPr/>
          <p:nvPr userDrawn="1"/>
        </p:nvSpPr>
        <p:spPr>
          <a:xfrm>
            <a:off x="-8466" y="1838847"/>
            <a:ext cx="12203641" cy="4206431"/>
          </a:xfrm>
          <a:custGeom>
            <a:avLst/>
            <a:gdLst>
              <a:gd name="connsiteX0" fmla="*/ 11193762 w 12203641"/>
              <a:gd name="connsiteY0" fmla="*/ 0 h 4206431"/>
              <a:gd name="connsiteX1" fmla="*/ 12203641 w 12203641"/>
              <a:gd name="connsiteY1" fmla="*/ 0 h 4206431"/>
              <a:gd name="connsiteX2" fmla="*/ 12203641 w 12203641"/>
              <a:gd name="connsiteY2" fmla="*/ 76041 h 4206431"/>
              <a:gd name="connsiteX3" fmla="*/ 11193825 w 12203641"/>
              <a:gd name="connsiteY3" fmla="*/ 76041 h 4206431"/>
              <a:gd name="connsiteX4" fmla="*/ 10074550 w 12203641"/>
              <a:gd name="connsiteY4" fmla="*/ 539630 h 4206431"/>
              <a:gd name="connsiteX5" fmla="*/ 6871401 w 12203641"/>
              <a:gd name="connsiteY5" fmla="*/ 3742842 h 4206431"/>
              <a:gd name="connsiteX6" fmla="*/ 5752127 w 12203641"/>
              <a:gd name="connsiteY6" fmla="*/ 4206431 h 4206431"/>
              <a:gd name="connsiteX7" fmla="*/ 0 w 12203641"/>
              <a:gd name="connsiteY7" fmla="*/ 4206431 h 4206431"/>
              <a:gd name="connsiteX8" fmla="*/ 0 w 12203641"/>
              <a:gd name="connsiteY8" fmla="*/ 4130391 h 4206431"/>
              <a:gd name="connsiteX9" fmla="*/ 5752127 w 12203641"/>
              <a:gd name="connsiteY9" fmla="*/ 4130391 h 4206431"/>
              <a:gd name="connsiteX10" fmla="*/ 6328796 w 12203641"/>
              <a:gd name="connsiteY10" fmla="*/ 4015665 h 4206431"/>
              <a:gd name="connsiteX11" fmla="*/ 6817648 w 12203641"/>
              <a:gd name="connsiteY11" fmla="*/ 3689025 h 4206431"/>
              <a:gd name="connsiteX12" fmla="*/ 10020795 w 12203641"/>
              <a:gd name="connsiteY12" fmla="*/ 485877 h 4206431"/>
              <a:gd name="connsiteX13" fmla="*/ 11193762 w 12203641"/>
              <a:gd name="connsiteY13" fmla="*/ 0 h 4206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203641" h="4206431">
                <a:moveTo>
                  <a:pt x="11193762" y="0"/>
                </a:moveTo>
                <a:lnTo>
                  <a:pt x="12203641" y="0"/>
                </a:lnTo>
                <a:lnTo>
                  <a:pt x="12203641" y="76041"/>
                </a:lnTo>
                <a:lnTo>
                  <a:pt x="11193825" y="76041"/>
                </a:lnTo>
                <a:cubicBezTo>
                  <a:pt x="10773986" y="76041"/>
                  <a:pt x="10371368" y="242812"/>
                  <a:pt x="10074550" y="539630"/>
                </a:cubicBezTo>
                <a:lnTo>
                  <a:pt x="6871401" y="3742842"/>
                </a:lnTo>
                <a:cubicBezTo>
                  <a:pt x="6574520" y="4039660"/>
                  <a:pt x="6171901" y="4206431"/>
                  <a:pt x="5752127" y="4206431"/>
                </a:cubicBezTo>
                <a:lnTo>
                  <a:pt x="0" y="4206431"/>
                </a:lnTo>
                <a:lnTo>
                  <a:pt x="0" y="4130391"/>
                </a:lnTo>
                <a:lnTo>
                  <a:pt x="5752127" y="4130391"/>
                </a:lnTo>
                <a:cubicBezTo>
                  <a:pt x="5950998" y="4130391"/>
                  <a:pt x="6145057" y="4091769"/>
                  <a:pt x="6328796" y="4015665"/>
                </a:cubicBezTo>
                <a:cubicBezTo>
                  <a:pt x="6512534" y="3939560"/>
                  <a:pt x="6677025" y="3829647"/>
                  <a:pt x="6817648" y="3689025"/>
                </a:cubicBezTo>
                <a:lnTo>
                  <a:pt x="10020795" y="485877"/>
                </a:lnTo>
                <a:cubicBezTo>
                  <a:pt x="10334077" y="172532"/>
                  <a:pt x="10750686" y="0"/>
                  <a:pt x="11193762" y="0"/>
                </a:cubicBezTo>
                <a:close/>
              </a:path>
            </a:pathLst>
          </a:custGeom>
          <a:gradFill>
            <a:gsLst>
              <a:gs pos="20000">
                <a:srgbClr val="0095C4"/>
              </a:gs>
              <a:gs pos="45000">
                <a:srgbClr val="299B75"/>
              </a:gs>
              <a:gs pos="80000">
                <a:srgbClr val="61A30E"/>
              </a:gs>
            </a:gsLst>
            <a:lin ang="0" scaled="1"/>
          </a:gradFill>
          <a:ln w="0" cap="flat">
            <a:noFill/>
            <a:prstDash val="solid"/>
            <a:miter/>
          </a:ln>
        </p:spPr>
        <p:txBody>
          <a:bodyPr rtlCol="0" anchor="ctr"/>
          <a:lstStyle/>
          <a:p>
            <a:endParaRPr lang="en-US" dirty="0"/>
          </a:p>
        </p:txBody>
      </p:sp>
      <p:sp>
        <p:nvSpPr>
          <p:cNvPr id="34" name="page number">
            <a:extLst>
              <a:ext uri="{FF2B5EF4-FFF2-40B4-BE49-F238E27FC236}">
                <a16:creationId xmlns:a16="http://schemas.microsoft.com/office/drawing/2014/main" id="{81F6B6E3-D446-FF48-A968-0E6ED9485DE5}"/>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grpSp>
        <p:nvGrpSpPr>
          <p:cNvPr id="37" name="Graphic 8">
            <a:extLst>
              <a:ext uri="{FF2B5EF4-FFF2-40B4-BE49-F238E27FC236}">
                <a16:creationId xmlns:a16="http://schemas.microsoft.com/office/drawing/2014/main" id="{C621A2F7-988C-ED6D-1AAA-CEAF06253999}"/>
              </a:ext>
            </a:extLst>
          </p:cNvPr>
          <p:cNvGrpSpPr/>
          <p:nvPr userDrawn="1"/>
        </p:nvGrpSpPr>
        <p:grpSpPr>
          <a:xfrm>
            <a:off x="265625" y="6323271"/>
            <a:ext cx="1249223" cy="369648"/>
            <a:chOff x="265625" y="6323271"/>
            <a:chExt cx="1249223" cy="369648"/>
          </a:xfrm>
          <a:solidFill>
            <a:srgbClr val="000000"/>
          </a:solidFill>
        </p:grpSpPr>
        <p:grpSp>
          <p:nvGrpSpPr>
            <p:cNvPr id="38" name="Graphic 8">
              <a:extLst>
                <a:ext uri="{FF2B5EF4-FFF2-40B4-BE49-F238E27FC236}">
                  <a16:creationId xmlns:a16="http://schemas.microsoft.com/office/drawing/2014/main" id="{4A6ACE21-0A03-EC70-5DBC-8E24FC06ADF2}"/>
                </a:ext>
              </a:extLst>
            </p:cNvPr>
            <p:cNvGrpSpPr/>
            <p:nvPr/>
          </p:nvGrpSpPr>
          <p:grpSpPr>
            <a:xfrm>
              <a:off x="745455" y="6594444"/>
              <a:ext cx="722662" cy="98475"/>
              <a:chOff x="745455" y="6594444"/>
              <a:chExt cx="722662" cy="98475"/>
            </a:xfrm>
            <a:solidFill>
              <a:srgbClr val="000000"/>
            </a:solidFill>
          </p:grpSpPr>
          <p:sp>
            <p:nvSpPr>
              <p:cNvPr id="49" name="Freeform 48">
                <a:extLst>
                  <a:ext uri="{FF2B5EF4-FFF2-40B4-BE49-F238E27FC236}">
                    <a16:creationId xmlns:a16="http://schemas.microsoft.com/office/drawing/2014/main" id="{EE83912F-EA49-AA8F-3B48-225EEF2EA8BC}"/>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50" name="Freeform 49">
                <a:extLst>
                  <a:ext uri="{FF2B5EF4-FFF2-40B4-BE49-F238E27FC236}">
                    <a16:creationId xmlns:a16="http://schemas.microsoft.com/office/drawing/2014/main" id="{CCD1DC55-84B7-B92A-BCFA-DFC508914BD4}"/>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51" name="Freeform 50">
                <a:extLst>
                  <a:ext uri="{FF2B5EF4-FFF2-40B4-BE49-F238E27FC236}">
                    <a16:creationId xmlns:a16="http://schemas.microsoft.com/office/drawing/2014/main" id="{9C7F5544-2C4C-9EB4-BFC3-2118CC2F9BEA}"/>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52" name="Freeform 51">
                <a:extLst>
                  <a:ext uri="{FF2B5EF4-FFF2-40B4-BE49-F238E27FC236}">
                    <a16:creationId xmlns:a16="http://schemas.microsoft.com/office/drawing/2014/main" id="{8F4FBC32-8CCB-A8DE-008D-E983BC49C597}"/>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53" name="Freeform 52">
                <a:extLst>
                  <a:ext uri="{FF2B5EF4-FFF2-40B4-BE49-F238E27FC236}">
                    <a16:creationId xmlns:a16="http://schemas.microsoft.com/office/drawing/2014/main" id="{B4DB09DF-6B90-E805-64A1-73441DB3E36E}"/>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4" name="Freeform 53">
                <a:extLst>
                  <a:ext uri="{FF2B5EF4-FFF2-40B4-BE49-F238E27FC236}">
                    <a16:creationId xmlns:a16="http://schemas.microsoft.com/office/drawing/2014/main" id="{CE5B325E-5171-7178-FE92-B40E2F02AF4D}"/>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55" name="Freeform 54">
                <a:extLst>
                  <a:ext uri="{FF2B5EF4-FFF2-40B4-BE49-F238E27FC236}">
                    <a16:creationId xmlns:a16="http://schemas.microsoft.com/office/drawing/2014/main" id="{601EA8AE-D6A6-69F1-6D6F-08D9ABD7A248}"/>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56" name="Freeform 55">
                <a:extLst>
                  <a:ext uri="{FF2B5EF4-FFF2-40B4-BE49-F238E27FC236}">
                    <a16:creationId xmlns:a16="http://schemas.microsoft.com/office/drawing/2014/main" id="{313CAF36-8DCE-BF49-8252-4504197E4A92}"/>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57" name="Freeform 56">
                <a:extLst>
                  <a:ext uri="{FF2B5EF4-FFF2-40B4-BE49-F238E27FC236}">
                    <a16:creationId xmlns:a16="http://schemas.microsoft.com/office/drawing/2014/main" id="{53212E81-53F5-5829-40FB-278F96FDFA6C}"/>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8" name="Freeform 57">
                <a:extLst>
                  <a:ext uri="{FF2B5EF4-FFF2-40B4-BE49-F238E27FC236}">
                    <a16:creationId xmlns:a16="http://schemas.microsoft.com/office/drawing/2014/main" id="{3338560F-F08F-341E-96FD-FB179B1E8090}"/>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39" name="Graphic 8">
              <a:extLst>
                <a:ext uri="{FF2B5EF4-FFF2-40B4-BE49-F238E27FC236}">
                  <a16:creationId xmlns:a16="http://schemas.microsoft.com/office/drawing/2014/main" id="{DC09D6A6-FC34-3B36-E8EC-98961A5FA1BD}"/>
                </a:ext>
              </a:extLst>
            </p:cNvPr>
            <p:cNvGrpSpPr/>
            <p:nvPr/>
          </p:nvGrpSpPr>
          <p:grpSpPr>
            <a:xfrm>
              <a:off x="265625" y="6323271"/>
              <a:ext cx="1249223" cy="190348"/>
              <a:chOff x="265625" y="6323271"/>
              <a:chExt cx="1249223" cy="190348"/>
            </a:xfrm>
            <a:solidFill>
              <a:srgbClr val="000000"/>
            </a:solidFill>
          </p:grpSpPr>
          <p:sp>
            <p:nvSpPr>
              <p:cNvPr id="40" name="Freeform 39">
                <a:extLst>
                  <a:ext uri="{FF2B5EF4-FFF2-40B4-BE49-F238E27FC236}">
                    <a16:creationId xmlns:a16="http://schemas.microsoft.com/office/drawing/2014/main" id="{9CCE1282-066F-6767-9D2B-FE3B24B48F39}"/>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41" name="Freeform 40">
                <a:extLst>
                  <a:ext uri="{FF2B5EF4-FFF2-40B4-BE49-F238E27FC236}">
                    <a16:creationId xmlns:a16="http://schemas.microsoft.com/office/drawing/2014/main" id="{87A55781-F6F4-75D8-D30A-EFE0009E6C3A}"/>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42" name="Freeform 41">
                <a:extLst>
                  <a:ext uri="{FF2B5EF4-FFF2-40B4-BE49-F238E27FC236}">
                    <a16:creationId xmlns:a16="http://schemas.microsoft.com/office/drawing/2014/main" id="{06E5A16E-7654-E118-45E7-5CF8ECB9510D}"/>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43" name="Freeform 42">
                <a:extLst>
                  <a:ext uri="{FF2B5EF4-FFF2-40B4-BE49-F238E27FC236}">
                    <a16:creationId xmlns:a16="http://schemas.microsoft.com/office/drawing/2014/main" id="{5416A2B2-8CB4-B23D-B227-F3FAAF99834D}"/>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44" name="Freeform 43">
                <a:extLst>
                  <a:ext uri="{FF2B5EF4-FFF2-40B4-BE49-F238E27FC236}">
                    <a16:creationId xmlns:a16="http://schemas.microsoft.com/office/drawing/2014/main" id="{03A1E132-C6A0-D3F7-1605-AAC4E663D921}"/>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45" name="Freeform 44">
                <a:extLst>
                  <a:ext uri="{FF2B5EF4-FFF2-40B4-BE49-F238E27FC236}">
                    <a16:creationId xmlns:a16="http://schemas.microsoft.com/office/drawing/2014/main" id="{03331D7F-C33C-F017-A7E8-936854F6A83C}"/>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47" name="Freeform 46">
                <a:extLst>
                  <a:ext uri="{FF2B5EF4-FFF2-40B4-BE49-F238E27FC236}">
                    <a16:creationId xmlns:a16="http://schemas.microsoft.com/office/drawing/2014/main" id="{D1EAD065-3541-65E6-D334-D9E34E0883DA}"/>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3" name="TextBox 2">
            <a:extLst>
              <a:ext uri="{FF2B5EF4-FFF2-40B4-BE49-F238E27FC236}">
                <a16:creationId xmlns:a16="http://schemas.microsoft.com/office/drawing/2014/main" id="{A9A8E157-0B0B-6FF1-18E9-97BC0A1FEDB9}"/>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7299202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Quote – Aqua">
    <p:spTree>
      <p:nvGrpSpPr>
        <p:cNvPr id="1" name=""/>
        <p:cNvGrpSpPr/>
        <p:nvPr/>
      </p:nvGrpSpPr>
      <p:grpSpPr>
        <a:xfrm>
          <a:off x="0" y="0"/>
          <a:ext cx="0" cy="0"/>
          <a:chOff x="0" y="0"/>
          <a:chExt cx="0" cy="0"/>
        </a:xfrm>
      </p:grpSpPr>
      <p:sp>
        <p:nvSpPr>
          <p:cNvPr id="33" name="Freeform: Shape 1">
            <a:extLst>
              <a:ext uri="{FF2B5EF4-FFF2-40B4-BE49-F238E27FC236}">
                <a16:creationId xmlns:a16="http://schemas.microsoft.com/office/drawing/2014/main" id="{A2B10396-5330-52E9-6CAB-81B94A8222ED}"/>
              </a:ext>
            </a:extLst>
          </p:cNvPr>
          <p:cNvSpPr/>
          <p:nvPr userDrawn="1"/>
        </p:nvSpPr>
        <p:spPr>
          <a:xfrm>
            <a:off x="0" y="0"/>
            <a:ext cx="12188825" cy="6033051"/>
          </a:xfrm>
          <a:custGeom>
            <a:avLst/>
            <a:gdLst>
              <a:gd name="connsiteX0" fmla="*/ 0 w 12197292"/>
              <a:gd name="connsiteY0" fmla="*/ 0 h 6041519"/>
              <a:gd name="connsiteX1" fmla="*/ 12197292 w 12197292"/>
              <a:gd name="connsiteY1" fmla="*/ 0 h 6041519"/>
              <a:gd name="connsiteX2" fmla="*/ 12197292 w 12197292"/>
              <a:gd name="connsiteY2" fmla="*/ 1911192 h 6041519"/>
              <a:gd name="connsiteX3" fmla="*/ 11193762 w 12197292"/>
              <a:gd name="connsiteY3" fmla="*/ 1911192 h 6041519"/>
              <a:gd name="connsiteX4" fmla="*/ 10074486 w 12197292"/>
              <a:gd name="connsiteY4" fmla="*/ 2374782 h 6041519"/>
              <a:gd name="connsiteX5" fmla="*/ 6871338 w 12197292"/>
              <a:gd name="connsiteY5" fmla="*/ 5577930 h 6041519"/>
              <a:gd name="connsiteX6" fmla="*/ 5752064 w 12197292"/>
              <a:gd name="connsiteY6" fmla="*/ 6041519 h 6041519"/>
              <a:gd name="connsiteX7" fmla="*/ 0 w 12197292"/>
              <a:gd name="connsiteY7" fmla="*/ 6041519 h 60415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7292" h="6041519">
                <a:moveTo>
                  <a:pt x="0" y="0"/>
                </a:moveTo>
                <a:lnTo>
                  <a:pt x="12197292" y="0"/>
                </a:lnTo>
                <a:lnTo>
                  <a:pt x="12197292" y="1911192"/>
                </a:lnTo>
                <a:lnTo>
                  <a:pt x="11193762" y="1911192"/>
                </a:lnTo>
                <a:cubicBezTo>
                  <a:pt x="10773986" y="1911192"/>
                  <a:pt x="10371368" y="2077963"/>
                  <a:pt x="10074486" y="2374782"/>
                </a:cubicBezTo>
                <a:lnTo>
                  <a:pt x="6871338" y="5577930"/>
                </a:lnTo>
                <a:cubicBezTo>
                  <a:pt x="6574521" y="5874749"/>
                  <a:pt x="6171901" y="6041519"/>
                  <a:pt x="5752064" y="6041519"/>
                </a:cubicBezTo>
                <a:lnTo>
                  <a:pt x="0" y="6041519"/>
                </a:lnTo>
                <a:close/>
              </a:path>
            </a:pathLst>
          </a:custGeom>
          <a:solidFill>
            <a:schemeClr val="bg1"/>
          </a:solidFill>
          <a:ln w="0" cap="flat">
            <a:noFill/>
            <a:prstDash val="solid"/>
            <a:miter/>
          </a:ln>
          <a:effectLst/>
        </p:spPr>
        <p:txBody>
          <a:bodyPr rtlCol="0" anchor="ctr"/>
          <a:lstStyle/>
          <a:p>
            <a:pPr lvl="0"/>
            <a:endParaRPr lang="en-US" dirty="0"/>
          </a:p>
        </p:txBody>
      </p:sp>
      <p:sp>
        <p:nvSpPr>
          <p:cNvPr id="15" name="Freeform: Shape 14">
            <a:extLst>
              <a:ext uri="{FF2B5EF4-FFF2-40B4-BE49-F238E27FC236}">
                <a16:creationId xmlns:a16="http://schemas.microsoft.com/office/drawing/2014/main" id="{61B00066-9E85-96DD-B59A-251D959E616C}"/>
              </a:ext>
            </a:extLst>
          </p:cNvPr>
          <p:cNvSpPr/>
          <p:nvPr/>
        </p:nvSpPr>
        <p:spPr>
          <a:xfrm>
            <a:off x="-8466" y="1838847"/>
            <a:ext cx="12203641" cy="4206431"/>
          </a:xfrm>
          <a:custGeom>
            <a:avLst/>
            <a:gdLst>
              <a:gd name="connsiteX0" fmla="*/ 11193762 w 12203641"/>
              <a:gd name="connsiteY0" fmla="*/ 0 h 4206431"/>
              <a:gd name="connsiteX1" fmla="*/ 12203641 w 12203641"/>
              <a:gd name="connsiteY1" fmla="*/ 0 h 4206431"/>
              <a:gd name="connsiteX2" fmla="*/ 12203641 w 12203641"/>
              <a:gd name="connsiteY2" fmla="*/ 76041 h 4206431"/>
              <a:gd name="connsiteX3" fmla="*/ 11193825 w 12203641"/>
              <a:gd name="connsiteY3" fmla="*/ 76041 h 4206431"/>
              <a:gd name="connsiteX4" fmla="*/ 10074550 w 12203641"/>
              <a:gd name="connsiteY4" fmla="*/ 539630 h 4206431"/>
              <a:gd name="connsiteX5" fmla="*/ 6871401 w 12203641"/>
              <a:gd name="connsiteY5" fmla="*/ 3742842 h 4206431"/>
              <a:gd name="connsiteX6" fmla="*/ 5752127 w 12203641"/>
              <a:gd name="connsiteY6" fmla="*/ 4206431 h 4206431"/>
              <a:gd name="connsiteX7" fmla="*/ 0 w 12203641"/>
              <a:gd name="connsiteY7" fmla="*/ 4206431 h 4206431"/>
              <a:gd name="connsiteX8" fmla="*/ 0 w 12203641"/>
              <a:gd name="connsiteY8" fmla="*/ 4130391 h 4206431"/>
              <a:gd name="connsiteX9" fmla="*/ 5752127 w 12203641"/>
              <a:gd name="connsiteY9" fmla="*/ 4130391 h 4206431"/>
              <a:gd name="connsiteX10" fmla="*/ 6328796 w 12203641"/>
              <a:gd name="connsiteY10" fmla="*/ 4015665 h 4206431"/>
              <a:gd name="connsiteX11" fmla="*/ 6817648 w 12203641"/>
              <a:gd name="connsiteY11" fmla="*/ 3689025 h 4206431"/>
              <a:gd name="connsiteX12" fmla="*/ 10020795 w 12203641"/>
              <a:gd name="connsiteY12" fmla="*/ 485877 h 4206431"/>
              <a:gd name="connsiteX13" fmla="*/ 11193762 w 12203641"/>
              <a:gd name="connsiteY13" fmla="*/ 0 h 4206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203641" h="4206431">
                <a:moveTo>
                  <a:pt x="11193762" y="0"/>
                </a:moveTo>
                <a:lnTo>
                  <a:pt x="12203641" y="0"/>
                </a:lnTo>
                <a:lnTo>
                  <a:pt x="12203641" y="76041"/>
                </a:lnTo>
                <a:lnTo>
                  <a:pt x="11193825" y="76041"/>
                </a:lnTo>
                <a:cubicBezTo>
                  <a:pt x="10773986" y="76041"/>
                  <a:pt x="10371368" y="242812"/>
                  <a:pt x="10074550" y="539630"/>
                </a:cubicBezTo>
                <a:lnTo>
                  <a:pt x="6871401" y="3742842"/>
                </a:lnTo>
                <a:cubicBezTo>
                  <a:pt x="6574520" y="4039660"/>
                  <a:pt x="6171901" y="4206431"/>
                  <a:pt x="5752127" y="4206431"/>
                </a:cubicBezTo>
                <a:lnTo>
                  <a:pt x="0" y="4206431"/>
                </a:lnTo>
                <a:lnTo>
                  <a:pt x="0" y="4130391"/>
                </a:lnTo>
                <a:lnTo>
                  <a:pt x="5752127" y="4130391"/>
                </a:lnTo>
                <a:cubicBezTo>
                  <a:pt x="5950998" y="4130391"/>
                  <a:pt x="6145057" y="4091769"/>
                  <a:pt x="6328796" y="4015665"/>
                </a:cubicBezTo>
                <a:cubicBezTo>
                  <a:pt x="6512534" y="3939560"/>
                  <a:pt x="6677025" y="3829647"/>
                  <a:pt x="6817648" y="3689025"/>
                </a:cubicBezTo>
                <a:lnTo>
                  <a:pt x="10020795" y="485877"/>
                </a:lnTo>
                <a:cubicBezTo>
                  <a:pt x="10334077" y="172532"/>
                  <a:pt x="10750686" y="0"/>
                  <a:pt x="11193762" y="0"/>
                </a:cubicBezTo>
                <a:close/>
              </a:path>
            </a:pathLst>
          </a:custGeom>
          <a:gradFill>
            <a:gsLst>
              <a:gs pos="20000">
                <a:srgbClr val="0095C4"/>
              </a:gs>
              <a:gs pos="80000">
                <a:schemeClr val="accent2"/>
              </a:gs>
            </a:gsLst>
            <a:lin ang="0" scaled="1"/>
          </a:gradFill>
          <a:ln w="0" cap="flat">
            <a:noFill/>
            <a:prstDash val="solid"/>
            <a:miter/>
          </a:ln>
        </p:spPr>
        <p:txBody>
          <a:bodyPr rtlCol="0" anchor="ctr"/>
          <a:lstStyle/>
          <a:p>
            <a:endParaRPr lang="en-US" dirty="0"/>
          </a:p>
        </p:txBody>
      </p:sp>
      <p:sp>
        <p:nvSpPr>
          <p:cNvPr id="21" name="Text Placeholder 7">
            <a:extLst>
              <a:ext uri="{FF2B5EF4-FFF2-40B4-BE49-F238E27FC236}">
                <a16:creationId xmlns:a16="http://schemas.microsoft.com/office/drawing/2014/main" id="{608D3F09-D706-3940-8906-CE0F09AC4BB6}"/>
              </a:ext>
            </a:extLst>
          </p:cNvPr>
          <p:cNvSpPr>
            <a:spLocks noGrp="1"/>
          </p:cNvSpPr>
          <p:nvPr>
            <p:ph type="body" sz="quarter" idx="16" hasCustomPrompt="1"/>
          </p:nvPr>
        </p:nvSpPr>
        <p:spPr>
          <a:xfrm>
            <a:off x="438912" y="1600200"/>
            <a:ext cx="5413248" cy="3200400"/>
          </a:xfrm>
        </p:spPr>
        <p:txBody>
          <a:bodyPr anchor="b"/>
          <a:lstStyle>
            <a:lvl1pPr marL="169863" indent="-169863">
              <a:buClrTx/>
              <a:buSzPct val="100000"/>
              <a:buFont typeface="Arial" panose="020B0604020202020204" pitchFamily="34" charset="0"/>
              <a:buChar char="“"/>
              <a:defRPr sz="2800">
                <a:solidFill>
                  <a:schemeClr val="accent2"/>
                </a:solidFill>
              </a:defRPr>
            </a:lvl1pPr>
            <a:lvl2pPr marL="457200" indent="-184150">
              <a:buClrTx/>
              <a:buFont typeface="Arial" panose="020B0604020202020204" pitchFamily="34" charset="0"/>
              <a:buChar char="“"/>
              <a:defRPr>
                <a:solidFill>
                  <a:schemeClr val="bg1"/>
                </a:solidFill>
              </a:defRPr>
            </a:lvl2pPr>
            <a:lvl3pPr marL="744538" indent="-169863">
              <a:buClrTx/>
              <a:buFont typeface="Arial" panose="020B0604020202020204" pitchFamily="34" charset="0"/>
              <a:buChar char="“"/>
              <a:defRPr>
                <a:solidFill>
                  <a:schemeClr val="bg1"/>
                </a:solidFill>
              </a:defRPr>
            </a:lvl3pPr>
            <a:lvl4pPr marL="969963" indent="-166688">
              <a:buClrTx/>
              <a:buFont typeface="Arial" panose="020B0604020202020204" pitchFamily="34" charset="0"/>
              <a:buChar char="“"/>
              <a:defRPr>
                <a:solidFill>
                  <a:schemeClr val="bg1"/>
                </a:solidFill>
              </a:defRPr>
            </a:lvl4pPr>
            <a:lvl5pPr marL="1143000" indent="-138113">
              <a:buClrTx/>
              <a:buFont typeface="Arial" panose="020B0604020202020204" pitchFamily="34" charset="0"/>
              <a:buChar char="“"/>
              <a:defRPr>
                <a:solidFill>
                  <a:schemeClr val="bg1"/>
                </a:solidFill>
              </a:defRPr>
            </a:lvl5pPr>
          </a:lstStyle>
          <a:p>
            <a:pPr lvl="0"/>
            <a:r>
              <a:rPr lang="en-US"/>
              <a:t>Quote text on left, blue parallelograms on the right.”</a:t>
            </a:r>
          </a:p>
        </p:txBody>
      </p:sp>
      <p:sp>
        <p:nvSpPr>
          <p:cNvPr id="19" name="Text Placeholder 10">
            <a:extLst>
              <a:ext uri="{FF2B5EF4-FFF2-40B4-BE49-F238E27FC236}">
                <a16:creationId xmlns:a16="http://schemas.microsoft.com/office/drawing/2014/main" id="{C1E51E88-6733-7942-B20E-2C56F8B2ED21}"/>
              </a:ext>
            </a:extLst>
          </p:cNvPr>
          <p:cNvSpPr>
            <a:spLocks noGrp="1"/>
          </p:cNvSpPr>
          <p:nvPr>
            <p:ph type="body" sz="quarter" idx="17" hasCustomPrompt="1"/>
          </p:nvPr>
        </p:nvSpPr>
        <p:spPr>
          <a:xfrm>
            <a:off x="612648" y="5065776"/>
            <a:ext cx="4581144" cy="274320"/>
          </a:xfrm>
        </p:spPr>
        <p:txBody>
          <a:bodyPr/>
          <a:lstStyle>
            <a:lvl1pPr marL="285750" indent="-285750">
              <a:defRPr lang="en-US" sz="1800" kern="1200" dirty="0">
                <a:solidFill>
                  <a:schemeClr val="tx1"/>
                </a:solidFill>
                <a:latin typeface="+mn-lt"/>
                <a:ea typeface="+mn-ea"/>
                <a:cs typeface="+mn-cs"/>
              </a:defRPr>
            </a:lvl1pPr>
          </a:lstStyle>
          <a:p>
            <a:pPr marL="0" lvl="0" indent="0" algn="l" defTabSz="914400" rtl="0" eaLnBrk="1" latinLnBrk="0" hangingPunct="1">
              <a:lnSpc>
                <a:spcPct val="100000"/>
              </a:lnSpc>
              <a:spcBef>
                <a:spcPts val="1200"/>
              </a:spcBef>
              <a:buClr>
                <a:schemeClr val="tx1">
                  <a:lumMod val="60000"/>
                  <a:lumOff val="40000"/>
                </a:schemeClr>
              </a:buClr>
              <a:buSzPct val="90000"/>
              <a:buFont typeface="Arial" panose="020B0604020202020204" pitchFamily="34" charset="0"/>
              <a:buChar char="​"/>
            </a:pPr>
            <a:r>
              <a:rPr lang="en-US" dirty="0"/>
              <a:t>Source Name</a:t>
            </a:r>
          </a:p>
        </p:txBody>
      </p:sp>
      <p:sp>
        <p:nvSpPr>
          <p:cNvPr id="11" name="Picture Placeholder 11" descr="logo placeholder: click to insert logo or delete box if not needed">
            <a:extLst>
              <a:ext uri="{FF2B5EF4-FFF2-40B4-BE49-F238E27FC236}">
                <a16:creationId xmlns:a16="http://schemas.microsoft.com/office/drawing/2014/main" id="{A92ABA6C-6064-9743-BF58-8AB21015448D}"/>
              </a:ext>
            </a:extLst>
          </p:cNvPr>
          <p:cNvSpPr>
            <a:spLocks noGrp="1"/>
          </p:cNvSpPr>
          <p:nvPr>
            <p:ph type="pic" sz="quarter" idx="4294967295" hasCustomPrompt="1"/>
          </p:nvPr>
        </p:nvSpPr>
        <p:spPr>
          <a:xfrm>
            <a:off x="8925484" y="4619335"/>
            <a:ext cx="2740025" cy="1371600"/>
          </a:xfrm>
        </p:spPr>
        <p:txBody>
          <a:bodyPr/>
          <a:lstStyle/>
          <a:p>
            <a:r>
              <a:rPr lang="en-US" dirty="0"/>
              <a:t>Click to insert logo or delete box if not needed</a:t>
            </a:r>
          </a:p>
        </p:txBody>
      </p:sp>
      <p:sp>
        <p:nvSpPr>
          <p:cNvPr id="17" name="page number">
            <a:extLst>
              <a:ext uri="{FF2B5EF4-FFF2-40B4-BE49-F238E27FC236}">
                <a16:creationId xmlns:a16="http://schemas.microsoft.com/office/drawing/2014/main" id="{DBC60254-9AEC-2A49-ABD6-870EE5B97F6C}"/>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grpSp>
        <p:nvGrpSpPr>
          <p:cNvPr id="5" name="Graphic 8">
            <a:extLst>
              <a:ext uri="{FF2B5EF4-FFF2-40B4-BE49-F238E27FC236}">
                <a16:creationId xmlns:a16="http://schemas.microsoft.com/office/drawing/2014/main" id="{B4758132-41E7-3AF2-6888-E57AAB57C2D4}"/>
              </a:ext>
            </a:extLst>
          </p:cNvPr>
          <p:cNvGrpSpPr/>
          <p:nvPr/>
        </p:nvGrpSpPr>
        <p:grpSpPr>
          <a:xfrm>
            <a:off x="265625" y="6323271"/>
            <a:ext cx="1249223" cy="369648"/>
            <a:chOff x="265625" y="6323271"/>
            <a:chExt cx="1249223" cy="369648"/>
          </a:xfrm>
          <a:solidFill>
            <a:srgbClr val="000000"/>
          </a:solidFill>
        </p:grpSpPr>
        <p:grpSp>
          <p:nvGrpSpPr>
            <p:cNvPr id="6" name="Graphic 8">
              <a:extLst>
                <a:ext uri="{FF2B5EF4-FFF2-40B4-BE49-F238E27FC236}">
                  <a16:creationId xmlns:a16="http://schemas.microsoft.com/office/drawing/2014/main" id="{841EEAAB-23AC-D47F-388D-63F547C46C21}"/>
                </a:ext>
              </a:extLst>
            </p:cNvPr>
            <p:cNvGrpSpPr/>
            <p:nvPr/>
          </p:nvGrpSpPr>
          <p:grpSpPr>
            <a:xfrm>
              <a:off x="745455" y="6594444"/>
              <a:ext cx="722662" cy="98475"/>
              <a:chOff x="745455" y="6594444"/>
              <a:chExt cx="722662" cy="98475"/>
            </a:xfrm>
            <a:solidFill>
              <a:srgbClr val="000000"/>
            </a:solidFill>
          </p:grpSpPr>
          <p:sp>
            <p:nvSpPr>
              <p:cNvPr id="20" name="Freeform 19">
                <a:extLst>
                  <a:ext uri="{FF2B5EF4-FFF2-40B4-BE49-F238E27FC236}">
                    <a16:creationId xmlns:a16="http://schemas.microsoft.com/office/drawing/2014/main" id="{839177EB-25CC-E79E-A327-2BF623A161BE}"/>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22" name="Freeform 21">
                <a:extLst>
                  <a:ext uri="{FF2B5EF4-FFF2-40B4-BE49-F238E27FC236}">
                    <a16:creationId xmlns:a16="http://schemas.microsoft.com/office/drawing/2014/main" id="{B93DD2BC-5C52-5195-64BD-BFCD915CF82D}"/>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25" name="Freeform 24">
                <a:extLst>
                  <a:ext uri="{FF2B5EF4-FFF2-40B4-BE49-F238E27FC236}">
                    <a16:creationId xmlns:a16="http://schemas.microsoft.com/office/drawing/2014/main" id="{C90A28C3-198B-4594-AB38-1CE30B5D0214}"/>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26" name="Freeform 25">
                <a:extLst>
                  <a:ext uri="{FF2B5EF4-FFF2-40B4-BE49-F238E27FC236}">
                    <a16:creationId xmlns:a16="http://schemas.microsoft.com/office/drawing/2014/main" id="{E0E9C1D5-3541-16BA-CEE1-D36FB913E531}"/>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27" name="Freeform 26">
                <a:extLst>
                  <a:ext uri="{FF2B5EF4-FFF2-40B4-BE49-F238E27FC236}">
                    <a16:creationId xmlns:a16="http://schemas.microsoft.com/office/drawing/2014/main" id="{77E6E0D3-D668-DC02-6C5C-D264C0A21A06}"/>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28" name="Freeform 27">
                <a:extLst>
                  <a:ext uri="{FF2B5EF4-FFF2-40B4-BE49-F238E27FC236}">
                    <a16:creationId xmlns:a16="http://schemas.microsoft.com/office/drawing/2014/main" id="{0E12C13F-B40E-0E62-F7DF-0FA5A72F12BC}"/>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29" name="Freeform 28">
                <a:extLst>
                  <a:ext uri="{FF2B5EF4-FFF2-40B4-BE49-F238E27FC236}">
                    <a16:creationId xmlns:a16="http://schemas.microsoft.com/office/drawing/2014/main" id="{67D0ED2A-A79A-EDD1-6128-A2BB3C970351}"/>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30" name="Freeform 29">
                <a:extLst>
                  <a:ext uri="{FF2B5EF4-FFF2-40B4-BE49-F238E27FC236}">
                    <a16:creationId xmlns:a16="http://schemas.microsoft.com/office/drawing/2014/main" id="{18F3992B-F766-6C32-DA41-32FB6C066B84}"/>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31" name="Freeform 30">
                <a:extLst>
                  <a:ext uri="{FF2B5EF4-FFF2-40B4-BE49-F238E27FC236}">
                    <a16:creationId xmlns:a16="http://schemas.microsoft.com/office/drawing/2014/main" id="{86DC7707-25A9-7955-BDAC-5DF1F39C7B34}"/>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32" name="Freeform 31">
                <a:extLst>
                  <a:ext uri="{FF2B5EF4-FFF2-40B4-BE49-F238E27FC236}">
                    <a16:creationId xmlns:a16="http://schemas.microsoft.com/office/drawing/2014/main" id="{83F4BF48-49F0-33A3-0F4E-FEADBAE31AC5}"/>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7" name="Graphic 8">
              <a:extLst>
                <a:ext uri="{FF2B5EF4-FFF2-40B4-BE49-F238E27FC236}">
                  <a16:creationId xmlns:a16="http://schemas.microsoft.com/office/drawing/2014/main" id="{9F293A06-D73B-D05A-23FE-FA9269E430A6}"/>
                </a:ext>
              </a:extLst>
            </p:cNvPr>
            <p:cNvGrpSpPr/>
            <p:nvPr/>
          </p:nvGrpSpPr>
          <p:grpSpPr>
            <a:xfrm>
              <a:off x="265625" y="6323271"/>
              <a:ext cx="1249223" cy="190348"/>
              <a:chOff x="265625" y="6323271"/>
              <a:chExt cx="1249223" cy="190348"/>
            </a:xfrm>
            <a:solidFill>
              <a:srgbClr val="000000"/>
            </a:solidFill>
          </p:grpSpPr>
          <p:sp>
            <p:nvSpPr>
              <p:cNvPr id="8" name="Freeform 7">
                <a:extLst>
                  <a:ext uri="{FF2B5EF4-FFF2-40B4-BE49-F238E27FC236}">
                    <a16:creationId xmlns:a16="http://schemas.microsoft.com/office/drawing/2014/main" id="{2E537BBB-F233-E0B1-8E78-2148B6BFDBBE}"/>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9" name="Freeform 8">
                <a:extLst>
                  <a:ext uri="{FF2B5EF4-FFF2-40B4-BE49-F238E27FC236}">
                    <a16:creationId xmlns:a16="http://schemas.microsoft.com/office/drawing/2014/main" id="{642831E7-C031-4A62-CFCB-77A23B83A3F0}"/>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10" name="Freeform 9">
                <a:extLst>
                  <a:ext uri="{FF2B5EF4-FFF2-40B4-BE49-F238E27FC236}">
                    <a16:creationId xmlns:a16="http://schemas.microsoft.com/office/drawing/2014/main" id="{59491B63-148F-0FC2-21A9-ABC99A899BCD}"/>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12" name="Freeform 11">
                <a:extLst>
                  <a:ext uri="{FF2B5EF4-FFF2-40B4-BE49-F238E27FC236}">
                    <a16:creationId xmlns:a16="http://schemas.microsoft.com/office/drawing/2014/main" id="{00C0482C-FE70-D0EB-BC58-46565B7E646F}"/>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13" name="Freeform 12">
                <a:extLst>
                  <a:ext uri="{FF2B5EF4-FFF2-40B4-BE49-F238E27FC236}">
                    <a16:creationId xmlns:a16="http://schemas.microsoft.com/office/drawing/2014/main" id="{BA9FFF7A-6D39-6D56-9C49-47587F5E2D5F}"/>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14" name="Freeform 13">
                <a:extLst>
                  <a:ext uri="{FF2B5EF4-FFF2-40B4-BE49-F238E27FC236}">
                    <a16:creationId xmlns:a16="http://schemas.microsoft.com/office/drawing/2014/main" id="{C4F1373C-9ED7-35FB-11BE-D84A18B28D66}"/>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18" name="Freeform 17">
                <a:extLst>
                  <a:ext uri="{FF2B5EF4-FFF2-40B4-BE49-F238E27FC236}">
                    <a16:creationId xmlns:a16="http://schemas.microsoft.com/office/drawing/2014/main" id="{7237885B-F058-C3AD-B633-20EEB1A8AE27}"/>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35" name="page number">
            <a:extLst>
              <a:ext uri="{FF2B5EF4-FFF2-40B4-BE49-F238E27FC236}">
                <a16:creationId xmlns:a16="http://schemas.microsoft.com/office/drawing/2014/main" id="{DBC60254-9AEC-2A49-ABD6-870EE5B97F6C}"/>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grpSp>
        <p:nvGrpSpPr>
          <p:cNvPr id="38" name="Graphic 8">
            <a:extLst>
              <a:ext uri="{FF2B5EF4-FFF2-40B4-BE49-F238E27FC236}">
                <a16:creationId xmlns:a16="http://schemas.microsoft.com/office/drawing/2014/main" id="{B4758132-41E7-3AF2-6888-E57AAB57C2D4}"/>
              </a:ext>
            </a:extLst>
          </p:cNvPr>
          <p:cNvGrpSpPr/>
          <p:nvPr userDrawn="1"/>
        </p:nvGrpSpPr>
        <p:grpSpPr>
          <a:xfrm>
            <a:off x="265625" y="6323271"/>
            <a:ext cx="1249223" cy="369648"/>
            <a:chOff x="265625" y="6323271"/>
            <a:chExt cx="1249223" cy="369648"/>
          </a:xfrm>
          <a:solidFill>
            <a:srgbClr val="000000"/>
          </a:solidFill>
        </p:grpSpPr>
        <p:grpSp>
          <p:nvGrpSpPr>
            <p:cNvPr id="39" name="Graphic 8">
              <a:extLst>
                <a:ext uri="{FF2B5EF4-FFF2-40B4-BE49-F238E27FC236}">
                  <a16:creationId xmlns:a16="http://schemas.microsoft.com/office/drawing/2014/main" id="{841EEAAB-23AC-D47F-388D-63F547C46C21}"/>
                </a:ext>
              </a:extLst>
            </p:cNvPr>
            <p:cNvGrpSpPr/>
            <p:nvPr/>
          </p:nvGrpSpPr>
          <p:grpSpPr>
            <a:xfrm>
              <a:off x="745455" y="6594444"/>
              <a:ext cx="722662" cy="98475"/>
              <a:chOff x="745455" y="6594444"/>
              <a:chExt cx="722662" cy="98475"/>
            </a:xfrm>
            <a:solidFill>
              <a:srgbClr val="000000"/>
            </a:solidFill>
          </p:grpSpPr>
          <p:sp>
            <p:nvSpPr>
              <p:cNvPr id="48" name="Freeform 47">
                <a:extLst>
                  <a:ext uri="{FF2B5EF4-FFF2-40B4-BE49-F238E27FC236}">
                    <a16:creationId xmlns:a16="http://schemas.microsoft.com/office/drawing/2014/main" id="{839177EB-25CC-E79E-A327-2BF623A161BE}"/>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49" name="Freeform 48">
                <a:extLst>
                  <a:ext uri="{FF2B5EF4-FFF2-40B4-BE49-F238E27FC236}">
                    <a16:creationId xmlns:a16="http://schemas.microsoft.com/office/drawing/2014/main" id="{B93DD2BC-5C52-5195-64BD-BFCD915CF82D}"/>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50" name="Freeform 49">
                <a:extLst>
                  <a:ext uri="{FF2B5EF4-FFF2-40B4-BE49-F238E27FC236}">
                    <a16:creationId xmlns:a16="http://schemas.microsoft.com/office/drawing/2014/main" id="{C90A28C3-198B-4594-AB38-1CE30B5D0214}"/>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51" name="Freeform 50">
                <a:extLst>
                  <a:ext uri="{FF2B5EF4-FFF2-40B4-BE49-F238E27FC236}">
                    <a16:creationId xmlns:a16="http://schemas.microsoft.com/office/drawing/2014/main" id="{E0E9C1D5-3541-16BA-CEE1-D36FB913E531}"/>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52" name="Freeform 51">
                <a:extLst>
                  <a:ext uri="{FF2B5EF4-FFF2-40B4-BE49-F238E27FC236}">
                    <a16:creationId xmlns:a16="http://schemas.microsoft.com/office/drawing/2014/main" id="{77E6E0D3-D668-DC02-6C5C-D264C0A21A06}"/>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3" name="Freeform 52">
                <a:extLst>
                  <a:ext uri="{FF2B5EF4-FFF2-40B4-BE49-F238E27FC236}">
                    <a16:creationId xmlns:a16="http://schemas.microsoft.com/office/drawing/2014/main" id="{0E12C13F-B40E-0E62-F7DF-0FA5A72F12BC}"/>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54" name="Freeform 53">
                <a:extLst>
                  <a:ext uri="{FF2B5EF4-FFF2-40B4-BE49-F238E27FC236}">
                    <a16:creationId xmlns:a16="http://schemas.microsoft.com/office/drawing/2014/main" id="{67D0ED2A-A79A-EDD1-6128-A2BB3C970351}"/>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55" name="Freeform 54">
                <a:extLst>
                  <a:ext uri="{FF2B5EF4-FFF2-40B4-BE49-F238E27FC236}">
                    <a16:creationId xmlns:a16="http://schemas.microsoft.com/office/drawing/2014/main" id="{18F3992B-F766-6C32-DA41-32FB6C066B84}"/>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56" name="Freeform 55">
                <a:extLst>
                  <a:ext uri="{FF2B5EF4-FFF2-40B4-BE49-F238E27FC236}">
                    <a16:creationId xmlns:a16="http://schemas.microsoft.com/office/drawing/2014/main" id="{86DC7707-25A9-7955-BDAC-5DF1F39C7B34}"/>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7" name="Freeform 56">
                <a:extLst>
                  <a:ext uri="{FF2B5EF4-FFF2-40B4-BE49-F238E27FC236}">
                    <a16:creationId xmlns:a16="http://schemas.microsoft.com/office/drawing/2014/main" id="{83F4BF48-49F0-33A3-0F4E-FEADBAE31AC5}"/>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40" name="Graphic 8">
              <a:extLst>
                <a:ext uri="{FF2B5EF4-FFF2-40B4-BE49-F238E27FC236}">
                  <a16:creationId xmlns:a16="http://schemas.microsoft.com/office/drawing/2014/main" id="{9F293A06-D73B-D05A-23FE-FA9269E430A6}"/>
                </a:ext>
              </a:extLst>
            </p:cNvPr>
            <p:cNvGrpSpPr/>
            <p:nvPr/>
          </p:nvGrpSpPr>
          <p:grpSpPr>
            <a:xfrm>
              <a:off x="265625" y="6323271"/>
              <a:ext cx="1249223" cy="190348"/>
              <a:chOff x="265625" y="6323271"/>
              <a:chExt cx="1249223" cy="190348"/>
            </a:xfrm>
            <a:solidFill>
              <a:srgbClr val="000000"/>
            </a:solidFill>
          </p:grpSpPr>
          <p:sp>
            <p:nvSpPr>
              <p:cNvPr id="41" name="Freeform 40">
                <a:extLst>
                  <a:ext uri="{FF2B5EF4-FFF2-40B4-BE49-F238E27FC236}">
                    <a16:creationId xmlns:a16="http://schemas.microsoft.com/office/drawing/2014/main" id="{2E537BBB-F233-E0B1-8E78-2148B6BFDBBE}"/>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42" name="Freeform 41">
                <a:extLst>
                  <a:ext uri="{FF2B5EF4-FFF2-40B4-BE49-F238E27FC236}">
                    <a16:creationId xmlns:a16="http://schemas.microsoft.com/office/drawing/2014/main" id="{642831E7-C031-4A62-CFCB-77A23B83A3F0}"/>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43" name="Freeform 42">
                <a:extLst>
                  <a:ext uri="{FF2B5EF4-FFF2-40B4-BE49-F238E27FC236}">
                    <a16:creationId xmlns:a16="http://schemas.microsoft.com/office/drawing/2014/main" id="{59491B63-148F-0FC2-21A9-ABC99A899BCD}"/>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44" name="Freeform 43">
                <a:extLst>
                  <a:ext uri="{FF2B5EF4-FFF2-40B4-BE49-F238E27FC236}">
                    <a16:creationId xmlns:a16="http://schemas.microsoft.com/office/drawing/2014/main" id="{00C0482C-FE70-D0EB-BC58-46565B7E646F}"/>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45" name="Freeform 44">
                <a:extLst>
                  <a:ext uri="{FF2B5EF4-FFF2-40B4-BE49-F238E27FC236}">
                    <a16:creationId xmlns:a16="http://schemas.microsoft.com/office/drawing/2014/main" id="{BA9FFF7A-6D39-6D56-9C49-47587F5E2D5F}"/>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46" name="Freeform 45">
                <a:extLst>
                  <a:ext uri="{FF2B5EF4-FFF2-40B4-BE49-F238E27FC236}">
                    <a16:creationId xmlns:a16="http://schemas.microsoft.com/office/drawing/2014/main" id="{C4F1373C-9ED7-35FB-11BE-D84A18B28D66}"/>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47" name="Freeform 46">
                <a:extLst>
                  <a:ext uri="{FF2B5EF4-FFF2-40B4-BE49-F238E27FC236}">
                    <a16:creationId xmlns:a16="http://schemas.microsoft.com/office/drawing/2014/main" id="{7237885B-F058-C3AD-B633-20EEB1A8AE27}"/>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3" name="TextBox 2">
            <a:extLst>
              <a:ext uri="{FF2B5EF4-FFF2-40B4-BE49-F238E27FC236}">
                <a16:creationId xmlns:a16="http://schemas.microsoft.com/office/drawing/2014/main" id="{F067D46B-3BAF-FC5E-6BBB-503B5B6BCA1C}"/>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23969442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p:cSld name="Quote – Plum">
    <p:spTree>
      <p:nvGrpSpPr>
        <p:cNvPr id="1" name=""/>
        <p:cNvGrpSpPr/>
        <p:nvPr/>
      </p:nvGrpSpPr>
      <p:grpSpPr>
        <a:xfrm>
          <a:off x="0" y="0"/>
          <a:ext cx="0" cy="0"/>
          <a:chOff x="0" y="0"/>
          <a:chExt cx="0" cy="0"/>
        </a:xfrm>
      </p:grpSpPr>
      <p:sp>
        <p:nvSpPr>
          <p:cNvPr id="3" name="Freeform: Shape 2">
            <a:extLst>
              <a:ext uri="{FF2B5EF4-FFF2-40B4-BE49-F238E27FC236}">
                <a16:creationId xmlns:a16="http://schemas.microsoft.com/office/drawing/2014/main" id="{5791E300-9585-C59E-EED2-EB5190E58F2C}"/>
              </a:ext>
            </a:extLst>
          </p:cNvPr>
          <p:cNvSpPr/>
          <p:nvPr/>
        </p:nvSpPr>
        <p:spPr>
          <a:xfrm>
            <a:off x="-8466" y="1838847"/>
            <a:ext cx="12203641" cy="4206431"/>
          </a:xfrm>
          <a:custGeom>
            <a:avLst/>
            <a:gdLst>
              <a:gd name="connsiteX0" fmla="*/ 11193762 w 12203641"/>
              <a:gd name="connsiteY0" fmla="*/ 0 h 4206431"/>
              <a:gd name="connsiteX1" fmla="*/ 12203641 w 12203641"/>
              <a:gd name="connsiteY1" fmla="*/ 0 h 4206431"/>
              <a:gd name="connsiteX2" fmla="*/ 12203641 w 12203641"/>
              <a:gd name="connsiteY2" fmla="*/ 76041 h 4206431"/>
              <a:gd name="connsiteX3" fmla="*/ 11193825 w 12203641"/>
              <a:gd name="connsiteY3" fmla="*/ 76041 h 4206431"/>
              <a:gd name="connsiteX4" fmla="*/ 10074550 w 12203641"/>
              <a:gd name="connsiteY4" fmla="*/ 539630 h 4206431"/>
              <a:gd name="connsiteX5" fmla="*/ 6871401 w 12203641"/>
              <a:gd name="connsiteY5" fmla="*/ 3742842 h 4206431"/>
              <a:gd name="connsiteX6" fmla="*/ 5752127 w 12203641"/>
              <a:gd name="connsiteY6" fmla="*/ 4206431 h 4206431"/>
              <a:gd name="connsiteX7" fmla="*/ 0 w 12203641"/>
              <a:gd name="connsiteY7" fmla="*/ 4206431 h 4206431"/>
              <a:gd name="connsiteX8" fmla="*/ 0 w 12203641"/>
              <a:gd name="connsiteY8" fmla="*/ 4130391 h 4206431"/>
              <a:gd name="connsiteX9" fmla="*/ 5752127 w 12203641"/>
              <a:gd name="connsiteY9" fmla="*/ 4130391 h 4206431"/>
              <a:gd name="connsiteX10" fmla="*/ 6328796 w 12203641"/>
              <a:gd name="connsiteY10" fmla="*/ 4015665 h 4206431"/>
              <a:gd name="connsiteX11" fmla="*/ 6817648 w 12203641"/>
              <a:gd name="connsiteY11" fmla="*/ 3689025 h 4206431"/>
              <a:gd name="connsiteX12" fmla="*/ 10020795 w 12203641"/>
              <a:gd name="connsiteY12" fmla="*/ 485877 h 4206431"/>
              <a:gd name="connsiteX13" fmla="*/ 11193762 w 12203641"/>
              <a:gd name="connsiteY13" fmla="*/ 0 h 4206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203641" h="4206431">
                <a:moveTo>
                  <a:pt x="11193762" y="0"/>
                </a:moveTo>
                <a:lnTo>
                  <a:pt x="12203641" y="0"/>
                </a:lnTo>
                <a:lnTo>
                  <a:pt x="12203641" y="76041"/>
                </a:lnTo>
                <a:lnTo>
                  <a:pt x="11193825" y="76041"/>
                </a:lnTo>
                <a:cubicBezTo>
                  <a:pt x="10773986" y="76041"/>
                  <a:pt x="10371368" y="242812"/>
                  <a:pt x="10074550" y="539630"/>
                </a:cubicBezTo>
                <a:lnTo>
                  <a:pt x="6871401" y="3742842"/>
                </a:lnTo>
                <a:cubicBezTo>
                  <a:pt x="6574520" y="4039660"/>
                  <a:pt x="6171901" y="4206431"/>
                  <a:pt x="5752127" y="4206431"/>
                </a:cubicBezTo>
                <a:lnTo>
                  <a:pt x="0" y="4206431"/>
                </a:lnTo>
                <a:lnTo>
                  <a:pt x="0" y="4130391"/>
                </a:lnTo>
                <a:lnTo>
                  <a:pt x="5752127" y="4130391"/>
                </a:lnTo>
                <a:cubicBezTo>
                  <a:pt x="5950998" y="4130391"/>
                  <a:pt x="6145057" y="4091769"/>
                  <a:pt x="6328796" y="4015665"/>
                </a:cubicBezTo>
                <a:cubicBezTo>
                  <a:pt x="6512534" y="3939560"/>
                  <a:pt x="6677025" y="3829647"/>
                  <a:pt x="6817648" y="3689025"/>
                </a:cubicBezTo>
                <a:lnTo>
                  <a:pt x="10020795" y="485877"/>
                </a:lnTo>
                <a:cubicBezTo>
                  <a:pt x="10334077" y="172532"/>
                  <a:pt x="10750686" y="0"/>
                  <a:pt x="11193762" y="0"/>
                </a:cubicBezTo>
                <a:close/>
              </a:path>
            </a:pathLst>
          </a:custGeom>
          <a:gradFill>
            <a:gsLst>
              <a:gs pos="20000">
                <a:srgbClr val="0095C4"/>
              </a:gs>
              <a:gs pos="90000">
                <a:schemeClr val="accent5"/>
              </a:gs>
            </a:gsLst>
            <a:lin ang="0" scaled="1"/>
          </a:gradFill>
          <a:ln w="0" cap="flat">
            <a:noFill/>
            <a:prstDash val="solid"/>
            <a:miter/>
          </a:ln>
        </p:spPr>
        <p:txBody>
          <a:bodyPr rtlCol="0" anchor="ctr"/>
          <a:lstStyle/>
          <a:p>
            <a:endParaRPr lang="en-US" dirty="0"/>
          </a:p>
        </p:txBody>
      </p:sp>
      <p:sp>
        <p:nvSpPr>
          <p:cNvPr id="21" name="Text Placeholder 7">
            <a:extLst>
              <a:ext uri="{FF2B5EF4-FFF2-40B4-BE49-F238E27FC236}">
                <a16:creationId xmlns:a16="http://schemas.microsoft.com/office/drawing/2014/main" id="{608D3F09-D706-3940-8906-CE0F09AC4BB6}"/>
              </a:ext>
            </a:extLst>
          </p:cNvPr>
          <p:cNvSpPr>
            <a:spLocks noGrp="1"/>
          </p:cNvSpPr>
          <p:nvPr>
            <p:ph type="body" sz="quarter" idx="16" hasCustomPrompt="1"/>
          </p:nvPr>
        </p:nvSpPr>
        <p:spPr>
          <a:xfrm>
            <a:off x="438912" y="1600200"/>
            <a:ext cx="5462158" cy="3200400"/>
          </a:xfrm>
        </p:spPr>
        <p:txBody>
          <a:bodyPr anchor="b"/>
          <a:lstStyle>
            <a:lvl1pPr marL="169863" indent="-169863">
              <a:buClrTx/>
              <a:buSzPct val="100000"/>
              <a:buFont typeface="Arial" panose="020B0604020202020204" pitchFamily="34" charset="0"/>
              <a:buChar char="“"/>
              <a:defRPr sz="2800">
                <a:solidFill>
                  <a:schemeClr val="accent2"/>
                </a:solidFill>
              </a:defRPr>
            </a:lvl1pPr>
            <a:lvl2pPr marL="457200" indent="-184150">
              <a:buClrTx/>
              <a:buFont typeface="Arial" panose="020B0604020202020204" pitchFamily="34" charset="0"/>
              <a:buChar char="“"/>
              <a:defRPr>
                <a:solidFill>
                  <a:schemeClr val="bg1"/>
                </a:solidFill>
              </a:defRPr>
            </a:lvl2pPr>
            <a:lvl3pPr marL="744538" indent="-169863">
              <a:buClrTx/>
              <a:buFont typeface="Arial" panose="020B0604020202020204" pitchFamily="34" charset="0"/>
              <a:buChar char="“"/>
              <a:defRPr>
                <a:solidFill>
                  <a:schemeClr val="bg1"/>
                </a:solidFill>
              </a:defRPr>
            </a:lvl3pPr>
            <a:lvl4pPr marL="969963" indent="-166688">
              <a:buClrTx/>
              <a:buFont typeface="Arial" panose="020B0604020202020204" pitchFamily="34" charset="0"/>
              <a:buChar char="“"/>
              <a:defRPr>
                <a:solidFill>
                  <a:schemeClr val="bg1"/>
                </a:solidFill>
              </a:defRPr>
            </a:lvl4pPr>
            <a:lvl5pPr marL="1143000" indent="-138113">
              <a:buClrTx/>
              <a:buFont typeface="Arial" panose="020B0604020202020204" pitchFamily="34" charset="0"/>
              <a:buChar char="“"/>
              <a:defRPr>
                <a:solidFill>
                  <a:schemeClr val="bg1"/>
                </a:solidFill>
              </a:defRPr>
            </a:lvl5pPr>
          </a:lstStyle>
          <a:p>
            <a:pPr lvl="0"/>
            <a:r>
              <a:rPr lang="en-US"/>
              <a:t>Quote text on left, purple parallelograms on the right.”</a:t>
            </a:r>
          </a:p>
        </p:txBody>
      </p:sp>
      <p:sp>
        <p:nvSpPr>
          <p:cNvPr id="19" name="Text Placeholder 10">
            <a:extLst>
              <a:ext uri="{FF2B5EF4-FFF2-40B4-BE49-F238E27FC236}">
                <a16:creationId xmlns:a16="http://schemas.microsoft.com/office/drawing/2014/main" id="{C1E51E88-6733-7942-B20E-2C56F8B2ED21}"/>
              </a:ext>
            </a:extLst>
          </p:cNvPr>
          <p:cNvSpPr>
            <a:spLocks noGrp="1"/>
          </p:cNvSpPr>
          <p:nvPr>
            <p:ph type="body" sz="quarter" idx="17" hasCustomPrompt="1"/>
          </p:nvPr>
        </p:nvSpPr>
        <p:spPr>
          <a:xfrm>
            <a:off x="612648" y="5065776"/>
            <a:ext cx="4581144" cy="274320"/>
          </a:xfrm>
        </p:spPr>
        <p:txBody>
          <a:bodyPr/>
          <a:lstStyle>
            <a:lvl1pPr marL="285750" indent="-285750">
              <a:defRPr lang="en-US" sz="1800" kern="1200" dirty="0">
                <a:solidFill>
                  <a:schemeClr val="tx1"/>
                </a:solidFill>
                <a:latin typeface="+mn-lt"/>
                <a:ea typeface="+mn-ea"/>
                <a:cs typeface="+mn-cs"/>
              </a:defRPr>
            </a:lvl1pPr>
          </a:lstStyle>
          <a:p>
            <a:pPr marL="0" lvl="0" indent="0" algn="l" defTabSz="914400" rtl="0" eaLnBrk="1" latinLnBrk="0" hangingPunct="1">
              <a:lnSpc>
                <a:spcPct val="100000"/>
              </a:lnSpc>
              <a:spcBef>
                <a:spcPts val="1200"/>
              </a:spcBef>
              <a:buClr>
                <a:schemeClr val="tx1">
                  <a:lumMod val="60000"/>
                  <a:lumOff val="40000"/>
                </a:schemeClr>
              </a:buClr>
              <a:buSzPct val="90000"/>
              <a:buFont typeface="Arial" panose="020B0604020202020204" pitchFamily="34" charset="0"/>
              <a:buChar char="​"/>
            </a:pPr>
            <a:r>
              <a:rPr lang="en-US" dirty="0"/>
              <a:t>Source Name</a:t>
            </a:r>
          </a:p>
        </p:txBody>
      </p:sp>
      <p:sp>
        <p:nvSpPr>
          <p:cNvPr id="11" name="Picture Placeholder 11" descr="logo placeholder: click to insert logo or delete box if not needed">
            <a:extLst>
              <a:ext uri="{FF2B5EF4-FFF2-40B4-BE49-F238E27FC236}">
                <a16:creationId xmlns:a16="http://schemas.microsoft.com/office/drawing/2014/main" id="{953CF3A7-833E-B042-A405-AB46430C4476}"/>
              </a:ext>
            </a:extLst>
          </p:cNvPr>
          <p:cNvSpPr>
            <a:spLocks noGrp="1"/>
          </p:cNvSpPr>
          <p:nvPr>
            <p:ph type="pic" sz="quarter" idx="4294967295" hasCustomPrompt="1"/>
          </p:nvPr>
        </p:nvSpPr>
        <p:spPr>
          <a:xfrm>
            <a:off x="8925484" y="4619335"/>
            <a:ext cx="2740025" cy="1371600"/>
          </a:xfrm>
        </p:spPr>
        <p:txBody>
          <a:bodyPr/>
          <a:lstStyle/>
          <a:p>
            <a:r>
              <a:rPr lang="en-US" dirty="0"/>
              <a:t>Click to insert logo or delete box if not needed</a:t>
            </a:r>
          </a:p>
        </p:txBody>
      </p:sp>
      <p:sp>
        <p:nvSpPr>
          <p:cNvPr id="17" name="page number">
            <a:extLst>
              <a:ext uri="{FF2B5EF4-FFF2-40B4-BE49-F238E27FC236}">
                <a16:creationId xmlns:a16="http://schemas.microsoft.com/office/drawing/2014/main" id="{D03B3F1E-BEE4-0C40-B954-F58A7FCE9AE3}"/>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grpSp>
        <p:nvGrpSpPr>
          <p:cNvPr id="7" name="Graphic 8">
            <a:extLst>
              <a:ext uri="{FF2B5EF4-FFF2-40B4-BE49-F238E27FC236}">
                <a16:creationId xmlns:a16="http://schemas.microsoft.com/office/drawing/2014/main" id="{47818FA4-8AE2-A4B0-1EE8-9FE4A6BDD41B}"/>
              </a:ext>
            </a:extLst>
          </p:cNvPr>
          <p:cNvGrpSpPr/>
          <p:nvPr/>
        </p:nvGrpSpPr>
        <p:grpSpPr>
          <a:xfrm>
            <a:off x="265625" y="6323271"/>
            <a:ext cx="1249223" cy="369648"/>
            <a:chOff x="265625" y="6323271"/>
            <a:chExt cx="1249223" cy="369648"/>
          </a:xfrm>
          <a:solidFill>
            <a:srgbClr val="000000"/>
          </a:solidFill>
        </p:grpSpPr>
        <p:grpSp>
          <p:nvGrpSpPr>
            <p:cNvPr id="8" name="Graphic 8">
              <a:extLst>
                <a:ext uri="{FF2B5EF4-FFF2-40B4-BE49-F238E27FC236}">
                  <a16:creationId xmlns:a16="http://schemas.microsoft.com/office/drawing/2014/main" id="{906FE88E-54E3-F8F3-4AD1-B3FBBC7E3CA3}"/>
                </a:ext>
              </a:extLst>
            </p:cNvPr>
            <p:cNvGrpSpPr/>
            <p:nvPr/>
          </p:nvGrpSpPr>
          <p:grpSpPr>
            <a:xfrm>
              <a:off x="745455" y="6594444"/>
              <a:ext cx="722662" cy="98475"/>
              <a:chOff x="745455" y="6594444"/>
              <a:chExt cx="722662" cy="98475"/>
            </a:xfrm>
            <a:solidFill>
              <a:srgbClr val="000000"/>
            </a:solidFill>
          </p:grpSpPr>
          <p:sp>
            <p:nvSpPr>
              <p:cNvPr id="25" name="Freeform 24">
                <a:extLst>
                  <a:ext uri="{FF2B5EF4-FFF2-40B4-BE49-F238E27FC236}">
                    <a16:creationId xmlns:a16="http://schemas.microsoft.com/office/drawing/2014/main" id="{54A0F722-B555-E2A4-6E62-A0DD337E8B5C}"/>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26" name="Freeform 25">
                <a:extLst>
                  <a:ext uri="{FF2B5EF4-FFF2-40B4-BE49-F238E27FC236}">
                    <a16:creationId xmlns:a16="http://schemas.microsoft.com/office/drawing/2014/main" id="{CE114C9D-2007-BC9E-F8AA-887AAF26A734}"/>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27" name="Freeform 26">
                <a:extLst>
                  <a:ext uri="{FF2B5EF4-FFF2-40B4-BE49-F238E27FC236}">
                    <a16:creationId xmlns:a16="http://schemas.microsoft.com/office/drawing/2014/main" id="{30CB1C40-B903-28F3-C47C-EE2DF741FB96}"/>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28" name="Freeform 27">
                <a:extLst>
                  <a:ext uri="{FF2B5EF4-FFF2-40B4-BE49-F238E27FC236}">
                    <a16:creationId xmlns:a16="http://schemas.microsoft.com/office/drawing/2014/main" id="{5F87C1F4-D1C4-5FD0-7410-12E7D3F9CF61}"/>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29" name="Freeform 28">
                <a:extLst>
                  <a:ext uri="{FF2B5EF4-FFF2-40B4-BE49-F238E27FC236}">
                    <a16:creationId xmlns:a16="http://schemas.microsoft.com/office/drawing/2014/main" id="{E2B126C2-3690-5E26-6606-DC917F25582A}"/>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30" name="Freeform 29">
                <a:extLst>
                  <a:ext uri="{FF2B5EF4-FFF2-40B4-BE49-F238E27FC236}">
                    <a16:creationId xmlns:a16="http://schemas.microsoft.com/office/drawing/2014/main" id="{608446EC-DFFD-44E5-1C5F-06F1ADF8E18C}"/>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31" name="Freeform 30">
                <a:extLst>
                  <a:ext uri="{FF2B5EF4-FFF2-40B4-BE49-F238E27FC236}">
                    <a16:creationId xmlns:a16="http://schemas.microsoft.com/office/drawing/2014/main" id="{4D0F02A7-67C9-E3C0-51B8-692EC9B9B966}"/>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32" name="Freeform 31">
                <a:extLst>
                  <a:ext uri="{FF2B5EF4-FFF2-40B4-BE49-F238E27FC236}">
                    <a16:creationId xmlns:a16="http://schemas.microsoft.com/office/drawing/2014/main" id="{6865D6C8-4059-8F52-0699-D70C865CD04D}"/>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33" name="Freeform 32">
                <a:extLst>
                  <a:ext uri="{FF2B5EF4-FFF2-40B4-BE49-F238E27FC236}">
                    <a16:creationId xmlns:a16="http://schemas.microsoft.com/office/drawing/2014/main" id="{7EA55EE1-6F19-AA1B-CC75-7F97E97AAA97}"/>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34" name="Freeform 33">
                <a:extLst>
                  <a:ext uri="{FF2B5EF4-FFF2-40B4-BE49-F238E27FC236}">
                    <a16:creationId xmlns:a16="http://schemas.microsoft.com/office/drawing/2014/main" id="{CEA15FB2-7F2D-EC93-1A40-74348B9A6E0D}"/>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9" name="Graphic 8">
              <a:extLst>
                <a:ext uri="{FF2B5EF4-FFF2-40B4-BE49-F238E27FC236}">
                  <a16:creationId xmlns:a16="http://schemas.microsoft.com/office/drawing/2014/main" id="{8DA67385-AEE0-35D7-24E9-3A1C9A997AB6}"/>
                </a:ext>
              </a:extLst>
            </p:cNvPr>
            <p:cNvGrpSpPr/>
            <p:nvPr/>
          </p:nvGrpSpPr>
          <p:grpSpPr>
            <a:xfrm>
              <a:off x="265625" y="6323271"/>
              <a:ext cx="1249223" cy="190348"/>
              <a:chOff x="265625" y="6323271"/>
              <a:chExt cx="1249223" cy="190348"/>
            </a:xfrm>
            <a:solidFill>
              <a:srgbClr val="000000"/>
            </a:solidFill>
          </p:grpSpPr>
          <p:sp>
            <p:nvSpPr>
              <p:cNvPr id="10" name="Freeform 9">
                <a:extLst>
                  <a:ext uri="{FF2B5EF4-FFF2-40B4-BE49-F238E27FC236}">
                    <a16:creationId xmlns:a16="http://schemas.microsoft.com/office/drawing/2014/main" id="{E140BF28-9D00-E372-4C58-192831AB25B7}"/>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12" name="Freeform 11">
                <a:extLst>
                  <a:ext uri="{FF2B5EF4-FFF2-40B4-BE49-F238E27FC236}">
                    <a16:creationId xmlns:a16="http://schemas.microsoft.com/office/drawing/2014/main" id="{9502AFFA-C636-75B6-47E4-75665F32F63A}"/>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13" name="Freeform 12">
                <a:extLst>
                  <a:ext uri="{FF2B5EF4-FFF2-40B4-BE49-F238E27FC236}">
                    <a16:creationId xmlns:a16="http://schemas.microsoft.com/office/drawing/2014/main" id="{255A0F95-5DB1-12F9-464F-DAACA1FAD4F0}"/>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14" name="Freeform 13">
                <a:extLst>
                  <a:ext uri="{FF2B5EF4-FFF2-40B4-BE49-F238E27FC236}">
                    <a16:creationId xmlns:a16="http://schemas.microsoft.com/office/drawing/2014/main" id="{E6E8C204-FC1F-FDD2-FE85-ED3286B80D6E}"/>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18" name="Freeform 17">
                <a:extLst>
                  <a:ext uri="{FF2B5EF4-FFF2-40B4-BE49-F238E27FC236}">
                    <a16:creationId xmlns:a16="http://schemas.microsoft.com/office/drawing/2014/main" id="{A65EBA96-8564-79A7-2A73-18756ED609DC}"/>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20" name="Freeform 19">
                <a:extLst>
                  <a:ext uri="{FF2B5EF4-FFF2-40B4-BE49-F238E27FC236}">
                    <a16:creationId xmlns:a16="http://schemas.microsoft.com/office/drawing/2014/main" id="{CCC651D2-5530-6772-23D5-458FB86B6276}"/>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22" name="Freeform 21">
                <a:extLst>
                  <a:ext uri="{FF2B5EF4-FFF2-40B4-BE49-F238E27FC236}">
                    <a16:creationId xmlns:a16="http://schemas.microsoft.com/office/drawing/2014/main" id="{63F018CD-2167-521F-44FD-1C199026C8F4}"/>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36" name="Freeform: Shape 2">
            <a:extLst>
              <a:ext uri="{FF2B5EF4-FFF2-40B4-BE49-F238E27FC236}">
                <a16:creationId xmlns:a16="http://schemas.microsoft.com/office/drawing/2014/main" id="{5791E300-9585-C59E-EED2-EB5190E58F2C}"/>
              </a:ext>
            </a:extLst>
          </p:cNvPr>
          <p:cNvSpPr/>
          <p:nvPr userDrawn="1"/>
        </p:nvSpPr>
        <p:spPr>
          <a:xfrm>
            <a:off x="-8466" y="1838847"/>
            <a:ext cx="12203641" cy="4206431"/>
          </a:xfrm>
          <a:custGeom>
            <a:avLst/>
            <a:gdLst>
              <a:gd name="connsiteX0" fmla="*/ 11193762 w 12203641"/>
              <a:gd name="connsiteY0" fmla="*/ 0 h 4206431"/>
              <a:gd name="connsiteX1" fmla="*/ 12203641 w 12203641"/>
              <a:gd name="connsiteY1" fmla="*/ 0 h 4206431"/>
              <a:gd name="connsiteX2" fmla="*/ 12203641 w 12203641"/>
              <a:gd name="connsiteY2" fmla="*/ 76041 h 4206431"/>
              <a:gd name="connsiteX3" fmla="*/ 11193825 w 12203641"/>
              <a:gd name="connsiteY3" fmla="*/ 76041 h 4206431"/>
              <a:gd name="connsiteX4" fmla="*/ 10074550 w 12203641"/>
              <a:gd name="connsiteY4" fmla="*/ 539630 h 4206431"/>
              <a:gd name="connsiteX5" fmla="*/ 6871401 w 12203641"/>
              <a:gd name="connsiteY5" fmla="*/ 3742842 h 4206431"/>
              <a:gd name="connsiteX6" fmla="*/ 5752127 w 12203641"/>
              <a:gd name="connsiteY6" fmla="*/ 4206431 h 4206431"/>
              <a:gd name="connsiteX7" fmla="*/ 0 w 12203641"/>
              <a:gd name="connsiteY7" fmla="*/ 4206431 h 4206431"/>
              <a:gd name="connsiteX8" fmla="*/ 0 w 12203641"/>
              <a:gd name="connsiteY8" fmla="*/ 4130391 h 4206431"/>
              <a:gd name="connsiteX9" fmla="*/ 5752127 w 12203641"/>
              <a:gd name="connsiteY9" fmla="*/ 4130391 h 4206431"/>
              <a:gd name="connsiteX10" fmla="*/ 6328796 w 12203641"/>
              <a:gd name="connsiteY10" fmla="*/ 4015665 h 4206431"/>
              <a:gd name="connsiteX11" fmla="*/ 6817648 w 12203641"/>
              <a:gd name="connsiteY11" fmla="*/ 3689025 h 4206431"/>
              <a:gd name="connsiteX12" fmla="*/ 10020795 w 12203641"/>
              <a:gd name="connsiteY12" fmla="*/ 485877 h 4206431"/>
              <a:gd name="connsiteX13" fmla="*/ 11193762 w 12203641"/>
              <a:gd name="connsiteY13" fmla="*/ 0 h 4206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203641" h="4206431">
                <a:moveTo>
                  <a:pt x="11193762" y="0"/>
                </a:moveTo>
                <a:lnTo>
                  <a:pt x="12203641" y="0"/>
                </a:lnTo>
                <a:lnTo>
                  <a:pt x="12203641" y="76041"/>
                </a:lnTo>
                <a:lnTo>
                  <a:pt x="11193825" y="76041"/>
                </a:lnTo>
                <a:cubicBezTo>
                  <a:pt x="10773986" y="76041"/>
                  <a:pt x="10371368" y="242812"/>
                  <a:pt x="10074550" y="539630"/>
                </a:cubicBezTo>
                <a:lnTo>
                  <a:pt x="6871401" y="3742842"/>
                </a:lnTo>
                <a:cubicBezTo>
                  <a:pt x="6574520" y="4039660"/>
                  <a:pt x="6171901" y="4206431"/>
                  <a:pt x="5752127" y="4206431"/>
                </a:cubicBezTo>
                <a:lnTo>
                  <a:pt x="0" y="4206431"/>
                </a:lnTo>
                <a:lnTo>
                  <a:pt x="0" y="4130391"/>
                </a:lnTo>
                <a:lnTo>
                  <a:pt x="5752127" y="4130391"/>
                </a:lnTo>
                <a:cubicBezTo>
                  <a:pt x="5950998" y="4130391"/>
                  <a:pt x="6145057" y="4091769"/>
                  <a:pt x="6328796" y="4015665"/>
                </a:cubicBezTo>
                <a:cubicBezTo>
                  <a:pt x="6512534" y="3939560"/>
                  <a:pt x="6677025" y="3829647"/>
                  <a:pt x="6817648" y="3689025"/>
                </a:cubicBezTo>
                <a:lnTo>
                  <a:pt x="10020795" y="485877"/>
                </a:lnTo>
                <a:cubicBezTo>
                  <a:pt x="10334077" y="172532"/>
                  <a:pt x="10750686" y="0"/>
                  <a:pt x="11193762" y="0"/>
                </a:cubicBezTo>
                <a:close/>
              </a:path>
            </a:pathLst>
          </a:custGeom>
          <a:gradFill>
            <a:gsLst>
              <a:gs pos="20000">
                <a:srgbClr val="0095C4"/>
              </a:gs>
              <a:gs pos="90000">
                <a:schemeClr val="accent5"/>
              </a:gs>
            </a:gsLst>
            <a:lin ang="0" scaled="1"/>
          </a:gradFill>
          <a:ln w="0" cap="flat">
            <a:noFill/>
            <a:prstDash val="solid"/>
            <a:miter/>
          </a:ln>
        </p:spPr>
        <p:txBody>
          <a:bodyPr rtlCol="0" anchor="ctr"/>
          <a:lstStyle/>
          <a:p>
            <a:endParaRPr lang="en-US" dirty="0"/>
          </a:p>
        </p:txBody>
      </p:sp>
      <p:sp>
        <p:nvSpPr>
          <p:cNvPr id="37" name="page number">
            <a:extLst>
              <a:ext uri="{FF2B5EF4-FFF2-40B4-BE49-F238E27FC236}">
                <a16:creationId xmlns:a16="http://schemas.microsoft.com/office/drawing/2014/main" id="{D03B3F1E-BEE4-0C40-B954-F58A7FCE9AE3}"/>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grpSp>
        <p:nvGrpSpPr>
          <p:cNvPr id="40" name="Graphic 8">
            <a:extLst>
              <a:ext uri="{FF2B5EF4-FFF2-40B4-BE49-F238E27FC236}">
                <a16:creationId xmlns:a16="http://schemas.microsoft.com/office/drawing/2014/main" id="{47818FA4-8AE2-A4B0-1EE8-9FE4A6BDD41B}"/>
              </a:ext>
            </a:extLst>
          </p:cNvPr>
          <p:cNvGrpSpPr/>
          <p:nvPr userDrawn="1"/>
        </p:nvGrpSpPr>
        <p:grpSpPr>
          <a:xfrm>
            <a:off x="265625" y="6323271"/>
            <a:ext cx="1249223" cy="369648"/>
            <a:chOff x="265625" y="6323271"/>
            <a:chExt cx="1249223" cy="369648"/>
          </a:xfrm>
          <a:solidFill>
            <a:srgbClr val="000000"/>
          </a:solidFill>
        </p:grpSpPr>
        <p:grpSp>
          <p:nvGrpSpPr>
            <p:cNvPr id="41" name="Graphic 8">
              <a:extLst>
                <a:ext uri="{FF2B5EF4-FFF2-40B4-BE49-F238E27FC236}">
                  <a16:creationId xmlns:a16="http://schemas.microsoft.com/office/drawing/2014/main" id="{906FE88E-54E3-F8F3-4AD1-B3FBBC7E3CA3}"/>
                </a:ext>
              </a:extLst>
            </p:cNvPr>
            <p:cNvGrpSpPr/>
            <p:nvPr/>
          </p:nvGrpSpPr>
          <p:grpSpPr>
            <a:xfrm>
              <a:off x="745455" y="6594444"/>
              <a:ext cx="722662" cy="98475"/>
              <a:chOff x="745455" y="6594444"/>
              <a:chExt cx="722662" cy="98475"/>
            </a:xfrm>
            <a:solidFill>
              <a:srgbClr val="000000"/>
            </a:solidFill>
          </p:grpSpPr>
          <p:sp>
            <p:nvSpPr>
              <p:cNvPr id="50" name="Freeform 49">
                <a:extLst>
                  <a:ext uri="{FF2B5EF4-FFF2-40B4-BE49-F238E27FC236}">
                    <a16:creationId xmlns:a16="http://schemas.microsoft.com/office/drawing/2014/main" id="{54A0F722-B555-E2A4-6E62-A0DD337E8B5C}"/>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51" name="Freeform 50">
                <a:extLst>
                  <a:ext uri="{FF2B5EF4-FFF2-40B4-BE49-F238E27FC236}">
                    <a16:creationId xmlns:a16="http://schemas.microsoft.com/office/drawing/2014/main" id="{CE114C9D-2007-BC9E-F8AA-887AAF26A734}"/>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52" name="Freeform 51">
                <a:extLst>
                  <a:ext uri="{FF2B5EF4-FFF2-40B4-BE49-F238E27FC236}">
                    <a16:creationId xmlns:a16="http://schemas.microsoft.com/office/drawing/2014/main" id="{30CB1C40-B903-28F3-C47C-EE2DF741FB96}"/>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53" name="Freeform 52">
                <a:extLst>
                  <a:ext uri="{FF2B5EF4-FFF2-40B4-BE49-F238E27FC236}">
                    <a16:creationId xmlns:a16="http://schemas.microsoft.com/office/drawing/2014/main" id="{5F87C1F4-D1C4-5FD0-7410-12E7D3F9CF61}"/>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54" name="Freeform 53">
                <a:extLst>
                  <a:ext uri="{FF2B5EF4-FFF2-40B4-BE49-F238E27FC236}">
                    <a16:creationId xmlns:a16="http://schemas.microsoft.com/office/drawing/2014/main" id="{E2B126C2-3690-5E26-6606-DC917F25582A}"/>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5" name="Freeform 54">
                <a:extLst>
                  <a:ext uri="{FF2B5EF4-FFF2-40B4-BE49-F238E27FC236}">
                    <a16:creationId xmlns:a16="http://schemas.microsoft.com/office/drawing/2014/main" id="{608446EC-DFFD-44E5-1C5F-06F1ADF8E18C}"/>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56" name="Freeform 55">
                <a:extLst>
                  <a:ext uri="{FF2B5EF4-FFF2-40B4-BE49-F238E27FC236}">
                    <a16:creationId xmlns:a16="http://schemas.microsoft.com/office/drawing/2014/main" id="{4D0F02A7-67C9-E3C0-51B8-692EC9B9B966}"/>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57" name="Freeform 56">
                <a:extLst>
                  <a:ext uri="{FF2B5EF4-FFF2-40B4-BE49-F238E27FC236}">
                    <a16:creationId xmlns:a16="http://schemas.microsoft.com/office/drawing/2014/main" id="{6865D6C8-4059-8F52-0699-D70C865CD04D}"/>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58" name="Freeform 57">
                <a:extLst>
                  <a:ext uri="{FF2B5EF4-FFF2-40B4-BE49-F238E27FC236}">
                    <a16:creationId xmlns:a16="http://schemas.microsoft.com/office/drawing/2014/main" id="{7EA55EE1-6F19-AA1B-CC75-7F97E97AAA97}"/>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9" name="Freeform 58">
                <a:extLst>
                  <a:ext uri="{FF2B5EF4-FFF2-40B4-BE49-F238E27FC236}">
                    <a16:creationId xmlns:a16="http://schemas.microsoft.com/office/drawing/2014/main" id="{CEA15FB2-7F2D-EC93-1A40-74348B9A6E0D}"/>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42" name="Graphic 8">
              <a:extLst>
                <a:ext uri="{FF2B5EF4-FFF2-40B4-BE49-F238E27FC236}">
                  <a16:creationId xmlns:a16="http://schemas.microsoft.com/office/drawing/2014/main" id="{8DA67385-AEE0-35D7-24E9-3A1C9A997AB6}"/>
                </a:ext>
              </a:extLst>
            </p:cNvPr>
            <p:cNvGrpSpPr/>
            <p:nvPr/>
          </p:nvGrpSpPr>
          <p:grpSpPr>
            <a:xfrm>
              <a:off x="265625" y="6323271"/>
              <a:ext cx="1249223" cy="190348"/>
              <a:chOff x="265625" y="6323271"/>
              <a:chExt cx="1249223" cy="190348"/>
            </a:xfrm>
            <a:solidFill>
              <a:srgbClr val="000000"/>
            </a:solidFill>
          </p:grpSpPr>
          <p:sp>
            <p:nvSpPr>
              <p:cNvPr id="43" name="Freeform 42">
                <a:extLst>
                  <a:ext uri="{FF2B5EF4-FFF2-40B4-BE49-F238E27FC236}">
                    <a16:creationId xmlns:a16="http://schemas.microsoft.com/office/drawing/2014/main" id="{E140BF28-9D00-E372-4C58-192831AB25B7}"/>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44" name="Freeform 43">
                <a:extLst>
                  <a:ext uri="{FF2B5EF4-FFF2-40B4-BE49-F238E27FC236}">
                    <a16:creationId xmlns:a16="http://schemas.microsoft.com/office/drawing/2014/main" id="{9502AFFA-C636-75B6-47E4-75665F32F63A}"/>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45" name="Freeform 44">
                <a:extLst>
                  <a:ext uri="{FF2B5EF4-FFF2-40B4-BE49-F238E27FC236}">
                    <a16:creationId xmlns:a16="http://schemas.microsoft.com/office/drawing/2014/main" id="{255A0F95-5DB1-12F9-464F-DAACA1FAD4F0}"/>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46" name="Freeform 45">
                <a:extLst>
                  <a:ext uri="{FF2B5EF4-FFF2-40B4-BE49-F238E27FC236}">
                    <a16:creationId xmlns:a16="http://schemas.microsoft.com/office/drawing/2014/main" id="{E6E8C204-FC1F-FDD2-FE85-ED3286B80D6E}"/>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47" name="Freeform 46">
                <a:extLst>
                  <a:ext uri="{FF2B5EF4-FFF2-40B4-BE49-F238E27FC236}">
                    <a16:creationId xmlns:a16="http://schemas.microsoft.com/office/drawing/2014/main" id="{A65EBA96-8564-79A7-2A73-18756ED609DC}"/>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48" name="Freeform 47">
                <a:extLst>
                  <a:ext uri="{FF2B5EF4-FFF2-40B4-BE49-F238E27FC236}">
                    <a16:creationId xmlns:a16="http://schemas.microsoft.com/office/drawing/2014/main" id="{CCC651D2-5530-6772-23D5-458FB86B6276}"/>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49" name="Freeform 48">
                <a:extLst>
                  <a:ext uri="{FF2B5EF4-FFF2-40B4-BE49-F238E27FC236}">
                    <a16:creationId xmlns:a16="http://schemas.microsoft.com/office/drawing/2014/main" id="{63F018CD-2167-521F-44FD-1C199026C8F4}"/>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5" name="TextBox 4">
            <a:extLst>
              <a:ext uri="{FF2B5EF4-FFF2-40B4-BE49-F238E27FC236}">
                <a16:creationId xmlns:a16="http://schemas.microsoft.com/office/drawing/2014/main" id="{ADDD0B23-63DE-6951-34B4-9D6FD0B6A5F1}"/>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20334413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Quote – Photo">
    <p:bg>
      <p:bgRef idx="1001">
        <a:schemeClr val="bg1"/>
      </p:bgRef>
    </p:bg>
    <p:spTree>
      <p:nvGrpSpPr>
        <p:cNvPr id="1" name=""/>
        <p:cNvGrpSpPr/>
        <p:nvPr/>
      </p:nvGrpSpPr>
      <p:grpSpPr>
        <a:xfrm>
          <a:off x="0" y="0"/>
          <a:ext cx="0" cy="0"/>
          <a:chOff x="0" y="0"/>
          <a:chExt cx="0" cy="0"/>
        </a:xfrm>
      </p:grpSpPr>
      <p:pic>
        <p:nvPicPr>
          <p:cNvPr id="32" name="Picture 31" descr="Looking up view of a tall building with glass windows&#10;&#10;Description automatically generated">
            <a:extLst>
              <a:ext uri="{FF2B5EF4-FFF2-40B4-BE49-F238E27FC236}">
                <a16:creationId xmlns:a16="http://schemas.microsoft.com/office/drawing/2014/main" id="{B3DA20F2-2D53-3AEB-2E52-5879AB1D3B2C}"/>
              </a:ext>
            </a:extLst>
          </p:cNvPr>
          <p:cNvPicPr>
            <a:picLocks noChangeAspect="1"/>
          </p:cNvPicPr>
          <p:nvPr/>
        </p:nvPicPr>
        <p:blipFill rotWithShape="1">
          <a:blip r:embed="rId2" cstate="screen">
            <a:alphaModFix/>
            <a:extLst>
              <a:ext uri="{28A0092B-C50C-407E-A947-70E740481C1C}">
                <a14:useLocalDpi xmlns:a14="http://schemas.microsoft.com/office/drawing/2010/main"/>
              </a:ext>
            </a:extLst>
          </a:blip>
          <a:srcRect/>
          <a:stretch/>
        </p:blipFill>
        <p:spPr>
          <a:xfrm>
            <a:off x="1829993" y="0"/>
            <a:ext cx="10358832" cy="6858000"/>
          </a:xfrm>
          <a:prstGeom prst="rect">
            <a:avLst/>
          </a:prstGeom>
        </p:spPr>
      </p:pic>
      <p:sp>
        <p:nvSpPr>
          <p:cNvPr id="9" name="Rectangle 8">
            <a:extLst>
              <a:ext uri="{FF2B5EF4-FFF2-40B4-BE49-F238E27FC236}">
                <a16:creationId xmlns:a16="http://schemas.microsoft.com/office/drawing/2014/main" id="{39644796-3BE2-09B0-F95D-F4AB56E62FD2}"/>
              </a:ext>
            </a:extLst>
          </p:cNvPr>
          <p:cNvSpPr/>
          <p:nvPr/>
        </p:nvSpPr>
        <p:spPr>
          <a:xfrm>
            <a:off x="0" y="0"/>
            <a:ext cx="12182348" cy="6858000"/>
          </a:xfrm>
          <a:prstGeom prst="rect">
            <a:avLst/>
          </a:prstGeom>
          <a:gradFill>
            <a:gsLst>
              <a:gs pos="59553">
                <a:srgbClr val="FFFFFF">
                  <a:alpha val="0"/>
                </a:srgbClr>
              </a:gs>
              <a:gs pos="35000">
                <a:srgbClr val="FFFFFF"/>
              </a:gs>
              <a:gs pos="78000">
                <a:srgbClr val="FFFFFF">
                  <a:alpha val="0"/>
                </a:srgbClr>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10" name="Freeform: Shape 9">
            <a:extLst>
              <a:ext uri="{FF2B5EF4-FFF2-40B4-BE49-F238E27FC236}">
                <a16:creationId xmlns:a16="http://schemas.microsoft.com/office/drawing/2014/main" id="{6DAA0A2E-4B76-3DD4-CF2D-B4E2E491F351}"/>
              </a:ext>
            </a:extLst>
          </p:cNvPr>
          <p:cNvSpPr/>
          <p:nvPr/>
        </p:nvSpPr>
        <p:spPr>
          <a:xfrm>
            <a:off x="6477" y="0"/>
            <a:ext cx="10295334" cy="6040452"/>
          </a:xfrm>
          <a:custGeom>
            <a:avLst/>
            <a:gdLst>
              <a:gd name="connsiteX0" fmla="*/ 10186830 w 10295334"/>
              <a:gd name="connsiteY0" fmla="*/ 0 h 6040452"/>
              <a:gd name="connsiteX1" fmla="*/ 10295334 w 10295334"/>
              <a:gd name="connsiteY1" fmla="*/ 0 h 6040452"/>
              <a:gd name="connsiteX2" fmla="*/ 4722761 w 10295334"/>
              <a:gd name="connsiteY2" fmla="*/ 5572574 h 6040452"/>
              <a:gd name="connsiteX3" fmla="*/ 3593131 w 10295334"/>
              <a:gd name="connsiteY3" fmla="*/ 6040452 h 6040452"/>
              <a:gd name="connsiteX4" fmla="*/ 0 w 10295334"/>
              <a:gd name="connsiteY4" fmla="*/ 6040452 h 6040452"/>
              <a:gd name="connsiteX5" fmla="*/ 0 w 10295334"/>
              <a:gd name="connsiteY5" fmla="*/ 5963772 h 6040452"/>
              <a:gd name="connsiteX6" fmla="*/ 3593131 w 10295334"/>
              <a:gd name="connsiteY6" fmla="*/ 5963772 h 6040452"/>
              <a:gd name="connsiteX7" fmla="*/ 4175135 w 10295334"/>
              <a:gd name="connsiteY7" fmla="*/ 5847985 h 6040452"/>
              <a:gd name="connsiteX8" fmla="*/ 4668509 w 10295334"/>
              <a:gd name="connsiteY8" fmla="*/ 5518323 h 60404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295334" h="6040452">
                <a:moveTo>
                  <a:pt x="10186830" y="0"/>
                </a:moveTo>
                <a:lnTo>
                  <a:pt x="10295334" y="0"/>
                </a:lnTo>
                <a:lnTo>
                  <a:pt x="4722761" y="5572574"/>
                </a:lnTo>
                <a:cubicBezTo>
                  <a:pt x="4423133" y="5872139"/>
                  <a:pt x="4016790" y="6040452"/>
                  <a:pt x="3593131" y="6040452"/>
                </a:cubicBezTo>
                <a:lnTo>
                  <a:pt x="0" y="6040452"/>
                </a:lnTo>
                <a:lnTo>
                  <a:pt x="0" y="5963772"/>
                </a:lnTo>
                <a:lnTo>
                  <a:pt x="3593131" y="5963772"/>
                </a:lnTo>
                <a:cubicBezTo>
                  <a:pt x="3793842" y="5963772"/>
                  <a:pt x="3989696" y="5924793"/>
                  <a:pt x="4175135" y="5847985"/>
                </a:cubicBezTo>
                <a:cubicBezTo>
                  <a:pt x="4360575" y="5771176"/>
                  <a:pt x="4526588" y="5660245"/>
                  <a:pt x="4668509" y="5518323"/>
                </a:cubicBezTo>
                <a:close/>
              </a:path>
            </a:pathLst>
          </a:custGeom>
          <a:gradFill>
            <a:gsLst>
              <a:gs pos="12000">
                <a:schemeClr val="accent3"/>
              </a:gs>
              <a:gs pos="85000">
                <a:schemeClr val="accent2"/>
              </a:gs>
            </a:gsLst>
            <a:lin ang="0" scaled="1"/>
          </a:gradFill>
          <a:ln w="0" cap="flat">
            <a:noFill/>
            <a:prstDash val="solid"/>
            <a:miter/>
          </a:ln>
        </p:spPr>
        <p:txBody>
          <a:bodyPr rtlCol="0" anchor="ctr"/>
          <a:lstStyle/>
          <a:p>
            <a:endParaRPr lang="en-US" dirty="0"/>
          </a:p>
        </p:txBody>
      </p:sp>
      <p:sp>
        <p:nvSpPr>
          <p:cNvPr id="3" name="TextBox 2">
            <a:extLst>
              <a:ext uri="{FF2B5EF4-FFF2-40B4-BE49-F238E27FC236}">
                <a16:creationId xmlns:a16="http://schemas.microsoft.com/office/drawing/2014/main" id="{BACD6F3E-7865-E329-FB61-00E1B7D783BB}"/>
              </a:ext>
            </a:extLst>
          </p:cNvPr>
          <p:cNvSpPr txBox="1"/>
          <p:nvPr/>
        </p:nvSpPr>
        <p:spPr>
          <a:xfrm>
            <a:off x="1645084" y="6461498"/>
            <a:ext cx="2806859" cy="125484"/>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Broadcom Proprietary and Confidential. Copyright © 2024 Broadcom.  </a:t>
            </a:r>
          </a:p>
        </p:txBody>
      </p:sp>
      <p:grpSp>
        <p:nvGrpSpPr>
          <p:cNvPr id="5" name="Graphic 8">
            <a:extLst>
              <a:ext uri="{FF2B5EF4-FFF2-40B4-BE49-F238E27FC236}">
                <a16:creationId xmlns:a16="http://schemas.microsoft.com/office/drawing/2014/main" id="{3E09CBA6-627D-2768-152C-A25B87CF790A}"/>
              </a:ext>
            </a:extLst>
          </p:cNvPr>
          <p:cNvGrpSpPr/>
          <p:nvPr/>
        </p:nvGrpSpPr>
        <p:grpSpPr>
          <a:xfrm>
            <a:off x="265625" y="6323271"/>
            <a:ext cx="1249223" cy="369648"/>
            <a:chOff x="265625" y="6323271"/>
            <a:chExt cx="1249223" cy="369648"/>
          </a:xfrm>
          <a:solidFill>
            <a:srgbClr val="000000"/>
          </a:solidFill>
        </p:grpSpPr>
        <p:grpSp>
          <p:nvGrpSpPr>
            <p:cNvPr id="6" name="Graphic 8">
              <a:extLst>
                <a:ext uri="{FF2B5EF4-FFF2-40B4-BE49-F238E27FC236}">
                  <a16:creationId xmlns:a16="http://schemas.microsoft.com/office/drawing/2014/main" id="{685DA75B-DA1C-13EF-F3C8-ACEE2C668A7F}"/>
                </a:ext>
              </a:extLst>
            </p:cNvPr>
            <p:cNvGrpSpPr/>
            <p:nvPr/>
          </p:nvGrpSpPr>
          <p:grpSpPr>
            <a:xfrm>
              <a:off x="745455" y="6594444"/>
              <a:ext cx="722662" cy="98475"/>
              <a:chOff x="745455" y="6594444"/>
              <a:chExt cx="722662" cy="98475"/>
            </a:xfrm>
            <a:solidFill>
              <a:srgbClr val="000000"/>
            </a:solidFill>
          </p:grpSpPr>
          <p:sp>
            <p:nvSpPr>
              <p:cNvPr id="21" name="Freeform 20">
                <a:extLst>
                  <a:ext uri="{FF2B5EF4-FFF2-40B4-BE49-F238E27FC236}">
                    <a16:creationId xmlns:a16="http://schemas.microsoft.com/office/drawing/2014/main" id="{6E43D9EF-A9B1-97EC-9CAB-0367B664C9D0}"/>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22" name="Freeform 21">
                <a:extLst>
                  <a:ext uri="{FF2B5EF4-FFF2-40B4-BE49-F238E27FC236}">
                    <a16:creationId xmlns:a16="http://schemas.microsoft.com/office/drawing/2014/main" id="{5B127822-510F-D59E-2401-DACD4D6BA077}"/>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23" name="Freeform 22">
                <a:extLst>
                  <a:ext uri="{FF2B5EF4-FFF2-40B4-BE49-F238E27FC236}">
                    <a16:creationId xmlns:a16="http://schemas.microsoft.com/office/drawing/2014/main" id="{F3E9315B-DD78-18E2-9951-D8120BAD9160}"/>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24" name="Freeform 23">
                <a:extLst>
                  <a:ext uri="{FF2B5EF4-FFF2-40B4-BE49-F238E27FC236}">
                    <a16:creationId xmlns:a16="http://schemas.microsoft.com/office/drawing/2014/main" id="{E2AF63A1-86BF-B1C3-A3F5-517003C7A966}"/>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25" name="Freeform 24">
                <a:extLst>
                  <a:ext uri="{FF2B5EF4-FFF2-40B4-BE49-F238E27FC236}">
                    <a16:creationId xmlns:a16="http://schemas.microsoft.com/office/drawing/2014/main" id="{0AC22223-58F9-DB0C-9D61-94D7B8E8C1F4}"/>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26" name="Freeform 25">
                <a:extLst>
                  <a:ext uri="{FF2B5EF4-FFF2-40B4-BE49-F238E27FC236}">
                    <a16:creationId xmlns:a16="http://schemas.microsoft.com/office/drawing/2014/main" id="{1114E784-D17D-A2C2-757A-7B9912824867}"/>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27" name="Freeform 26">
                <a:extLst>
                  <a:ext uri="{FF2B5EF4-FFF2-40B4-BE49-F238E27FC236}">
                    <a16:creationId xmlns:a16="http://schemas.microsoft.com/office/drawing/2014/main" id="{DF09BAA7-F77F-FEDC-A8A8-F10B9350FFF7}"/>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28" name="Freeform 27">
                <a:extLst>
                  <a:ext uri="{FF2B5EF4-FFF2-40B4-BE49-F238E27FC236}">
                    <a16:creationId xmlns:a16="http://schemas.microsoft.com/office/drawing/2014/main" id="{0A1F18F3-D078-404B-FFBA-A4E33B814768}"/>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29" name="Freeform 28">
                <a:extLst>
                  <a:ext uri="{FF2B5EF4-FFF2-40B4-BE49-F238E27FC236}">
                    <a16:creationId xmlns:a16="http://schemas.microsoft.com/office/drawing/2014/main" id="{0DA5E4E2-82BF-54FB-780E-193386E0F471}"/>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30" name="Freeform 29">
                <a:extLst>
                  <a:ext uri="{FF2B5EF4-FFF2-40B4-BE49-F238E27FC236}">
                    <a16:creationId xmlns:a16="http://schemas.microsoft.com/office/drawing/2014/main" id="{61295929-CD29-6FBF-CE14-3BC84AB4A1F6}"/>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7" name="Graphic 8">
              <a:extLst>
                <a:ext uri="{FF2B5EF4-FFF2-40B4-BE49-F238E27FC236}">
                  <a16:creationId xmlns:a16="http://schemas.microsoft.com/office/drawing/2014/main" id="{E1BC8CC5-030B-A124-A179-FC1B1CB93618}"/>
                </a:ext>
              </a:extLst>
            </p:cNvPr>
            <p:cNvGrpSpPr/>
            <p:nvPr/>
          </p:nvGrpSpPr>
          <p:grpSpPr>
            <a:xfrm>
              <a:off x="265625" y="6323271"/>
              <a:ext cx="1249223" cy="190348"/>
              <a:chOff x="265625" y="6323271"/>
              <a:chExt cx="1249223" cy="190348"/>
            </a:xfrm>
            <a:solidFill>
              <a:srgbClr val="000000"/>
            </a:solidFill>
          </p:grpSpPr>
          <p:sp>
            <p:nvSpPr>
              <p:cNvPr id="12" name="Freeform 11">
                <a:extLst>
                  <a:ext uri="{FF2B5EF4-FFF2-40B4-BE49-F238E27FC236}">
                    <a16:creationId xmlns:a16="http://schemas.microsoft.com/office/drawing/2014/main" id="{8263E9E0-CE6D-2469-4DAA-AAD461690F95}"/>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13" name="Freeform 12">
                <a:extLst>
                  <a:ext uri="{FF2B5EF4-FFF2-40B4-BE49-F238E27FC236}">
                    <a16:creationId xmlns:a16="http://schemas.microsoft.com/office/drawing/2014/main" id="{54E7CD3B-64B1-7447-7A83-5830224748C9}"/>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14" name="Freeform 13">
                <a:extLst>
                  <a:ext uri="{FF2B5EF4-FFF2-40B4-BE49-F238E27FC236}">
                    <a16:creationId xmlns:a16="http://schemas.microsoft.com/office/drawing/2014/main" id="{3C5659AD-F571-B436-FA9E-F3EB0D45050A}"/>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16" name="Freeform 15">
                <a:extLst>
                  <a:ext uri="{FF2B5EF4-FFF2-40B4-BE49-F238E27FC236}">
                    <a16:creationId xmlns:a16="http://schemas.microsoft.com/office/drawing/2014/main" id="{6775BD55-89FE-BF4D-F689-E5F5188D1010}"/>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18" name="Freeform 17">
                <a:extLst>
                  <a:ext uri="{FF2B5EF4-FFF2-40B4-BE49-F238E27FC236}">
                    <a16:creationId xmlns:a16="http://schemas.microsoft.com/office/drawing/2014/main" id="{80CF7C26-1A1F-1F80-46D4-8309C39F0CA9}"/>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19" name="Freeform 18">
                <a:extLst>
                  <a:ext uri="{FF2B5EF4-FFF2-40B4-BE49-F238E27FC236}">
                    <a16:creationId xmlns:a16="http://schemas.microsoft.com/office/drawing/2014/main" id="{C0E1496F-2BE6-5149-BE29-0376ABD59D69}"/>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20" name="Freeform 19">
                <a:extLst>
                  <a:ext uri="{FF2B5EF4-FFF2-40B4-BE49-F238E27FC236}">
                    <a16:creationId xmlns:a16="http://schemas.microsoft.com/office/drawing/2014/main" id="{4C0A74FC-F5C6-E572-32D2-2A39D4551EAD}"/>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8" name="Text Placeholder 7">
            <a:extLst>
              <a:ext uri="{FF2B5EF4-FFF2-40B4-BE49-F238E27FC236}">
                <a16:creationId xmlns:a16="http://schemas.microsoft.com/office/drawing/2014/main" id="{B6C21BA7-C6D2-446E-8FD2-266107E90C49}"/>
              </a:ext>
            </a:extLst>
          </p:cNvPr>
          <p:cNvSpPr>
            <a:spLocks noGrp="1"/>
          </p:cNvSpPr>
          <p:nvPr>
            <p:ph type="body" sz="quarter" idx="16" hasCustomPrompt="1"/>
          </p:nvPr>
        </p:nvSpPr>
        <p:spPr>
          <a:xfrm>
            <a:off x="438912" y="1600200"/>
            <a:ext cx="4754880" cy="3200400"/>
          </a:xfrm>
        </p:spPr>
        <p:txBody>
          <a:bodyPr anchor="b"/>
          <a:lstStyle>
            <a:lvl1pPr marL="169863" indent="-169863">
              <a:buClrTx/>
              <a:buSzPct val="100000"/>
              <a:buFont typeface="Arial" panose="020B0604020202020204" pitchFamily="34" charset="0"/>
              <a:buChar char="“"/>
              <a:defRPr sz="2800">
                <a:solidFill>
                  <a:schemeClr val="accent2"/>
                </a:solidFill>
              </a:defRPr>
            </a:lvl1pPr>
            <a:lvl2pPr marL="457200" indent="-184150">
              <a:buClrTx/>
              <a:buFont typeface="Arial" panose="020B0604020202020204" pitchFamily="34" charset="0"/>
              <a:buChar char="“"/>
              <a:defRPr>
                <a:solidFill>
                  <a:schemeClr val="bg1"/>
                </a:solidFill>
              </a:defRPr>
            </a:lvl2pPr>
            <a:lvl3pPr marL="744538" indent="-169863">
              <a:buClrTx/>
              <a:buFont typeface="Arial" panose="020B0604020202020204" pitchFamily="34" charset="0"/>
              <a:buChar char="“"/>
              <a:defRPr>
                <a:solidFill>
                  <a:schemeClr val="bg1"/>
                </a:solidFill>
              </a:defRPr>
            </a:lvl3pPr>
            <a:lvl4pPr marL="969963" indent="-166688">
              <a:buClrTx/>
              <a:buFont typeface="Arial" panose="020B0604020202020204" pitchFamily="34" charset="0"/>
              <a:buChar char="“"/>
              <a:defRPr>
                <a:solidFill>
                  <a:schemeClr val="bg1"/>
                </a:solidFill>
              </a:defRPr>
            </a:lvl4pPr>
            <a:lvl5pPr marL="1143000" indent="-138113">
              <a:buClrTx/>
              <a:buFont typeface="Arial" panose="020B0604020202020204" pitchFamily="34" charset="0"/>
              <a:buChar char="“"/>
              <a:defRPr>
                <a:solidFill>
                  <a:schemeClr val="bg1"/>
                </a:solidFill>
              </a:defRPr>
            </a:lvl5pPr>
          </a:lstStyle>
          <a:p>
            <a:pPr lvl="0"/>
            <a:r>
              <a:rPr lang="en-US"/>
              <a:t>Quote page with photo showing a building. Click to replace text.”</a:t>
            </a:r>
          </a:p>
        </p:txBody>
      </p:sp>
      <p:sp>
        <p:nvSpPr>
          <p:cNvPr id="11" name="Text Placeholder 10">
            <a:extLst>
              <a:ext uri="{FF2B5EF4-FFF2-40B4-BE49-F238E27FC236}">
                <a16:creationId xmlns:a16="http://schemas.microsoft.com/office/drawing/2014/main" id="{0762CBDD-60C2-443D-88B5-C596896049D8}"/>
              </a:ext>
            </a:extLst>
          </p:cNvPr>
          <p:cNvSpPr>
            <a:spLocks noGrp="1"/>
          </p:cNvSpPr>
          <p:nvPr>
            <p:ph type="body" sz="quarter" idx="17" hasCustomPrompt="1"/>
          </p:nvPr>
        </p:nvSpPr>
        <p:spPr>
          <a:xfrm>
            <a:off x="612648" y="5065776"/>
            <a:ext cx="3591052" cy="674624"/>
          </a:xfrm>
        </p:spPr>
        <p:txBody>
          <a:bodyPr/>
          <a:lstStyle>
            <a:lvl1pPr marL="285750" indent="-285750">
              <a:defRPr lang="en-US" sz="1800" kern="1200" dirty="0">
                <a:solidFill>
                  <a:schemeClr val="tx1"/>
                </a:solidFill>
                <a:latin typeface="+mn-lt"/>
                <a:ea typeface="+mn-ea"/>
                <a:cs typeface="+mn-cs"/>
              </a:defRPr>
            </a:lvl1pPr>
          </a:lstStyle>
          <a:p>
            <a:pPr marL="0" lvl="0" indent="0" algn="l" defTabSz="914400" rtl="0" eaLnBrk="1" latinLnBrk="0" hangingPunct="1">
              <a:lnSpc>
                <a:spcPct val="100000"/>
              </a:lnSpc>
              <a:spcBef>
                <a:spcPts val="1200"/>
              </a:spcBef>
              <a:buClr>
                <a:schemeClr val="tx1">
                  <a:lumMod val="60000"/>
                  <a:lumOff val="40000"/>
                </a:schemeClr>
              </a:buClr>
              <a:buSzPct val="90000"/>
              <a:buFont typeface="Arial" panose="020B0604020202020204" pitchFamily="34" charset="0"/>
              <a:buChar char="​"/>
            </a:pPr>
            <a:r>
              <a:rPr lang="en-US" dirty="0"/>
              <a:t>Source Name</a:t>
            </a:r>
          </a:p>
        </p:txBody>
      </p:sp>
      <p:sp>
        <p:nvSpPr>
          <p:cNvPr id="15" name="page number">
            <a:extLst>
              <a:ext uri="{FF2B5EF4-FFF2-40B4-BE49-F238E27FC236}">
                <a16:creationId xmlns:a16="http://schemas.microsoft.com/office/drawing/2014/main" id="{65B8D505-D55C-B546-9B33-22157CD80DE2}"/>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bg1"/>
                </a:solidFill>
              </a:rPr>
              <a:pPr lvl="0" algn="r"/>
              <a:t>‹#›</a:t>
            </a:fld>
            <a:endParaRPr lang="en-US" dirty="0">
              <a:solidFill>
                <a:schemeClr val="bg1"/>
              </a:solidFill>
            </a:endParaRPr>
          </a:p>
        </p:txBody>
      </p:sp>
      <p:pic>
        <p:nvPicPr>
          <p:cNvPr id="31" name="Picture 30" descr="Looking up view of a tall building with glass windows&#10;&#10;Description automatically generated">
            <a:extLst>
              <a:ext uri="{FF2B5EF4-FFF2-40B4-BE49-F238E27FC236}">
                <a16:creationId xmlns:a16="http://schemas.microsoft.com/office/drawing/2014/main" id="{B3DA20F2-2D53-3AEB-2E52-5879AB1D3B2C}"/>
              </a:ext>
            </a:extLst>
          </p:cNvPr>
          <p:cNvPicPr>
            <a:picLocks noChangeAspect="1"/>
          </p:cNvPicPr>
          <p:nvPr userDrawn="1"/>
        </p:nvPicPr>
        <p:blipFill rotWithShape="1">
          <a:blip r:embed="rId2" cstate="screen">
            <a:alphaModFix/>
            <a:extLst>
              <a:ext uri="{28A0092B-C50C-407E-A947-70E740481C1C}">
                <a14:useLocalDpi xmlns:a14="http://schemas.microsoft.com/office/drawing/2010/main"/>
              </a:ext>
            </a:extLst>
          </a:blip>
          <a:srcRect/>
          <a:stretch/>
        </p:blipFill>
        <p:spPr>
          <a:xfrm>
            <a:off x="1829993" y="0"/>
            <a:ext cx="10358832" cy="6858000"/>
          </a:xfrm>
          <a:prstGeom prst="rect">
            <a:avLst/>
          </a:prstGeom>
        </p:spPr>
      </p:pic>
      <p:sp>
        <p:nvSpPr>
          <p:cNvPr id="33" name="Rectangle 32">
            <a:extLst>
              <a:ext uri="{FF2B5EF4-FFF2-40B4-BE49-F238E27FC236}">
                <a16:creationId xmlns:a16="http://schemas.microsoft.com/office/drawing/2014/main" id="{39644796-3BE2-09B0-F95D-F4AB56E62FD2}"/>
              </a:ext>
            </a:extLst>
          </p:cNvPr>
          <p:cNvSpPr/>
          <p:nvPr userDrawn="1"/>
        </p:nvSpPr>
        <p:spPr>
          <a:xfrm>
            <a:off x="0" y="0"/>
            <a:ext cx="12182348" cy="6858000"/>
          </a:xfrm>
          <a:prstGeom prst="rect">
            <a:avLst/>
          </a:prstGeom>
          <a:gradFill>
            <a:gsLst>
              <a:gs pos="59553">
                <a:srgbClr val="FFFFFF">
                  <a:alpha val="0"/>
                </a:srgbClr>
              </a:gs>
              <a:gs pos="35000">
                <a:srgbClr val="FFFFFF"/>
              </a:gs>
              <a:gs pos="78000">
                <a:srgbClr val="FFFFFF">
                  <a:alpha val="0"/>
                </a:srgbClr>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34" name="Freeform: Shape 9">
            <a:extLst>
              <a:ext uri="{FF2B5EF4-FFF2-40B4-BE49-F238E27FC236}">
                <a16:creationId xmlns:a16="http://schemas.microsoft.com/office/drawing/2014/main" id="{6DAA0A2E-4B76-3DD4-CF2D-B4E2E491F351}"/>
              </a:ext>
            </a:extLst>
          </p:cNvPr>
          <p:cNvSpPr/>
          <p:nvPr userDrawn="1"/>
        </p:nvSpPr>
        <p:spPr>
          <a:xfrm>
            <a:off x="0" y="0"/>
            <a:ext cx="10295334" cy="6040452"/>
          </a:xfrm>
          <a:custGeom>
            <a:avLst/>
            <a:gdLst>
              <a:gd name="connsiteX0" fmla="*/ 10186830 w 10295334"/>
              <a:gd name="connsiteY0" fmla="*/ 0 h 6040452"/>
              <a:gd name="connsiteX1" fmla="*/ 10295334 w 10295334"/>
              <a:gd name="connsiteY1" fmla="*/ 0 h 6040452"/>
              <a:gd name="connsiteX2" fmla="*/ 4722761 w 10295334"/>
              <a:gd name="connsiteY2" fmla="*/ 5572574 h 6040452"/>
              <a:gd name="connsiteX3" fmla="*/ 3593131 w 10295334"/>
              <a:gd name="connsiteY3" fmla="*/ 6040452 h 6040452"/>
              <a:gd name="connsiteX4" fmla="*/ 0 w 10295334"/>
              <a:gd name="connsiteY4" fmla="*/ 6040452 h 6040452"/>
              <a:gd name="connsiteX5" fmla="*/ 0 w 10295334"/>
              <a:gd name="connsiteY5" fmla="*/ 5963772 h 6040452"/>
              <a:gd name="connsiteX6" fmla="*/ 3593131 w 10295334"/>
              <a:gd name="connsiteY6" fmla="*/ 5963772 h 6040452"/>
              <a:gd name="connsiteX7" fmla="*/ 4175135 w 10295334"/>
              <a:gd name="connsiteY7" fmla="*/ 5847985 h 6040452"/>
              <a:gd name="connsiteX8" fmla="*/ 4668509 w 10295334"/>
              <a:gd name="connsiteY8" fmla="*/ 5518323 h 60404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295334" h="6040452">
                <a:moveTo>
                  <a:pt x="10186830" y="0"/>
                </a:moveTo>
                <a:lnTo>
                  <a:pt x="10295334" y="0"/>
                </a:lnTo>
                <a:lnTo>
                  <a:pt x="4722761" y="5572574"/>
                </a:lnTo>
                <a:cubicBezTo>
                  <a:pt x="4423133" y="5872139"/>
                  <a:pt x="4016790" y="6040452"/>
                  <a:pt x="3593131" y="6040452"/>
                </a:cubicBezTo>
                <a:lnTo>
                  <a:pt x="0" y="6040452"/>
                </a:lnTo>
                <a:lnTo>
                  <a:pt x="0" y="5963772"/>
                </a:lnTo>
                <a:lnTo>
                  <a:pt x="3593131" y="5963772"/>
                </a:lnTo>
                <a:cubicBezTo>
                  <a:pt x="3793842" y="5963772"/>
                  <a:pt x="3989696" y="5924793"/>
                  <a:pt x="4175135" y="5847985"/>
                </a:cubicBezTo>
                <a:cubicBezTo>
                  <a:pt x="4360575" y="5771176"/>
                  <a:pt x="4526588" y="5660245"/>
                  <a:pt x="4668509" y="5518323"/>
                </a:cubicBezTo>
                <a:close/>
              </a:path>
            </a:pathLst>
          </a:custGeom>
          <a:gradFill>
            <a:gsLst>
              <a:gs pos="12000">
                <a:schemeClr val="accent3"/>
              </a:gs>
              <a:gs pos="85000">
                <a:schemeClr val="accent2"/>
              </a:gs>
            </a:gsLst>
            <a:lin ang="0" scaled="1"/>
          </a:gradFill>
          <a:ln w="0" cap="flat">
            <a:noFill/>
            <a:prstDash val="solid"/>
            <a:miter/>
          </a:ln>
        </p:spPr>
        <p:txBody>
          <a:bodyPr rtlCol="0" anchor="ctr"/>
          <a:lstStyle/>
          <a:p>
            <a:endParaRPr lang="en-US" dirty="0"/>
          </a:p>
        </p:txBody>
      </p:sp>
      <p:grpSp>
        <p:nvGrpSpPr>
          <p:cNvPr id="37" name="Graphic 8">
            <a:extLst>
              <a:ext uri="{FF2B5EF4-FFF2-40B4-BE49-F238E27FC236}">
                <a16:creationId xmlns:a16="http://schemas.microsoft.com/office/drawing/2014/main" id="{3E09CBA6-627D-2768-152C-A25B87CF790A}"/>
              </a:ext>
            </a:extLst>
          </p:cNvPr>
          <p:cNvGrpSpPr/>
          <p:nvPr userDrawn="1"/>
        </p:nvGrpSpPr>
        <p:grpSpPr>
          <a:xfrm>
            <a:off x="265625" y="6323271"/>
            <a:ext cx="1249223" cy="369648"/>
            <a:chOff x="265625" y="6323271"/>
            <a:chExt cx="1249223" cy="369648"/>
          </a:xfrm>
          <a:solidFill>
            <a:srgbClr val="000000"/>
          </a:solidFill>
        </p:grpSpPr>
        <p:grpSp>
          <p:nvGrpSpPr>
            <p:cNvPr id="38" name="Graphic 8">
              <a:extLst>
                <a:ext uri="{FF2B5EF4-FFF2-40B4-BE49-F238E27FC236}">
                  <a16:creationId xmlns:a16="http://schemas.microsoft.com/office/drawing/2014/main" id="{685DA75B-DA1C-13EF-F3C8-ACEE2C668A7F}"/>
                </a:ext>
              </a:extLst>
            </p:cNvPr>
            <p:cNvGrpSpPr/>
            <p:nvPr/>
          </p:nvGrpSpPr>
          <p:grpSpPr>
            <a:xfrm>
              <a:off x="745455" y="6594444"/>
              <a:ext cx="722662" cy="98475"/>
              <a:chOff x="745455" y="6594444"/>
              <a:chExt cx="722662" cy="98475"/>
            </a:xfrm>
            <a:solidFill>
              <a:srgbClr val="000000"/>
            </a:solidFill>
          </p:grpSpPr>
          <p:sp>
            <p:nvSpPr>
              <p:cNvPr id="47" name="Freeform 46">
                <a:extLst>
                  <a:ext uri="{FF2B5EF4-FFF2-40B4-BE49-F238E27FC236}">
                    <a16:creationId xmlns:a16="http://schemas.microsoft.com/office/drawing/2014/main" id="{6E43D9EF-A9B1-97EC-9CAB-0367B664C9D0}"/>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48" name="Freeform 47">
                <a:extLst>
                  <a:ext uri="{FF2B5EF4-FFF2-40B4-BE49-F238E27FC236}">
                    <a16:creationId xmlns:a16="http://schemas.microsoft.com/office/drawing/2014/main" id="{5B127822-510F-D59E-2401-DACD4D6BA077}"/>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49" name="Freeform 48">
                <a:extLst>
                  <a:ext uri="{FF2B5EF4-FFF2-40B4-BE49-F238E27FC236}">
                    <a16:creationId xmlns:a16="http://schemas.microsoft.com/office/drawing/2014/main" id="{F3E9315B-DD78-18E2-9951-D8120BAD9160}"/>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50" name="Freeform 49">
                <a:extLst>
                  <a:ext uri="{FF2B5EF4-FFF2-40B4-BE49-F238E27FC236}">
                    <a16:creationId xmlns:a16="http://schemas.microsoft.com/office/drawing/2014/main" id="{E2AF63A1-86BF-B1C3-A3F5-517003C7A966}"/>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51" name="Freeform 50">
                <a:extLst>
                  <a:ext uri="{FF2B5EF4-FFF2-40B4-BE49-F238E27FC236}">
                    <a16:creationId xmlns:a16="http://schemas.microsoft.com/office/drawing/2014/main" id="{0AC22223-58F9-DB0C-9D61-94D7B8E8C1F4}"/>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2" name="Freeform 51">
                <a:extLst>
                  <a:ext uri="{FF2B5EF4-FFF2-40B4-BE49-F238E27FC236}">
                    <a16:creationId xmlns:a16="http://schemas.microsoft.com/office/drawing/2014/main" id="{1114E784-D17D-A2C2-757A-7B9912824867}"/>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53" name="Freeform 52">
                <a:extLst>
                  <a:ext uri="{FF2B5EF4-FFF2-40B4-BE49-F238E27FC236}">
                    <a16:creationId xmlns:a16="http://schemas.microsoft.com/office/drawing/2014/main" id="{DF09BAA7-F77F-FEDC-A8A8-F10B9350FFF7}"/>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54" name="Freeform 53">
                <a:extLst>
                  <a:ext uri="{FF2B5EF4-FFF2-40B4-BE49-F238E27FC236}">
                    <a16:creationId xmlns:a16="http://schemas.microsoft.com/office/drawing/2014/main" id="{0A1F18F3-D078-404B-FFBA-A4E33B814768}"/>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55" name="Freeform 54">
                <a:extLst>
                  <a:ext uri="{FF2B5EF4-FFF2-40B4-BE49-F238E27FC236}">
                    <a16:creationId xmlns:a16="http://schemas.microsoft.com/office/drawing/2014/main" id="{0DA5E4E2-82BF-54FB-780E-193386E0F471}"/>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6" name="Freeform 55">
                <a:extLst>
                  <a:ext uri="{FF2B5EF4-FFF2-40B4-BE49-F238E27FC236}">
                    <a16:creationId xmlns:a16="http://schemas.microsoft.com/office/drawing/2014/main" id="{61295929-CD29-6FBF-CE14-3BC84AB4A1F6}"/>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39" name="Graphic 8">
              <a:extLst>
                <a:ext uri="{FF2B5EF4-FFF2-40B4-BE49-F238E27FC236}">
                  <a16:creationId xmlns:a16="http://schemas.microsoft.com/office/drawing/2014/main" id="{E1BC8CC5-030B-A124-A179-FC1B1CB93618}"/>
                </a:ext>
              </a:extLst>
            </p:cNvPr>
            <p:cNvGrpSpPr/>
            <p:nvPr/>
          </p:nvGrpSpPr>
          <p:grpSpPr>
            <a:xfrm>
              <a:off x="265625" y="6323271"/>
              <a:ext cx="1249223" cy="190348"/>
              <a:chOff x="265625" y="6323271"/>
              <a:chExt cx="1249223" cy="190348"/>
            </a:xfrm>
            <a:solidFill>
              <a:srgbClr val="000000"/>
            </a:solidFill>
          </p:grpSpPr>
          <p:sp>
            <p:nvSpPr>
              <p:cNvPr id="40" name="Freeform 39">
                <a:extLst>
                  <a:ext uri="{FF2B5EF4-FFF2-40B4-BE49-F238E27FC236}">
                    <a16:creationId xmlns:a16="http://schemas.microsoft.com/office/drawing/2014/main" id="{8263E9E0-CE6D-2469-4DAA-AAD461690F95}"/>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41" name="Freeform 40">
                <a:extLst>
                  <a:ext uri="{FF2B5EF4-FFF2-40B4-BE49-F238E27FC236}">
                    <a16:creationId xmlns:a16="http://schemas.microsoft.com/office/drawing/2014/main" id="{54E7CD3B-64B1-7447-7A83-5830224748C9}"/>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42" name="Freeform 41">
                <a:extLst>
                  <a:ext uri="{FF2B5EF4-FFF2-40B4-BE49-F238E27FC236}">
                    <a16:creationId xmlns:a16="http://schemas.microsoft.com/office/drawing/2014/main" id="{3C5659AD-F571-B436-FA9E-F3EB0D45050A}"/>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43" name="Freeform 42">
                <a:extLst>
                  <a:ext uri="{FF2B5EF4-FFF2-40B4-BE49-F238E27FC236}">
                    <a16:creationId xmlns:a16="http://schemas.microsoft.com/office/drawing/2014/main" id="{6775BD55-89FE-BF4D-F689-E5F5188D1010}"/>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44" name="Freeform 43">
                <a:extLst>
                  <a:ext uri="{FF2B5EF4-FFF2-40B4-BE49-F238E27FC236}">
                    <a16:creationId xmlns:a16="http://schemas.microsoft.com/office/drawing/2014/main" id="{80CF7C26-1A1F-1F80-46D4-8309C39F0CA9}"/>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45" name="Freeform 44">
                <a:extLst>
                  <a:ext uri="{FF2B5EF4-FFF2-40B4-BE49-F238E27FC236}">
                    <a16:creationId xmlns:a16="http://schemas.microsoft.com/office/drawing/2014/main" id="{C0E1496F-2BE6-5149-BE29-0376ABD59D69}"/>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46" name="Freeform 45">
                <a:extLst>
                  <a:ext uri="{FF2B5EF4-FFF2-40B4-BE49-F238E27FC236}">
                    <a16:creationId xmlns:a16="http://schemas.microsoft.com/office/drawing/2014/main" id="{4C0A74FC-F5C6-E572-32D2-2A39D4551EAD}"/>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57" name="page number">
            <a:extLst>
              <a:ext uri="{FF2B5EF4-FFF2-40B4-BE49-F238E27FC236}">
                <a16:creationId xmlns:a16="http://schemas.microsoft.com/office/drawing/2014/main" id="{65B8D505-D55C-B546-9B33-22157CD80DE2}"/>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bg1"/>
                </a:solidFill>
              </a:rPr>
              <a:pPr lvl="0" algn="r"/>
              <a:t>‹#›</a:t>
            </a:fld>
            <a:endParaRPr lang="en-US" dirty="0">
              <a:solidFill>
                <a:schemeClr val="bg1"/>
              </a:solidFill>
            </a:endParaRPr>
          </a:p>
        </p:txBody>
      </p:sp>
      <p:sp>
        <p:nvSpPr>
          <p:cNvPr id="17" name="TextBox 16">
            <a:extLst>
              <a:ext uri="{FF2B5EF4-FFF2-40B4-BE49-F238E27FC236}">
                <a16:creationId xmlns:a16="http://schemas.microsoft.com/office/drawing/2014/main" id="{0D3A3CDD-4D8E-3CB0-B95C-B4DE8B5B02E4}"/>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178700034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a14="http://schemas.microsoft.com/office/drawing/2010/main" xmlns:a16="http://schemas.microsoft.com/office/drawing/2014/main" xmlns="">
      <p:transition spd="med">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D90EF1-7A6F-4CAE-80CD-2BC8A8107F0C}"/>
              </a:ext>
            </a:extLst>
          </p:cNvPr>
          <p:cNvSpPr>
            <a:spLocks noGrp="1"/>
          </p:cNvSpPr>
          <p:nvPr>
            <p:ph type="title" hasCustomPrompt="1"/>
          </p:nvPr>
        </p:nvSpPr>
        <p:spPr/>
        <p:txBody>
          <a:bodyPr/>
          <a:lstStyle>
            <a:lvl1pPr>
              <a:defRPr>
                <a:solidFill>
                  <a:schemeClr val="accent2"/>
                </a:solidFill>
              </a:defRPr>
            </a:lvl1pPr>
          </a:lstStyle>
          <a:p>
            <a:r>
              <a:rPr lang="en-US"/>
              <a:t>Click to Add One Line Title</a:t>
            </a:r>
          </a:p>
        </p:txBody>
      </p:sp>
      <p:sp>
        <p:nvSpPr>
          <p:cNvPr id="6" name="page number">
            <a:extLst>
              <a:ext uri="{FF2B5EF4-FFF2-40B4-BE49-F238E27FC236}">
                <a16:creationId xmlns:a16="http://schemas.microsoft.com/office/drawing/2014/main" id="{F2584149-C6DB-AE45-B715-90B7DF169DD6}"/>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4" name="page number">
            <a:extLst>
              <a:ext uri="{FF2B5EF4-FFF2-40B4-BE49-F238E27FC236}">
                <a16:creationId xmlns:a16="http://schemas.microsoft.com/office/drawing/2014/main" id="{F2584149-C6DB-AE45-B715-90B7DF169DD6}"/>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29934771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Title and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D90EF1-7A6F-4CAE-80CD-2BC8A8107F0C}"/>
              </a:ext>
            </a:extLst>
          </p:cNvPr>
          <p:cNvSpPr>
            <a:spLocks noGrp="1"/>
          </p:cNvSpPr>
          <p:nvPr>
            <p:ph type="title" hasCustomPrompt="1"/>
          </p:nvPr>
        </p:nvSpPr>
        <p:spPr/>
        <p:txBody>
          <a:bodyPr/>
          <a:lstStyle>
            <a:lvl1pPr>
              <a:defRPr>
                <a:solidFill>
                  <a:schemeClr val="accent2"/>
                </a:solidFill>
              </a:defRPr>
            </a:lvl1pPr>
          </a:lstStyle>
          <a:p>
            <a:r>
              <a:rPr lang="en-US"/>
              <a:t>Click to Add One Line Title</a:t>
            </a:r>
          </a:p>
        </p:txBody>
      </p:sp>
      <p:sp>
        <p:nvSpPr>
          <p:cNvPr id="9" name="Subtitle 2">
            <a:extLst>
              <a:ext uri="{FF2B5EF4-FFF2-40B4-BE49-F238E27FC236}">
                <a16:creationId xmlns:a16="http://schemas.microsoft.com/office/drawing/2014/main" id="{C28211D2-9BBA-4EB9-8867-E2CC72E9E0D1}"/>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subtitle</a:t>
            </a:r>
          </a:p>
        </p:txBody>
      </p:sp>
      <p:sp>
        <p:nvSpPr>
          <p:cNvPr id="6" name="page number">
            <a:extLst>
              <a:ext uri="{FF2B5EF4-FFF2-40B4-BE49-F238E27FC236}">
                <a16:creationId xmlns:a16="http://schemas.microsoft.com/office/drawing/2014/main" id="{F2584149-C6DB-AE45-B715-90B7DF169DD6}"/>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5" name="page number">
            <a:extLst>
              <a:ext uri="{FF2B5EF4-FFF2-40B4-BE49-F238E27FC236}">
                <a16:creationId xmlns:a16="http://schemas.microsoft.com/office/drawing/2014/main" id="{F2584149-C6DB-AE45-B715-90B7DF169DD6}"/>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7840259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itle, Sub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924E83-0498-4D8B-94A0-3FF7CDD8F127}"/>
              </a:ext>
            </a:extLst>
          </p:cNvPr>
          <p:cNvSpPr>
            <a:spLocks noGrp="1"/>
          </p:cNvSpPr>
          <p:nvPr>
            <p:ph type="title" hasCustomPrompt="1"/>
          </p:nvPr>
        </p:nvSpPr>
        <p:spPr/>
        <p:txBody>
          <a:bodyPr/>
          <a:lstStyle>
            <a:lvl1pPr>
              <a:defRPr>
                <a:solidFill>
                  <a:schemeClr val="accent2"/>
                </a:solidFill>
              </a:defRPr>
            </a:lvl1pPr>
          </a:lstStyle>
          <a:p>
            <a:r>
              <a:rPr lang="en-US"/>
              <a:t>Single Content Layout Click to Add One Line Title</a:t>
            </a:r>
          </a:p>
        </p:txBody>
      </p:sp>
      <p:sp>
        <p:nvSpPr>
          <p:cNvPr id="8" name="Subtitle 2">
            <a:extLst>
              <a:ext uri="{FF2B5EF4-FFF2-40B4-BE49-F238E27FC236}">
                <a16:creationId xmlns:a16="http://schemas.microsoft.com/office/drawing/2014/main" id="{216D2F66-BB7F-4F0E-A224-A105F87676EF}"/>
              </a:ext>
            </a:extLst>
          </p:cNvPr>
          <p:cNvSpPr>
            <a:spLocks noGrp="1"/>
          </p:cNvSpPr>
          <p:nvPr>
            <p:ph type="subTitle" idx="10" hasCustomPrompt="1"/>
          </p:nvPr>
        </p:nvSpPr>
        <p:spPr>
          <a:xfrm>
            <a:off x="592866" y="811830"/>
            <a:ext cx="1098794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18" name="Content Placeholder 17">
            <a:extLst>
              <a:ext uri="{FF2B5EF4-FFF2-40B4-BE49-F238E27FC236}">
                <a16:creationId xmlns:a16="http://schemas.microsoft.com/office/drawing/2014/main" id="{D034FA3F-D529-4D8B-B6EC-A8341FCAF67E}"/>
              </a:ext>
            </a:extLst>
          </p:cNvPr>
          <p:cNvSpPr>
            <a:spLocks noGrp="1"/>
          </p:cNvSpPr>
          <p:nvPr>
            <p:ph sz="quarter" idx="14" hasCustomPrompt="1"/>
          </p:nvPr>
        </p:nvSpPr>
        <p:spPr>
          <a:xfrm>
            <a:off x="616505" y="1600201"/>
            <a:ext cx="10972800" cy="4572000"/>
          </a:xfrm>
        </p:spPr>
        <p:txBody>
          <a:bodyPr/>
          <a:lstStyle>
            <a:lvl1pPr>
              <a:spcBef>
                <a:spcPts val="0"/>
              </a:spcBef>
              <a:defRPr>
                <a:solidFill>
                  <a:schemeClr val="tx1"/>
                </a:solidFill>
              </a:defRPr>
            </a:lvl1pPr>
            <a:lvl2pPr>
              <a:spcBef>
                <a:spcPts val="0"/>
              </a:spcBef>
              <a:buClr>
                <a:schemeClr val="bg2">
                  <a:lumMod val="25000"/>
                </a:schemeClr>
              </a:buClr>
              <a:defRPr>
                <a:solidFill>
                  <a:schemeClr val="tx1"/>
                </a:solidFill>
              </a:defRPr>
            </a:lvl2pPr>
            <a:lvl3pPr>
              <a:spcBef>
                <a:spcPts val="0"/>
              </a:spcBef>
              <a:buClr>
                <a:schemeClr val="bg2">
                  <a:lumMod val="25000"/>
                </a:schemeClr>
              </a:buClr>
              <a:defRPr>
                <a:solidFill>
                  <a:schemeClr val="tx1"/>
                </a:solidFill>
              </a:defRPr>
            </a:lvl3pPr>
            <a:lvl4pPr>
              <a:spcBef>
                <a:spcPts val="0"/>
              </a:spcBef>
              <a:buClr>
                <a:schemeClr val="bg2">
                  <a:lumMod val="25000"/>
                </a:schemeClr>
              </a:buClr>
              <a:defRPr>
                <a:solidFill>
                  <a:schemeClr val="tx1"/>
                </a:solidFill>
              </a:defRPr>
            </a:lvl4pPr>
            <a:lvl5pPr>
              <a:spcBef>
                <a:spcPts val="0"/>
              </a:spcBef>
              <a:buClr>
                <a:schemeClr val="bg2">
                  <a:lumMod val="25000"/>
                </a:schemeClr>
              </a:buClr>
              <a:defRPr>
                <a:solidFill>
                  <a:schemeClr val="tx1"/>
                </a:solidFill>
              </a:defRPr>
            </a:lvl5pPr>
            <a:lvl6pPr>
              <a:buClr>
                <a:schemeClr val="bg2">
                  <a:lumMod val="25000"/>
                </a:schemeClr>
              </a:buClr>
              <a:defRPr>
                <a:solidFill>
                  <a:schemeClr val="bg2">
                    <a:lumMod val="25000"/>
                  </a:schemeClr>
                </a:solidFill>
              </a:defRPr>
            </a:lvl6pPr>
            <a:lvl7pPr>
              <a:defRPr/>
            </a:lvl7pPr>
            <a:lvl8pPr>
              <a:defRPr/>
            </a:lvl8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page number">
            <a:extLst>
              <a:ext uri="{FF2B5EF4-FFF2-40B4-BE49-F238E27FC236}">
                <a16:creationId xmlns:a16="http://schemas.microsoft.com/office/drawing/2014/main" id="{175B5FDB-839C-A941-B264-01387F31F005}"/>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6" name="page number">
            <a:extLst>
              <a:ext uri="{FF2B5EF4-FFF2-40B4-BE49-F238E27FC236}">
                <a16:creationId xmlns:a16="http://schemas.microsoft.com/office/drawing/2014/main" id="{175B5FDB-839C-A941-B264-01387F31F005}"/>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30387809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Two-Content Balance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000E4C6-16B5-49A9-898A-3B53C5AB065D}"/>
              </a:ext>
            </a:extLst>
          </p:cNvPr>
          <p:cNvSpPr>
            <a:spLocks noGrp="1"/>
          </p:cNvSpPr>
          <p:nvPr>
            <p:ph type="title" hasCustomPrompt="1"/>
          </p:nvPr>
        </p:nvSpPr>
        <p:spPr/>
        <p:txBody>
          <a:bodyPr/>
          <a:lstStyle>
            <a:lvl1pPr>
              <a:defRPr>
                <a:solidFill>
                  <a:schemeClr val="accent2"/>
                </a:solidFill>
              </a:defRPr>
            </a:lvl1pPr>
          </a:lstStyle>
          <a:p>
            <a:r>
              <a:rPr lang="en-US"/>
              <a:t>Two-content Layout Click to Add One Line Title</a:t>
            </a:r>
          </a:p>
        </p:txBody>
      </p:sp>
      <p:sp>
        <p:nvSpPr>
          <p:cNvPr id="8" name="Subtitle 2">
            <a:extLst>
              <a:ext uri="{FF2B5EF4-FFF2-40B4-BE49-F238E27FC236}">
                <a16:creationId xmlns:a16="http://schemas.microsoft.com/office/drawing/2014/main" id="{38535540-CB20-4CD5-9F73-DB64F5A49CD3}"/>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4" name="Content Placeholder 3">
            <a:extLst>
              <a:ext uri="{FF2B5EF4-FFF2-40B4-BE49-F238E27FC236}">
                <a16:creationId xmlns:a16="http://schemas.microsoft.com/office/drawing/2014/main" id="{87AF420A-ED2C-4AD1-A28B-EB26178557DE}"/>
              </a:ext>
            </a:extLst>
          </p:cNvPr>
          <p:cNvSpPr>
            <a:spLocks noGrp="1"/>
          </p:cNvSpPr>
          <p:nvPr>
            <p:ph sz="quarter" idx="17" hasCustomPrompt="1"/>
          </p:nvPr>
        </p:nvSpPr>
        <p:spPr>
          <a:xfrm>
            <a:off x="608013" y="1600200"/>
            <a:ext cx="5313783" cy="4572000"/>
          </a:xfrm>
        </p:spPr>
        <p:txBody>
          <a:bodyPr vert="horz" lIns="0" tIns="0" rIns="0" bIns="0" rtlCol="0">
            <a:noAutofit/>
          </a:bodyPr>
          <a:lstStyle>
            <a:lvl1pPr>
              <a:defRPr lang="en-US" sz="1800" dirty="0">
                <a:solidFill>
                  <a:schemeClr val="tx1"/>
                </a:solidFill>
              </a:defRPr>
            </a:lvl1pPr>
            <a:lvl2pPr>
              <a:defRPr lang="en-US" sz="1600" dirty="0">
                <a:solidFill>
                  <a:schemeClr val="tx1"/>
                </a:solidFill>
              </a:defRPr>
            </a:lvl2pPr>
            <a:lvl3pPr>
              <a:defRPr lang="en-US" sz="1400" dirty="0">
                <a:solidFill>
                  <a:schemeClr val="tx1"/>
                </a:solidFill>
              </a:defRPr>
            </a:lvl3pPr>
            <a:lvl4pPr>
              <a:defRPr lang="en-US" sz="1200" dirty="0">
                <a:solidFill>
                  <a:schemeClr val="tx1"/>
                </a:solidFill>
              </a:defRPr>
            </a:lvl4pPr>
            <a:lvl5pPr>
              <a:defRPr lang="en-US" sz="1200" dirty="0">
                <a:solidFill>
                  <a:schemeClr val="tx1"/>
                </a:solidFill>
              </a:defRPr>
            </a:lvl5pPr>
            <a:lvl6pPr>
              <a:defRPr lang="en-US" sz="1200" dirty="0">
                <a:solidFill>
                  <a:schemeClr val="tx1"/>
                </a:solidFill>
              </a:defRPr>
            </a:lvl6pPr>
            <a:lvl7pPr>
              <a:defRPr lang="en-US" sz="1200" dirty="0">
                <a:solidFill>
                  <a:schemeClr val="tx1"/>
                </a:solidFill>
              </a:defRPr>
            </a:lvl7pPr>
            <a:lvl8pPr>
              <a:defRPr lang="en-US" sz="1200" dirty="0">
                <a:solidFill>
                  <a:schemeClr val="tx1"/>
                </a:solidFill>
              </a:defRPr>
            </a:lvl8pPr>
            <a:lvl9pPr>
              <a:defRPr lang="en-US" sz="1200" dirty="0">
                <a:solidFill>
                  <a:schemeClr val="tx1"/>
                </a:solidFill>
              </a:defRPr>
            </a:lvl9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7"/>
            <a:r>
              <a:rPr lang="en-US" dirty="0"/>
              <a:t>Eighth level</a:t>
            </a:r>
          </a:p>
          <a:p>
            <a:pPr lvl="8"/>
            <a:r>
              <a:rPr lang="en-US" dirty="0"/>
              <a:t>Ninth level</a:t>
            </a:r>
          </a:p>
        </p:txBody>
      </p:sp>
      <p:sp>
        <p:nvSpPr>
          <p:cNvPr id="12" name="Content Placeholder 3">
            <a:extLst>
              <a:ext uri="{FF2B5EF4-FFF2-40B4-BE49-F238E27FC236}">
                <a16:creationId xmlns:a16="http://schemas.microsoft.com/office/drawing/2014/main" id="{CD860A49-A98C-4F0E-AB34-4E13B89D5EBC}"/>
              </a:ext>
            </a:extLst>
          </p:cNvPr>
          <p:cNvSpPr>
            <a:spLocks noGrp="1"/>
          </p:cNvSpPr>
          <p:nvPr>
            <p:ph sz="quarter" idx="18" hasCustomPrompt="1"/>
          </p:nvPr>
        </p:nvSpPr>
        <p:spPr>
          <a:xfrm>
            <a:off x="6321287" y="1600200"/>
            <a:ext cx="5313783" cy="4572000"/>
          </a:xfrm>
        </p:spPr>
        <p:txBody>
          <a:bodyPr vert="horz" lIns="0" tIns="0" rIns="0" bIns="0" rtlCol="0">
            <a:noAutofit/>
          </a:bodyPr>
          <a:lstStyle>
            <a:lvl1pPr>
              <a:defRPr lang="en-US" sz="1800" dirty="0">
                <a:solidFill>
                  <a:schemeClr val="tx1"/>
                </a:solidFill>
              </a:defRPr>
            </a:lvl1pPr>
            <a:lvl2pPr>
              <a:defRPr lang="en-US" sz="1600" dirty="0">
                <a:solidFill>
                  <a:schemeClr val="tx1"/>
                </a:solidFill>
              </a:defRPr>
            </a:lvl2pPr>
            <a:lvl3pPr>
              <a:defRPr lang="en-US" sz="1400" dirty="0">
                <a:solidFill>
                  <a:schemeClr val="tx1"/>
                </a:solidFill>
              </a:defRPr>
            </a:lvl3pPr>
            <a:lvl4pPr>
              <a:defRPr lang="en-US" sz="1200" dirty="0">
                <a:solidFill>
                  <a:schemeClr val="tx1"/>
                </a:solidFill>
              </a:defRPr>
            </a:lvl4pPr>
            <a:lvl5pPr>
              <a:defRPr lang="en-US" sz="1200" dirty="0">
                <a:solidFill>
                  <a:schemeClr val="tx1"/>
                </a:solidFill>
              </a:defRPr>
            </a:lvl5pPr>
            <a:lvl6pPr>
              <a:defRPr lang="en-US" sz="1200" dirty="0">
                <a:solidFill>
                  <a:schemeClr val="tx1"/>
                </a:solidFill>
              </a:defRPr>
            </a:lvl6pPr>
            <a:lvl7pPr>
              <a:defRPr lang="en-US" sz="1200" dirty="0">
                <a:solidFill>
                  <a:schemeClr val="tx1"/>
                </a:solidFill>
              </a:defRPr>
            </a:lvl7pPr>
            <a:lvl8pPr>
              <a:defRPr lang="en-US" sz="1200" dirty="0">
                <a:solidFill>
                  <a:schemeClr val="tx1"/>
                </a:solidFill>
              </a:defRPr>
            </a:lvl8pPr>
            <a:lvl9pPr>
              <a:defRPr lang="en-US" sz="1200" dirty="0">
                <a:solidFill>
                  <a:schemeClr val="tx1"/>
                </a:solidFill>
              </a:defRPr>
            </a:lvl9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7"/>
            <a:r>
              <a:rPr lang="en-US" dirty="0"/>
              <a:t>Eighth level</a:t>
            </a:r>
          </a:p>
          <a:p>
            <a:pPr lvl="8"/>
            <a:r>
              <a:rPr lang="en-US" dirty="0"/>
              <a:t>Ninth level</a:t>
            </a:r>
          </a:p>
        </p:txBody>
      </p:sp>
      <p:sp>
        <p:nvSpPr>
          <p:cNvPr id="7" name="page number">
            <a:extLst>
              <a:ext uri="{FF2B5EF4-FFF2-40B4-BE49-F238E27FC236}">
                <a16:creationId xmlns:a16="http://schemas.microsoft.com/office/drawing/2014/main" id="{306FFEC8-099C-484D-841A-7FCB225B1895}"/>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9" name="page number">
            <a:extLst>
              <a:ext uri="{FF2B5EF4-FFF2-40B4-BE49-F238E27FC236}">
                <a16:creationId xmlns:a16="http://schemas.microsoft.com/office/drawing/2014/main" id="{306FFEC8-099C-484D-841A-7FCB225B1895}"/>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17049194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wo-Content Balanced Color on Right">
    <p:spTree>
      <p:nvGrpSpPr>
        <p:cNvPr id="1" name=""/>
        <p:cNvGrpSpPr/>
        <p:nvPr/>
      </p:nvGrpSpPr>
      <p:grpSpPr>
        <a:xfrm>
          <a:off x="0" y="0"/>
          <a:ext cx="0" cy="0"/>
          <a:chOff x="0" y="0"/>
          <a:chExt cx="0" cy="0"/>
        </a:xfrm>
      </p:grpSpPr>
      <p:sp>
        <p:nvSpPr>
          <p:cNvPr id="72" name="Content Placeholder 17">
            <a:extLst>
              <a:ext uri="{FF2B5EF4-FFF2-40B4-BE49-F238E27FC236}">
                <a16:creationId xmlns:a16="http://schemas.microsoft.com/office/drawing/2014/main" id="{A0456ED3-FDC5-4E29-B939-E35EA08477CA}"/>
              </a:ext>
            </a:extLst>
          </p:cNvPr>
          <p:cNvSpPr>
            <a:spLocks noGrp="1"/>
          </p:cNvSpPr>
          <p:nvPr>
            <p:ph sz="quarter" idx="16" hasCustomPrompt="1"/>
          </p:nvPr>
        </p:nvSpPr>
        <p:spPr bwMode="ltGray">
          <a:xfrm>
            <a:off x="6323381" y="1600201"/>
            <a:ext cx="5865445" cy="4572000"/>
          </a:xfrm>
          <a:solidFill>
            <a:srgbClr val="F4F8FA"/>
          </a:solidFill>
        </p:spPr>
        <p:txBody>
          <a:bodyPr vert="horz" lIns="457200" tIns="457200" rIns="457200" bIns="457200" rtlCol="0">
            <a:noAutofit/>
          </a:bodyPr>
          <a:lstStyle>
            <a:lvl1pPr>
              <a:defRPr lang="en-US" sz="1800" dirty="0">
                <a:solidFill>
                  <a:schemeClr val="tx1"/>
                </a:solidFill>
              </a:defRPr>
            </a:lvl1pPr>
            <a:lvl2pPr>
              <a:defRPr lang="en-US" sz="1600" dirty="0">
                <a:solidFill>
                  <a:schemeClr val="tx1"/>
                </a:solidFill>
              </a:defRPr>
            </a:lvl2pPr>
            <a:lvl3pPr>
              <a:defRPr lang="en-US" sz="1400" dirty="0">
                <a:solidFill>
                  <a:schemeClr val="tx1"/>
                </a:solidFill>
              </a:defRPr>
            </a:lvl3pPr>
            <a:lvl4pPr>
              <a:defRPr lang="en-US" sz="1200" dirty="0">
                <a:solidFill>
                  <a:schemeClr val="tx1"/>
                </a:solidFill>
              </a:defRPr>
            </a:lvl4pPr>
            <a:lvl5pPr>
              <a:defRPr lang="en-US" sz="1200" dirty="0">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lvl="0">
              <a:spcBef>
                <a:spcPts val="1200"/>
              </a:spcBef>
            </a:pPr>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7"/>
            <a:r>
              <a:rPr lang="en-US" dirty="0"/>
              <a:t>Eighth level</a:t>
            </a:r>
          </a:p>
          <a:p>
            <a:pPr lvl="8"/>
            <a:r>
              <a:rPr lang="en-US" dirty="0"/>
              <a:t>Ninth level</a:t>
            </a:r>
          </a:p>
        </p:txBody>
      </p:sp>
      <p:sp>
        <p:nvSpPr>
          <p:cNvPr id="8" name="Subtitle 2">
            <a:extLst>
              <a:ext uri="{FF2B5EF4-FFF2-40B4-BE49-F238E27FC236}">
                <a16:creationId xmlns:a16="http://schemas.microsoft.com/office/drawing/2014/main" id="{38535540-CB20-4CD5-9F73-DB64F5A49CD3}"/>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3" name="Title 2">
            <a:extLst>
              <a:ext uri="{FF2B5EF4-FFF2-40B4-BE49-F238E27FC236}">
                <a16:creationId xmlns:a16="http://schemas.microsoft.com/office/drawing/2014/main" id="{E000E4C6-16B5-49A9-898A-3B53C5AB065D}"/>
              </a:ext>
            </a:extLst>
          </p:cNvPr>
          <p:cNvSpPr>
            <a:spLocks noGrp="1"/>
          </p:cNvSpPr>
          <p:nvPr>
            <p:ph type="title" hasCustomPrompt="1"/>
          </p:nvPr>
        </p:nvSpPr>
        <p:spPr/>
        <p:txBody>
          <a:bodyPr/>
          <a:lstStyle>
            <a:lvl1pPr>
              <a:defRPr>
                <a:solidFill>
                  <a:schemeClr val="accent2"/>
                </a:solidFill>
              </a:defRPr>
            </a:lvl1pPr>
          </a:lstStyle>
          <a:p>
            <a:r>
              <a:rPr lang="en-US"/>
              <a:t>Two-content Layout: Graphic on Left, Text on Right - Click to Edit</a:t>
            </a:r>
          </a:p>
        </p:txBody>
      </p:sp>
      <p:sp>
        <p:nvSpPr>
          <p:cNvPr id="7" name="page number">
            <a:extLst>
              <a:ext uri="{FF2B5EF4-FFF2-40B4-BE49-F238E27FC236}">
                <a16:creationId xmlns:a16="http://schemas.microsoft.com/office/drawing/2014/main" id="{1727F760-24DE-9A42-B7E9-356D8DC2BDAE}"/>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2" name="Content Placeholder 17">
            <a:extLst>
              <a:ext uri="{FF2B5EF4-FFF2-40B4-BE49-F238E27FC236}">
                <a16:creationId xmlns:a16="http://schemas.microsoft.com/office/drawing/2014/main" id="{DCC3C30A-44C0-E837-19B2-6A2DFD1C7D7F}"/>
              </a:ext>
            </a:extLst>
          </p:cNvPr>
          <p:cNvSpPr>
            <a:spLocks noGrp="1"/>
          </p:cNvSpPr>
          <p:nvPr>
            <p:ph sz="quarter" idx="17" hasCustomPrompt="1"/>
          </p:nvPr>
        </p:nvSpPr>
        <p:spPr bwMode="ltGray">
          <a:xfrm>
            <a:off x="0" y="1600201"/>
            <a:ext cx="5893593" cy="4572000"/>
          </a:xfrm>
          <a:noFill/>
        </p:spPr>
        <p:txBody>
          <a:bodyPr vert="horz" lIns="594360" tIns="457200" rIns="457200" bIns="457200" rtlCol="0">
            <a:noAutofit/>
          </a:bodyPr>
          <a:lstStyle>
            <a:lvl1pPr>
              <a:defRPr lang="en-US" sz="1800" dirty="0">
                <a:solidFill>
                  <a:schemeClr val="tx1"/>
                </a:solidFill>
              </a:defRPr>
            </a:lvl1pPr>
            <a:lvl2pPr>
              <a:defRPr lang="en-US" sz="1600" dirty="0">
                <a:solidFill>
                  <a:schemeClr val="tx1"/>
                </a:solidFill>
              </a:defRPr>
            </a:lvl2pPr>
            <a:lvl3pPr>
              <a:defRPr lang="en-US" sz="1400" dirty="0">
                <a:solidFill>
                  <a:schemeClr val="tx1"/>
                </a:solidFill>
              </a:defRPr>
            </a:lvl3pPr>
            <a:lvl4pPr>
              <a:defRPr lang="en-US" sz="1200" dirty="0">
                <a:solidFill>
                  <a:schemeClr val="tx1"/>
                </a:solidFill>
              </a:defRPr>
            </a:lvl4pPr>
            <a:lvl5pPr>
              <a:defRPr lang="en-US" sz="1200" dirty="0">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lvl="0">
              <a:spcBef>
                <a:spcPts val="1200"/>
              </a:spcBef>
            </a:pPr>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7"/>
            <a:r>
              <a:rPr lang="en-US" dirty="0"/>
              <a:t>Eighth level</a:t>
            </a:r>
          </a:p>
          <a:p>
            <a:pPr lvl="8"/>
            <a:r>
              <a:rPr lang="en-US" dirty="0"/>
              <a:t>Ninth level</a:t>
            </a:r>
          </a:p>
        </p:txBody>
      </p:sp>
      <p:sp>
        <p:nvSpPr>
          <p:cNvPr id="9" name="page number">
            <a:extLst>
              <a:ext uri="{FF2B5EF4-FFF2-40B4-BE49-F238E27FC236}">
                <a16:creationId xmlns:a16="http://schemas.microsoft.com/office/drawing/2014/main" id="{1727F760-24DE-9A42-B7E9-356D8DC2BDAE}"/>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16273594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Two-Content Balanced Color on Lef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000E4C6-16B5-49A9-898A-3B53C5AB065D}"/>
              </a:ext>
            </a:extLst>
          </p:cNvPr>
          <p:cNvSpPr>
            <a:spLocks noGrp="1"/>
          </p:cNvSpPr>
          <p:nvPr>
            <p:ph type="title" hasCustomPrompt="1"/>
          </p:nvPr>
        </p:nvSpPr>
        <p:spPr/>
        <p:txBody>
          <a:bodyPr/>
          <a:lstStyle>
            <a:lvl1pPr>
              <a:defRPr>
                <a:solidFill>
                  <a:schemeClr val="accent2"/>
                </a:solidFill>
              </a:defRPr>
            </a:lvl1pPr>
          </a:lstStyle>
          <a:p>
            <a:r>
              <a:rPr lang="en-US"/>
              <a:t>Two-content Layout: Text on Left, Graphic on Right - Click to Edit</a:t>
            </a:r>
          </a:p>
        </p:txBody>
      </p:sp>
      <p:sp>
        <p:nvSpPr>
          <p:cNvPr id="8" name="Subtitle 2">
            <a:extLst>
              <a:ext uri="{FF2B5EF4-FFF2-40B4-BE49-F238E27FC236}">
                <a16:creationId xmlns:a16="http://schemas.microsoft.com/office/drawing/2014/main" id="{38535540-CB20-4CD5-9F73-DB64F5A49CD3}"/>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10" name="page number">
            <a:extLst>
              <a:ext uri="{FF2B5EF4-FFF2-40B4-BE49-F238E27FC236}">
                <a16:creationId xmlns:a16="http://schemas.microsoft.com/office/drawing/2014/main" id="{4FD1F5D3-21E9-5341-B48A-48F1E4CF33AB}"/>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2" name="Content Placeholder 17">
            <a:extLst>
              <a:ext uri="{FF2B5EF4-FFF2-40B4-BE49-F238E27FC236}">
                <a16:creationId xmlns:a16="http://schemas.microsoft.com/office/drawing/2014/main" id="{D7F87D5F-EABF-6E97-FCBB-22D4040C1B63}"/>
              </a:ext>
            </a:extLst>
          </p:cNvPr>
          <p:cNvSpPr>
            <a:spLocks noGrp="1"/>
          </p:cNvSpPr>
          <p:nvPr>
            <p:ph sz="quarter" idx="16" hasCustomPrompt="1"/>
          </p:nvPr>
        </p:nvSpPr>
        <p:spPr bwMode="ltGray">
          <a:xfrm>
            <a:off x="6323381" y="1600201"/>
            <a:ext cx="5865445" cy="4572000"/>
          </a:xfrm>
          <a:noFill/>
        </p:spPr>
        <p:txBody>
          <a:bodyPr vert="horz" lIns="457200" tIns="457200" rIns="457200" bIns="457200" rtlCol="0">
            <a:noAutofit/>
          </a:bodyPr>
          <a:lstStyle>
            <a:lvl1pPr>
              <a:defRPr lang="en-US" sz="1800" dirty="0">
                <a:solidFill>
                  <a:schemeClr val="tx1"/>
                </a:solidFill>
              </a:defRPr>
            </a:lvl1pPr>
            <a:lvl2pPr>
              <a:defRPr lang="en-US" sz="1600" dirty="0">
                <a:solidFill>
                  <a:schemeClr val="tx1"/>
                </a:solidFill>
              </a:defRPr>
            </a:lvl2pPr>
            <a:lvl3pPr>
              <a:defRPr lang="en-US" sz="1400" dirty="0">
                <a:solidFill>
                  <a:schemeClr val="tx1"/>
                </a:solidFill>
              </a:defRPr>
            </a:lvl3pPr>
            <a:lvl4pPr>
              <a:defRPr lang="en-US" sz="1200" dirty="0">
                <a:solidFill>
                  <a:schemeClr val="tx1"/>
                </a:solidFill>
              </a:defRPr>
            </a:lvl4pPr>
            <a:lvl5pPr>
              <a:defRPr lang="en-US" sz="1200" dirty="0">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lvl="0">
              <a:spcBef>
                <a:spcPts val="1200"/>
              </a:spcBef>
            </a:pPr>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7"/>
            <a:r>
              <a:rPr lang="en-US" dirty="0"/>
              <a:t>Eighth level</a:t>
            </a:r>
          </a:p>
          <a:p>
            <a:pPr lvl="8"/>
            <a:r>
              <a:rPr lang="en-US" dirty="0"/>
              <a:t>Ninth level</a:t>
            </a:r>
          </a:p>
        </p:txBody>
      </p:sp>
      <p:sp>
        <p:nvSpPr>
          <p:cNvPr id="4" name="Content Placeholder 17">
            <a:extLst>
              <a:ext uri="{FF2B5EF4-FFF2-40B4-BE49-F238E27FC236}">
                <a16:creationId xmlns:a16="http://schemas.microsoft.com/office/drawing/2014/main" id="{CA8AC63D-F94C-D60E-8AB3-9211BDCC455C}"/>
              </a:ext>
            </a:extLst>
          </p:cNvPr>
          <p:cNvSpPr>
            <a:spLocks noGrp="1"/>
          </p:cNvSpPr>
          <p:nvPr>
            <p:ph sz="quarter" idx="17" hasCustomPrompt="1"/>
          </p:nvPr>
        </p:nvSpPr>
        <p:spPr bwMode="ltGray">
          <a:xfrm>
            <a:off x="0" y="1600201"/>
            <a:ext cx="5893593" cy="4572000"/>
          </a:xfrm>
          <a:solidFill>
            <a:srgbClr val="F4F8FA"/>
          </a:solidFill>
        </p:spPr>
        <p:txBody>
          <a:bodyPr vert="horz" lIns="594360" tIns="457200" rIns="457200" bIns="457200" rtlCol="0">
            <a:noAutofit/>
          </a:bodyPr>
          <a:lstStyle>
            <a:lvl1pPr>
              <a:defRPr lang="en-US" sz="1800" dirty="0">
                <a:solidFill>
                  <a:schemeClr val="tx1"/>
                </a:solidFill>
              </a:defRPr>
            </a:lvl1pPr>
            <a:lvl2pPr>
              <a:defRPr lang="en-US" sz="1600" dirty="0">
                <a:solidFill>
                  <a:schemeClr val="tx1"/>
                </a:solidFill>
              </a:defRPr>
            </a:lvl2pPr>
            <a:lvl3pPr>
              <a:defRPr lang="en-US" sz="1400" dirty="0">
                <a:solidFill>
                  <a:schemeClr val="tx1"/>
                </a:solidFill>
              </a:defRPr>
            </a:lvl3pPr>
            <a:lvl4pPr>
              <a:defRPr lang="en-US" sz="1200" dirty="0">
                <a:solidFill>
                  <a:schemeClr val="tx1"/>
                </a:solidFill>
              </a:defRPr>
            </a:lvl4pPr>
            <a:lvl5pPr>
              <a:defRPr lang="en-US" sz="1200" dirty="0">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lvl="0">
              <a:spcBef>
                <a:spcPts val="1200"/>
              </a:spcBef>
            </a:pPr>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7"/>
            <a:r>
              <a:rPr lang="en-US" dirty="0"/>
              <a:t>Eighth level</a:t>
            </a:r>
          </a:p>
          <a:p>
            <a:pPr lvl="8"/>
            <a:r>
              <a:rPr lang="en-US" dirty="0"/>
              <a:t>Ninth level</a:t>
            </a:r>
          </a:p>
        </p:txBody>
      </p:sp>
      <p:sp>
        <p:nvSpPr>
          <p:cNvPr id="7" name="page number">
            <a:extLst>
              <a:ext uri="{FF2B5EF4-FFF2-40B4-BE49-F238E27FC236}">
                <a16:creationId xmlns:a16="http://schemas.microsoft.com/office/drawing/2014/main" id="{4FD1F5D3-21E9-5341-B48A-48F1E4CF33AB}"/>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38227123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6A1FE0B-90B1-4BED-9AA5-6DC9F6424E67}"/>
              </a:ext>
            </a:extLst>
          </p:cNvPr>
          <p:cNvSpPr>
            <a:spLocks noGrp="1"/>
          </p:cNvSpPr>
          <p:nvPr>
            <p:ph type="title" hasCustomPrompt="1"/>
          </p:nvPr>
        </p:nvSpPr>
        <p:spPr/>
        <p:txBody>
          <a:bodyPr/>
          <a:lstStyle>
            <a:lvl1pPr>
              <a:defRPr>
                <a:solidFill>
                  <a:schemeClr val="accent2"/>
                </a:solidFill>
              </a:defRPr>
            </a:lvl1pPr>
          </a:lstStyle>
          <a:p>
            <a:r>
              <a:rPr lang="en-US"/>
              <a:t>Two-content Text Comparison Layout</a:t>
            </a:r>
          </a:p>
        </p:txBody>
      </p:sp>
      <p:sp>
        <p:nvSpPr>
          <p:cNvPr id="13" name="Subtitle 2">
            <a:extLst>
              <a:ext uri="{FF2B5EF4-FFF2-40B4-BE49-F238E27FC236}">
                <a16:creationId xmlns:a16="http://schemas.microsoft.com/office/drawing/2014/main" id="{D541C7AA-97CA-4F96-9506-F144DA2CD8E2}"/>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11" name="Text Placeholder 4">
            <a:extLst>
              <a:ext uri="{FF2B5EF4-FFF2-40B4-BE49-F238E27FC236}">
                <a16:creationId xmlns:a16="http://schemas.microsoft.com/office/drawing/2014/main" id="{9E550D89-51A7-894E-88FB-394F3178F2EC}"/>
              </a:ext>
            </a:extLst>
          </p:cNvPr>
          <p:cNvSpPr>
            <a:spLocks noGrp="1"/>
          </p:cNvSpPr>
          <p:nvPr>
            <p:ph type="body" sz="quarter" idx="17" hasCustomPrompt="1"/>
          </p:nvPr>
        </p:nvSpPr>
        <p:spPr bwMode="gray">
          <a:xfrm>
            <a:off x="592866" y="1600202"/>
            <a:ext cx="5287234" cy="875370"/>
          </a:xfrm>
          <a:noFill/>
        </p:spPr>
        <p:txBody>
          <a:bodyPr vert="horz" lIns="0" tIns="91440" rIns="457200" bIns="91440" rtlCol="0" anchor="b">
            <a:noAutofit/>
          </a:bodyPr>
          <a:lstStyle>
            <a:lvl1pPr>
              <a:defRPr lang="en-US" dirty="0">
                <a:solidFill>
                  <a:schemeClr val="accent2"/>
                </a:solidFill>
              </a:defRPr>
            </a:lvl1pPr>
          </a:lstStyle>
          <a:p>
            <a:pPr lvl="0"/>
            <a:r>
              <a:rPr lang="en-US"/>
              <a:t>Click to add header </a:t>
            </a:r>
          </a:p>
        </p:txBody>
      </p:sp>
      <p:sp>
        <p:nvSpPr>
          <p:cNvPr id="14" name="Rectangle 13">
            <a:extLst>
              <a:ext uri="{FF2B5EF4-FFF2-40B4-BE49-F238E27FC236}">
                <a16:creationId xmlns:a16="http://schemas.microsoft.com/office/drawing/2014/main" id="{AA1B5F83-A93D-544C-8DB4-B164DBF2F72D}"/>
              </a:ext>
              <a:ext uri="{C183D7F6-B498-43B3-948B-1728B52AA6E4}">
                <adec:decorative xmlns:adec="http://schemas.microsoft.com/office/drawing/2017/decorative" val="1"/>
              </a:ext>
            </a:extLst>
          </p:cNvPr>
          <p:cNvSpPr/>
          <p:nvPr/>
        </p:nvSpPr>
        <p:spPr>
          <a:xfrm>
            <a:off x="592865" y="2484176"/>
            <a:ext cx="5287234" cy="45719"/>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10" name="Content Placeholder 17">
            <a:extLst>
              <a:ext uri="{FF2B5EF4-FFF2-40B4-BE49-F238E27FC236}">
                <a16:creationId xmlns:a16="http://schemas.microsoft.com/office/drawing/2014/main" id="{0170DFD5-97D2-3349-AE52-EB22861A6880}"/>
              </a:ext>
            </a:extLst>
          </p:cNvPr>
          <p:cNvSpPr>
            <a:spLocks noGrp="1"/>
          </p:cNvSpPr>
          <p:nvPr>
            <p:ph sz="quarter" idx="14" hasCustomPrompt="1"/>
          </p:nvPr>
        </p:nvSpPr>
        <p:spPr bwMode="gray">
          <a:xfrm>
            <a:off x="592865" y="2621020"/>
            <a:ext cx="5315794" cy="3544027"/>
          </a:xfrm>
        </p:spPr>
        <p:txBody>
          <a:bodyPr vert="horz" lIns="0" tIns="0" rIns="0" bIns="0" rtlCol="0">
            <a:noAutofit/>
          </a:bodyPr>
          <a:lstStyle>
            <a:lvl1pPr>
              <a:defRPr lang="en-US" sz="1800" dirty="0">
                <a:solidFill>
                  <a:schemeClr val="tx1"/>
                </a:solidFill>
              </a:defRPr>
            </a:lvl1pPr>
            <a:lvl2pPr>
              <a:defRPr lang="en-US" sz="1600" dirty="0">
                <a:solidFill>
                  <a:schemeClr val="tx1"/>
                </a:solidFill>
              </a:defRPr>
            </a:lvl2pPr>
            <a:lvl3pPr>
              <a:defRPr lang="en-US" sz="1400" dirty="0">
                <a:solidFill>
                  <a:schemeClr val="tx1"/>
                </a:solidFill>
              </a:defRPr>
            </a:lvl3pPr>
            <a:lvl4pPr>
              <a:defRPr lang="en-US" sz="1200" dirty="0">
                <a:solidFill>
                  <a:schemeClr val="tx1"/>
                </a:solidFill>
              </a:defRPr>
            </a:lvl4pPr>
            <a:lvl5pPr>
              <a:defRPr lang="en-US" sz="1200" dirty="0">
                <a:solidFill>
                  <a:schemeClr val="tx1"/>
                </a:solidFill>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Text Placeholder 4">
            <a:extLst>
              <a:ext uri="{FF2B5EF4-FFF2-40B4-BE49-F238E27FC236}">
                <a16:creationId xmlns:a16="http://schemas.microsoft.com/office/drawing/2014/main" id="{961E082F-F30B-BC46-BB99-CA9B65C08128}"/>
              </a:ext>
            </a:extLst>
          </p:cNvPr>
          <p:cNvSpPr>
            <a:spLocks noGrp="1"/>
          </p:cNvSpPr>
          <p:nvPr>
            <p:ph type="body" sz="quarter" idx="18" hasCustomPrompt="1"/>
          </p:nvPr>
        </p:nvSpPr>
        <p:spPr bwMode="gray">
          <a:xfrm>
            <a:off x="6308726" y="1600202"/>
            <a:ext cx="5287234" cy="875370"/>
          </a:xfrm>
          <a:noFill/>
        </p:spPr>
        <p:txBody>
          <a:bodyPr vert="horz" lIns="0" tIns="91440" rIns="457200" bIns="91440" rtlCol="0" anchor="b">
            <a:noAutofit/>
          </a:bodyPr>
          <a:lstStyle>
            <a:lvl1pPr>
              <a:defRPr lang="en-US" sz="2000">
                <a:solidFill>
                  <a:schemeClr val="accent4"/>
                </a:solidFill>
              </a:defRPr>
            </a:lvl1pPr>
          </a:lstStyle>
          <a:p>
            <a:pPr lvl="0"/>
            <a:r>
              <a:rPr lang="en-US"/>
              <a:t>Click to add header </a:t>
            </a:r>
          </a:p>
        </p:txBody>
      </p:sp>
      <p:sp>
        <p:nvSpPr>
          <p:cNvPr id="16" name="Rectangle 15">
            <a:extLst>
              <a:ext uri="{FF2B5EF4-FFF2-40B4-BE49-F238E27FC236}">
                <a16:creationId xmlns:a16="http://schemas.microsoft.com/office/drawing/2014/main" id="{417D4F8B-2025-D14C-A41E-9C0B401DE6B0}"/>
              </a:ext>
              <a:ext uri="{C183D7F6-B498-43B3-948B-1728B52AA6E4}">
                <adec:decorative xmlns:adec="http://schemas.microsoft.com/office/drawing/2017/decorative" val="1"/>
              </a:ext>
            </a:extLst>
          </p:cNvPr>
          <p:cNvSpPr/>
          <p:nvPr/>
        </p:nvSpPr>
        <p:spPr>
          <a:xfrm>
            <a:off x="6303874" y="2484176"/>
            <a:ext cx="5287234" cy="45719"/>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a:p>
            <a:pPr algn="ctr">
              <a:spcAft>
                <a:spcPts val="600"/>
              </a:spcAft>
            </a:pPr>
            <a:endParaRPr lang="en-US" sz="1200" dirty="0">
              <a:solidFill>
                <a:schemeClr val="bg1"/>
              </a:solidFill>
            </a:endParaRPr>
          </a:p>
        </p:txBody>
      </p:sp>
      <p:sp>
        <p:nvSpPr>
          <p:cNvPr id="9" name="Content Placeholder 17">
            <a:extLst>
              <a:ext uri="{FF2B5EF4-FFF2-40B4-BE49-F238E27FC236}">
                <a16:creationId xmlns:a16="http://schemas.microsoft.com/office/drawing/2014/main" id="{3EE56D9F-2DF2-4F43-A13A-4844DFE465AC}"/>
              </a:ext>
            </a:extLst>
          </p:cNvPr>
          <p:cNvSpPr>
            <a:spLocks noGrp="1"/>
          </p:cNvSpPr>
          <p:nvPr>
            <p:ph sz="quarter" idx="16" hasCustomPrompt="1"/>
          </p:nvPr>
        </p:nvSpPr>
        <p:spPr bwMode="gray">
          <a:xfrm>
            <a:off x="6308143" y="2621280"/>
            <a:ext cx="5287234" cy="3575124"/>
          </a:xfrm>
        </p:spPr>
        <p:txBody>
          <a:bodyPr vert="horz" lIns="0" tIns="0" rIns="0" bIns="0" rtlCol="0">
            <a:noAutofit/>
          </a:bodyPr>
          <a:lstStyle>
            <a:lvl1pPr>
              <a:defRPr lang="en-US" sz="1800" dirty="0">
                <a:solidFill>
                  <a:schemeClr val="tx1"/>
                </a:solidFill>
              </a:defRPr>
            </a:lvl1pPr>
            <a:lvl2pPr>
              <a:defRPr lang="en-US" sz="1600" dirty="0">
                <a:solidFill>
                  <a:schemeClr val="tx1"/>
                </a:solidFill>
              </a:defRPr>
            </a:lvl2pPr>
            <a:lvl3pPr>
              <a:defRPr lang="en-US" sz="1400" dirty="0">
                <a:solidFill>
                  <a:schemeClr val="tx1"/>
                </a:solidFill>
              </a:defRPr>
            </a:lvl3pPr>
            <a:lvl4pPr>
              <a:defRPr lang="en-US" sz="1200" dirty="0">
                <a:solidFill>
                  <a:schemeClr val="tx1"/>
                </a:solidFill>
              </a:defRPr>
            </a:lvl4pPr>
            <a:lvl5pPr>
              <a:defRPr lang="en-US" sz="1200" dirty="0">
                <a:solidFill>
                  <a:schemeClr val="tx1"/>
                </a:solidFill>
              </a:defRPr>
            </a:lvl5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12" name="page number">
            <a:extLst>
              <a:ext uri="{FF2B5EF4-FFF2-40B4-BE49-F238E27FC236}">
                <a16:creationId xmlns:a16="http://schemas.microsoft.com/office/drawing/2014/main" id="{3E816477-50B7-9248-BE5F-B9062610CEEE}"/>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17" name="Rectangle 16">
            <a:extLst>
              <a:ext uri="{FF2B5EF4-FFF2-40B4-BE49-F238E27FC236}">
                <a16:creationId xmlns:a16="http://schemas.microsoft.com/office/drawing/2014/main" id="{AA1B5F83-A93D-544C-8DB4-B164DBF2F72D}"/>
              </a:ext>
              <a:ext uri="{C183D7F6-B498-43B3-948B-1728B52AA6E4}">
                <adec:decorative xmlns:adec="http://schemas.microsoft.com/office/drawing/2017/decorative" val="1"/>
              </a:ext>
            </a:extLst>
          </p:cNvPr>
          <p:cNvSpPr/>
          <p:nvPr userDrawn="1"/>
        </p:nvSpPr>
        <p:spPr>
          <a:xfrm>
            <a:off x="592865" y="2484176"/>
            <a:ext cx="5287234" cy="45719"/>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18" name="Rectangle 17">
            <a:extLst>
              <a:ext uri="{FF2B5EF4-FFF2-40B4-BE49-F238E27FC236}">
                <a16:creationId xmlns:a16="http://schemas.microsoft.com/office/drawing/2014/main" id="{417D4F8B-2025-D14C-A41E-9C0B401DE6B0}"/>
              </a:ext>
              <a:ext uri="{C183D7F6-B498-43B3-948B-1728B52AA6E4}">
                <adec:decorative xmlns:adec="http://schemas.microsoft.com/office/drawing/2017/decorative" val="1"/>
              </a:ext>
            </a:extLst>
          </p:cNvPr>
          <p:cNvSpPr/>
          <p:nvPr userDrawn="1"/>
        </p:nvSpPr>
        <p:spPr>
          <a:xfrm>
            <a:off x="6303874" y="2484176"/>
            <a:ext cx="5287234" cy="45719"/>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a:p>
            <a:pPr algn="ctr">
              <a:spcAft>
                <a:spcPts val="600"/>
              </a:spcAft>
            </a:pPr>
            <a:endParaRPr lang="en-US" sz="1200" dirty="0">
              <a:solidFill>
                <a:schemeClr val="bg1"/>
              </a:solidFill>
            </a:endParaRPr>
          </a:p>
        </p:txBody>
      </p:sp>
      <p:sp>
        <p:nvSpPr>
          <p:cNvPr id="19" name="page number">
            <a:extLst>
              <a:ext uri="{FF2B5EF4-FFF2-40B4-BE49-F238E27FC236}">
                <a16:creationId xmlns:a16="http://schemas.microsoft.com/office/drawing/2014/main" id="{3E816477-50B7-9248-BE5F-B9062610CEEE}"/>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2844582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Three-Content Comparison">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5F2C94F-DA57-4BDB-8E5C-E4A0C7522314}"/>
              </a:ext>
            </a:extLst>
          </p:cNvPr>
          <p:cNvSpPr>
            <a:spLocks noGrp="1"/>
          </p:cNvSpPr>
          <p:nvPr>
            <p:ph type="title" hasCustomPrompt="1"/>
          </p:nvPr>
        </p:nvSpPr>
        <p:spPr/>
        <p:txBody>
          <a:bodyPr/>
          <a:lstStyle>
            <a:lvl1pPr>
              <a:defRPr>
                <a:solidFill>
                  <a:schemeClr val="accent2"/>
                </a:solidFill>
              </a:defRPr>
            </a:lvl1pPr>
          </a:lstStyle>
          <a:p>
            <a:r>
              <a:rPr lang="en-US"/>
              <a:t>Three-content Layout – Three Horizontal Text Boxes</a:t>
            </a:r>
          </a:p>
        </p:txBody>
      </p:sp>
      <p:sp>
        <p:nvSpPr>
          <p:cNvPr id="13" name="Subtitle 2">
            <a:extLst>
              <a:ext uri="{FF2B5EF4-FFF2-40B4-BE49-F238E27FC236}">
                <a16:creationId xmlns:a16="http://schemas.microsoft.com/office/drawing/2014/main" id="{FC59F98B-A991-4DEC-A409-289E778CB84A}"/>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24" name="Text Placeholder 3">
            <a:extLst>
              <a:ext uri="{FF2B5EF4-FFF2-40B4-BE49-F238E27FC236}">
                <a16:creationId xmlns:a16="http://schemas.microsoft.com/office/drawing/2014/main" id="{E0956C27-3D46-7745-A4A9-42842784C100}"/>
              </a:ext>
            </a:extLst>
          </p:cNvPr>
          <p:cNvSpPr>
            <a:spLocks noGrp="1"/>
          </p:cNvSpPr>
          <p:nvPr>
            <p:ph type="body" sz="quarter" idx="28" hasCustomPrompt="1"/>
          </p:nvPr>
        </p:nvSpPr>
        <p:spPr>
          <a:xfrm>
            <a:off x="592866" y="1600200"/>
            <a:ext cx="3593592" cy="914400"/>
          </a:xfrm>
          <a:noFill/>
        </p:spPr>
        <p:txBody>
          <a:bodyPr lIns="0" tIns="91440" rIns="182880" bIns="91440" anchor="b"/>
          <a:lstStyle>
            <a:lvl1pPr>
              <a:defRPr sz="1800">
                <a:solidFill>
                  <a:schemeClr val="accent2"/>
                </a:solidFill>
              </a:defRPr>
            </a:lvl1pPr>
            <a:lvl2pPr marL="0" indent="0">
              <a:buFont typeface="Arial" panose="020B0604020202020204" pitchFamily="34" charset="0"/>
              <a:buChar char="​"/>
              <a:defRPr sz="1800">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header</a:t>
            </a:r>
          </a:p>
        </p:txBody>
      </p:sp>
      <p:sp>
        <p:nvSpPr>
          <p:cNvPr id="27" name="Rectangle 26">
            <a:extLst>
              <a:ext uri="{FF2B5EF4-FFF2-40B4-BE49-F238E27FC236}">
                <a16:creationId xmlns:a16="http://schemas.microsoft.com/office/drawing/2014/main" id="{B164666E-28C9-844E-91D8-ECA2F1E57595}"/>
              </a:ext>
              <a:ext uri="{C183D7F6-B498-43B3-948B-1728B52AA6E4}">
                <adec:decorative xmlns:adec="http://schemas.microsoft.com/office/drawing/2017/decorative" val="1"/>
              </a:ext>
            </a:extLst>
          </p:cNvPr>
          <p:cNvSpPr/>
          <p:nvPr/>
        </p:nvSpPr>
        <p:spPr>
          <a:xfrm>
            <a:off x="592866" y="2509480"/>
            <a:ext cx="3593592" cy="45719"/>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26" name="Text Placeholder 3">
            <a:extLst>
              <a:ext uri="{FF2B5EF4-FFF2-40B4-BE49-F238E27FC236}">
                <a16:creationId xmlns:a16="http://schemas.microsoft.com/office/drawing/2014/main" id="{88975597-2DC5-4748-87A2-37C22D522B0B}"/>
              </a:ext>
            </a:extLst>
          </p:cNvPr>
          <p:cNvSpPr>
            <a:spLocks noGrp="1"/>
          </p:cNvSpPr>
          <p:nvPr>
            <p:ph type="body" sz="quarter" idx="26" hasCustomPrompt="1"/>
          </p:nvPr>
        </p:nvSpPr>
        <p:spPr>
          <a:xfrm>
            <a:off x="4297616" y="1600200"/>
            <a:ext cx="3593592" cy="914400"/>
          </a:xfrm>
          <a:noFill/>
        </p:spPr>
        <p:txBody>
          <a:bodyPr lIns="0" tIns="91440" rIns="182880" bIns="91440" anchor="b"/>
          <a:lstStyle>
            <a:lvl1pPr>
              <a:defRPr sz="1800">
                <a:solidFill>
                  <a:schemeClr val="accent3"/>
                </a:solidFill>
              </a:defRPr>
            </a:lvl1pPr>
            <a:lvl2pPr marL="0" indent="0">
              <a:buFont typeface="Arial" panose="020B0604020202020204" pitchFamily="34" charset="0"/>
              <a:buChar char="​"/>
              <a:defRPr sz="1800">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header</a:t>
            </a:r>
          </a:p>
        </p:txBody>
      </p:sp>
      <p:sp>
        <p:nvSpPr>
          <p:cNvPr id="25" name="Text Placeholder 3">
            <a:extLst>
              <a:ext uri="{FF2B5EF4-FFF2-40B4-BE49-F238E27FC236}">
                <a16:creationId xmlns:a16="http://schemas.microsoft.com/office/drawing/2014/main" id="{F48BF931-C509-8F46-8576-3656F9F4BA19}"/>
              </a:ext>
            </a:extLst>
          </p:cNvPr>
          <p:cNvSpPr>
            <a:spLocks noGrp="1"/>
          </p:cNvSpPr>
          <p:nvPr>
            <p:ph type="body" sz="quarter" idx="23" hasCustomPrompt="1"/>
          </p:nvPr>
        </p:nvSpPr>
        <p:spPr>
          <a:xfrm>
            <a:off x="8001859" y="1600200"/>
            <a:ext cx="3593592" cy="914400"/>
          </a:xfrm>
          <a:noFill/>
        </p:spPr>
        <p:txBody>
          <a:bodyPr lIns="0" tIns="91440" rIns="182880" bIns="91440" anchor="b"/>
          <a:lstStyle>
            <a:lvl1pPr>
              <a:defRPr sz="1800">
                <a:solidFill>
                  <a:schemeClr val="accent4"/>
                </a:solidFill>
              </a:defRPr>
            </a:lvl1pPr>
            <a:lvl2pPr marL="0" indent="0">
              <a:buFont typeface="Arial" panose="020B0604020202020204" pitchFamily="34" charset="0"/>
              <a:buChar char="​"/>
              <a:defRPr sz="1800">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header</a:t>
            </a:r>
          </a:p>
        </p:txBody>
      </p:sp>
      <p:sp>
        <p:nvSpPr>
          <p:cNvPr id="29" name="Rectangle 28">
            <a:extLst>
              <a:ext uri="{FF2B5EF4-FFF2-40B4-BE49-F238E27FC236}">
                <a16:creationId xmlns:a16="http://schemas.microsoft.com/office/drawing/2014/main" id="{97B963A1-3810-7A40-8918-6D6D68B4A836}"/>
              </a:ext>
              <a:ext uri="{C183D7F6-B498-43B3-948B-1728B52AA6E4}">
                <adec:decorative xmlns:adec="http://schemas.microsoft.com/office/drawing/2017/decorative" val="1"/>
              </a:ext>
            </a:extLst>
          </p:cNvPr>
          <p:cNvSpPr/>
          <p:nvPr/>
        </p:nvSpPr>
        <p:spPr>
          <a:xfrm>
            <a:off x="8001859" y="2509480"/>
            <a:ext cx="3593592" cy="45719"/>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15" name="page number">
            <a:extLst>
              <a:ext uri="{FF2B5EF4-FFF2-40B4-BE49-F238E27FC236}">
                <a16:creationId xmlns:a16="http://schemas.microsoft.com/office/drawing/2014/main" id="{7788490C-B63E-8E46-A9C1-9CF865F7FA57}"/>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2" name="Rectangle 1">
            <a:extLst>
              <a:ext uri="{FF2B5EF4-FFF2-40B4-BE49-F238E27FC236}">
                <a16:creationId xmlns:a16="http://schemas.microsoft.com/office/drawing/2014/main" id="{E17DA4B3-27AC-8A64-FD5E-59AEAE0D8559}"/>
              </a:ext>
              <a:ext uri="{C183D7F6-B498-43B3-948B-1728B52AA6E4}">
                <adec:decorative xmlns:adec="http://schemas.microsoft.com/office/drawing/2017/decorative" val="1"/>
              </a:ext>
            </a:extLst>
          </p:cNvPr>
          <p:cNvSpPr/>
          <p:nvPr/>
        </p:nvSpPr>
        <p:spPr>
          <a:xfrm>
            <a:off x="4297616" y="2509480"/>
            <a:ext cx="3593592" cy="45719"/>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7" name="Text Placeholder 6">
            <a:extLst>
              <a:ext uri="{FF2B5EF4-FFF2-40B4-BE49-F238E27FC236}">
                <a16:creationId xmlns:a16="http://schemas.microsoft.com/office/drawing/2014/main" id="{34AF0ECF-E71C-8AC9-36B9-29CB570B16D7}"/>
              </a:ext>
            </a:extLst>
          </p:cNvPr>
          <p:cNvSpPr>
            <a:spLocks noGrp="1"/>
          </p:cNvSpPr>
          <p:nvPr>
            <p:ph type="body" sz="quarter" idx="29"/>
          </p:nvPr>
        </p:nvSpPr>
        <p:spPr>
          <a:xfrm>
            <a:off x="592866" y="2649538"/>
            <a:ext cx="3594100" cy="3522662"/>
          </a:xfrm>
        </p:spPr>
        <p:txBody>
          <a:bodyPr/>
          <a:lstStyle>
            <a:lvl1pPr>
              <a:defRPr sz="1600">
                <a:solidFill>
                  <a:schemeClr val="tx1"/>
                </a:solidFill>
              </a:defRPr>
            </a:lvl1pPr>
            <a:lvl2pPr>
              <a:defRPr sz="1400">
                <a:solidFill>
                  <a:schemeClr val="tx1"/>
                </a:solidFill>
              </a:defRPr>
            </a:lvl2pPr>
            <a:lvl3pPr>
              <a:defRPr sz="1200">
                <a:solidFill>
                  <a:schemeClr val="tx1"/>
                </a:solidFill>
              </a:defRPr>
            </a:lvl3pPr>
            <a:lvl4pPr>
              <a:defRPr sz="1100">
                <a:solidFill>
                  <a:schemeClr val="tx1"/>
                </a:solidFill>
              </a:defRPr>
            </a:lvl4pPr>
            <a:lvl5pPr>
              <a:defRPr sz="11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6">
            <a:extLst>
              <a:ext uri="{FF2B5EF4-FFF2-40B4-BE49-F238E27FC236}">
                <a16:creationId xmlns:a16="http://schemas.microsoft.com/office/drawing/2014/main" id="{D43B6B0E-4AB9-6144-29E4-820FC763DE97}"/>
              </a:ext>
            </a:extLst>
          </p:cNvPr>
          <p:cNvSpPr>
            <a:spLocks noGrp="1"/>
          </p:cNvSpPr>
          <p:nvPr>
            <p:ph type="body" sz="quarter" idx="30"/>
          </p:nvPr>
        </p:nvSpPr>
        <p:spPr>
          <a:xfrm>
            <a:off x="4297616" y="2649538"/>
            <a:ext cx="3594100" cy="3522662"/>
          </a:xfrm>
        </p:spPr>
        <p:txBody>
          <a:bodyPr/>
          <a:lstStyle>
            <a:lvl1pPr>
              <a:defRPr sz="1600">
                <a:solidFill>
                  <a:schemeClr val="tx1"/>
                </a:solidFill>
              </a:defRPr>
            </a:lvl1pPr>
            <a:lvl2pPr>
              <a:defRPr sz="1400">
                <a:solidFill>
                  <a:schemeClr val="tx1"/>
                </a:solidFill>
              </a:defRPr>
            </a:lvl2pPr>
            <a:lvl3pPr>
              <a:defRPr sz="1200">
                <a:solidFill>
                  <a:schemeClr val="tx1"/>
                </a:solidFill>
              </a:defRPr>
            </a:lvl3pPr>
            <a:lvl4pPr>
              <a:defRPr sz="1100">
                <a:solidFill>
                  <a:schemeClr val="tx1"/>
                </a:solidFill>
              </a:defRPr>
            </a:lvl4pPr>
            <a:lvl5pPr>
              <a:defRPr sz="11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6">
            <a:extLst>
              <a:ext uri="{FF2B5EF4-FFF2-40B4-BE49-F238E27FC236}">
                <a16:creationId xmlns:a16="http://schemas.microsoft.com/office/drawing/2014/main" id="{FEE5625D-A2F8-6592-7C13-07EAF5CBBC33}"/>
              </a:ext>
            </a:extLst>
          </p:cNvPr>
          <p:cNvSpPr>
            <a:spLocks noGrp="1"/>
          </p:cNvSpPr>
          <p:nvPr>
            <p:ph type="body" sz="quarter" idx="31"/>
          </p:nvPr>
        </p:nvSpPr>
        <p:spPr>
          <a:xfrm>
            <a:off x="8001859" y="2649538"/>
            <a:ext cx="3594100" cy="3522662"/>
          </a:xfrm>
        </p:spPr>
        <p:txBody>
          <a:bodyPr/>
          <a:lstStyle>
            <a:lvl1pPr>
              <a:defRPr sz="1600">
                <a:solidFill>
                  <a:schemeClr val="tx1"/>
                </a:solidFill>
              </a:defRPr>
            </a:lvl1pPr>
            <a:lvl2pPr>
              <a:defRPr sz="1400">
                <a:solidFill>
                  <a:schemeClr val="tx1"/>
                </a:solidFill>
              </a:defRPr>
            </a:lvl2pPr>
            <a:lvl3pPr>
              <a:defRPr sz="1200">
                <a:solidFill>
                  <a:schemeClr val="tx1"/>
                </a:solidFill>
              </a:defRPr>
            </a:lvl3pPr>
            <a:lvl4pPr>
              <a:defRPr sz="1100">
                <a:solidFill>
                  <a:schemeClr val="tx1"/>
                </a:solidFill>
              </a:defRPr>
            </a:lvl4pPr>
            <a:lvl5pPr>
              <a:defRPr sz="11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Rectangle 13">
            <a:extLst>
              <a:ext uri="{FF2B5EF4-FFF2-40B4-BE49-F238E27FC236}">
                <a16:creationId xmlns:a16="http://schemas.microsoft.com/office/drawing/2014/main" id="{B164666E-28C9-844E-91D8-ECA2F1E57595}"/>
              </a:ext>
              <a:ext uri="{C183D7F6-B498-43B3-948B-1728B52AA6E4}">
                <adec:decorative xmlns:adec="http://schemas.microsoft.com/office/drawing/2017/decorative" val="1"/>
              </a:ext>
            </a:extLst>
          </p:cNvPr>
          <p:cNvSpPr/>
          <p:nvPr userDrawn="1"/>
        </p:nvSpPr>
        <p:spPr>
          <a:xfrm>
            <a:off x="592866" y="2509480"/>
            <a:ext cx="3593592" cy="45719"/>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16" name="Rectangle 15">
            <a:extLst>
              <a:ext uri="{FF2B5EF4-FFF2-40B4-BE49-F238E27FC236}">
                <a16:creationId xmlns:a16="http://schemas.microsoft.com/office/drawing/2014/main" id="{97B963A1-3810-7A40-8918-6D6D68B4A836}"/>
              </a:ext>
              <a:ext uri="{C183D7F6-B498-43B3-948B-1728B52AA6E4}">
                <adec:decorative xmlns:adec="http://schemas.microsoft.com/office/drawing/2017/decorative" val="1"/>
              </a:ext>
            </a:extLst>
          </p:cNvPr>
          <p:cNvSpPr/>
          <p:nvPr userDrawn="1"/>
        </p:nvSpPr>
        <p:spPr>
          <a:xfrm>
            <a:off x="8001859" y="2509480"/>
            <a:ext cx="3593592" cy="45719"/>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17" name="page number">
            <a:extLst>
              <a:ext uri="{FF2B5EF4-FFF2-40B4-BE49-F238E27FC236}">
                <a16:creationId xmlns:a16="http://schemas.microsoft.com/office/drawing/2014/main" id="{7788490C-B63E-8E46-A9C1-9CF865F7FA57}"/>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18" name="Rectangle 17">
            <a:extLst>
              <a:ext uri="{FF2B5EF4-FFF2-40B4-BE49-F238E27FC236}">
                <a16:creationId xmlns:a16="http://schemas.microsoft.com/office/drawing/2014/main" id="{E17DA4B3-27AC-8A64-FD5E-59AEAE0D8559}"/>
              </a:ext>
              <a:ext uri="{C183D7F6-B498-43B3-948B-1728B52AA6E4}">
                <adec:decorative xmlns:adec="http://schemas.microsoft.com/office/drawing/2017/decorative" val="1"/>
              </a:ext>
            </a:extLst>
          </p:cNvPr>
          <p:cNvSpPr/>
          <p:nvPr userDrawn="1"/>
        </p:nvSpPr>
        <p:spPr>
          <a:xfrm>
            <a:off x="4297616" y="2509480"/>
            <a:ext cx="3593592" cy="45719"/>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Tree>
    <p:extLst>
      <p:ext uri="{BB962C8B-B14F-4D97-AF65-F5344CB8AC3E}">
        <p14:creationId xmlns:p14="http://schemas.microsoft.com/office/powerpoint/2010/main" val="18805978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Two Content Dynamic – Lef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346AD2E-9306-49E7-A98B-7D26E458C2B2}"/>
              </a:ext>
            </a:extLst>
          </p:cNvPr>
          <p:cNvSpPr>
            <a:spLocks noGrp="1"/>
          </p:cNvSpPr>
          <p:nvPr>
            <p:ph type="title" hasCustomPrompt="1"/>
          </p:nvPr>
        </p:nvSpPr>
        <p:spPr/>
        <p:txBody>
          <a:bodyPr wrap="none"/>
          <a:lstStyle>
            <a:lvl1pPr>
              <a:defRPr>
                <a:solidFill>
                  <a:schemeClr val="accent2"/>
                </a:solidFill>
              </a:defRPr>
            </a:lvl1pPr>
          </a:lstStyle>
          <a:p>
            <a:r>
              <a:rPr lang="en-US"/>
              <a:t>Two-content Layout – Highlight Text on Left, Text/Graphic on Right</a:t>
            </a:r>
          </a:p>
        </p:txBody>
      </p:sp>
      <p:sp>
        <p:nvSpPr>
          <p:cNvPr id="14" name="Subtitle 2">
            <a:extLst>
              <a:ext uri="{FF2B5EF4-FFF2-40B4-BE49-F238E27FC236}">
                <a16:creationId xmlns:a16="http://schemas.microsoft.com/office/drawing/2014/main" id="{551435C2-3F7C-4835-8DB0-71E2C00537CF}"/>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7" name="Rectangle 6">
            <a:extLst>
              <a:ext uri="{FF2B5EF4-FFF2-40B4-BE49-F238E27FC236}">
                <a16:creationId xmlns:a16="http://schemas.microsoft.com/office/drawing/2014/main" id="{D864AC6E-1611-244C-BA28-696924BAB259}"/>
              </a:ext>
              <a:ext uri="{C183D7F6-B498-43B3-948B-1728B52AA6E4}">
                <adec:decorative xmlns:adec="http://schemas.microsoft.com/office/drawing/2017/decorative" val="1"/>
              </a:ext>
            </a:extLst>
          </p:cNvPr>
          <p:cNvSpPr/>
          <p:nvPr/>
        </p:nvSpPr>
        <p:spPr>
          <a:xfrm flipV="1">
            <a:off x="0" y="1552601"/>
            <a:ext cx="2894012" cy="54864"/>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a:p>
            <a:pPr algn="ctr">
              <a:spcAft>
                <a:spcPts val="600"/>
              </a:spcAft>
            </a:pPr>
            <a:endParaRPr lang="en-US" sz="1200" dirty="0">
              <a:solidFill>
                <a:schemeClr val="bg1"/>
              </a:solidFill>
            </a:endParaRPr>
          </a:p>
        </p:txBody>
      </p:sp>
      <p:sp>
        <p:nvSpPr>
          <p:cNvPr id="4" name="Text Placeholder 3">
            <a:extLst>
              <a:ext uri="{FF2B5EF4-FFF2-40B4-BE49-F238E27FC236}">
                <a16:creationId xmlns:a16="http://schemas.microsoft.com/office/drawing/2014/main" id="{830FD232-93CB-4B54-A933-93C11B099F7A}"/>
              </a:ext>
            </a:extLst>
          </p:cNvPr>
          <p:cNvSpPr>
            <a:spLocks noGrp="1"/>
          </p:cNvSpPr>
          <p:nvPr>
            <p:ph type="body" sz="quarter" idx="20" hasCustomPrompt="1"/>
          </p:nvPr>
        </p:nvSpPr>
        <p:spPr>
          <a:xfrm>
            <a:off x="0" y="1609531"/>
            <a:ext cx="2894013" cy="4572000"/>
          </a:xfrm>
          <a:solidFill>
            <a:srgbClr val="F4F8FA"/>
          </a:solidFill>
        </p:spPr>
        <p:txBody>
          <a:bodyPr vert="horz" lIns="274320" tIns="457200" rIns="457200" bIns="457200" rtlCol="0">
            <a:noAutofit/>
          </a:bodyPr>
          <a:lstStyle>
            <a:lvl1pPr>
              <a:defRPr lang="en-US" sz="1800" dirty="0">
                <a:solidFill>
                  <a:schemeClr val="accent2"/>
                </a:solidFill>
              </a:defRPr>
            </a:lvl1pPr>
            <a:lvl2pPr>
              <a:buClr>
                <a:schemeClr val="accent2"/>
              </a:buClr>
              <a:defRPr lang="en-US" sz="1600" dirty="0" smtClean="0">
                <a:solidFill>
                  <a:schemeClr val="accent2"/>
                </a:solidFill>
              </a:defRPr>
            </a:lvl2pPr>
            <a:lvl3pPr>
              <a:buClr>
                <a:schemeClr val="accent2"/>
              </a:buClr>
              <a:defRPr lang="en-US" sz="1400" dirty="0" smtClean="0">
                <a:solidFill>
                  <a:schemeClr val="accent2"/>
                </a:solidFill>
              </a:defRPr>
            </a:lvl3pPr>
            <a:lvl4pPr>
              <a:buClr>
                <a:schemeClr val="accent2"/>
              </a:buClr>
              <a:defRPr lang="en-US" sz="1200" dirty="0" smtClean="0">
                <a:solidFill>
                  <a:schemeClr val="accent2"/>
                </a:solidFill>
              </a:defRPr>
            </a:lvl4pPr>
            <a:lvl5pPr>
              <a:buClr>
                <a:schemeClr val="accent2"/>
              </a:buClr>
              <a:defRPr lang="en-US" sz="1200" dirty="0">
                <a:solidFill>
                  <a:schemeClr val="accent2"/>
                </a:solidFill>
              </a:defRPr>
            </a:lvl5pPr>
          </a:lstStyle>
          <a:p>
            <a:pPr lvl="0">
              <a:spcBef>
                <a:spcPts val="1200"/>
              </a:spcBef>
            </a:pPr>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Content Placeholder 10">
            <a:extLst>
              <a:ext uri="{FF2B5EF4-FFF2-40B4-BE49-F238E27FC236}">
                <a16:creationId xmlns:a16="http://schemas.microsoft.com/office/drawing/2014/main" id="{577AE2CA-1B34-4F04-BD7F-F624F20E94FB}"/>
              </a:ext>
            </a:extLst>
          </p:cNvPr>
          <p:cNvSpPr>
            <a:spLocks noGrp="1"/>
          </p:cNvSpPr>
          <p:nvPr>
            <p:ph sz="quarter" idx="19" hasCustomPrompt="1"/>
          </p:nvPr>
        </p:nvSpPr>
        <p:spPr>
          <a:xfrm>
            <a:off x="3351213" y="1609531"/>
            <a:ext cx="8229600" cy="4572000"/>
          </a:xfrm>
        </p:spPr>
        <p:txBody>
          <a:bodyPr vert="horz" lIns="0" tIns="457200" rIns="0" bIns="0" rtlCol="0">
            <a:noAutofit/>
          </a:bodyPr>
          <a:lstStyle>
            <a:lvl1pPr>
              <a:defRPr lang="en-US" dirty="0" smtClean="0">
                <a:solidFill>
                  <a:schemeClr val="tx1"/>
                </a:solidFill>
              </a:defRPr>
            </a:lvl1pPr>
            <a:lvl2pPr>
              <a:defRPr lang="en-US" dirty="0" smtClean="0">
                <a:solidFill>
                  <a:schemeClr val="tx1"/>
                </a:solidFill>
              </a:defRPr>
            </a:lvl2pPr>
            <a:lvl3pPr>
              <a:defRPr lang="en-US" dirty="0" smtClean="0">
                <a:solidFill>
                  <a:schemeClr val="tx1"/>
                </a:solidFill>
              </a:defRPr>
            </a:lvl3pPr>
            <a:lvl4pPr>
              <a:defRPr lang="en-US" dirty="0" smtClean="0">
                <a:solidFill>
                  <a:schemeClr val="tx1"/>
                </a:solidFill>
              </a:defRPr>
            </a:lvl4pPr>
            <a:lvl5pPr>
              <a:defRPr lang="en-US" dirty="0" smtClean="0">
                <a:solidFill>
                  <a:schemeClr val="tx1"/>
                </a:solidFill>
              </a:defRPr>
            </a:lvl5pPr>
            <a:lvl6pPr>
              <a:defRPr lang="en-US" dirty="0" smtClean="0">
                <a:solidFill>
                  <a:schemeClr val="tx1"/>
                </a:solidFill>
              </a:defRPr>
            </a:lvl6pPr>
            <a:lvl7pPr>
              <a:defRPr lang="en-US" dirty="0" smtClean="0">
                <a:solidFill>
                  <a:schemeClr val="tx1"/>
                </a:solidFill>
              </a:defRPr>
            </a:lvl7pPr>
            <a:lvl8pPr>
              <a:defRPr lang="en-US" dirty="0">
                <a:solidFill>
                  <a:schemeClr val="tx1"/>
                </a:solidFill>
              </a:defRPr>
            </a:lvl8pPr>
          </a:lstStyle>
          <a:p>
            <a:pPr lvl="0"/>
            <a:r>
              <a:rPr lang="en-US" dirty="0"/>
              <a:t>Click to add graph, diagram or text</a:t>
            </a:r>
          </a:p>
          <a:p>
            <a:pPr lvl="1"/>
            <a:r>
              <a:rPr lang="en-US" dirty="0"/>
              <a:t>Second level</a:t>
            </a:r>
          </a:p>
          <a:p>
            <a:pPr lvl="2"/>
            <a:r>
              <a:rPr lang="en-US" dirty="0"/>
              <a:t>Third level</a:t>
            </a:r>
          </a:p>
          <a:p>
            <a:pPr lvl="3"/>
            <a:r>
              <a:rPr lang="en-US" dirty="0"/>
              <a:t>Fourth level</a:t>
            </a:r>
          </a:p>
          <a:p>
            <a:pPr lvl="4"/>
            <a:r>
              <a:rPr lang="en-US" dirty="0"/>
              <a:t>Fifth level</a:t>
            </a:r>
          </a:p>
          <a:p>
            <a:pPr marL="1270000" lvl="5" indent="-117475"/>
            <a:r>
              <a:rPr lang="en-US" dirty="0"/>
              <a:t>Sixth level</a:t>
            </a:r>
          </a:p>
          <a:p>
            <a:pPr marL="1438275" lvl="6" indent="-117475"/>
            <a:r>
              <a:rPr lang="en-US" dirty="0"/>
              <a:t>Seventh level</a:t>
            </a:r>
          </a:p>
          <a:p>
            <a:pPr marL="1554163" lvl="7" indent="-115888">
              <a:lnSpc>
                <a:spcPct val="90000"/>
              </a:lnSpc>
            </a:pPr>
            <a:r>
              <a:rPr lang="en-US" dirty="0"/>
              <a:t>Ninth level</a:t>
            </a:r>
          </a:p>
        </p:txBody>
      </p:sp>
      <p:sp>
        <p:nvSpPr>
          <p:cNvPr id="8" name="page number">
            <a:extLst>
              <a:ext uri="{FF2B5EF4-FFF2-40B4-BE49-F238E27FC236}">
                <a16:creationId xmlns:a16="http://schemas.microsoft.com/office/drawing/2014/main" id="{1A93E906-C928-C345-B032-1F5C677FAEDD}"/>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9" name="Rectangle 8">
            <a:extLst>
              <a:ext uri="{FF2B5EF4-FFF2-40B4-BE49-F238E27FC236}">
                <a16:creationId xmlns:a16="http://schemas.microsoft.com/office/drawing/2014/main" id="{D864AC6E-1611-244C-BA28-696924BAB259}"/>
              </a:ext>
              <a:ext uri="{C183D7F6-B498-43B3-948B-1728B52AA6E4}">
                <adec:decorative xmlns:adec="http://schemas.microsoft.com/office/drawing/2017/decorative" val="1"/>
              </a:ext>
            </a:extLst>
          </p:cNvPr>
          <p:cNvSpPr/>
          <p:nvPr userDrawn="1"/>
        </p:nvSpPr>
        <p:spPr>
          <a:xfrm flipV="1">
            <a:off x="0" y="1552601"/>
            <a:ext cx="2894012" cy="54864"/>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a:p>
            <a:pPr algn="ctr">
              <a:spcAft>
                <a:spcPts val="600"/>
              </a:spcAft>
            </a:pPr>
            <a:endParaRPr lang="en-US" sz="1200" dirty="0">
              <a:solidFill>
                <a:schemeClr val="bg1"/>
              </a:solidFill>
            </a:endParaRPr>
          </a:p>
        </p:txBody>
      </p:sp>
      <p:sp>
        <p:nvSpPr>
          <p:cNvPr id="10" name="page number">
            <a:extLst>
              <a:ext uri="{FF2B5EF4-FFF2-40B4-BE49-F238E27FC236}">
                <a16:creationId xmlns:a16="http://schemas.microsoft.com/office/drawing/2014/main" id="{1A93E906-C928-C345-B032-1F5C677FAEDD}"/>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33646956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Two Content Dynamic – Righ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92A934A-AC6B-460C-9C93-B13CF6B6263F}"/>
              </a:ext>
            </a:extLst>
          </p:cNvPr>
          <p:cNvSpPr>
            <a:spLocks noGrp="1"/>
          </p:cNvSpPr>
          <p:nvPr>
            <p:ph type="title" hasCustomPrompt="1"/>
          </p:nvPr>
        </p:nvSpPr>
        <p:spPr/>
        <p:txBody>
          <a:bodyPr wrap="none"/>
          <a:lstStyle>
            <a:lvl1pPr>
              <a:defRPr>
                <a:solidFill>
                  <a:schemeClr val="accent2"/>
                </a:solidFill>
              </a:defRPr>
            </a:lvl1pPr>
          </a:lstStyle>
          <a:p>
            <a:r>
              <a:rPr lang="en-US"/>
              <a:t>Two-content Layout – Highlight Text on Right, Text/Graphic on Left</a:t>
            </a:r>
          </a:p>
        </p:txBody>
      </p:sp>
      <p:sp>
        <p:nvSpPr>
          <p:cNvPr id="14" name="Subtitle 2">
            <a:extLst>
              <a:ext uri="{FF2B5EF4-FFF2-40B4-BE49-F238E27FC236}">
                <a16:creationId xmlns:a16="http://schemas.microsoft.com/office/drawing/2014/main" id="{F6F5131D-84AE-4294-83A1-243FE1C81A8A}"/>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subtitle</a:t>
            </a:r>
          </a:p>
        </p:txBody>
      </p:sp>
      <p:sp>
        <p:nvSpPr>
          <p:cNvPr id="9" name="page number">
            <a:extLst>
              <a:ext uri="{FF2B5EF4-FFF2-40B4-BE49-F238E27FC236}">
                <a16:creationId xmlns:a16="http://schemas.microsoft.com/office/drawing/2014/main" id="{EA3FFB13-8625-D245-BD64-AAC7CCCB5B64}"/>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2" name="Rectangle 1">
            <a:extLst>
              <a:ext uri="{FF2B5EF4-FFF2-40B4-BE49-F238E27FC236}">
                <a16:creationId xmlns:a16="http://schemas.microsoft.com/office/drawing/2014/main" id="{85B60DB8-F067-969E-72B5-4E90025E5BF8}"/>
              </a:ext>
              <a:ext uri="{C183D7F6-B498-43B3-948B-1728B52AA6E4}">
                <adec:decorative xmlns:adec="http://schemas.microsoft.com/office/drawing/2017/decorative" val="1"/>
              </a:ext>
            </a:extLst>
          </p:cNvPr>
          <p:cNvSpPr/>
          <p:nvPr/>
        </p:nvSpPr>
        <p:spPr>
          <a:xfrm flipV="1">
            <a:off x="9294812" y="1552601"/>
            <a:ext cx="2894012" cy="54864"/>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a:p>
            <a:pPr algn="ctr">
              <a:spcAft>
                <a:spcPts val="600"/>
              </a:spcAft>
            </a:pPr>
            <a:endParaRPr lang="en-US" sz="1200" dirty="0">
              <a:solidFill>
                <a:schemeClr val="bg1"/>
              </a:solidFill>
            </a:endParaRPr>
          </a:p>
        </p:txBody>
      </p:sp>
      <p:sp>
        <p:nvSpPr>
          <p:cNvPr id="4" name="Text Placeholder 3">
            <a:extLst>
              <a:ext uri="{FF2B5EF4-FFF2-40B4-BE49-F238E27FC236}">
                <a16:creationId xmlns:a16="http://schemas.microsoft.com/office/drawing/2014/main" id="{CEB93DEE-AB9E-C81E-DF9C-D1BE09F22E09}"/>
              </a:ext>
            </a:extLst>
          </p:cNvPr>
          <p:cNvSpPr>
            <a:spLocks noGrp="1"/>
          </p:cNvSpPr>
          <p:nvPr>
            <p:ph type="body" sz="quarter" idx="20" hasCustomPrompt="1"/>
          </p:nvPr>
        </p:nvSpPr>
        <p:spPr>
          <a:xfrm>
            <a:off x="9294812" y="1609531"/>
            <a:ext cx="2894013" cy="4572000"/>
          </a:xfrm>
          <a:solidFill>
            <a:srgbClr val="F4F8FA"/>
          </a:solidFill>
        </p:spPr>
        <p:txBody>
          <a:bodyPr vert="horz" lIns="274320" tIns="457200" rIns="457200" bIns="457200" rtlCol="0">
            <a:noAutofit/>
          </a:bodyPr>
          <a:lstStyle>
            <a:lvl1pPr>
              <a:defRPr lang="en-US" sz="1800" dirty="0">
                <a:solidFill>
                  <a:schemeClr val="accent2"/>
                </a:solidFill>
              </a:defRPr>
            </a:lvl1pPr>
            <a:lvl2pPr>
              <a:buClr>
                <a:schemeClr val="accent2"/>
              </a:buClr>
              <a:defRPr lang="en-US" sz="1600" dirty="0" smtClean="0">
                <a:solidFill>
                  <a:schemeClr val="accent2"/>
                </a:solidFill>
              </a:defRPr>
            </a:lvl2pPr>
            <a:lvl3pPr>
              <a:buClr>
                <a:schemeClr val="accent2"/>
              </a:buClr>
              <a:defRPr lang="en-US" sz="1400" dirty="0" smtClean="0">
                <a:solidFill>
                  <a:schemeClr val="accent2"/>
                </a:solidFill>
              </a:defRPr>
            </a:lvl3pPr>
            <a:lvl4pPr>
              <a:buClr>
                <a:schemeClr val="accent2"/>
              </a:buClr>
              <a:defRPr lang="en-US" sz="1200" dirty="0" smtClean="0">
                <a:solidFill>
                  <a:schemeClr val="accent2"/>
                </a:solidFill>
              </a:defRPr>
            </a:lvl4pPr>
            <a:lvl5pPr>
              <a:buClr>
                <a:schemeClr val="accent2"/>
              </a:buClr>
              <a:defRPr lang="en-US" sz="1200" dirty="0">
                <a:solidFill>
                  <a:schemeClr val="accent2"/>
                </a:solidFill>
              </a:defRPr>
            </a:lvl5pPr>
          </a:lstStyle>
          <a:p>
            <a:pPr lvl="0">
              <a:spcBef>
                <a:spcPts val="1200"/>
              </a:spcBef>
            </a:pPr>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Content Placeholder 10">
            <a:extLst>
              <a:ext uri="{FF2B5EF4-FFF2-40B4-BE49-F238E27FC236}">
                <a16:creationId xmlns:a16="http://schemas.microsoft.com/office/drawing/2014/main" id="{DC18C6BC-2416-B51C-F45A-9BCC874B47ED}"/>
              </a:ext>
            </a:extLst>
          </p:cNvPr>
          <p:cNvSpPr>
            <a:spLocks noGrp="1"/>
          </p:cNvSpPr>
          <p:nvPr>
            <p:ph sz="quarter" idx="19" hasCustomPrompt="1"/>
          </p:nvPr>
        </p:nvSpPr>
        <p:spPr>
          <a:xfrm>
            <a:off x="579809" y="1607465"/>
            <a:ext cx="8229600" cy="4572000"/>
          </a:xfrm>
        </p:spPr>
        <p:txBody>
          <a:bodyPr vert="horz" lIns="594360" tIns="457200" rIns="0" bIns="0" rtlCol="0">
            <a:noAutofit/>
          </a:bodyPr>
          <a:lstStyle>
            <a:lvl1pPr>
              <a:defRPr lang="en-US" dirty="0" smtClean="0">
                <a:solidFill>
                  <a:schemeClr val="tx1"/>
                </a:solidFill>
              </a:defRPr>
            </a:lvl1pPr>
            <a:lvl2pPr>
              <a:defRPr lang="en-US" dirty="0" smtClean="0">
                <a:solidFill>
                  <a:schemeClr val="tx1"/>
                </a:solidFill>
              </a:defRPr>
            </a:lvl2pPr>
            <a:lvl3pPr>
              <a:defRPr lang="en-US" dirty="0" smtClean="0">
                <a:solidFill>
                  <a:schemeClr val="tx1"/>
                </a:solidFill>
              </a:defRPr>
            </a:lvl3pPr>
            <a:lvl4pPr>
              <a:defRPr lang="en-US" dirty="0" smtClean="0">
                <a:solidFill>
                  <a:schemeClr val="tx1"/>
                </a:solidFill>
              </a:defRPr>
            </a:lvl4pPr>
            <a:lvl5pPr>
              <a:defRPr lang="en-US" dirty="0" smtClean="0">
                <a:solidFill>
                  <a:schemeClr val="tx1"/>
                </a:solidFill>
              </a:defRPr>
            </a:lvl5pPr>
            <a:lvl6pPr>
              <a:defRPr lang="en-US" dirty="0" smtClean="0">
                <a:solidFill>
                  <a:schemeClr val="tx1"/>
                </a:solidFill>
              </a:defRPr>
            </a:lvl6pPr>
            <a:lvl7pPr>
              <a:defRPr lang="en-US" dirty="0" smtClean="0">
                <a:solidFill>
                  <a:schemeClr val="tx1"/>
                </a:solidFill>
              </a:defRPr>
            </a:lvl7pPr>
            <a:lvl8pPr>
              <a:defRPr lang="en-US" dirty="0">
                <a:solidFill>
                  <a:schemeClr val="tx1"/>
                </a:solidFill>
              </a:defRPr>
            </a:lvl8pPr>
          </a:lstStyle>
          <a:p>
            <a:pPr lvl="0"/>
            <a:r>
              <a:rPr lang="en-US" dirty="0"/>
              <a:t>Click to add graph, diagram or text</a:t>
            </a:r>
          </a:p>
          <a:p>
            <a:pPr lvl="1"/>
            <a:r>
              <a:rPr lang="en-US" dirty="0"/>
              <a:t>Second level</a:t>
            </a:r>
          </a:p>
          <a:p>
            <a:pPr lvl="2"/>
            <a:r>
              <a:rPr lang="en-US" dirty="0"/>
              <a:t>Third level</a:t>
            </a:r>
          </a:p>
          <a:p>
            <a:pPr lvl="3"/>
            <a:r>
              <a:rPr lang="en-US" dirty="0"/>
              <a:t>Fourth level</a:t>
            </a:r>
          </a:p>
          <a:p>
            <a:pPr lvl="4"/>
            <a:r>
              <a:rPr lang="en-US" dirty="0"/>
              <a:t>Fifth level</a:t>
            </a:r>
          </a:p>
          <a:p>
            <a:pPr marL="1270000" lvl="5" indent="-117475"/>
            <a:r>
              <a:rPr lang="en-US" dirty="0"/>
              <a:t>Sixth level</a:t>
            </a:r>
          </a:p>
          <a:p>
            <a:pPr marL="1438275" lvl="6" indent="-117475"/>
            <a:r>
              <a:rPr lang="en-US" dirty="0"/>
              <a:t>Seventh level</a:t>
            </a:r>
          </a:p>
          <a:p>
            <a:pPr marL="1554163" lvl="7" indent="-115888">
              <a:lnSpc>
                <a:spcPct val="90000"/>
              </a:lnSpc>
            </a:pPr>
            <a:r>
              <a:rPr lang="en-US" dirty="0"/>
              <a:t>Ninth level</a:t>
            </a:r>
          </a:p>
        </p:txBody>
      </p:sp>
      <p:sp>
        <p:nvSpPr>
          <p:cNvPr id="8" name="page number">
            <a:extLst>
              <a:ext uri="{FF2B5EF4-FFF2-40B4-BE49-F238E27FC236}">
                <a16:creationId xmlns:a16="http://schemas.microsoft.com/office/drawing/2014/main" id="{EA3FFB13-8625-D245-BD64-AAC7CCCB5B64}"/>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10" name="Rectangle 9">
            <a:extLst>
              <a:ext uri="{FF2B5EF4-FFF2-40B4-BE49-F238E27FC236}">
                <a16:creationId xmlns:a16="http://schemas.microsoft.com/office/drawing/2014/main" id="{85B60DB8-F067-969E-72B5-4E90025E5BF8}"/>
              </a:ext>
              <a:ext uri="{C183D7F6-B498-43B3-948B-1728B52AA6E4}">
                <adec:decorative xmlns:adec="http://schemas.microsoft.com/office/drawing/2017/decorative" val="1"/>
              </a:ext>
            </a:extLst>
          </p:cNvPr>
          <p:cNvSpPr/>
          <p:nvPr userDrawn="1"/>
        </p:nvSpPr>
        <p:spPr>
          <a:xfrm flipV="1">
            <a:off x="9294812" y="1552601"/>
            <a:ext cx="2894012" cy="54864"/>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a:p>
            <a:pPr algn="ctr">
              <a:spcAft>
                <a:spcPts val="600"/>
              </a:spcAft>
            </a:pPr>
            <a:endParaRPr lang="en-US" sz="1200" dirty="0">
              <a:solidFill>
                <a:schemeClr val="bg1"/>
              </a:solidFill>
            </a:endParaRPr>
          </a:p>
        </p:txBody>
      </p:sp>
    </p:spTree>
    <p:extLst>
      <p:ext uri="{BB962C8B-B14F-4D97-AF65-F5344CB8AC3E}">
        <p14:creationId xmlns:p14="http://schemas.microsoft.com/office/powerpoint/2010/main" val="21362628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Diagram with Content on Righ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157BCD9-063B-4ED4-B68C-092EC2C342E6}"/>
              </a:ext>
            </a:extLst>
          </p:cNvPr>
          <p:cNvSpPr>
            <a:spLocks noGrp="1"/>
          </p:cNvSpPr>
          <p:nvPr>
            <p:ph type="title" hasCustomPrompt="1"/>
          </p:nvPr>
        </p:nvSpPr>
        <p:spPr/>
        <p:txBody>
          <a:bodyPr wrap="none"/>
          <a:lstStyle>
            <a:lvl1pPr>
              <a:defRPr>
                <a:solidFill>
                  <a:schemeClr val="accent2"/>
                </a:solidFill>
              </a:defRPr>
            </a:lvl1pPr>
          </a:lstStyle>
          <a:p>
            <a:r>
              <a:rPr lang="en-US"/>
              <a:t>Diagram with Content</a:t>
            </a:r>
          </a:p>
        </p:txBody>
      </p:sp>
      <p:sp>
        <p:nvSpPr>
          <p:cNvPr id="9" name="Subtitle 2">
            <a:extLst>
              <a:ext uri="{FF2B5EF4-FFF2-40B4-BE49-F238E27FC236}">
                <a16:creationId xmlns:a16="http://schemas.microsoft.com/office/drawing/2014/main" id="{A0D276D7-17CD-46AB-99B2-97FD34FEEFFA}"/>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subtitle</a:t>
            </a:r>
          </a:p>
        </p:txBody>
      </p:sp>
      <p:sp>
        <p:nvSpPr>
          <p:cNvPr id="7" name="Rectangle 6">
            <a:extLst>
              <a:ext uri="{FF2B5EF4-FFF2-40B4-BE49-F238E27FC236}">
                <a16:creationId xmlns:a16="http://schemas.microsoft.com/office/drawing/2014/main" id="{F7E2C737-3A4D-924A-88B5-FA4D5C8A07C7}"/>
              </a:ext>
              <a:ext uri="{C183D7F6-B498-43B3-948B-1728B52AA6E4}">
                <adec:decorative xmlns:adec="http://schemas.microsoft.com/office/drawing/2017/decorative" val="1"/>
              </a:ext>
            </a:extLst>
          </p:cNvPr>
          <p:cNvSpPr/>
          <p:nvPr/>
        </p:nvSpPr>
        <p:spPr>
          <a:xfrm flipV="1">
            <a:off x="8380072" y="1589923"/>
            <a:ext cx="3808754" cy="82618"/>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a:p>
            <a:pPr algn="ctr">
              <a:spcAft>
                <a:spcPts val="600"/>
              </a:spcAft>
            </a:pPr>
            <a:endParaRPr lang="en-US" sz="1200" dirty="0">
              <a:solidFill>
                <a:schemeClr val="bg1"/>
              </a:solidFill>
            </a:endParaRPr>
          </a:p>
        </p:txBody>
      </p:sp>
      <p:sp>
        <p:nvSpPr>
          <p:cNvPr id="5" name="Text Placeholder 4">
            <a:extLst>
              <a:ext uri="{FF2B5EF4-FFF2-40B4-BE49-F238E27FC236}">
                <a16:creationId xmlns:a16="http://schemas.microsoft.com/office/drawing/2014/main" id="{7F7496CC-9DD2-4299-850C-005958FB65CC}"/>
              </a:ext>
            </a:extLst>
          </p:cNvPr>
          <p:cNvSpPr>
            <a:spLocks noGrp="1"/>
          </p:cNvSpPr>
          <p:nvPr>
            <p:ph type="body" sz="quarter" idx="17" hasCustomPrompt="1"/>
          </p:nvPr>
        </p:nvSpPr>
        <p:spPr>
          <a:xfrm>
            <a:off x="8380413" y="1600200"/>
            <a:ext cx="3808412" cy="4572000"/>
          </a:xfrm>
        </p:spPr>
        <p:txBody>
          <a:bodyPr tIns="457200" rIns="594360" bIns="457200"/>
          <a:lstStyle>
            <a:lvl1pPr>
              <a:defRPr sz="1600">
                <a:solidFill>
                  <a:schemeClr val="accent2"/>
                </a:solidFill>
              </a:defRPr>
            </a:lvl1pPr>
            <a:lvl2pPr>
              <a:buClr>
                <a:schemeClr val="accent2"/>
              </a:buClr>
              <a:defRPr sz="1400">
                <a:solidFill>
                  <a:schemeClr val="accent2"/>
                </a:solidFill>
              </a:defRPr>
            </a:lvl2pPr>
            <a:lvl3pPr>
              <a:buClr>
                <a:schemeClr val="accent2"/>
              </a:buClr>
              <a:defRPr sz="1200">
                <a:solidFill>
                  <a:schemeClr val="accent2"/>
                </a:solidFill>
              </a:defRPr>
            </a:lvl3pPr>
            <a:lvl4pPr>
              <a:buClr>
                <a:schemeClr val="accent2"/>
              </a:buClr>
              <a:defRPr sz="1100">
                <a:solidFill>
                  <a:schemeClr val="accent2"/>
                </a:solidFill>
              </a:defRPr>
            </a:lvl4pPr>
            <a:lvl5pPr>
              <a:buClr>
                <a:schemeClr val="accent2"/>
              </a:buClr>
              <a:defRPr sz="1100">
                <a:solidFill>
                  <a:schemeClr val="accent2"/>
                </a:solidFill>
              </a:defRPr>
            </a:lvl5pPr>
            <a:lvl6pPr>
              <a:buClr>
                <a:schemeClr val="accent2"/>
              </a:buClr>
              <a:defRPr sz="1100">
                <a:solidFill>
                  <a:schemeClr val="accent2"/>
                </a:solidFill>
              </a:defRPr>
            </a:lvl6pPr>
            <a:lvl7pPr>
              <a:buClr>
                <a:schemeClr val="accent2"/>
              </a:buClr>
              <a:defRPr sz="1100">
                <a:solidFill>
                  <a:schemeClr val="accent2"/>
                </a:solidFill>
              </a:defRPr>
            </a:lvl7pPr>
            <a:lvl8pPr>
              <a:buClr>
                <a:schemeClr val="accent2"/>
              </a:buClr>
              <a:defRPr sz="1100">
                <a:solidFill>
                  <a:schemeClr val="accent2"/>
                </a:solidFill>
              </a:defRPr>
            </a:lvl8pPr>
            <a:lvl9pPr>
              <a:buClr>
                <a:schemeClr val="accent2"/>
              </a:buClr>
              <a:defRPr sz="1100">
                <a:solidFill>
                  <a:schemeClr val="accent2"/>
                </a:solidFill>
              </a:defRPr>
            </a:lvl9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7"/>
            <a:r>
              <a:rPr lang="en-US" dirty="0"/>
              <a:t>Eighth level</a:t>
            </a:r>
          </a:p>
          <a:p>
            <a:pPr lvl="8"/>
            <a:r>
              <a:rPr lang="en-US" dirty="0"/>
              <a:t>Ninth level</a:t>
            </a:r>
          </a:p>
        </p:txBody>
      </p:sp>
      <p:sp>
        <p:nvSpPr>
          <p:cNvPr id="11" name="page number">
            <a:extLst>
              <a:ext uri="{FF2B5EF4-FFF2-40B4-BE49-F238E27FC236}">
                <a16:creationId xmlns:a16="http://schemas.microsoft.com/office/drawing/2014/main" id="{0D34A4A0-0C07-994F-9539-A07F4B06F184}"/>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2" name="Content Placeholder 17">
            <a:extLst>
              <a:ext uri="{FF2B5EF4-FFF2-40B4-BE49-F238E27FC236}">
                <a16:creationId xmlns:a16="http://schemas.microsoft.com/office/drawing/2014/main" id="{C05F02B7-B99F-8424-E971-B7478FAB40DE}"/>
              </a:ext>
            </a:extLst>
          </p:cNvPr>
          <p:cNvSpPr>
            <a:spLocks noGrp="1"/>
          </p:cNvSpPr>
          <p:nvPr>
            <p:ph sz="quarter" idx="14" hasCustomPrompt="1"/>
          </p:nvPr>
        </p:nvSpPr>
        <p:spPr bwMode="ltGray">
          <a:xfrm>
            <a:off x="608012" y="1600201"/>
            <a:ext cx="7398303" cy="4572000"/>
          </a:xfrm>
          <a:noFill/>
        </p:spPr>
        <p:txBody>
          <a:bodyPr vert="horz" lIns="594360" tIns="1371600" rIns="457200" bIns="457200" rtlCol="0">
            <a:noAutofit/>
          </a:bodyPr>
          <a:lstStyle>
            <a:lvl1pPr algn="ctr">
              <a:spcBef>
                <a:spcPts val="1200"/>
              </a:spcBef>
              <a:defRPr lang="en-US" sz="1100" dirty="0">
                <a:solidFill>
                  <a:schemeClr val="tx1"/>
                </a:solidFill>
              </a:defRPr>
            </a:lvl1pPr>
            <a:lvl2pPr>
              <a:buClr>
                <a:schemeClr val="bg1"/>
              </a:buClr>
              <a:defRPr lang="en-US" sz="1600" dirty="0">
                <a:solidFill>
                  <a:schemeClr val="bg1"/>
                </a:solidFill>
              </a:defRPr>
            </a:lvl2pPr>
            <a:lvl3pPr>
              <a:buClr>
                <a:schemeClr val="bg1"/>
              </a:buClr>
              <a:defRPr lang="en-US" sz="1400" dirty="0">
                <a:solidFill>
                  <a:schemeClr val="bg1"/>
                </a:solidFill>
              </a:defRPr>
            </a:lvl3pPr>
            <a:lvl4pPr>
              <a:buClr>
                <a:schemeClr val="bg1"/>
              </a:buClr>
              <a:defRPr lang="en-US" sz="1200" dirty="0">
                <a:solidFill>
                  <a:schemeClr val="bg1"/>
                </a:solidFill>
              </a:defRPr>
            </a:lvl4pPr>
            <a:lvl5pPr>
              <a:buClr>
                <a:schemeClr val="bg1"/>
              </a:buClr>
              <a:defRPr lang="en-US" sz="1200" dirty="0">
                <a:solidFill>
                  <a:schemeClr val="bg1"/>
                </a:solidFill>
              </a:defRPr>
            </a:lvl5pPr>
            <a:lvl6pPr>
              <a:buClrTx/>
              <a:defRPr sz="1800">
                <a:solidFill>
                  <a:schemeClr val="bg1"/>
                </a:solidFill>
              </a:defRPr>
            </a:lvl6pPr>
            <a:lvl7pPr>
              <a:buClrTx/>
              <a:defRPr sz="1400">
                <a:solidFill>
                  <a:schemeClr val="bg1"/>
                </a:solidFill>
              </a:defRPr>
            </a:lvl7pPr>
            <a:lvl8pPr>
              <a:buClrTx/>
              <a:defRPr sz="1200">
                <a:solidFill>
                  <a:schemeClr val="bg1"/>
                </a:solidFill>
              </a:defRPr>
            </a:lvl8pPr>
            <a:lvl9pPr>
              <a:buClrTx/>
              <a:defRPr sz="1800">
                <a:solidFill>
                  <a:schemeClr val="bg1"/>
                </a:solidFill>
              </a:defRPr>
            </a:lvl9pPr>
          </a:lstStyle>
          <a:p>
            <a:pPr lvl="0"/>
            <a:r>
              <a:rPr lang="en-US" dirty="0"/>
              <a:t>NOTE: This is intended for a diagram only.</a:t>
            </a:r>
            <a:br>
              <a:rPr lang="en-US" dirty="0"/>
            </a:br>
            <a:r>
              <a:rPr lang="en-US" dirty="0"/>
              <a:t>Not recommended to add text here, as it’s not formatted for it. </a:t>
            </a:r>
          </a:p>
        </p:txBody>
      </p:sp>
      <p:sp>
        <p:nvSpPr>
          <p:cNvPr id="8" name="Rectangle 7">
            <a:extLst>
              <a:ext uri="{FF2B5EF4-FFF2-40B4-BE49-F238E27FC236}">
                <a16:creationId xmlns:a16="http://schemas.microsoft.com/office/drawing/2014/main" id="{F7E2C737-3A4D-924A-88B5-FA4D5C8A07C7}"/>
              </a:ext>
              <a:ext uri="{C183D7F6-B498-43B3-948B-1728B52AA6E4}">
                <adec:decorative xmlns:adec="http://schemas.microsoft.com/office/drawing/2017/decorative" val="1"/>
              </a:ext>
            </a:extLst>
          </p:cNvPr>
          <p:cNvSpPr/>
          <p:nvPr userDrawn="1"/>
        </p:nvSpPr>
        <p:spPr>
          <a:xfrm flipV="1">
            <a:off x="8380072" y="1589923"/>
            <a:ext cx="3808754" cy="82618"/>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a:p>
            <a:pPr algn="ctr">
              <a:spcAft>
                <a:spcPts val="600"/>
              </a:spcAft>
            </a:pPr>
            <a:endParaRPr lang="en-US" sz="1200" dirty="0">
              <a:solidFill>
                <a:schemeClr val="bg1"/>
              </a:solidFill>
            </a:endParaRPr>
          </a:p>
        </p:txBody>
      </p:sp>
      <p:sp>
        <p:nvSpPr>
          <p:cNvPr id="10" name="page number">
            <a:extLst>
              <a:ext uri="{FF2B5EF4-FFF2-40B4-BE49-F238E27FC236}">
                <a16:creationId xmlns:a16="http://schemas.microsoft.com/office/drawing/2014/main" id="{0D34A4A0-0C07-994F-9539-A07F4B06F184}"/>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21876759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Diagram with Outcome, Benefi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E15888C-CFB4-4BEC-9B94-46E698DFC481}"/>
              </a:ext>
            </a:extLst>
          </p:cNvPr>
          <p:cNvSpPr>
            <a:spLocks noGrp="1"/>
          </p:cNvSpPr>
          <p:nvPr>
            <p:ph type="title" hasCustomPrompt="1"/>
          </p:nvPr>
        </p:nvSpPr>
        <p:spPr/>
        <p:txBody>
          <a:bodyPr wrap="none"/>
          <a:lstStyle>
            <a:lvl1pPr>
              <a:defRPr>
                <a:solidFill>
                  <a:schemeClr val="accent2"/>
                </a:solidFill>
              </a:defRPr>
            </a:lvl1pPr>
          </a:lstStyle>
          <a:p>
            <a:r>
              <a:rPr lang="en-US"/>
              <a:t>Diagram with Outcome/Benefit Content</a:t>
            </a:r>
          </a:p>
        </p:txBody>
      </p:sp>
      <p:sp>
        <p:nvSpPr>
          <p:cNvPr id="19" name="Subtitle 2">
            <a:extLst>
              <a:ext uri="{FF2B5EF4-FFF2-40B4-BE49-F238E27FC236}">
                <a16:creationId xmlns:a16="http://schemas.microsoft.com/office/drawing/2014/main" id="{E9D6A872-88BD-4DFC-AFFD-1E9BEEB6533B}"/>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cxnSp>
        <p:nvCxnSpPr>
          <p:cNvPr id="138" name="Straight Connector 137">
            <a:extLst>
              <a:ext uri="{FF2B5EF4-FFF2-40B4-BE49-F238E27FC236}">
                <a16:creationId xmlns:a16="http://schemas.microsoft.com/office/drawing/2014/main" id="{56D4D92B-574E-4F63-A5BA-8F7282B54C27}"/>
              </a:ext>
              <a:ext uri="{C183D7F6-B498-43B3-948B-1728B52AA6E4}">
                <adec:decorative xmlns:adec="http://schemas.microsoft.com/office/drawing/2017/decorative" val="1"/>
              </a:ext>
            </a:extLst>
          </p:cNvPr>
          <p:cNvCxnSpPr>
            <a:cxnSpLocks/>
          </p:cNvCxnSpPr>
          <p:nvPr/>
        </p:nvCxnSpPr>
        <p:spPr>
          <a:xfrm>
            <a:off x="8380413" y="1608668"/>
            <a:ext cx="3808412" cy="0"/>
          </a:xfrm>
          <a:prstGeom prst="line">
            <a:avLst/>
          </a:prstGeom>
          <a:ln w="25400">
            <a:solidFill>
              <a:schemeClr val="accent2"/>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 name="Text Placeholder 6">
            <a:extLst>
              <a:ext uri="{FF2B5EF4-FFF2-40B4-BE49-F238E27FC236}">
                <a16:creationId xmlns:a16="http://schemas.microsoft.com/office/drawing/2014/main" id="{9005EB21-86C3-42EF-BFE7-549D9EA3645A}"/>
              </a:ext>
            </a:extLst>
          </p:cNvPr>
          <p:cNvSpPr>
            <a:spLocks noGrp="1"/>
          </p:cNvSpPr>
          <p:nvPr>
            <p:ph type="body" sz="quarter" idx="17" hasCustomPrompt="1"/>
          </p:nvPr>
        </p:nvSpPr>
        <p:spPr>
          <a:xfrm>
            <a:off x="8380413" y="1699688"/>
            <a:ext cx="3200400" cy="298450"/>
          </a:xfrm>
        </p:spPr>
        <p:txBody>
          <a:bodyPr anchor="b"/>
          <a:lstStyle>
            <a:lvl1pPr>
              <a:defRPr sz="1800">
                <a:solidFill>
                  <a:schemeClr val="accent2"/>
                </a:solidFill>
              </a:defRPr>
            </a:lvl1pPr>
            <a:lvl5pPr>
              <a:defRPr/>
            </a:lvl5pPr>
          </a:lstStyle>
          <a:p>
            <a:pPr lvl="0"/>
            <a:r>
              <a:rPr lang="en-US"/>
              <a:t>Outcome</a:t>
            </a:r>
          </a:p>
        </p:txBody>
      </p:sp>
      <p:sp>
        <p:nvSpPr>
          <p:cNvPr id="4" name="Text Placeholder 3">
            <a:extLst>
              <a:ext uri="{FF2B5EF4-FFF2-40B4-BE49-F238E27FC236}">
                <a16:creationId xmlns:a16="http://schemas.microsoft.com/office/drawing/2014/main" id="{A8781D19-2DDB-4D83-983D-3D159A7DE7C0}"/>
              </a:ext>
            </a:extLst>
          </p:cNvPr>
          <p:cNvSpPr>
            <a:spLocks noGrp="1"/>
          </p:cNvSpPr>
          <p:nvPr>
            <p:ph type="body" sz="quarter" idx="20" hasCustomPrompt="1"/>
          </p:nvPr>
        </p:nvSpPr>
        <p:spPr>
          <a:xfrm>
            <a:off x="8378825" y="2063048"/>
            <a:ext cx="3201988" cy="1600200"/>
          </a:xfrm>
        </p:spPr>
        <p:txBody>
          <a:bodyPr/>
          <a:lstStyle>
            <a:lvl1pPr>
              <a:defRPr sz="1600">
                <a:solidFill>
                  <a:schemeClr val="tx1"/>
                </a:solidFill>
              </a:defRPr>
            </a:lvl1pPr>
            <a:lvl2pPr>
              <a:defRPr sz="1400">
                <a:solidFill>
                  <a:schemeClr val="tx1"/>
                </a:solidFill>
              </a:defRPr>
            </a:lvl2pPr>
            <a:lvl3pPr>
              <a:defRPr sz="1400">
                <a:solidFill>
                  <a:schemeClr val="tx1"/>
                </a:solidFill>
              </a:defRPr>
            </a:lvl3pPr>
          </a:lstStyle>
          <a:p>
            <a:pPr lvl="0"/>
            <a:r>
              <a:rPr lang="en-US" dirty="0"/>
              <a:t>Click to add text</a:t>
            </a:r>
          </a:p>
          <a:p>
            <a:pPr lvl="1"/>
            <a:r>
              <a:rPr lang="en-US" dirty="0"/>
              <a:t>Second level</a:t>
            </a:r>
          </a:p>
          <a:p>
            <a:pPr lvl="2"/>
            <a:r>
              <a:rPr lang="en-US" dirty="0"/>
              <a:t>Third level</a:t>
            </a:r>
          </a:p>
        </p:txBody>
      </p:sp>
      <p:cxnSp>
        <p:nvCxnSpPr>
          <p:cNvPr id="75" name="Straight Connector 74">
            <a:extLst>
              <a:ext uri="{FF2B5EF4-FFF2-40B4-BE49-F238E27FC236}">
                <a16:creationId xmlns:a16="http://schemas.microsoft.com/office/drawing/2014/main" id="{F789B473-DDE6-4450-A111-3761F341AAE3}"/>
              </a:ext>
              <a:ext uri="{C183D7F6-B498-43B3-948B-1728B52AA6E4}">
                <adec:decorative xmlns:adec="http://schemas.microsoft.com/office/drawing/2017/decorative" val="1"/>
              </a:ext>
            </a:extLst>
          </p:cNvPr>
          <p:cNvCxnSpPr>
            <a:cxnSpLocks/>
          </p:cNvCxnSpPr>
          <p:nvPr/>
        </p:nvCxnSpPr>
        <p:spPr>
          <a:xfrm>
            <a:off x="8380413" y="3872441"/>
            <a:ext cx="3808412" cy="0"/>
          </a:xfrm>
          <a:prstGeom prst="line">
            <a:avLst/>
          </a:prstGeom>
          <a:ln w="25400">
            <a:solidFill>
              <a:schemeClr val="accent4"/>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6" name="Text Placeholder 6">
            <a:extLst>
              <a:ext uri="{FF2B5EF4-FFF2-40B4-BE49-F238E27FC236}">
                <a16:creationId xmlns:a16="http://schemas.microsoft.com/office/drawing/2014/main" id="{0D0977FA-A4CA-4F1F-8109-D7498D165EDD}"/>
              </a:ext>
            </a:extLst>
          </p:cNvPr>
          <p:cNvSpPr>
            <a:spLocks noGrp="1"/>
          </p:cNvSpPr>
          <p:nvPr>
            <p:ph type="body" sz="quarter" idx="19" hasCustomPrompt="1"/>
          </p:nvPr>
        </p:nvSpPr>
        <p:spPr>
          <a:xfrm>
            <a:off x="8380413" y="3972469"/>
            <a:ext cx="3200400" cy="298450"/>
          </a:xfrm>
        </p:spPr>
        <p:txBody>
          <a:bodyPr anchor="b"/>
          <a:lstStyle>
            <a:lvl1pPr>
              <a:defRPr sz="1800">
                <a:solidFill>
                  <a:schemeClr val="accent4"/>
                </a:solidFill>
              </a:defRPr>
            </a:lvl1pPr>
            <a:lvl5pPr>
              <a:defRPr/>
            </a:lvl5pPr>
          </a:lstStyle>
          <a:p>
            <a:pPr lvl="0"/>
            <a:r>
              <a:rPr lang="en-US"/>
              <a:t>Benefit</a:t>
            </a:r>
          </a:p>
        </p:txBody>
      </p:sp>
      <p:sp>
        <p:nvSpPr>
          <p:cNvPr id="16" name="Text Placeholder 3">
            <a:extLst>
              <a:ext uri="{FF2B5EF4-FFF2-40B4-BE49-F238E27FC236}">
                <a16:creationId xmlns:a16="http://schemas.microsoft.com/office/drawing/2014/main" id="{BB1458BF-96C1-46C6-A67F-AD0FB4B4E5C0}"/>
              </a:ext>
            </a:extLst>
          </p:cNvPr>
          <p:cNvSpPr>
            <a:spLocks noGrp="1"/>
          </p:cNvSpPr>
          <p:nvPr>
            <p:ph type="body" sz="quarter" idx="21" hasCustomPrompt="1"/>
          </p:nvPr>
        </p:nvSpPr>
        <p:spPr>
          <a:xfrm>
            <a:off x="8378825" y="4347904"/>
            <a:ext cx="3201988" cy="1600200"/>
          </a:xfrm>
        </p:spPr>
        <p:txBody>
          <a:bodyPr/>
          <a:lstStyle>
            <a:lvl1pPr>
              <a:defRPr sz="1600">
                <a:solidFill>
                  <a:schemeClr val="tx1"/>
                </a:solidFill>
              </a:defRPr>
            </a:lvl1pPr>
            <a:lvl2pPr>
              <a:defRPr sz="1400">
                <a:solidFill>
                  <a:schemeClr val="tx1"/>
                </a:solidFill>
              </a:defRPr>
            </a:lvl2pPr>
            <a:lvl3pPr>
              <a:defRPr sz="1400">
                <a:solidFill>
                  <a:schemeClr val="tx1"/>
                </a:solidFill>
              </a:defRPr>
            </a:lvl3pPr>
          </a:lstStyle>
          <a:p>
            <a:pPr lvl="0"/>
            <a:r>
              <a:rPr lang="en-US"/>
              <a:t>Click to add text</a:t>
            </a:r>
          </a:p>
          <a:p>
            <a:pPr lvl="1"/>
            <a:r>
              <a:rPr lang="en-US"/>
              <a:t>Second level</a:t>
            </a:r>
          </a:p>
          <a:p>
            <a:pPr lvl="2"/>
            <a:r>
              <a:rPr lang="en-US"/>
              <a:t>Third level</a:t>
            </a:r>
          </a:p>
        </p:txBody>
      </p:sp>
      <p:sp>
        <p:nvSpPr>
          <p:cNvPr id="13" name="page number">
            <a:extLst>
              <a:ext uri="{FF2B5EF4-FFF2-40B4-BE49-F238E27FC236}">
                <a16:creationId xmlns:a16="http://schemas.microsoft.com/office/drawing/2014/main" id="{2520CB7B-27A1-0749-95BA-681D8A0535D2}"/>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2" name="Content Placeholder 17">
            <a:extLst>
              <a:ext uri="{FF2B5EF4-FFF2-40B4-BE49-F238E27FC236}">
                <a16:creationId xmlns:a16="http://schemas.microsoft.com/office/drawing/2014/main" id="{81258617-CE72-E542-2E67-9B2874ED90B7}"/>
              </a:ext>
            </a:extLst>
          </p:cNvPr>
          <p:cNvSpPr>
            <a:spLocks noGrp="1"/>
          </p:cNvSpPr>
          <p:nvPr>
            <p:ph sz="quarter" idx="14" hasCustomPrompt="1"/>
          </p:nvPr>
        </p:nvSpPr>
        <p:spPr bwMode="ltGray">
          <a:xfrm>
            <a:off x="608012" y="1600201"/>
            <a:ext cx="7398303" cy="4572000"/>
          </a:xfrm>
          <a:noFill/>
        </p:spPr>
        <p:txBody>
          <a:bodyPr vert="horz" lIns="594360" tIns="1371600" rIns="457200" bIns="457200" rtlCol="0">
            <a:noAutofit/>
          </a:bodyPr>
          <a:lstStyle>
            <a:lvl1pPr algn="ctr">
              <a:spcBef>
                <a:spcPts val="1200"/>
              </a:spcBef>
              <a:defRPr lang="en-US" sz="1100" dirty="0">
                <a:solidFill>
                  <a:schemeClr val="tx1"/>
                </a:solidFill>
              </a:defRPr>
            </a:lvl1pPr>
            <a:lvl2pPr>
              <a:buClr>
                <a:schemeClr val="bg1"/>
              </a:buClr>
              <a:defRPr lang="en-US" sz="1600" dirty="0">
                <a:solidFill>
                  <a:schemeClr val="bg1"/>
                </a:solidFill>
              </a:defRPr>
            </a:lvl2pPr>
            <a:lvl3pPr>
              <a:buClr>
                <a:schemeClr val="bg1"/>
              </a:buClr>
              <a:defRPr lang="en-US" sz="1400" dirty="0">
                <a:solidFill>
                  <a:schemeClr val="bg1"/>
                </a:solidFill>
              </a:defRPr>
            </a:lvl3pPr>
            <a:lvl4pPr>
              <a:buClr>
                <a:schemeClr val="bg1"/>
              </a:buClr>
              <a:defRPr lang="en-US" sz="1200" dirty="0">
                <a:solidFill>
                  <a:schemeClr val="bg1"/>
                </a:solidFill>
              </a:defRPr>
            </a:lvl4pPr>
            <a:lvl5pPr>
              <a:buClr>
                <a:schemeClr val="bg1"/>
              </a:buClr>
              <a:defRPr lang="en-US" sz="1200" dirty="0">
                <a:solidFill>
                  <a:schemeClr val="bg1"/>
                </a:solidFill>
              </a:defRPr>
            </a:lvl5pPr>
            <a:lvl6pPr>
              <a:buClrTx/>
              <a:defRPr sz="1800">
                <a:solidFill>
                  <a:schemeClr val="bg1"/>
                </a:solidFill>
              </a:defRPr>
            </a:lvl6pPr>
            <a:lvl7pPr>
              <a:buClrTx/>
              <a:defRPr sz="1400">
                <a:solidFill>
                  <a:schemeClr val="bg1"/>
                </a:solidFill>
              </a:defRPr>
            </a:lvl7pPr>
            <a:lvl8pPr>
              <a:buClrTx/>
              <a:defRPr sz="1200">
                <a:solidFill>
                  <a:schemeClr val="bg1"/>
                </a:solidFill>
              </a:defRPr>
            </a:lvl8pPr>
            <a:lvl9pPr>
              <a:buClrTx/>
              <a:defRPr sz="1800">
                <a:solidFill>
                  <a:schemeClr val="bg1"/>
                </a:solidFill>
              </a:defRPr>
            </a:lvl9pPr>
          </a:lstStyle>
          <a:p>
            <a:pPr lvl="0"/>
            <a:r>
              <a:rPr lang="en-US"/>
              <a:t>NOTE: This is intended for a diagram only.</a:t>
            </a:r>
            <a:br>
              <a:rPr lang="en-US"/>
            </a:br>
            <a:r>
              <a:rPr lang="en-US"/>
              <a:t>Not recommended to add text here, as it’s not formatted for it. </a:t>
            </a:r>
          </a:p>
        </p:txBody>
      </p:sp>
      <p:cxnSp>
        <p:nvCxnSpPr>
          <p:cNvPr id="12" name="Straight Connector 11">
            <a:extLst>
              <a:ext uri="{FF2B5EF4-FFF2-40B4-BE49-F238E27FC236}">
                <a16:creationId xmlns:a16="http://schemas.microsoft.com/office/drawing/2014/main" id="{56D4D92B-574E-4F63-A5BA-8F7282B54C27}"/>
              </a:ext>
              <a:ext uri="{C183D7F6-B498-43B3-948B-1728B52AA6E4}">
                <adec:decorative xmlns:adec="http://schemas.microsoft.com/office/drawing/2017/decorative" val="1"/>
              </a:ext>
            </a:extLst>
          </p:cNvPr>
          <p:cNvCxnSpPr>
            <a:cxnSpLocks/>
          </p:cNvCxnSpPr>
          <p:nvPr userDrawn="1"/>
        </p:nvCxnSpPr>
        <p:spPr>
          <a:xfrm>
            <a:off x="8380413" y="1608668"/>
            <a:ext cx="3808412" cy="0"/>
          </a:xfrm>
          <a:prstGeom prst="line">
            <a:avLst/>
          </a:prstGeom>
          <a:ln w="25400">
            <a:solidFill>
              <a:schemeClr val="accent2"/>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F789B473-DDE6-4450-A111-3761F341AAE3}"/>
              </a:ext>
              <a:ext uri="{C183D7F6-B498-43B3-948B-1728B52AA6E4}">
                <adec:decorative xmlns:adec="http://schemas.microsoft.com/office/drawing/2017/decorative" val="1"/>
              </a:ext>
            </a:extLst>
          </p:cNvPr>
          <p:cNvCxnSpPr>
            <a:cxnSpLocks/>
          </p:cNvCxnSpPr>
          <p:nvPr userDrawn="1"/>
        </p:nvCxnSpPr>
        <p:spPr>
          <a:xfrm>
            <a:off x="8380413" y="3872441"/>
            <a:ext cx="3808412" cy="0"/>
          </a:xfrm>
          <a:prstGeom prst="line">
            <a:avLst/>
          </a:prstGeom>
          <a:ln w="25400">
            <a:solidFill>
              <a:schemeClr val="accent4"/>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5" name="page number">
            <a:extLst>
              <a:ext uri="{FF2B5EF4-FFF2-40B4-BE49-F238E27FC236}">
                <a16:creationId xmlns:a16="http://schemas.microsoft.com/office/drawing/2014/main" id="{2520CB7B-27A1-0749-95BA-681D8A0535D2}"/>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35450809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Customer Success">
    <p:spTree>
      <p:nvGrpSpPr>
        <p:cNvPr id="1" name=""/>
        <p:cNvGrpSpPr/>
        <p:nvPr/>
      </p:nvGrpSpPr>
      <p:grpSpPr>
        <a:xfrm>
          <a:off x="0" y="0"/>
          <a:ext cx="0" cy="0"/>
          <a:chOff x="0" y="0"/>
          <a:chExt cx="0" cy="0"/>
        </a:xfrm>
      </p:grpSpPr>
      <p:sp>
        <p:nvSpPr>
          <p:cNvPr id="53" name="Title 1">
            <a:extLst>
              <a:ext uri="{FF2B5EF4-FFF2-40B4-BE49-F238E27FC236}">
                <a16:creationId xmlns:a16="http://schemas.microsoft.com/office/drawing/2014/main" id="{05E46EAA-9D16-0D47-AF18-92C449033DAC}"/>
              </a:ext>
            </a:extLst>
          </p:cNvPr>
          <p:cNvSpPr>
            <a:spLocks noGrp="1"/>
          </p:cNvSpPr>
          <p:nvPr>
            <p:ph type="title" hasCustomPrompt="1"/>
          </p:nvPr>
        </p:nvSpPr>
        <p:spPr>
          <a:xfrm>
            <a:off x="579809" y="412751"/>
            <a:ext cx="11001004" cy="381000"/>
          </a:xfrm>
        </p:spPr>
        <p:txBody>
          <a:bodyPr/>
          <a:lstStyle>
            <a:lvl1pPr>
              <a:defRPr>
                <a:solidFill>
                  <a:schemeClr val="accent2"/>
                </a:solidFill>
              </a:defRPr>
            </a:lvl1pPr>
          </a:lstStyle>
          <a:p>
            <a:r>
              <a:rPr lang="en-US"/>
              <a:t>Customer Success – add Company Name here</a:t>
            </a:r>
          </a:p>
        </p:txBody>
      </p:sp>
      <p:sp>
        <p:nvSpPr>
          <p:cNvPr id="52" name="Subtitle 2">
            <a:extLst>
              <a:ext uri="{FF2B5EF4-FFF2-40B4-BE49-F238E27FC236}">
                <a16:creationId xmlns:a16="http://schemas.microsoft.com/office/drawing/2014/main" id="{CEFD99AC-6466-F04E-8E45-7EEEEA01BA6C}"/>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the highlighted business impact</a:t>
            </a:r>
          </a:p>
        </p:txBody>
      </p:sp>
      <p:cxnSp>
        <p:nvCxnSpPr>
          <p:cNvPr id="30" name="Straight Connector 29">
            <a:extLst>
              <a:ext uri="{FF2B5EF4-FFF2-40B4-BE49-F238E27FC236}">
                <a16:creationId xmlns:a16="http://schemas.microsoft.com/office/drawing/2014/main" id="{14F46384-B6E3-0D43-924E-874DEC2344B1}"/>
              </a:ext>
              <a:ext uri="{C183D7F6-B498-43B3-948B-1728B52AA6E4}">
                <adec:decorative xmlns:adec="http://schemas.microsoft.com/office/drawing/2017/decorative" val="1"/>
              </a:ext>
            </a:extLst>
          </p:cNvPr>
          <p:cNvCxnSpPr>
            <a:cxnSpLocks/>
          </p:cNvCxnSpPr>
          <p:nvPr/>
        </p:nvCxnSpPr>
        <p:spPr>
          <a:xfrm>
            <a:off x="609600" y="1552248"/>
            <a:ext cx="3471746" cy="0"/>
          </a:xfrm>
          <a:prstGeom prst="line">
            <a:avLst/>
          </a:prstGeom>
          <a:ln w="22225">
            <a:solidFill>
              <a:schemeClr val="accent2"/>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0" name="Content Placeholder 17">
            <a:extLst>
              <a:ext uri="{FF2B5EF4-FFF2-40B4-BE49-F238E27FC236}">
                <a16:creationId xmlns:a16="http://schemas.microsoft.com/office/drawing/2014/main" id="{767C0863-B9D1-344E-A978-CD49E9400F6F}"/>
              </a:ext>
            </a:extLst>
          </p:cNvPr>
          <p:cNvSpPr>
            <a:spLocks noGrp="1"/>
          </p:cNvSpPr>
          <p:nvPr>
            <p:ph sz="quarter" idx="16" hasCustomPrompt="1"/>
          </p:nvPr>
        </p:nvSpPr>
        <p:spPr>
          <a:xfrm>
            <a:off x="611645" y="1901093"/>
            <a:ext cx="3201848" cy="1214595"/>
          </a:xfrm>
          <a:noFill/>
        </p:spPr>
        <p:txBody>
          <a:bodyPr vert="horz" lIns="0" tIns="0" rIns="0" bIns="457200" rtlCol="0">
            <a:noAutofit/>
          </a:bodyPr>
          <a:lstStyle>
            <a:lvl1pPr>
              <a:lnSpc>
                <a:spcPct val="100000"/>
              </a:lnSpc>
              <a:spcBef>
                <a:spcPts val="0"/>
              </a:spcBef>
              <a:spcAft>
                <a:spcPts val="300"/>
              </a:spcAft>
              <a:defRPr lang="en-US" sz="1050" dirty="0">
                <a:solidFill>
                  <a:schemeClr val="tx1"/>
                </a:solidFill>
              </a:defRPr>
            </a:lvl1pPr>
            <a:lvl2pPr marL="114300" indent="-114300">
              <a:lnSpc>
                <a:spcPct val="100000"/>
              </a:lnSpc>
              <a:spcBef>
                <a:spcPts val="0"/>
              </a:spcBef>
              <a:spcAft>
                <a:spcPts val="300"/>
              </a:spcAft>
              <a:defRPr lang="en-US" sz="1000" dirty="0">
                <a:solidFill>
                  <a:schemeClr val="tx1"/>
                </a:solidFill>
              </a:defRPr>
            </a:lvl2pPr>
            <a:lvl3pPr>
              <a:defRPr lang="en-US" sz="1400" dirty="0">
                <a:solidFill>
                  <a:schemeClr val="tx2"/>
                </a:solidFill>
              </a:defRPr>
            </a:lvl3pPr>
            <a:lvl4pPr>
              <a:defRPr lang="en-US" sz="1200" dirty="0">
                <a:solidFill>
                  <a:schemeClr val="tx2"/>
                </a:solidFill>
              </a:defRPr>
            </a:lvl4pPr>
            <a:lvl5pPr>
              <a:defRPr lang="en-US" sz="1200" dirty="0">
                <a:solidFill>
                  <a:schemeClr val="tx2"/>
                </a:solidFill>
              </a:defRPr>
            </a:lvl5pPr>
          </a:lstStyle>
          <a:p>
            <a:pPr lvl="0"/>
            <a:r>
              <a:rPr lang="en-US" dirty="0"/>
              <a:t>Click to add text</a:t>
            </a:r>
          </a:p>
          <a:p>
            <a:pPr lvl="1"/>
            <a:r>
              <a:rPr lang="en-US" dirty="0"/>
              <a:t>Second level</a:t>
            </a:r>
          </a:p>
        </p:txBody>
      </p:sp>
      <p:cxnSp>
        <p:nvCxnSpPr>
          <p:cNvPr id="39" name="Straight Connector 38">
            <a:extLst>
              <a:ext uri="{FF2B5EF4-FFF2-40B4-BE49-F238E27FC236}">
                <a16:creationId xmlns:a16="http://schemas.microsoft.com/office/drawing/2014/main" id="{33526770-8F35-FB4A-8638-521D0DA87F6C}"/>
              </a:ext>
              <a:ext uri="{C183D7F6-B498-43B3-948B-1728B52AA6E4}">
                <adec:decorative xmlns:adec="http://schemas.microsoft.com/office/drawing/2017/decorative" val="1"/>
              </a:ext>
            </a:extLst>
          </p:cNvPr>
          <p:cNvCxnSpPr>
            <a:cxnSpLocks/>
          </p:cNvCxnSpPr>
          <p:nvPr/>
        </p:nvCxnSpPr>
        <p:spPr>
          <a:xfrm>
            <a:off x="4412165" y="1552248"/>
            <a:ext cx="3471746" cy="0"/>
          </a:xfrm>
          <a:prstGeom prst="line">
            <a:avLst/>
          </a:prstGeom>
          <a:ln w="22225">
            <a:solidFill>
              <a:schemeClr val="accent2"/>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7" name="Content Placeholder 17">
            <a:extLst>
              <a:ext uri="{FF2B5EF4-FFF2-40B4-BE49-F238E27FC236}">
                <a16:creationId xmlns:a16="http://schemas.microsoft.com/office/drawing/2014/main" id="{A2B343CF-FF49-7E4F-A7C9-0593553254F3}"/>
              </a:ext>
            </a:extLst>
          </p:cNvPr>
          <p:cNvSpPr>
            <a:spLocks noGrp="1"/>
          </p:cNvSpPr>
          <p:nvPr>
            <p:ph sz="quarter" idx="20" hasCustomPrompt="1"/>
          </p:nvPr>
        </p:nvSpPr>
        <p:spPr>
          <a:xfrm>
            <a:off x="4414210" y="1901094"/>
            <a:ext cx="3201848" cy="1225566"/>
          </a:xfrm>
          <a:noFill/>
        </p:spPr>
        <p:txBody>
          <a:bodyPr vert="horz" lIns="0" tIns="0" rIns="0" bIns="457200" rtlCol="0">
            <a:noAutofit/>
          </a:bodyPr>
          <a:lstStyle>
            <a:lvl1pPr>
              <a:lnSpc>
                <a:spcPct val="100000"/>
              </a:lnSpc>
              <a:spcBef>
                <a:spcPts val="0"/>
              </a:spcBef>
              <a:spcAft>
                <a:spcPts val="300"/>
              </a:spcAft>
              <a:defRPr lang="en-US" sz="1050" dirty="0">
                <a:solidFill>
                  <a:schemeClr val="tx1"/>
                </a:solidFill>
              </a:defRPr>
            </a:lvl1pPr>
            <a:lvl2pPr marL="114300" indent="-114300">
              <a:lnSpc>
                <a:spcPct val="100000"/>
              </a:lnSpc>
              <a:spcBef>
                <a:spcPts val="0"/>
              </a:spcBef>
              <a:spcAft>
                <a:spcPts val="300"/>
              </a:spcAft>
              <a:defRPr lang="en-US" sz="1000" dirty="0">
                <a:solidFill>
                  <a:schemeClr val="tx1"/>
                </a:solidFill>
              </a:defRPr>
            </a:lvl2pPr>
            <a:lvl3pPr>
              <a:defRPr lang="en-US" sz="1400" dirty="0">
                <a:solidFill>
                  <a:schemeClr val="tx2"/>
                </a:solidFill>
              </a:defRPr>
            </a:lvl3pPr>
            <a:lvl4pPr>
              <a:defRPr lang="en-US" sz="1200" dirty="0">
                <a:solidFill>
                  <a:schemeClr val="tx2"/>
                </a:solidFill>
              </a:defRPr>
            </a:lvl4pPr>
            <a:lvl5pPr>
              <a:defRPr lang="en-US" sz="1200" dirty="0">
                <a:solidFill>
                  <a:schemeClr val="tx2"/>
                </a:solidFill>
              </a:defRPr>
            </a:lvl5pPr>
          </a:lstStyle>
          <a:p>
            <a:pPr lvl="0"/>
            <a:r>
              <a:rPr lang="en-US"/>
              <a:t>Click to add text</a:t>
            </a:r>
          </a:p>
          <a:p>
            <a:pPr lvl="1"/>
            <a:r>
              <a:rPr lang="en-US"/>
              <a:t>Second level</a:t>
            </a:r>
          </a:p>
        </p:txBody>
      </p:sp>
      <p:cxnSp>
        <p:nvCxnSpPr>
          <p:cNvPr id="31" name="Straight Connector 30">
            <a:extLst>
              <a:ext uri="{FF2B5EF4-FFF2-40B4-BE49-F238E27FC236}">
                <a16:creationId xmlns:a16="http://schemas.microsoft.com/office/drawing/2014/main" id="{73C08A52-2522-8C40-B8B1-C98FEBB888F7}"/>
              </a:ext>
              <a:ext uri="{C183D7F6-B498-43B3-948B-1728B52AA6E4}">
                <adec:decorative xmlns:adec="http://schemas.microsoft.com/office/drawing/2017/decorative" val="1"/>
              </a:ext>
            </a:extLst>
          </p:cNvPr>
          <p:cNvCxnSpPr>
            <a:cxnSpLocks/>
          </p:cNvCxnSpPr>
          <p:nvPr/>
        </p:nvCxnSpPr>
        <p:spPr>
          <a:xfrm>
            <a:off x="609600" y="3325372"/>
            <a:ext cx="3471746" cy="0"/>
          </a:xfrm>
          <a:prstGeom prst="line">
            <a:avLst/>
          </a:prstGeom>
          <a:ln w="22225">
            <a:solidFill>
              <a:schemeClr val="accent3"/>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8" name="Content Placeholder 17">
            <a:extLst>
              <a:ext uri="{FF2B5EF4-FFF2-40B4-BE49-F238E27FC236}">
                <a16:creationId xmlns:a16="http://schemas.microsoft.com/office/drawing/2014/main" id="{65BA7F3E-AD8D-A54C-B026-DAA8FC9C0540}"/>
              </a:ext>
            </a:extLst>
          </p:cNvPr>
          <p:cNvSpPr>
            <a:spLocks noGrp="1"/>
          </p:cNvSpPr>
          <p:nvPr>
            <p:ph sz="quarter" idx="18" hasCustomPrompt="1"/>
          </p:nvPr>
        </p:nvSpPr>
        <p:spPr>
          <a:xfrm>
            <a:off x="611645" y="3693430"/>
            <a:ext cx="3201848" cy="1110049"/>
          </a:xfrm>
          <a:noFill/>
        </p:spPr>
        <p:txBody>
          <a:bodyPr vert="horz" lIns="0" tIns="0" rIns="0" bIns="457200" rtlCol="0">
            <a:noAutofit/>
          </a:bodyPr>
          <a:lstStyle>
            <a:lvl1pPr>
              <a:lnSpc>
                <a:spcPct val="100000"/>
              </a:lnSpc>
              <a:spcBef>
                <a:spcPts val="0"/>
              </a:spcBef>
              <a:spcAft>
                <a:spcPts val="300"/>
              </a:spcAft>
              <a:defRPr lang="en-US" sz="1050" dirty="0">
                <a:solidFill>
                  <a:schemeClr val="tx1"/>
                </a:solidFill>
              </a:defRPr>
            </a:lvl1pPr>
            <a:lvl2pPr marL="114300" indent="-114300">
              <a:lnSpc>
                <a:spcPct val="100000"/>
              </a:lnSpc>
              <a:spcBef>
                <a:spcPts val="0"/>
              </a:spcBef>
              <a:spcAft>
                <a:spcPts val="300"/>
              </a:spcAft>
              <a:defRPr lang="en-US" sz="1000" dirty="0">
                <a:solidFill>
                  <a:schemeClr val="tx1"/>
                </a:solidFill>
              </a:defRPr>
            </a:lvl2pPr>
            <a:lvl3pPr>
              <a:defRPr lang="en-US" sz="1400" dirty="0">
                <a:solidFill>
                  <a:schemeClr val="tx2"/>
                </a:solidFill>
              </a:defRPr>
            </a:lvl3pPr>
            <a:lvl4pPr>
              <a:defRPr lang="en-US" sz="1200" dirty="0">
                <a:solidFill>
                  <a:schemeClr val="tx2"/>
                </a:solidFill>
              </a:defRPr>
            </a:lvl4pPr>
            <a:lvl5pPr>
              <a:defRPr lang="en-US" sz="1200" dirty="0">
                <a:solidFill>
                  <a:schemeClr val="tx2"/>
                </a:solidFill>
              </a:defRPr>
            </a:lvl5pPr>
          </a:lstStyle>
          <a:p>
            <a:pPr lvl="0"/>
            <a:r>
              <a:rPr lang="en-US"/>
              <a:t>Click to add text</a:t>
            </a:r>
          </a:p>
          <a:p>
            <a:pPr lvl="1"/>
            <a:r>
              <a:rPr lang="en-US"/>
              <a:t>Second level</a:t>
            </a:r>
          </a:p>
        </p:txBody>
      </p:sp>
      <p:cxnSp>
        <p:nvCxnSpPr>
          <p:cNvPr id="40" name="Straight Connector 39">
            <a:extLst>
              <a:ext uri="{FF2B5EF4-FFF2-40B4-BE49-F238E27FC236}">
                <a16:creationId xmlns:a16="http://schemas.microsoft.com/office/drawing/2014/main" id="{9B57CCC6-06B1-7342-99B0-BC7C8FBE5E73}"/>
              </a:ext>
              <a:ext uri="{C183D7F6-B498-43B3-948B-1728B52AA6E4}">
                <adec:decorative xmlns:adec="http://schemas.microsoft.com/office/drawing/2017/decorative" val="1"/>
              </a:ext>
            </a:extLst>
          </p:cNvPr>
          <p:cNvCxnSpPr>
            <a:cxnSpLocks/>
          </p:cNvCxnSpPr>
          <p:nvPr/>
        </p:nvCxnSpPr>
        <p:spPr>
          <a:xfrm>
            <a:off x="4412165" y="3325372"/>
            <a:ext cx="3471746" cy="0"/>
          </a:xfrm>
          <a:prstGeom prst="line">
            <a:avLst/>
          </a:prstGeom>
          <a:ln w="22225">
            <a:solidFill>
              <a:schemeClr val="accent3"/>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6" name="Content Placeholder 17">
            <a:extLst>
              <a:ext uri="{FF2B5EF4-FFF2-40B4-BE49-F238E27FC236}">
                <a16:creationId xmlns:a16="http://schemas.microsoft.com/office/drawing/2014/main" id="{3265790D-1104-8D4D-A8C6-F7A7E77F664C}"/>
              </a:ext>
            </a:extLst>
          </p:cNvPr>
          <p:cNvSpPr>
            <a:spLocks noGrp="1"/>
          </p:cNvSpPr>
          <p:nvPr>
            <p:ph sz="quarter" idx="22" hasCustomPrompt="1"/>
          </p:nvPr>
        </p:nvSpPr>
        <p:spPr>
          <a:xfrm>
            <a:off x="4414210" y="3693430"/>
            <a:ext cx="3201848" cy="1132351"/>
          </a:xfrm>
          <a:noFill/>
        </p:spPr>
        <p:txBody>
          <a:bodyPr vert="horz" lIns="0" tIns="0" rIns="0" bIns="457200" rtlCol="0">
            <a:noAutofit/>
          </a:bodyPr>
          <a:lstStyle>
            <a:lvl1pPr>
              <a:lnSpc>
                <a:spcPct val="100000"/>
              </a:lnSpc>
              <a:spcBef>
                <a:spcPts val="0"/>
              </a:spcBef>
              <a:spcAft>
                <a:spcPts val="300"/>
              </a:spcAft>
              <a:defRPr lang="en-US" sz="1050" dirty="0">
                <a:solidFill>
                  <a:schemeClr val="tx1"/>
                </a:solidFill>
              </a:defRPr>
            </a:lvl1pPr>
            <a:lvl2pPr marL="114300" indent="-114300">
              <a:lnSpc>
                <a:spcPct val="100000"/>
              </a:lnSpc>
              <a:spcBef>
                <a:spcPts val="0"/>
              </a:spcBef>
              <a:spcAft>
                <a:spcPts val="300"/>
              </a:spcAft>
              <a:defRPr lang="en-US" sz="1000" dirty="0">
                <a:solidFill>
                  <a:schemeClr val="tx1"/>
                </a:solidFill>
              </a:defRPr>
            </a:lvl2pPr>
            <a:lvl3pPr>
              <a:defRPr lang="en-US" sz="1400" dirty="0">
                <a:solidFill>
                  <a:schemeClr val="tx2"/>
                </a:solidFill>
              </a:defRPr>
            </a:lvl3pPr>
            <a:lvl4pPr>
              <a:defRPr lang="en-US" sz="1200" dirty="0">
                <a:solidFill>
                  <a:schemeClr val="tx2"/>
                </a:solidFill>
              </a:defRPr>
            </a:lvl4pPr>
            <a:lvl5pPr>
              <a:defRPr lang="en-US" sz="1200" dirty="0">
                <a:solidFill>
                  <a:schemeClr val="tx2"/>
                </a:solidFill>
              </a:defRPr>
            </a:lvl5pPr>
          </a:lstStyle>
          <a:p>
            <a:pPr lvl="0"/>
            <a:r>
              <a:rPr lang="en-US"/>
              <a:t>Click to add text</a:t>
            </a:r>
          </a:p>
          <a:p>
            <a:pPr lvl="1"/>
            <a:r>
              <a:rPr lang="en-US"/>
              <a:t>Second level</a:t>
            </a:r>
          </a:p>
        </p:txBody>
      </p:sp>
      <p:cxnSp>
        <p:nvCxnSpPr>
          <p:cNvPr id="55" name="Straight Connector 54">
            <a:extLst>
              <a:ext uri="{FF2B5EF4-FFF2-40B4-BE49-F238E27FC236}">
                <a16:creationId xmlns:a16="http://schemas.microsoft.com/office/drawing/2014/main" id="{23C87E7C-5ED2-214E-8A38-ED05177A65DC}"/>
              </a:ext>
              <a:ext uri="{C183D7F6-B498-43B3-948B-1728B52AA6E4}">
                <adec:decorative xmlns:adec="http://schemas.microsoft.com/office/drawing/2017/decorative" val="1"/>
              </a:ext>
            </a:extLst>
          </p:cNvPr>
          <p:cNvCxnSpPr>
            <a:cxnSpLocks/>
          </p:cNvCxnSpPr>
          <p:nvPr/>
        </p:nvCxnSpPr>
        <p:spPr>
          <a:xfrm>
            <a:off x="608739" y="5022214"/>
            <a:ext cx="3471746" cy="0"/>
          </a:xfrm>
          <a:prstGeom prst="line">
            <a:avLst/>
          </a:prstGeom>
          <a:ln w="22225">
            <a:solidFill>
              <a:schemeClr val="accent4"/>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6" name="Text Placeholder 6">
            <a:extLst>
              <a:ext uri="{FF2B5EF4-FFF2-40B4-BE49-F238E27FC236}">
                <a16:creationId xmlns:a16="http://schemas.microsoft.com/office/drawing/2014/main" id="{F0EFE66F-363C-804E-BABD-F54C3E33FDEA}"/>
              </a:ext>
            </a:extLst>
          </p:cNvPr>
          <p:cNvSpPr>
            <a:spLocks noGrp="1"/>
          </p:cNvSpPr>
          <p:nvPr>
            <p:ph type="body" sz="quarter" idx="31" hasCustomPrompt="1"/>
          </p:nvPr>
        </p:nvSpPr>
        <p:spPr>
          <a:xfrm>
            <a:off x="613093" y="5327336"/>
            <a:ext cx="3200400" cy="227454"/>
          </a:xfrm>
        </p:spPr>
        <p:txBody>
          <a:bodyPr anchor="b"/>
          <a:lstStyle>
            <a:lvl1pPr algn="l">
              <a:lnSpc>
                <a:spcPct val="100000"/>
              </a:lnSpc>
              <a:spcBef>
                <a:spcPts val="0"/>
              </a:spcBef>
              <a:defRPr sz="1000">
                <a:solidFill>
                  <a:schemeClr val="tx1"/>
                </a:solidFill>
              </a:defRPr>
            </a:lvl1pPr>
            <a:lvl5pPr>
              <a:defRPr/>
            </a:lvl5pPr>
          </a:lstStyle>
          <a:p>
            <a:pPr lvl="0"/>
            <a:r>
              <a:rPr lang="en-US"/>
              <a:t>Product One</a:t>
            </a:r>
          </a:p>
        </p:txBody>
      </p:sp>
      <p:sp>
        <p:nvSpPr>
          <p:cNvPr id="57" name="Text Placeholder 6">
            <a:extLst>
              <a:ext uri="{FF2B5EF4-FFF2-40B4-BE49-F238E27FC236}">
                <a16:creationId xmlns:a16="http://schemas.microsoft.com/office/drawing/2014/main" id="{0166C751-50F5-8B4F-9A97-B83901E78B00}"/>
              </a:ext>
            </a:extLst>
          </p:cNvPr>
          <p:cNvSpPr>
            <a:spLocks noGrp="1"/>
          </p:cNvSpPr>
          <p:nvPr>
            <p:ph type="body" sz="quarter" idx="33" hasCustomPrompt="1"/>
          </p:nvPr>
        </p:nvSpPr>
        <p:spPr>
          <a:xfrm>
            <a:off x="613093" y="5593624"/>
            <a:ext cx="3200400" cy="227454"/>
          </a:xfrm>
        </p:spPr>
        <p:txBody>
          <a:bodyPr anchor="b"/>
          <a:lstStyle>
            <a:lvl1pPr algn="l">
              <a:lnSpc>
                <a:spcPct val="100000"/>
              </a:lnSpc>
              <a:spcBef>
                <a:spcPts val="0"/>
              </a:spcBef>
              <a:defRPr sz="1000">
                <a:solidFill>
                  <a:schemeClr val="tx1"/>
                </a:solidFill>
              </a:defRPr>
            </a:lvl1pPr>
            <a:lvl5pPr>
              <a:defRPr/>
            </a:lvl5pPr>
          </a:lstStyle>
          <a:p>
            <a:pPr lvl="0"/>
            <a:r>
              <a:rPr lang="en-US"/>
              <a:t>Product Two</a:t>
            </a:r>
          </a:p>
        </p:txBody>
      </p:sp>
      <p:sp>
        <p:nvSpPr>
          <p:cNvPr id="58" name="Text Placeholder 6">
            <a:extLst>
              <a:ext uri="{FF2B5EF4-FFF2-40B4-BE49-F238E27FC236}">
                <a16:creationId xmlns:a16="http://schemas.microsoft.com/office/drawing/2014/main" id="{0D57825D-E522-644D-8F4A-0B77A7036EBF}"/>
              </a:ext>
            </a:extLst>
          </p:cNvPr>
          <p:cNvSpPr>
            <a:spLocks noGrp="1"/>
          </p:cNvSpPr>
          <p:nvPr>
            <p:ph type="body" sz="quarter" idx="35" hasCustomPrompt="1"/>
          </p:nvPr>
        </p:nvSpPr>
        <p:spPr>
          <a:xfrm>
            <a:off x="613093" y="5859911"/>
            <a:ext cx="3200400" cy="227454"/>
          </a:xfrm>
        </p:spPr>
        <p:txBody>
          <a:bodyPr anchor="b"/>
          <a:lstStyle>
            <a:lvl1pPr algn="l">
              <a:lnSpc>
                <a:spcPct val="100000"/>
              </a:lnSpc>
              <a:spcBef>
                <a:spcPts val="0"/>
              </a:spcBef>
              <a:defRPr sz="1000">
                <a:solidFill>
                  <a:schemeClr val="tx1"/>
                </a:solidFill>
              </a:defRPr>
            </a:lvl1pPr>
            <a:lvl5pPr>
              <a:defRPr/>
            </a:lvl5pPr>
          </a:lstStyle>
          <a:p>
            <a:pPr lvl="0"/>
            <a:r>
              <a:rPr lang="en-US"/>
              <a:t>Product Three</a:t>
            </a:r>
          </a:p>
        </p:txBody>
      </p:sp>
      <p:sp>
        <p:nvSpPr>
          <p:cNvPr id="61" name="Text Placeholder 6">
            <a:extLst>
              <a:ext uri="{FF2B5EF4-FFF2-40B4-BE49-F238E27FC236}">
                <a16:creationId xmlns:a16="http://schemas.microsoft.com/office/drawing/2014/main" id="{EBAAD5C6-0007-A84B-A2C2-FCC2F00B4295}"/>
              </a:ext>
            </a:extLst>
          </p:cNvPr>
          <p:cNvSpPr>
            <a:spLocks noGrp="1"/>
          </p:cNvSpPr>
          <p:nvPr>
            <p:ph type="body" sz="quarter" idx="36" hasCustomPrompt="1"/>
          </p:nvPr>
        </p:nvSpPr>
        <p:spPr>
          <a:xfrm>
            <a:off x="4400790" y="5327336"/>
            <a:ext cx="3227148" cy="227454"/>
          </a:xfrm>
        </p:spPr>
        <p:txBody>
          <a:bodyPr anchor="b"/>
          <a:lstStyle>
            <a:lvl1pPr algn="l">
              <a:lnSpc>
                <a:spcPct val="100000"/>
              </a:lnSpc>
              <a:spcBef>
                <a:spcPts val="0"/>
              </a:spcBef>
              <a:defRPr sz="1000">
                <a:solidFill>
                  <a:schemeClr val="tx1"/>
                </a:solidFill>
              </a:defRPr>
            </a:lvl1pPr>
            <a:lvl5pPr>
              <a:defRPr/>
            </a:lvl5pPr>
          </a:lstStyle>
          <a:p>
            <a:pPr lvl="0"/>
            <a:r>
              <a:rPr lang="en-US"/>
              <a:t>Priority One</a:t>
            </a:r>
          </a:p>
        </p:txBody>
      </p:sp>
      <p:sp>
        <p:nvSpPr>
          <p:cNvPr id="62" name="Text Placeholder 6">
            <a:extLst>
              <a:ext uri="{FF2B5EF4-FFF2-40B4-BE49-F238E27FC236}">
                <a16:creationId xmlns:a16="http://schemas.microsoft.com/office/drawing/2014/main" id="{A8B7A6ED-D85B-2E4C-BCD6-D130232A3F76}"/>
              </a:ext>
            </a:extLst>
          </p:cNvPr>
          <p:cNvSpPr>
            <a:spLocks noGrp="1"/>
          </p:cNvSpPr>
          <p:nvPr>
            <p:ph type="body" sz="quarter" idx="37" hasCustomPrompt="1"/>
          </p:nvPr>
        </p:nvSpPr>
        <p:spPr>
          <a:xfrm>
            <a:off x="4400790" y="5593624"/>
            <a:ext cx="3227148" cy="227454"/>
          </a:xfrm>
        </p:spPr>
        <p:txBody>
          <a:bodyPr anchor="b"/>
          <a:lstStyle>
            <a:lvl1pPr algn="l">
              <a:lnSpc>
                <a:spcPct val="100000"/>
              </a:lnSpc>
              <a:spcBef>
                <a:spcPts val="0"/>
              </a:spcBef>
              <a:defRPr sz="1000">
                <a:solidFill>
                  <a:schemeClr val="tx1"/>
                </a:solidFill>
              </a:defRPr>
            </a:lvl1pPr>
            <a:lvl5pPr>
              <a:defRPr/>
            </a:lvl5pPr>
          </a:lstStyle>
          <a:p>
            <a:pPr lvl="0"/>
            <a:r>
              <a:rPr lang="en-US"/>
              <a:t>Priority Two</a:t>
            </a:r>
          </a:p>
        </p:txBody>
      </p:sp>
      <p:sp>
        <p:nvSpPr>
          <p:cNvPr id="63" name="Text Placeholder 6">
            <a:extLst>
              <a:ext uri="{FF2B5EF4-FFF2-40B4-BE49-F238E27FC236}">
                <a16:creationId xmlns:a16="http://schemas.microsoft.com/office/drawing/2014/main" id="{C507BC1F-4225-8C48-9110-5D75D900FFC0}"/>
              </a:ext>
            </a:extLst>
          </p:cNvPr>
          <p:cNvSpPr>
            <a:spLocks noGrp="1"/>
          </p:cNvSpPr>
          <p:nvPr>
            <p:ph type="body" sz="quarter" idx="38" hasCustomPrompt="1"/>
          </p:nvPr>
        </p:nvSpPr>
        <p:spPr>
          <a:xfrm>
            <a:off x="4400790" y="5859911"/>
            <a:ext cx="3227148" cy="227454"/>
          </a:xfrm>
        </p:spPr>
        <p:txBody>
          <a:bodyPr anchor="b"/>
          <a:lstStyle>
            <a:lvl1pPr algn="l">
              <a:lnSpc>
                <a:spcPct val="100000"/>
              </a:lnSpc>
              <a:spcBef>
                <a:spcPts val="0"/>
              </a:spcBef>
              <a:defRPr sz="1000">
                <a:solidFill>
                  <a:schemeClr val="tx1"/>
                </a:solidFill>
              </a:defRPr>
            </a:lvl1pPr>
            <a:lvl5pPr>
              <a:defRPr/>
            </a:lvl5pPr>
          </a:lstStyle>
          <a:p>
            <a:pPr lvl="0"/>
            <a:r>
              <a:rPr lang="en-US"/>
              <a:t>Priority Three</a:t>
            </a:r>
          </a:p>
        </p:txBody>
      </p:sp>
      <p:sp>
        <p:nvSpPr>
          <p:cNvPr id="45" name="Picture Placeholder 8">
            <a:extLst>
              <a:ext uri="{FF2B5EF4-FFF2-40B4-BE49-F238E27FC236}">
                <a16:creationId xmlns:a16="http://schemas.microsoft.com/office/drawing/2014/main" id="{231A51E8-5046-A444-8DFA-A0B8E647C4F2}"/>
              </a:ext>
            </a:extLst>
          </p:cNvPr>
          <p:cNvSpPr>
            <a:spLocks noGrp="1"/>
          </p:cNvSpPr>
          <p:nvPr>
            <p:ph type="pic" sz="quarter" idx="25" hasCustomPrompt="1"/>
          </p:nvPr>
        </p:nvSpPr>
        <p:spPr>
          <a:xfrm>
            <a:off x="9207965" y="1600200"/>
            <a:ext cx="1841500" cy="660399"/>
          </a:xfrm>
        </p:spPr>
        <p:txBody>
          <a:bodyPr anchor="ctr"/>
          <a:lstStyle>
            <a:lvl1pPr algn="ctr">
              <a:lnSpc>
                <a:spcPct val="100000"/>
              </a:lnSpc>
              <a:spcBef>
                <a:spcPts val="0"/>
              </a:spcBef>
              <a:defRPr>
                <a:solidFill>
                  <a:schemeClr val="tx1"/>
                </a:solidFill>
              </a:defRPr>
            </a:lvl1pPr>
          </a:lstStyle>
          <a:p>
            <a:r>
              <a:rPr lang="en-US" dirty="0"/>
              <a:t>Insert Logo here</a:t>
            </a:r>
          </a:p>
        </p:txBody>
      </p:sp>
      <p:sp>
        <p:nvSpPr>
          <p:cNvPr id="44" name="Text Placeholder 10">
            <a:extLst>
              <a:ext uri="{FF2B5EF4-FFF2-40B4-BE49-F238E27FC236}">
                <a16:creationId xmlns:a16="http://schemas.microsoft.com/office/drawing/2014/main" id="{81E8E56D-8554-4E46-BBBC-E98827D1EE1F}"/>
              </a:ext>
            </a:extLst>
          </p:cNvPr>
          <p:cNvSpPr>
            <a:spLocks noGrp="1"/>
          </p:cNvSpPr>
          <p:nvPr>
            <p:ph type="body" sz="quarter" idx="27" hasCustomPrompt="1"/>
          </p:nvPr>
        </p:nvSpPr>
        <p:spPr>
          <a:xfrm>
            <a:off x="8509465" y="2347933"/>
            <a:ext cx="3206750" cy="241300"/>
          </a:xfrm>
        </p:spPr>
        <p:txBody>
          <a:bodyPr anchor="ctr"/>
          <a:lstStyle>
            <a:lvl1pPr algn="ctr">
              <a:lnSpc>
                <a:spcPct val="100000"/>
              </a:lnSpc>
              <a:spcBef>
                <a:spcPts val="0"/>
              </a:spcBef>
              <a:defRPr sz="1200">
                <a:solidFill>
                  <a:schemeClr val="tx1"/>
                </a:solidFill>
              </a:defRPr>
            </a:lvl1pPr>
            <a:lvl2pPr marL="0" indent="0" algn="ctr">
              <a:buFont typeface="Arial" panose="020B0604020202020204" pitchFamily="34" charset="0"/>
              <a:buChar char="​"/>
              <a:defRPr sz="1200">
                <a:solidFill>
                  <a:schemeClr val="accent1"/>
                </a:solidFill>
              </a:defRPr>
            </a:lvl2pPr>
            <a:lvl3pPr marL="0" indent="0" algn="ctr">
              <a:buFont typeface="Arial" panose="020B0604020202020204" pitchFamily="34" charset="0"/>
              <a:buChar char="​"/>
              <a:defRPr sz="1200">
                <a:solidFill>
                  <a:schemeClr val="accent1"/>
                </a:solidFill>
              </a:defRPr>
            </a:lvl3pPr>
            <a:lvl4pPr marL="0" indent="0" algn="ctr">
              <a:buFont typeface="Arial" panose="020B0604020202020204" pitchFamily="34" charset="0"/>
              <a:buChar char="​"/>
              <a:defRPr sz="1200">
                <a:solidFill>
                  <a:schemeClr val="accent1"/>
                </a:solidFill>
              </a:defRPr>
            </a:lvl4pPr>
            <a:lvl5pPr marL="0" indent="0" algn="ctr">
              <a:buFont typeface="Arial" panose="020B0604020202020204" pitchFamily="34" charset="0"/>
              <a:buChar char="​"/>
              <a:defRPr sz="1200">
                <a:solidFill>
                  <a:schemeClr val="accent1"/>
                </a:solidFill>
              </a:defRPr>
            </a:lvl5pPr>
          </a:lstStyle>
          <a:p>
            <a:pPr lvl="0"/>
            <a:r>
              <a:rPr lang="en-US"/>
              <a:t>Location</a:t>
            </a:r>
          </a:p>
        </p:txBody>
      </p:sp>
      <p:sp>
        <p:nvSpPr>
          <p:cNvPr id="43" name="Text Placeholder 10">
            <a:extLst>
              <a:ext uri="{FF2B5EF4-FFF2-40B4-BE49-F238E27FC236}">
                <a16:creationId xmlns:a16="http://schemas.microsoft.com/office/drawing/2014/main" id="{59903D24-0D11-174E-9765-B2914D00A88C}"/>
              </a:ext>
            </a:extLst>
          </p:cNvPr>
          <p:cNvSpPr>
            <a:spLocks noGrp="1"/>
          </p:cNvSpPr>
          <p:nvPr>
            <p:ph type="body" sz="quarter" idx="28" hasCustomPrompt="1"/>
          </p:nvPr>
        </p:nvSpPr>
        <p:spPr>
          <a:xfrm>
            <a:off x="8509465" y="2647290"/>
            <a:ext cx="3206750" cy="241300"/>
          </a:xfrm>
        </p:spPr>
        <p:txBody>
          <a:bodyPr anchor="ctr"/>
          <a:lstStyle>
            <a:lvl1pPr algn="ctr">
              <a:lnSpc>
                <a:spcPct val="100000"/>
              </a:lnSpc>
              <a:spcBef>
                <a:spcPts val="0"/>
              </a:spcBef>
              <a:defRPr sz="1200">
                <a:solidFill>
                  <a:schemeClr val="tx1"/>
                </a:solidFill>
              </a:defRPr>
            </a:lvl1pPr>
            <a:lvl2pPr marL="0" indent="0" algn="ctr">
              <a:buFont typeface="Arial" panose="020B0604020202020204" pitchFamily="34" charset="0"/>
              <a:buChar char="​"/>
              <a:defRPr sz="1200">
                <a:solidFill>
                  <a:schemeClr val="accent1"/>
                </a:solidFill>
              </a:defRPr>
            </a:lvl2pPr>
            <a:lvl3pPr marL="0" indent="0" algn="ctr">
              <a:buFont typeface="Arial" panose="020B0604020202020204" pitchFamily="34" charset="0"/>
              <a:buChar char="​"/>
              <a:defRPr sz="1200">
                <a:solidFill>
                  <a:schemeClr val="accent1"/>
                </a:solidFill>
              </a:defRPr>
            </a:lvl3pPr>
            <a:lvl4pPr marL="0" indent="0" algn="ctr">
              <a:buFont typeface="Arial" panose="020B0604020202020204" pitchFamily="34" charset="0"/>
              <a:buChar char="​"/>
              <a:defRPr sz="1200">
                <a:solidFill>
                  <a:schemeClr val="accent1"/>
                </a:solidFill>
              </a:defRPr>
            </a:lvl4pPr>
            <a:lvl5pPr marL="0" indent="0" algn="ctr">
              <a:buFont typeface="Arial" panose="020B0604020202020204" pitchFamily="34" charset="0"/>
              <a:buChar char="​"/>
              <a:defRPr sz="1200">
                <a:solidFill>
                  <a:schemeClr val="accent1"/>
                </a:solidFill>
              </a:defRPr>
            </a:lvl5pPr>
          </a:lstStyle>
          <a:p>
            <a:pPr lvl="0"/>
            <a:r>
              <a:rPr lang="en-US"/>
              <a:t>Industry</a:t>
            </a:r>
          </a:p>
        </p:txBody>
      </p:sp>
      <p:sp>
        <p:nvSpPr>
          <p:cNvPr id="42" name="Picture Placeholder 5">
            <a:extLst>
              <a:ext uri="{FF2B5EF4-FFF2-40B4-BE49-F238E27FC236}">
                <a16:creationId xmlns:a16="http://schemas.microsoft.com/office/drawing/2014/main" id="{2EDE5296-3D34-0C47-A404-38FF5A22C6D8}"/>
              </a:ext>
            </a:extLst>
          </p:cNvPr>
          <p:cNvSpPr>
            <a:spLocks noGrp="1"/>
          </p:cNvSpPr>
          <p:nvPr>
            <p:ph type="pic" sz="quarter" idx="24"/>
          </p:nvPr>
        </p:nvSpPr>
        <p:spPr>
          <a:xfrm>
            <a:off x="8515815" y="2971800"/>
            <a:ext cx="3194050" cy="1828800"/>
          </a:xfrm>
        </p:spPr>
        <p:txBody>
          <a:bodyPr/>
          <a:lstStyle>
            <a:lvl1pPr>
              <a:lnSpc>
                <a:spcPct val="100000"/>
              </a:lnSpc>
              <a:spcBef>
                <a:spcPts val="0"/>
              </a:spcBef>
              <a:defRPr>
                <a:solidFill>
                  <a:schemeClr val="tx1"/>
                </a:solidFill>
              </a:defRPr>
            </a:lvl1pPr>
          </a:lstStyle>
          <a:p>
            <a:r>
              <a:rPr lang="en-US"/>
              <a:t>Click icon to add picture</a:t>
            </a:r>
            <a:endParaRPr lang="en-US" dirty="0"/>
          </a:p>
        </p:txBody>
      </p:sp>
      <p:sp>
        <p:nvSpPr>
          <p:cNvPr id="41" name="Text Placeholder 10">
            <a:extLst>
              <a:ext uri="{FF2B5EF4-FFF2-40B4-BE49-F238E27FC236}">
                <a16:creationId xmlns:a16="http://schemas.microsoft.com/office/drawing/2014/main" id="{C7B1EDB8-ADF5-9C41-B4C4-26AA9C0B9D24}"/>
              </a:ext>
            </a:extLst>
          </p:cNvPr>
          <p:cNvSpPr>
            <a:spLocks noGrp="1"/>
          </p:cNvSpPr>
          <p:nvPr>
            <p:ph type="body" sz="quarter" idx="26" hasCustomPrompt="1"/>
          </p:nvPr>
        </p:nvSpPr>
        <p:spPr>
          <a:xfrm>
            <a:off x="8515815" y="5022214"/>
            <a:ext cx="3200400" cy="1153795"/>
          </a:xfrm>
        </p:spPr>
        <p:txBody>
          <a:bodyPr/>
          <a:lstStyle>
            <a:lvl1pPr algn="ctr">
              <a:lnSpc>
                <a:spcPct val="100000"/>
              </a:lnSpc>
              <a:spcBef>
                <a:spcPts val="0"/>
              </a:spcBef>
              <a:defRPr sz="1400">
                <a:solidFill>
                  <a:schemeClr val="tx1"/>
                </a:solidFill>
              </a:defRPr>
            </a:lvl1pPr>
            <a:lvl2pPr marL="0" indent="0" algn="ctr">
              <a:lnSpc>
                <a:spcPct val="100000"/>
              </a:lnSpc>
              <a:spcBef>
                <a:spcPts val="0"/>
              </a:spcBef>
              <a:buFont typeface="Arial" panose="020B0604020202020204" pitchFamily="34" charset="0"/>
              <a:buChar char="​"/>
              <a:defRPr sz="1200">
                <a:solidFill>
                  <a:schemeClr val="tx1"/>
                </a:solidFill>
              </a:defRPr>
            </a:lvl2pPr>
            <a:lvl3pPr marL="0" indent="0" algn="ctr">
              <a:buFont typeface="Arial" panose="020B0604020202020204" pitchFamily="34" charset="0"/>
              <a:buNone/>
              <a:defRPr sz="1200">
                <a:solidFill>
                  <a:schemeClr val="accent1"/>
                </a:solidFill>
              </a:defRPr>
            </a:lvl3pPr>
            <a:lvl4pPr marL="0" indent="0" algn="ctr">
              <a:buFont typeface="Arial" panose="020B0604020202020204" pitchFamily="34" charset="0"/>
              <a:buChar char="​"/>
              <a:defRPr sz="1200">
                <a:solidFill>
                  <a:schemeClr val="accent1"/>
                </a:solidFill>
              </a:defRPr>
            </a:lvl4pPr>
            <a:lvl5pPr marL="0" indent="0" algn="ctr">
              <a:buFont typeface="Arial" panose="020B0604020202020204" pitchFamily="34" charset="0"/>
              <a:buChar char="​"/>
              <a:defRPr sz="1200">
                <a:solidFill>
                  <a:schemeClr val="accent1"/>
                </a:solidFill>
              </a:defRPr>
            </a:lvl5pPr>
          </a:lstStyle>
          <a:p>
            <a:pPr lvl="0"/>
            <a:r>
              <a:rPr lang="en-US"/>
              <a:t>Click to add text</a:t>
            </a:r>
          </a:p>
          <a:p>
            <a:pPr lvl="1"/>
            <a:r>
              <a:rPr lang="en-US"/>
              <a:t>Second level</a:t>
            </a:r>
          </a:p>
        </p:txBody>
      </p:sp>
      <p:sp>
        <p:nvSpPr>
          <p:cNvPr id="33" name="page number">
            <a:extLst>
              <a:ext uri="{FF2B5EF4-FFF2-40B4-BE49-F238E27FC236}">
                <a16:creationId xmlns:a16="http://schemas.microsoft.com/office/drawing/2014/main" id="{CB20449E-0760-3743-8E7C-7D6BA7165F7F}"/>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cxnSp>
        <p:nvCxnSpPr>
          <p:cNvPr id="2" name="Straight Connector 1">
            <a:extLst>
              <a:ext uri="{FF2B5EF4-FFF2-40B4-BE49-F238E27FC236}">
                <a16:creationId xmlns:a16="http://schemas.microsoft.com/office/drawing/2014/main" id="{5CABBF0D-1BD1-F9E7-64FF-6B8D87E611B7}"/>
              </a:ext>
              <a:ext uri="{C183D7F6-B498-43B3-948B-1728B52AA6E4}">
                <adec:decorative xmlns:adec="http://schemas.microsoft.com/office/drawing/2017/decorative" val="1"/>
              </a:ext>
            </a:extLst>
          </p:cNvPr>
          <p:cNvCxnSpPr>
            <a:cxnSpLocks/>
          </p:cNvCxnSpPr>
          <p:nvPr/>
        </p:nvCxnSpPr>
        <p:spPr>
          <a:xfrm>
            <a:off x="4412165" y="5022214"/>
            <a:ext cx="3471746" cy="0"/>
          </a:xfrm>
          <a:prstGeom prst="line">
            <a:avLst/>
          </a:prstGeom>
          <a:ln w="22225">
            <a:solidFill>
              <a:schemeClr val="accent4"/>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6" name="Text Placeholder 15">
            <a:extLst>
              <a:ext uri="{FF2B5EF4-FFF2-40B4-BE49-F238E27FC236}">
                <a16:creationId xmlns:a16="http://schemas.microsoft.com/office/drawing/2014/main" id="{2906119E-8D41-BF4A-7D53-2FBB71F653C6}"/>
              </a:ext>
            </a:extLst>
          </p:cNvPr>
          <p:cNvSpPr>
            <a:spLocks noGrp="1"/>
          </p:cNvSpPr>
          <p:nvPr>
            <p:ph type="body" sz="quarter" idx="41" hasCustomPrompt="1"/>
          </p:nvPr>
        </p:nvSpPr>
        <p:spPr>
          <a:xfrm>
            <a:off x="608013" y="1552575"/>
            <a:ext cx="3201987" cy="219075"/>
          </a:xfrm>
        </p:spPr>
        <p:txBody>
          <a:bodyPr anchor="b" anchorCtr="0"/>
          <a:lstStyle>
            <a:lvl1pPr>
              <a:defRPr sz="1200" cap="all" baseline="0">
                <a:solidFill>
                  <a:schemeClr val="accent2"/>
                </a:solidFill>
              </a:defRPr>
            </a:lvl1pPr>
          </a:lstStyle>
          <a:p>
            <a:pPr lvl="0"/>
            <a:r>
              <a:rPr lang="en-US" dirty="0"/>
              <a:t>About</a:t>
            </a:r>
          </a:p>
        </p:txBody>
      </p:sp>
      <p:sp>
        <p:nvSpPr>
          <p:cNvPr id="18" name="Text Placeholder 17">
            <a:extLst>
              <a:ext uri="{FF2B5EF4-FFF2-40B4-BE49-F238E27FC236}">
                <a16:creationId xmlns:a16="http://schemas.microsoft.com/office/drawing/2014/main" id="{D52D6E64-9DD1-43CD-C247-B83E374482F5}"/>
              </a:ext>
            </a:extLst>
          </p:cNvPr>
          <p:cNvSpPr>
            <a:spLocks noGrp="1"/>
          </p:cNvSpPr>
          <p:nvPr>
            <p:ph type="body" sz="quarter" idx="42" hasCustomPrompt="1"/>
          </p:nvPr>
        </p:nvSpPr>
        <p:spPr>
          <a:xfrm>
            <a:off x="4411663" y="1552575"/>
            <a:ext cx="3201987" cy="219075"/>
          </a:xfrm>
        </p:spPr>
        <p:txBody>
          <a:bodyPr anchor="b" anchorCtr="0"/>
          <a:lstStyle>
            <a:lvl1pPr>
              <a:defRPr sz="1200" cap="all" baseline="0">
                <a:solidFill>
                  <a:schemeClr val="accent2"/>
                </a:solidFill>
              </a:defRPr>
            </a:lvl1pPr>
          </a:lstStyle>
          <a:p>
            <a:pPr lvl="0"/>
            <a:r>
              <a:rPr lang="en-US" dirty="0"/>
              <a:t>solution</a:t>
            </a:r>
          </a:p>
        </p:txBody>
      </p:sp>
      <p:sp>
        <p:nvSpPr>
          <p:cNvPr id="20" name="Text Placeholder 19">
            <a:extLst>
              <a:ext uri="{FF2B5EF4-FFF2-40B4-BE49-F238E27FC236}">
                <a16:creationId xmlns:a16="http://schemas.microsoft.com/office/drawing/2014/main" id="{D02A9C0F-4D4C-0EEC-0E20-65368D11774B}"/>
              </a:ext>
            </a:extLst>
          </p:cNvPr>
          <p:cNvSpPr>
            <a:spLocks noGrp="1"/>
          </p:cNvSpPr>
          <p:nvPr>
            <p:ph type="body" sz="quarter" idx="43" hasCustomPrompt="1"/>
          </p:nvPr>
        </p:nvSpPr>
        <p:spPr>
          <a:xfrm>
            <a:off x="608013" y="3338514"/>
            <a:ext cx="3201987" cy="219075"/>
          </a:xfrm>
        </p:spPr>
        <p:txBody>
          <a:bodyPr anchor="b" anchorCtr="0"/>
          <a:lstStyle>
            <a:lvl1pPr>
              <a:defRPr sz="1200" cap="all" baseline="0">
                <a:solidFill>
                  <a:schemeClr val="accent3"/>
                </a:solidFill>
              </a:defRPr>
            </a:lvl1pPr>
          </a:lstStyle>
          <a:p>
            <a:pPr lvl="0"/>
            <a:r>
              <a:rPr lang="en-US" dirty="0"/>
              <a:t>challenges</a:t>
            </a:r>
          </a:p>
        </p:txBody>
      </p:sp>
      <p:sp>
        <p:nvSpPr>
          <p:cNvPr id="22" name="Text Placeholder 21">
            <a:extLst>
              <a:ext uri="{FF2B5EF4-FFF2-40B4-BE49-F238E27FC236}">
                <a16:creationId xmlns:a16="http://schemas.microsoft.com/office/drawing/2014/main" id="{1DEF5052-BBAD-A22B-0D68-BBBFD706375E}"/>
              </a:ext>
            </a:extLst>
          </p:cNvPr>
          <p:cNvSpPr>
            <a:spLocks noGrp="1"/>
          </p:cNvSpPr>
          <p:nvPr>
            <p:ph type="body" sz="quarter" idx="44" hasCustomPrompt="1"/>
          </p:nvPr>
        </p:nvSpPr>
        <p:spPr>
          <a:xfrm>
            <a:off x="4427538" y="3338514"/>
            <a:ext cx="3201987" cy="219075"/>
          </a:xfrm>
        </p:spPr>
        <p:txBody>
          <a:bodyPr anchor="b" anchorCtr="0"/>
          <a:lstStyle>
            <a:lvl1pPr>
              <a:defRPr sz="1200" cap="all" baseline="0">
                <a:solidFill>
                  <a:schemeClr val="accent3"/>
                </a:solidFill>
              </a:defRPr>
            </a:lvl1pPr>
          </a:lstStyle>
          <a:p>
            <a:pPr lvl="0"/>
            <a:r>
              <a:rPr lang="en-US"/>
              <a:t>impact</a:t>
            </a:r>
          </a:p>
        </p:txBody>
      </p:sp>
      <p:sp>
        <p:nvSpPr>
          <p:cNvPr id="24" name="Text Placeholder 23">
            <a:extLst>
              <a:ext uri="{FF2B5EF4-FFF2-40B4-BE49-F238E27FC236}">
                <a16:creationId xmlns:a16="http://schemas.microsoft.com/office/drawing/2014/main" id="{9FFF9CD2-0893-33FB-480A-506C7095C2FA}"/>
              </a:ext>
            </a:extLst>
          </p:cNvPr>
          <p:cNvSpPr>
            <a:spLocks noGrp="1"/>
          </p:cNvSpPr>
          <p:nvPr>
            <p:ph type="body" sz="quarter" idx="45" hasCustomPrompt="1"/>
          </p:nvPr>
        </p:nvSpPr>
        <p:spPr>
          <a:xfrm>
            <a:off x="608013" y="5022850"/>
            <a:ext cx="3200400" cy="227013"/>
          </a:xfrm>
        </p:spPr>
        <p:txBody>
          <a:bodyPr anchor="b" anchorCtr="0"/>
          <a:lstStyle>
            <a:lvl1pPr>
              <a:defRPr sz="1200" cap="all" baseline="0">
                <a:solidFill>
                  <a:schemeClr val="accent4"/>
                </a:solidFill>
              </a:defRPr>
            </a:lvl1pPr>
          </a:lstStyle>
          <a:p>
            <a:pPr lvl="0"/>
            <a:r>
              <a:rPr lang="en-US"/>
              <a:t>products</a:t>
            </a:r>
          </a:p>
        </p:txBody>
      </p:sp>
      <p:sp>
        <p:nvSpPr>
          <p:cNvPr id="26" name="Text Placeholder 25">
            <a:extLst>
              <a:ext uri="{FF2B5EF4-FFF2-40B4-BE49-F238E27FC236}">
                <a16:creationId xmlns:a16="http://schemas.microsoft.com/office/drawing/2014/main" id="{F2B49FE0-BA78-9DF9-AB7D-9F52651E93AD}"/>
              </a:ext>
            </a:extLst>
          </p:cNvPr>
          <p:cNvSpPr>
            <a:spLocks noGrp="1"/>
          </p:cNvSpPr>
          <p:nvPr>
            <p:ph type="body" sz="quarter" idx="46" hasCustomPrompt="1"/>
          </p:nvPr>
        </p:nvSpPr>
        <p:spPr>
          <a:xfrm>
            <a:off x="4427538" y="5022850"/>
            <a:ext cx="3200400" cy="227013"/>
          </a:xfrm>
        </p:spPr>
        <p:txBody>
          <a:bodyPr anchor="b" anchorCtr="0"/>
          <a:lstStyle>
            <a:lvl1pPr>
              <a:defRPr sz="1200" cap="all" baseline="0">
                <a:solidFill>
                  <a:schemeClr val="accent4"/>
                </a:solidFill>
              </a:defRPr>
            </a:lvl1pPr>
          </a:lstStyle>
          <a:p>
            <a:pPr lvl="0"/>
            <a:r>
              <a:rPr lang="en-US"/>
              <a:t>Strategic priorities</a:t>
            </a:r>
          </a:p>
        </p:txBody>
      </p:sp>
      <p:cxnSp>
        <p:nvCxnSpPr>
          <p:cNvPr id="32" name="Straight Connector 31">
            <a:extLst>
              <a:ext uri="{FF2B5EF4-FFF2-40B4-BE49-F238E27FC236}">
                <a16:creationId xmlns:a16="http://schemas.microsoft.com/office/drawing/2014/main" id="{14F46384-B6E3-0D43-924E-874DEC2344B1}"/>
              </a:ext>
              <a:ext uri="{C183D7F6-B498-43B3-948B-1728B52AA6E4}">
                <adec:decorative xmlns:adec="http://schemas.microsoft.com/office/drawing/2017/decorative" val="1"/>
              </a:ext>
            </a:extLst>
          </p:cNvPr>
          <p:cNvCxnSpPr>
            <a:cxnSpLocks/>
          </p:cNvCxnSpPr>
          <p:nvPr userDrawn="1"/>
        </p:nvCxnSpPr>
        <p:spPr>
          <a:xfrm>
            <a:off x="609600" y="1552248"/>
            <a:ext cx="3471746" cy="0"/>
          </a:xfrm>
          <a:prstGeom prst="line">
            <a:avLst/>
          </a:prstGeom>
          <a:ln w="22225">
            <a:solidFill>
              <a:schemeClr val="accent2"/>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33526770-8F35-FB4A-8638-521D0DA87F6C}"/>
              </a:ext>
              <a:ext uri="{C183D7F6-B498-43B3-948B-1728B52AA6E4}">
                <adec:decorative xmlns:adec="http://schemas.microsoft.com/office/drawing/2017/decorative" val="1"/>
              </a:ext>
            </a:extLst>
          </p:cNvPr>
          <p:cNvCxnSpPr>
            <a:cxnSpLocks/>
          </p:cNvCxnSpPr>
          <p:nvPr userDrawn="1"/>
        </p:nvCxnSpPr>
        <p:spPr>
          <a:xfrm>
            <a:off x="4412165" y="1552248"/>
            <a:ext cx="3471746" cy="0"/>
          </a:xfrm>
          <a:prstGeom prst="line">
            <a:avLst/>
          </a:prstGeom>
          <a:ln w="22225">
            <a:solidFill>
              <a:schemeClr val="accent2"/>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73C08A52-2522-8C40-B8B1-C98FEBB888F7}"/>
              </a:ext>
              <a:ext uri="{C183D7F6-B498-43B3-948B-1728B52AA6E4}">
                <adec:decorative xmlns:adec="http://schemas.microsoft.com/office/drawing/2017/decorative" val="1"/>
              </a:ext>
            </a:extLst>
          </p:cNvPr>
          <p:cNvCxnSpPr>
            <a:cxnSpLocks/>
          </p:cNvCxnSpPr>
          <p:nvPr userDrawn="1"/>
        </p:nvCxnSpPr>
        <p:spPr>
          <a:xfrm>
            <a:off x="609600" y="3325372"/>
            <a:ext cx="3471746" cy="0"/>
          </a:xfrm>
          <a:prstGeom prst="line">
            <a:avLst/>
          </a:prstGeom>
          <a:ln w="22225">
            <a:solidFill>
              <a:schemeClr val="accent3"/>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9B57CCC6-06B1-7342-99B0-BC7C8FBE5E73}"/>
              </a:ext>
              <a:ext uri="{C183D7F6-B498-43B3-948B-1728B52AA6E4}">
                <adec:decorative xmlns:adec="http://schemas.microsoft.com/office/drawing/2017/decorative" val="1"/>
              </a:ext>
            </a:extLst>
          </p:cNvPr>
          <p:cNvCxnSpPr>
            <a:cxnSpLocks/>
          </p:cNvCxnSpPr>
          <p:nvPr userDrawn="1"/>
        </p:nvCxnSpPr>
        <p:spPr>
          <a:xfrm>
            <a:off x="4412165" y="3325372"/>
            <a:ext cx="3471746" cy="0"/>
          </a:xfrm>
          <a:prstGeom prst="line">
            <a:avLst/>
          </a:prstGeom>
          <a:ln w="22225">
            <a:solidFill>
              <a:schemeClr val="accent3"/>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23C87E7C-5ED2-214E-8A38-ED05177A65DC}"/>
              </a:ext>
              <a:ext uri="{C183D7F6-B498-43B3-948B-1728B52AA6E4}">
                <adec:decorative xmlns:adec="http://schemas.microsoft.com/office/drawing/2017/decorative" val="1"/>
              </a:ext>
            </a:extLst>
          </p:cNvPr>
          <p:cNvCxnSpPr>
            <a:cxnSpLocks/>
          </p:cNvCxnSpPr>
          <p:nvPr userDrawn="1"/>
        </p:nvCxnSpPr>
        <p:spPr>
          <a:xfrm>
            <a:off x="608739" y="5022214"/>
            <a:ext cx="3471746" cy="0"/>
          </a:xfrm>
          <a:prstGeom prst="line">
            <a:avLst/>
          </a:prstGeom>
          <a:ln w="22225">
            <a:solidFill>
              <a:schemeClr val="accent4"/>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8" name="page number">
            <a:extLst>
              <a:ext uri="{FF2B5EF4-FFF2-40B4-BE49-F238E27FC236}">
                <a16:creationId xmlns:a16="http://schemas.microsoft.com/office/drawing/2014/main" id="{CB20449E-0760-3743-8E7C-7D6BA7165F7F}"/>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cxnSp>
        <p:nvCxnSpPr>
          <p:cNvPr id="49" name="Straight Connector 48">
            <a:extLst>
              <a:ext uri="{FF2B5EF4-FFF2-40B4-BE49-F238E27FC236}">
                <a16:creationId xmlns:a16="http://schemas.microsoft.com/office/drawing/2014/main" id="{5CABBF0D-1BD1-F9E7-64FF-6B8D87E611B7}"/>
              </a:ext>
              <a:ext uri="{C183D7F6-B498-43B3-948B-1728B52AA6E4}">
                <adec:decorative xmlns:adec="http://schemas.microsoft.com/office/drawing/2017/decorative" val="1"/>
              </a:ext>
            </a:extLst>
          </p:cNvPr>
          <p:cNvCxnSpPr>
            <a:cxnSpLocks/>
          </p:cNvCxnSpPr>
          <p:nvPr userDrawn="1"/>
        </p:nvCxnSpPr>
        <p:spPr>
          <a:xfrm>
            <a:off x="4412165" y="5022214"/>
            <a:ext cx="3471746" cy="0"/>
          </a:xfrm>
          <a:prstGeom prst="line">
            <a:avLst/>
          </a:prstGeom>
          <a:ln w="22225">
            <a:solidFill>
              <a:schemeClr val="accent4"/>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72193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Three Icon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4C5A99F-0678-4DC4-A266-1AD031E9C8E4}"/>
              </a:ext>
            </a:extLst>
          </p:cNvPr>
          <p:cNvSpPr>
            <a:spLocks noGrp="1"/>
          </p:cNvSpPr>
          <p:nvPr>
            <p:ph type="title" hasCustomPrompt="1"/>
          </p:nvPr>
        </p:nvSpPr>
        <p:spPr/>
        <p:txBody>
          <a:bodyPr/>
          <a:lstStyle>
            <a:lvl1pPr>
              <a:defRPr>
                <a:solidFill>
                  <a:schemeClr val="accent2"/>
                </a:solidFill>
              </a:defRPr>
            </a:lvl1pPr>
          </a:lstStyle>
          <a:p>
            <a:r>
              <a:rPr lang="en-US"/>
              <a:t>Three Icon Placeholders with Text Descriptions</a:t>
            </a:r>
          </a:p>
        </p:txBody>
      </p:sp>
      <p:sp>
        <p:nvSpPr>
          <p:cNvPr id="12" name="Subtitle 2">
            <a:extLst>
              <a:ext uri="{FF2B5EF4-FFF2-40B4-BE49-F238E27FC236}">
                <a16:creationId xmlns:a16="http://schemas.microsoft.com/office/drawing/2014/main" id="{4EBF1472-E940-4CC7-B5D3-349346A425A8}"/>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21" name="Oval 20">
            <a:extLst>
              <a:ext uri="{FF2B5EF4-FFF2-40B4-BE49-F238E27FC236}">
                <a16:creationId xmlns:a16="http://schemas.microsoft.com/office/drawing/2014/main" id="{B1C210DC-5DBB-4F0D-875F-CD8AAAB938CE}"/>
              </a:ext>
              <a:ext uri="{C183D7F6-B498-43B3-948B-1728B52AA6E4}">
                <adec:decorative xmlns:adec="http://schemas.microsoft.com/office/drawing/2017/decorative" val="1"/>
              </a:ext>
            </a:extLst>
          </p:cNvPr>
          <p:cNvSpPr/>
          <p:nvPr/>
        </p:nvSpPr>
        <p:spPr bwMode="gray">
          <a:xfrm>
            <a:off x="1981877" y="2055429"/>
            <a:ext cx="1828959" cy="1828959"/>
          </a:xfrm>
          <a:prstGeom prst="ellipse">
            <a:avLst/>
          </a:prstGeom>
          <a:noFill/>
          <a:ln w="381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accent4"/>
              </a:solidFill>
            </a:endParaRPr>
          </a:p>
        </p:txBody>
      </p:sp>
      <p:sp>
        <p:nvSpPr>
          <p:cNvPr id="13" name="Text Placeholder 3">
            <a:extLst>
              <a:ext uri="{FF2B5EF4-FFF2-40B4-BE49-F238E27FC236}">
                <a16:creationId xmlns:a16="http://schemas.microsoft.com/office/drawing/2014/main" id="{83C9F48F-8CFB-DD45-AE7E-6A5DE26F9510}"/>
              </a:ext>
            </a:extLst>
          </p:cNvPr>
          <p:cNvSpPr>
            <a:spLocks noGrp="1"/>
          </p:cNvSpPr>
          <p:nvPr>
            <p:ph type="body" sz="quarter" idx="21" hasCustomPrompt="1"/>
          </p:nvPr>
        </p:nvSpPr>
        <p:spPr>
          <a:xfrm>
            <a:off x="2188103" y="2419650"/>
            <a:ext cx="1396669" cy="1100516"/>
          </a:xfrm>
        </p:spPr>
        <p:txBody>
          <a:bodyPr anchor="ctr" anchorCtr="0"/>
          <a:lstStyle>
            <a:lvl1pPr algn="ctr">
              <a:lnSpc>
                <a:spcPct val="100000"/>
              </a:lnSpc>
              <a:spcBef>
                <a:spcPts val="600"/>
              </a:spcBef>
              <a:defRPr sz="1800">
                <a:solidFill>
                  <a:schemeClr val="accent4"/>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4" name="Text Placeholder 3">
            <a:extLst>
              <a:ext uri="{FF2B5EF4-FFF2-40B4-BE49-F238E27FC236}">
                <a16:creationId xmlns:a16="http://schemas.microsoft.com/office/drawing/2014/main" id="{B9CC9B40-9AF4-4EF7-8384-2ACE79EA95C9}"/>
              </a:ext>
            </a:extLst>
          </p:cNvPr>
          <p:cNvSpPr>
            <a:spLocks noGrp="1"/>
          </p:cNvSpPr>
          <p:nvPr>
            <p:ph type="body" sz="quarter" idx="18" hasCustomPrompt="1"/>
          </p:nvPr>
        </p:nvSpPr>
        <p:spPr>
          <a:xfrm>
            <a:off x="1525905" y="4267940"/>
            <a:ext cx="2744788" cy="1458912"/>
          </a:xfrm>
        </p:spPr>
        <p:txBody>
          <a:bodyPr/>
          <a:lstStyle>
            <a:lvl1pPr algn="ctr">
              <a:lnSpc>
                <a:spcPct val="100000"/>
              </a:lnSpc>
              <a:spcBef>
                <a:spcPts val="600"/>
              </a:spcBef>
              <a:defRPr sz="2400">
                <a:solidFill>
                  <a:schemeClr val="accent4"/>
                </a:solidFill>
              </a:defRPr>
            </a:lvl1pPr>
            <a:lvl2pPr marL="0" indent="0" algn="ctr">
              <a:lnSpc>
                <a:spcPct val="100000"/>
              </a:lnSpc>
              <a:spcBef>
                <a:spcPts val="600"/>
              </a:spcBef>
              <a:buFont typeface="Arial" panose="020B0604020202020204" pitchFamily="34" charset="0"/>
              <a:buChar char="​"/>
              <a:defRPr>
                <a:solidFill>
                  <a:schemeClr val="tx1"/>
                </a:solidFill>
              </a:defRPr>
            </a:lvl2pPr>
          </a:lstStyle>
          <a:p>
            <a:pPr lvl="0"/>
            <a:r>
              <a:rPr lang="en-US" dirty="0"/>
              <a:t>Click to add text here</a:t>
            </a:r>
          </a:p>
          <a:p>
            <a:pPr lvl="1"/>
            <a:r>
              <a:rPr lang="en-US" dirty="0"/>
              <a:t>Second level</a:t>
            </a:r>
          </a:p>
        </p:txBody>
      </p:sp>
      <p:sp>
        <p:nvSpPr>
          <p:cNvPr id="23" name="Oval 22">
            <a:extLst>
              <a:ext uri="{FF2B5EF4-FFF2-40B4-BE49-F238E27FC236}">
                <a16:creationId xmlns:a16="http://schemas.microsoft.com/office/drawing/2014/main" id="{6FECF9D0-D7A8-43DD-B38D-E1090C0B322F}"/>
              </a:ext>
              <a:ext uri="{C183D7F6-B498-43B3-948B-1728B52AA6E4}">
                <adec:decorative xmlns:adec="http://schemas.microsoft.com/office/drawing/2017/decorative" val="1"/>
              </a:ext>
            </a:extLst>
          </p:cNvPr>
          <p:cNvSpPr/>
          <p:nvPr/>
        </p:nvSpPr>
        <p:spPr bwMode="gray">
          <a:xfrm>
            <a:off x="5184924" y="2055429"/>
            <a:ext cx="1828959" cy="1828959"/>
          </a:xfrm>
          <a:prstGeom prst="ellipse">
            <a:avLst/>
          </a:prstGeom>
          <a:noFill/>
          <a:ln w="38100">
            <a:solidFill>
              <a:schemeClr val="accent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sp>
        <p:nvSpPr>
          <p:cNvPr id="16" name="Text Placeholder 3">
            <a:extLst>
              <a:ext uri="{FF2B5EF4-FFF2-40B4-BE49-F238E27FC236}">
                <a16:creationId xmlns:a16="http://schemas.microsoft.com/office/drawing/2014/main" id="{04DBEFEC-821B-4F4E-8D5E-E6843BF1AEAD}"/>
              </a:ext>
            </a:extLst>
          </p:cNvPr>
          <p:cNvSpPr>
            <a:spLocks noGrp="1"/>
          </p:cNvSpPr>
          <p:nvPr>
            <p:ph type="body" sz="quarter" idx="22" hasCustomPrompt="1"/>
          </p:nvPr>
        </p:nvSpPr>
        <p:spPr>
          <a:xfrm>
            <a:off x="5408612" y="2419650"/>
            <a:ext cx="1396669" cy="1100516"/>
          </a:xfrm>
        </p:spPr>
        <p:txBody>
          <a:bodyPr anchor="ctr" anchorCtr="0"/>
          <a:lstStyle>
            <a:lvl1pPr algn="ctr">
              <a:lnSpc>
                <a:spcPct val="100000"/>
              </a:lnSpc>
              <a:spcBef>
                <a:spcPts val="600"/>
              </a:spcBef>
              <a:defRPr sz="1800">
                <a:solidFill>
                  <a:schemeClr val="accent3"/>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14" name="Text Placeholder 3">
            <a:extLst>
              <a:ext uri="{FF2B5EF4-FFF2-40B4-BE49-F238E27FC236}">
                <a16:creationId xmlns:a16="http://schemas.microsoft.com/office/drawing/2014/main" id="{D69CA39A-E967-4A68-A944-35C345A456D5}"/>
              </a:ext>
            </a:extLst>
          </p:cNvPr>
          <p:cNvSpPr>
            <a:spLocks noGrp="1"/>
          </p:cNvSpPr>
          <p:nvPr>
            <p:ph type="body" sz="quarter" idx="19" hasCustomPrompt="1"/>
          </p:nvPr>
        </p:nvSpPr>
        <p:spPr>
          <a:xfrm>
            <a:off x="4721225" y="4267940"/>
            <a:ext cx="2744788" cy="1458912"/>
          </a:xfrm>
        </p:spPr>
        <p:txBody>
          <a:bodyPr/>
          <a:lstStyle>
            <a:lvl1pPr algn="ctr">
              <a:lnSpc>
                <a:spcPct val="100000"/>
              </a:lnSpc>
              <a:spcBef>
                <a:spcPts val="600"/>
              </a:spcBef>
              <a:defRPr sz="2400">
                <a:solidFill>
                  <a:schemeClr val="accent3"/>
                </a:solidFill>
              </a:defRPr>
            </a:lvl1pPr>
            <a:lvl2pPr marL="285750" indent="-285750" algn="ctr">
              <a:lnSpc>
                <a:spcPct val="100000"/>
              </a:lnSpc>
              <a:spcBef>
                <a:spcPts val="600"/>
              </a:spcBef>
              <a:buFont typeface="Arial" panose="020B0604020202020204" pitchFamily="34" charset="0"/>
              <a:buChar char="​"/>
              <a:defRPr lang="en-US" sz="1800" kern="1200" dirty="0">
                <a:solidFill>
                  <a:schemeClr val="tx1"/>
                </a:solidFill>
                <a:latin typeface="+mn-lt"/>
                <a:ea typeface="+mn-ea"/>
                <a:cs typeface="+mn-cs"/>
              </a:defRPr>
            </a:lvl2pPr>
          </a:lstStyle>
          <a:p>
            <a:pPr lvl="0"/>
            <a:r>
              <a:rPr lang="en-US" dirty="0"/>
              <a:t>Click to add text here</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22" name="Oval 21">
            <a:extLst>
              <a:ext uri="{FF2B5EF4-FFF2-40B4-BE49-F238E27FC236}">
                <a16:creationId xmlns:a16="http://schemas.microsoft.com/office/drawing/2014/main" id="{446F04B0-7860-407F-85B7-42E38FAFE34B}"/>
              </a:ext>
              <a:ext uri="{C183D7F6-B498-43B3-948B-1728B52AA6E4}">
                <adec:decorative xmlns:adec="http://schemas.microsoft.com/office/drawing/2017/decorative" val="1"/>
              </a:ext>
            </a:extLst>
          </p:cNvPr>
          <p:cNvSpPr/>
          <p:nvPr/>
        </p:nvSpPr>
        <p:spPr bwMode="gray">
          <a:xfrm>
            <a:off x="8389301" y="2055429"/>
            <a:ext cx="1828959" cy="1828959"/>
          </a:xfrm>
          <a:prstGeom prst="ellipse">
            <a:avLst/>
          </a:prstGeom>
          <a:noFill/>
          <a:ln w="38100">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sp>
        <p:nvSpPr>
          <p:cNvPr id="15" name="Text Placeholder 3">
            <a:extLst>
              <a:ext uri="{FF2B5EF4-FFF2-40B4-BE49-F238E27FC236}">
                <a16:creationId xmlns:a16="http://schemas.microsoft.com/office/drawing/2014/main" id="{41A16A22-350B-4B24-A3CD-4D5DE470DEEB}"/>
              </a:ext>
            </a:extLst>
          </p:cNvPr>
          <p:cNvSpPr>
            <a:spLocks noGrp="1"/>
          </p:cNvSpPr>
          <p:nvPr>
            <p:ph type="body" sz="quarter" idx="20" hasCustomPrompt="1"/>
          </p:nvPr>
        </p:nvSpPr>
        <p:spPr>
          <a:xfrm>
            <a:off x="7923213" y="4267940"/>
            <a:ext cx="2744788" cy="1458912"/>
          </a:xfrm>
        </p:spPr>
        <p:txBody>
          <a:bodyPr/>
          <a:lstStyle>
            <a:lvl1pPr algn="ctr">
              <a:lnSpc>
                <a:spcPct val="100000"/>
              </a:lnSpc>
              <a:spcBef>
                <a:spcPts val="600"/>
              </a:spcBef>
              <a:defRPr sz="2400">
                <a:solidFill>
                  <a:schemeClr val="accent2"/>
                </a:solidFill>
              </a:defRPr>
            </a:lvl1pPr>
            <a:lvl2pPr marL="285750" indent="-285750" algn="ctr">
              <a:lnSpc>
                <a:spcPct val="100000"/>
              </a:lnSpc>
              <a:spcBef>
                <a:spcPts val="600"/>
              </a:spcBef>
              <a:buFont typeface="Arial" panose="020B0604020202020204" pitchFamily="34" charset="0"/>
              <a:buChar char="​"/>
              <a:defRPr lang="en-US" sz="1800" kern="1200" dirty="0">
                <a:solidFill>
                  <a:schemeClr val="tx1"/>
                </a:solidFill>
                <a:latin typeface="+mn-lt"/>
                <a:ea typeface="+mn-ea"/>
                <a:cs typeface="+mn-cs"/>
              </a:defRPr>
            </a:lvl2pPr>
          </a:lstStyle>
          <a:p>
            <a:pPr lvl="0"/>
            <a:r>
              <a:rPr lang="en-US" dirty="0"/>
              <a:t>Click to add text here</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17" name="Text Placeholder 3">
            <a:extLst>
              <a:ext uri="{FF2B5EF4-FFF2-40B4-BE49-F238E27FC236}">
                <a16:creationId xmlns:a16="http://schemas.microsoft.com/office/drawing/2014/main" id="{0545A424-E307-E14F-A89B-1A531D114FD0}"/>
              </a:ext>
            </a:extLst>
          </p:cNvPr>
          <p:cNvSpPr>
            <a:spLocks noGrp="1"/>
          </p:cNvSpPr>
          <p:nvPr>
            <p:ph type="body" sz="quarter" idx="23" hasCustomPrompt="1"/>
          </p:nvPr>
        </p:nvSpPr>
        <p:spPr>
          <a:xfrm>
            <a:off x="8609012" y="2419650"/>
            <a:ext cx="1396669" cy="1100516"/>
          </a:xfrm>
        </p:spPr>
        <p:txBody>
          <a:bodyPr anchor="ctr" anchorCtr="0"/>
          <a:lstStyle>
            <a:lvl1pPr algn="ctr">
              <a:lnSpc>
                <a:spcPct val="100000"/>
              </a:lnSpc>
              <a:spcBef>
                <a:spcPts val="600"/>
              </a:spcBef>
              <a:defRPr sz="1800">
                <a:solidFill>
                  <a:schemeClr val="accent2"/>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19" name="page number">
            <a:extLst>
              <a:ext uri="{FF2B5EF4-FFF2-40B4-BE49-F238E27FC236}">
                <a16:creationId xmlns:a16="http://schemas.microsoft.com/office/drawing/2014/main" id="{6122FC91-666D-7A42-9D21-9800CF4E3706}"/>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18" name="Oval 17">
            <a:extLst>
              <a:ext uri="{FF2B5EF4-FFF2-40B4-BE49-F238E27FC236}">
                <a16:creationId xmlns:a16="http://schemas.microsoft.com/office/drawing/2014/main" id="{B1C210DC-5DBB-4F0D-875F-CD8AAAB938CE}"/>
              </a:ext>
              <a:ext uri="{C183D7F6-B498-43B3-948B-1728B52AA6E4}">
                <adec:decorative xmlns:adec="http://schemas.microsoft.com/office/drawing/2017/decorative" val="1"/>
              </a:ext>
            </a:extLst>
          </p:cNvPr>
          <p:cNvSpPr/>
          <p:nvPr userDrawn="1"/>
        </p:nvSpPr>
        <p:spPr bwMode="gray">
          <a:xfrm>
            <a:off x="1981877" y="2055429"/>
            <a:ext cx="1828959" cy="1828959"/>
          </a:xfrm>
          <a:prstGeom prst="ellipse">
            <a:avLst/>
          </a:prstGeom>
          <a:noFill/>
          <a:ln w="381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accent4"/>
              </a:solidFill>
            </a:endParaRPr>
          </a:p>
        </p:txBody>
      </p:sp>
      <p:sp>
        <p:nvSpPr>
          <p:cNvPr id="20" name="Oval 19">
            <a:extLst>
              <a:ext uri="{FF2B5EF4-FFF2-40B4-BE49-F238E27FC236}">
                <a16:creationId xmlns:a16="http://schemas.microsoft.com/office/drawing/2014/main" id="{6FECF9D0-D7A8-43DD-B38D-E1090C0B322F}"/>
              </a:ext>
              <a:ext uri="{C183D7F6-B498-43B3-948B-1728B52AA6E4}">
                <adec:decorative xmlns:adec="http://schemas.microsoft.com/office/drawing/2017/decorative" val="1"/>
              </a:ext>
            </a:extLst>
          </p:cNvPr>
          <p:cNvSpPr/>
          <p:nvPr userDrawn="1"/>
        </p:nvSpPr>
        <p:spPr bwMode="gray">
          <a:xfrm>
            <a:off x="5184924" y="2055429"/>
            <a:ext cx="1828959" cy="1828959"/>
          </a:xfrm>
          <a:prstGeom prst="ellipse">
            <a:avLst/>
          </a:prstGeom>
          <a:noFill/>
          <a:ln w="38100">
            <a:solidFill>
              <a:schemeClr val="accent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sp>
        <p:nvSpPr>
          <p:cNvPr id="24" name="Oval 23">
            <a:extLst>
              <a:ext uri="{FF2B5EF4-FFF2-40B4-BE49-F238E27FC236}">
                <a16:creationId xmlns:a16="http://schemas.microsoft.com/office/drawing/2014/main" id="{446F04B0-7860-407F-85B7-42E38FAFE34B}"/>
              </a:ext>
              <a:ext uri="{C183D7F6-B498-43B3-948B-1728B52AA6E4}">
                <adec:decorative xmlns:adec="http://schemas.microsoft.com/office/drawing/2017/decorative" val="1"/>
              </a:ext>
            </a:extLst>
          </p:cNvPr>
          <p:cNvSpPr/>
          <p:nvPr userDrawn="1"/>
        </p:nvSpPr>
        <p:spPr bwMode="gray">
          <a:xfrm>
            <a:off x="8389301" y="2055429"/>
            <a:ext cx="1828959" cy="1828959"/>
          </a:xfrm>
          <a:prstGeom prst="ellipse">
            <a:avLst/>
          </a:prstGeom>
          <a:noFill/>
          <a:ln w="38100">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sp>
        <p:nvSpPr>
          <p:cNvPr id="25" name="page number">
            <a:extLst>
              <a:ext uri="{FF2B5EF4-FFF2-40B4-BE49-F238E27FC236}">
                <a16:creationId xmlns:a16="http://schemas.microsoft.com/office/drawing/2014/main" id="{6122FC91-666D-7A42-9D21-9800CF4E3706}"/>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35630208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hree Icon - Fancy">
    <p:spTree>
      <p:nvGrpSpPr>
        <p:cNvPr id="1" name=""/>
        <p:cNvGrpSpPr/>
        <p:nvPr/>
      </p:nvGrpSpPr>
      <p:grpSpPr>
        <a:xfrm>
          <a:off x="0" y="0"/>
          <a:ext cx="0" cy="0"/>
          <a:chOff x="0" y="0"/>
          <a:chExt cx="0" cy="0"/>
        </a:xfrm>
      </p:grpSpPr>
      <p:sp>
        <p:nvSpPr>
          <p:cNvPr id="6" name="Oval 5">
            <a:extLst>
              <a:ext uri="{FF2B5EF4-FFF2-40B4-BE49-F238E27FC236}">
                <a16:creationId xmlns:a16="http://schemas.microsoft.com/office/drawing/2014/main" id="{601F6BC8-890F-E2DA-3AF7-13EDFB2F57AD}"/>
              </a:ext>
            </a:extLst>
          </p:cNvPr>
          <p:cNvSpPr>
            <a:spLocks/>
          </p:cNvSpPr>
          <p:nvPr userDrawn="1"/>
        </p:nvSpPr>
        <p:spPr>
          <a:xfrm>
            <a:off x="8226351" y="1899065"/>
            <a:ext cx="2141686" cy="2141686"/>
          </a:xfrm>
          <a:prstGeom prst="ellipse">
            <a:avLst/>
          </a:prstGeom>
          <a:solidFill>
            <a:schemeClr val="accent2">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5" name="Oval 4">
            <a:extLst>
              <a:ext uri="{FF2B5EF4-FFF2-40B4-BE49-F238E27FC236}">
                <a16:creationId xmlns:a16="http://schemas.microsoft.com/office/drawing/2014/main" id="{CAD2CE7C-A738-5DAC-E359-C64BB0405D4D}"/>
              </a:ext>
            </a:extLst>
          </p:cNvPr>
          <p:cNvSpPr>
            <a:spLocks/>
          </p:cNvSpPr>
          <p:nvPr userDrawn="1"/>
        </p:nvSpPr>
        <p:spPr>
          <a:xfrm>
            <a:off x="5023569" y="1899065"/>
            <a:ext cx="2141686" cy="2141686"/>
          </a:xfrm>
          <a:prstGeom prst="ellipse">
            <a:avLst/>
          </a:prstGeom>
          <a:solidFill>
            <a:schemeClr val="accent3">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2" name="Oval 1">
            <a:extLst>
              <a:ext uri="{FF2B5EF4-FFF2-40B4-BE49-F238E27FC236}">
                <a16:creationId xmlns:a16="http://schemas.microsoft.com/office/drawing/2014/main" id="{D8410044-EE97-EC7C-9316-78E9B303D358}"/>
              </a:ext>
            </a:extLst>
          </p:cNvPr>
          <p:cNvSpPr>
            <a:spLocks/>
          </p:cNvSpPr>
          <p:nvPr userDrawn="1"/>
        </p:nvSpPr>
        <p:spPr>
          <a:xfrm>
            <a:off x="1820788" y="1899065"/>
            <a:ext cx="2141686" cy="2141686"/>
          </a:xfrm>
          <a:prstGeom prst="ellipse">
            <a:avLst/>
          </a:prstGeom>
          <a:solidFill>
            <a:schemeClr val="accent4">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3" name="Title 2">
            <a:extLst>
              <a:ext uri="{FF2B5EF4-FFF2-40B4-BE49-F238E27FC236}">
                <a16:creationId xmlns:a16="http://schemas.microsoft.com/office/drawing/2014/main" id="{14C5A99F-0678-4DC4-A266-1AD031E9C8E4}"/>
              </a:ext>
            </a:extLst>
          </p:cNvPr>
          <p:cNvSpPr>
            <a:spLocks noGrp="1"/>
          </p:cNvSpPr>
          <p:nvPr>
            <p:ph type="title" hasCustomPrompt="1"/>
          </p:nvPr>
        </p:nvSpPr>
        <p:spPr/>
        <p:txBody>
          <a:bodyPr/>
          <a:lstStyle>
            <a:lvl1pPr>
              <a:defRPr>
                <a:solidFill>
                  <a:schemeClr val="accent2"/>
                </a:solidFill>
              </a:defRPr>
            </a:lvl1pPr>
          </a:lstStyle>
          <a:p>
            <a:r>
              <a:rPr lang="en-US"/>
              <a:t>Three Icon Placeholders with Text Descriptions</a:t>
            </a:r>
          </a:p>
        </p:txBody>
      </p:sp>
      <p:sp>
        <p:nvSpPr>
          <p:cNvPr id="12" name="Subtitle 2">
            <a:extLst>
              <a:ext uri="{FF2B5EF4-FFF2-40B4-BE49-F238E27FC236}">
                <a16:creationId xmlns:a16="http://schemas.microsoft.com/office/drawing/2014/main" id="{4EBF1472-E940-4CC7-B5D3-349346A425A8}"/>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21" name="Oval 20">
            <a:extLst>
              <a:ext uri="{FF2B5EF4-FFF2-40B4-BE49-F238E27FC236}">
                <a16:creationId xmlns:a16="http://schemas.microsoft.com/office/drawing/2014/main" id="{B1C210DC-5DBB-4F0D-875F-CD8AAAB938CE}"/>
              </a:ext>
              <a:ext uri="{C183D7F6-B498-43B3-948B-1728B52AA6E4}">
                <adec:decorative xmlns:adec="http://schemas.microsoft.com/office/drawing/2017/decorative" val="1"/>
              </a:ext>
            </a:extLst>
          </p:cNvPr>
          <p:cNvSpPr/>
          <p:nvPr userDrawn="1"/>
        </p:nvSpPr>
        <p:spPr bwMode="gray">
          <a:xfrm>
            <a:off x="1981877" y="2055429"/>
            <a:ext cx="1828959" cy="1828959"/>
          </a:xfrm>
          <a:prstGeom prst="ellipse">
            <a:avLst/>
          </a:prstGeom>
          <a:solidFill>
            <a:schemeClr val="bg1"/>
          </a:solidFill>
          <a:ln w="381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accent4"/>
              </a:solidFill>
            </a:endParaRPr>
          </a:p>
        </p:txBody>
      </p:sp>
      <p:sp>
        <p:nvSpPr>
          <p:cNvPr id="13" name="Text Placeholder 3">
            <a:extLst>
              <a:ext uri="{FF2B5EF4-FFF2-40B4-BE49-F238E27FC236}">
                <a16:creationId xmlns:a16="http://schemas.microsoft.com/office/drawing/2014/main" id="{83C9F48F-8CFB-DD45-AE7E-6A5DE26F9510}"/>
              </a:ext>
            </a:extLst>
          </p:cNvPr>
          <p:cNvSpPr>
            <a:spLocks noGrp="1"/>
          </p:cNvSpPr>
          <p:nvPr>
            <p:ph type="body" sz="quarter" idx="21" hasCustomPrompt="1"/>
          </p:nvPr>
        </p:nvSpPr>
        <p:spPr>
          <a:xfrm>
            <a:off x="2188103" y="2419650"/>
            <a:ext cx="1396669" cy="1100516"/>
          </a:xfrm>
        </p:spPr>
        <p:txBody>
          <a:bodyPr anchor="ctr" anchorCtr="0"/>
          <a:lstStyle>
            <a:lvl1pPr algn="ctr">
              <a:lnSpc>
                <a:spcPct val="100000"/>
              </a:lnSpc>
              <a:spcBef>
                <a:spcPts val="600"/>
              </a:spcBef>
              <a:defRPr sz="1800">
                <a:solidFill>
                  <a:schemeClr val="accent4"/>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4" name="Text Placeholder 3">
            <a:extLst>
              <a:ext uri="{FF2B5EF4-FFF2-40B4-BE49-F238E27FC236}">
                <a16:creationId xmlns:a16="http://schemas.microsoft.com/office/drawing/2014/main" id="{B9CC9B40-9AF4-4EF7-8384-2ACE79EA95C9}"/>
              </a:ext>
            </a:extLst>
          </p:cNvPr>
          <p:cNvSpPr>
            <a:spLocks noGrp="1"/>
          </p:cNvSpPr>
          <p:nvPr>
            <p:ph type="body" sz="quarter" idx="18" hasCustomPrompt="1"/>
          </p:nvPr>
        </p:nvSpPr>
        <p:spPr>
          <a:xfrm>
            <a:off x="1525905" y="4267940"/>
            <a:ext cx="2744788" cy="1458912"/>
          </a:xfrm>
        </p:spPr>
        <p:txBody>
          <a:bodyPr/>
          <a:lstStyle>
            <a:lvl1pPr algn="ctr">
              <a:lnSpc>
                <a:spcPct val="100000"/>
              </a:lnSpc>
              <a:spcBef>
                <a:spcPts val="600"/>
              </a:spcBef>
              <a:defRPr sz="2400">
                <a:solidFill>
                  <a:schemeClr val="accent4"/>
                </a:solidFill>
              </a:defRPr>
            </a:lvl1pPr>
            <a:lvl2pPr marL="0" indent="0" algn="ctr">
              <a:lnSpc>
                <a:spcPct val="100000"/>
              </a:lnSpc>
              <a:spcBef>
                <a:spcPts val="600"/>
              </a:spcBef>
              <a:buFont typeface="Arial" panose="020B0604020202020204" pitchFamily="34" charset="0"/>
              <a:buChar char="​"/>
              <a:defRPr>
                <a:solidFill>
                  <a:schemeClr val="tx1"/>
                </a:solidFill>
              </a:defRPr>
            </a:lvl2pPr>
          </a:lstStyle>
          <a:p>
            <a:pPr lvl="0"/>
            <a:r>
              <a:rPr lang="en-US" dirty="0"/>
              <a:t>Click to add text here</a:t>
            </a:r>
          </a:p>
          <a:p>
            <a:pPr lvl="1"/>
            <a:r>
              <a:rPr lang="en-US" dirty="0"/>
              <a:t>Second level</a:t>
            </a:r>
          </a:p>
        </p:txBody>
      </p:sp>
      <p:sp>
        <p:nvSpPr>
          <p:cNvPr id="23" name="Oval 22">
            <a:extLst>
              <a:ext uri="{FF2B5EF4-FFF2-40B4-BE49-F238E27FC236}">
                <a16:creationId xmlns:a16="http://schemas.microsoft.com/office/drawing/2014/main" id="{6FECF9D0-D7A8-43DD-B38D-E1090C0B322F}"/>
              </a:ext>
              <a:ext uri="{C183D7F6-B498-43B3-948B-1728B52AA6E4}">
                <adec:decorative xmlns:adec="http://schemas.microsoft.com/office/drawing/2017/decorative" val="1"/>
              </a:ext>
            </a:extLst>
          </p:cNvPr>
          <p:cNvSpPr/>
          <p:nvPr userDrawn="1"/>
        </p:nvSpPr>
        <p:spPr bwMode="gray">
          <a:xfrm>
            <a:off x="5184924" y="2055429"/>
            <a:ext cx="1828959" cy="1828959"/>
          </a:xfrm>
          <a:prstGeom prst="ellipse">
            <a:avLst/>
          </a:prstGeom>
          <a:solidFill>
            <a:schemeClr val="bg1"/>
          </a:solidFill>
          <a:ln w="38100">
            <a:solidFill>
              <a:schemeClr val="accent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6" name="Text Placeholder 3">
            <a:extLst>
              <a:ext uri="{FF2B5EF4-FFF2-40B4-BE49-F238E27FC236}">
                <a16:creationId xmlns:a16="http://schemas.microsoft.com/office/drawing/2014/main" id="{04DBEFEC-821B-4F4E-8D5E-E6843BF1AEAD}"/>
              </a:ext>
            </a:extLst>
          </p:cNvPr>
          <p:cNvSpPr>
            <a:spLocks noGrp="1"/>
          </p:cNvSpPr>
          <p:nvPr>
            <p:ph type="body" sz="quarter" idx="22" hasCustomPrompt="1"/>
          </p:nvPr>
        </p:nvSpPr>
        <p:spPr>
          <a:xfrm>
            <a:off x="5408612" y="2419650"/>
            <a:ext cx="1396669" cy="1100516"/>
          </a:xfrm>
        </p:spPr>
        <p:txBody>
          <a:bodyPr anchor="ctr" anchorCtr="0"/>
          <a:lstStyle>
            <a:lvl1pPr algn="ctr">
              <a:lnSpc>
                <a:spcPct val="100000"/>
              </a:lnSpc>
              <a:spcBef>
                <a:spcPts val="600"/>
              </a:spcBef>
              <a:defRPr sz="1800">
                <a:solidFill>
                  <a:schemeClr val="accent3"/>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14" name="Text Placeholder 3">
            <a:extLst>
              <a:ext uri="{FF2B5EF4-FFF2-40B4-BE49-F238E27FC236}">
                <a16:creationId xmlns:a16="http://schemas.microsoft.com/office/drawing/2014/main" id="{D69CA39A-E967-4A68-A944-35C345A456D5}"/>
              </a:ext>
            </a:extLst>
          </p:cNvPr>
          <p:cNvSpPr>
            <a:spLocks noGrp="1"/>
          </p:cNvSpPr>
          <p:nvPr>
            <p:ph type="body" sz="quarter" idx="19" hasCustomPrompt="1"/>
          </p:nvPr>
        </p:nvSpPr>
        <p:spPr>
          <a:xfrm>
            <a:off x="4721225" y="4267940"/>
            <a:ext cx="2744788" cy="1458912"/>
          </a:xfrm>
        </p:spPr>
        <p:txBody>
          <a:bodyPr/>
          <a:lstStyle>
            <a:lvl1pPr algn="ctr">
              <a:lnSpc>
                <a:spcPct val="100000"/>
              </a:lnSpc>
              <a:spcBef>
                <a:spcPts val="600"/>
              </a:spcBef>
              <a:defRPr sz="2400">
                <a:solidFill>
                  <a:schemeClr val="accent3"/>
                </a:solidFill>
              </a:defRPr>
            </a:lvl1pPr>
            <a:lvl2pPr marL="285750" indent="-285750" algn="ctr">
              <a:lnSpc>
                <a:spcPct val="100000"/>
              </a:lnSpc>
              <a:spcBef>
                <a:spcPts val="600"/>
              </a:spcBef>
              <a:buFont typeface="Arial" panose="020B0604020202020204" pitchFamily="34" charset="0"/>
              <a:buChar char="​"/>
              <a:defRPr lang="en-US" sz="1800" kern="1200" dirty="0">
                <a:solidFill>
                  <a:schemeClr val="tx1"/>
                </a:solidFill>
                <a:latin typeface="+mn-lt"/>
                <a:ea typeface="+mn-ea"/>
                <a:cs typeface="+mn-cs"/>
              </a:defRPr>
            </a:lvl2pPr>
          </a:lstStyle>
          <a:p>
            <a:pPr lvl="0"/>
            <a:r>
              <a:rPr lang="en-US" dirty="0"/>
              <a:t>Click to add text here</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22" name="Oval 21">
            <a:extLst>
              <a:ext uri="{FF2B5EF4-FFF2-40B4-BE49-F238E27FC236}">
                <a16:creationId xmlns:a16="http://schemas.microsoft.com/office/drawing/2014/main" id="{446F04B0-7860-407F-85B7-42E38FAFE34B}"/>
              </a:ext>
              <a:ext uri="{C183D7F6-B498-43B3-948B-1728B52AA6E4}">
                <adec:decorative xmlns:adec="http://schemas.microsoft.com/office/drawing/2017/decorative" val="1"/>
              </a:ext>
            </a:extLst>
          </p:cNvPr>
          <p:cNvSpPr/>
          <p:nvPr userDrawn="1"/>
        </p:nvSpPr>
        <p:spPr bwMode="gray">
          <a:xfrm>
            <a:off x="8389301" y="2055429"/>
            <a:ext cx="1828959" cy="1828959"/>
          </a:xfrm>
          <a:prstGeom prst="ellipse">
            <a:avLst/>
          </a:prstGeom>
          <a:solidFill>
            <a:schemeClr val="bg1"/>
          </a:solidFill>
          <a:ln w="38100">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5" name="Text Placeholder 3">
            <a:extLst>
              <a:ext uri="{FF2B5EF4-FFF2-40B4-BE49-F238E27FC236}">
                <a16:creationId xmlns:a16="http://schemas.microsoft.com/office/drawing/2014/main" id="{41A16A22-350B-4B24-A3CD-4D5DE470DEEB}"/>
              </a:ext>
            </a:extLst>
          </p:cNvPr>
          <p:cNvSpPr>
            <a:spLocks noGrp="1"/>
          </p:cNvSpPr>
          <p:nvPr>
            <p:ph type="body" sz="quarter" idx="20" hasCustomPrompt="1"/>
          </p:nvPr>
        </p:nvSpPr>
        <p:spPr>
          <a:xfrm>
            <a:off x="7923213" y="4267940"/>
            <a:ext cx="2744788" cy="1458912"/>
          </a:xfrm>
        </p:spPr>
        <p:txBody>
          <a:bodyPr/>
          <a:lstStyle>
            <a:lvl1pPr algn="ctr">
              <a:lnSpc>
                <a:spcPct val="100000"/>
              </a:lnSpc>
              <a:spcBef>
                <a:spcPts val="600"/>
              </a:spcBef>
              <a:defRPr sz="2400">
                <a:solidFill>
                  <a:schemeClr val="accent2"/>
                </a:solidFill>
              </a:defRPr>
            </a:lvl1pPr>
            <a:lvl2pPr marL="285750" indent="-285750" algn="ctr">
              <a:lnSpc>
                <a:spcPct val="100000"/>
              </a:lnSpc>
              <a:spcBef>
                <a:spcPts val="600"/>
              </a:spcBef>
              <a:buFont typeface="Arial" panose="020B0604020202020204" pitchFamily="34" charset="0"/>
              <a:buChar char="​"/>
              <a:defRPr lang="en-US" sz="1800" kern="1200" dirty="0">
                <a:solidFill>
                  <a:schemeClr val="tx1"/>
                </a:solidFill>
                <a:latin typeface="+mn-lt"/>
                <a:ea typeface="+mn-ea"/>
                <a:cs typeface="+mn-cs"/>
              </a:defRPr>
            </a:lvl2pPr>
          </a:lstStyle>
          <a:p>
            <a:pPr lvl="0"/>
            <a:r>
              <a:rPr lang="en-US" dirty="0"/>
              <a:t>Click to add text here</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17" name="Text Placeholder 3">
            <a:extLst>
              <a:ext uri="{FF2B5EF4-FFF2-40B4-BE49-F238E27FC236}">
                <a16:creationId xmlns:a16="http://schemas.microsoft.com/office/drawing/2014/main" id="{0545A424-E307-E14F-A89B-1A531D114FD0}"/>
              </a:ext>
            </a:extLst>
          </p:cNvPr>
          <p:cNvSpPr>
            <a:spLocks noGrp="1"/>
          </p:cNvSpPr>
          <p:nvPr>
            <p:ph type="body" sz="quarter" idx="23" hasCustomPrompt="1"/>
          </p:nvPr>
        </p:nvSpPr>
        <p:spPr>
          <a:xfrm>
            <a:off x="8609012" y="2419650"/>
            <a:ext cx="1396669" cy="1100516"/>
          </a:xfrm>
        </p:spPr>
        <p:txBody>
          <a:bodyPr anchor="ctr" anchorCtr="0"/>
          <a:lstStyle>
            <a:lvl1pPr algn="ctr">
              <a:lnSpc>
                <a:spcPct val="100000"/>
              </a:lnSpc>
              <a:spcBef>
                <a:spcPts val="600"/>
              </a:spcBef>
              <a:defRPr sz="1800">
                <a:solidFill>
                  <a:schemeClr val="accent2"/>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19" name="page number">
            <a:extLst>
              <a:ext uri="{FF2B5EF4-FFF2-40B4-BE49-F238E27FC236}">
                <a16:creationId xmlns:a16="http://schemas.microsoft.com/office/drawing/2014/main" id="{6122FC91-666D-7A42-9D21-9800CF4E3706}"/>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a:p>
        </p:txBody>
      </p:sp>
    </p:spTree>
    <p:extLst>
      <p:ext uri="{BB962C8B-B14F-4D97-AF65-F5344CB8AC3E}">
        <p14:creationId xmlns:p14="http://schemas.microsoft.com/office/powerpoint/2010/main" val="39771052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hree Icon - Fancy - RBLF">
    <p:spTree>
      <p:nvGrpSpPr>
        <p:cNvPr id="1" name=""/>
        <p:cNvGrpSpPr/>
        <p:nvPr/>
      </p:nvGrpSpPr>
      <p:grpSpPr>
        <a:xfrm>
          <a:off x="0" y="0"/>
          <a:ext cx="0" cy="0"/>
          <a:chOff x="0" y="0"/>
          <a:chExt cx="0" cy="0"/>
        </a:xfrm>
      </p:grpSpPr>
      <p:sp>
        <p:nvSpPr>
          <p:cNvPr id="6" name="Oval 5">
            <a:extLst>
              <a:ext uri="{FF2B5EF4-FFF2-40B4-BE49-F238E27FC236}">
                <a16:creationId xmlns:a16="http://schemas.microsoft.com/office/drawing/2014/main" id="{601F6BC8-890F-E2DA-3AF7-13EDFB2F57AD}"/>
              </a:ext>
            </a:extLst>
          </p:cNvPr>
          <p:cNvSpPr>
            <a:spLocks/>
          </p:cNvSpPr>
          <p:nvPr userDrawn="1"/>
        </p:nvSpPr>
        <p:spPr>
          <a:xfrm>
            <a:off x="8226351" y="1899065"/>
            <a:ext cx="2141686" cy="2141686"/>
          </a:xfrm>
          <a:prstGeom prst="ellipse">
            <a:avLst/>
          </a:prstGeom>
          <a:solidFill>
            <a:schemeClr val="accent2">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latin typeface="Arial" panose="020B0604020202020204" pitchFamily="34" charset="0"/>
            </a:endParaRPr>
          </a:p>
        </p:txBody>
      </p:sp>
      <p:sp>
        <p:nvSpPr>
          <p:cNvPr id="5" name="Oval 4">
            <a:extLst>
              <a:ext uri="{FF2B5EF4-FFF2-40B4-BE49-F238E27FC236}">
                <a16:creationId xmlns:a16="http://schemas.microsoft.com/office/drawing/2014/main" id="{CAD2CE7C-A738-5DAC-E359-C64BB0405D4D}"/>
              </a:ext>
            </a:extLst>
          </p:cNvPr>
          <p:cNvSpPr>
            <a:spLocks/>
          </p:cNvSpPr>
          <p:nvPr userDrawn="1"/>
        </p:nvSpPr>
        <p:spPr>
          <a:xfrm>
            <a:off x="5023569" y="1899065"/>
            <a:ext cx="2141686" cy="2141686"/>
          </a:xfrm>
          <a:prstGeom prst="ellipse">
            <a:avLst/>
          </a:prstGeom>
          <a:solidFill>
            <a:schemeClr val="accent3">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latin typeface="Arial" panose="020B0604020202020204" pitchFamily="34" charset="0"/>
            </a:endParaRPr>
          </a:p>
        </p:txBody>
      </p:sp>
      <p:sp>
        <p:nvSpPr>
          <p:cNvPr id="2" name="Oval 1">
            <a:extLst>
              <a:ext uri="{FF2B5EF4-FFF2-40B4-BE49-F238E27FC236}">
                <a16:creationId xmlns:a16="http://schemas.microsoft.com/office/drawing/2014/main" id="{D8410044-EE97-EC7C-9316-78E9B303D358}"/>
              </a:ext>
            </a:extLst>
          </p:cNvPr>
          <p:cNvSpPr>
            <a:spLocks/>
          </p:cNvSpPr>
          <p:nvPr userDrawn="1"/>
        </p:nvSpPr>
        <p:spPr>
          <a:xfrm>
            <a:off x="1820788" y="1899065"/>
            <a:ext cx="2141686" cy="2141686"/>
          </a:xfrm>
          <a:prstGeom prst="ellipse">
            <a:avLst/>
          </a:prstGeom>
          <a:solidFill>
            <a:schemeClr val="accent4">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latin typeface="Arial" panose="020B0604020202020204" pitchFamily="34" charset="0"/>
            </a:endParaRPr>
          </a:p>
        </p:txBody>
      </p:sp>
      <p:sp>
        <p:nvSpPr>
          <p:cNvPr id="3" name="Title 2">
            <a:extLst>
              <a:ext uri="{FF2B5EF4-FFF2-40B4-BE49-F238E27FC236}">
                <a16:creationId xmlns:a16="http://schemas.microsoft.com/office/drawing/2014/main" id="{14C5A99F-0678-4DC4-A266-1AD031E9C8E4}"/>
              </a:ext>
            </a:extLst>
          </p:cNvPr>
          <p:cNvSpPr>
            <a:spLocks noGrp="1"/>
          </p:cNvSpPr>
          <p:nvPr>
            <p:ph type="title" hasCustomPrompt="1"/>
          </p:nvPr>
        </p:nvSpPr>
        <p:spPr/>
        <p:txBody>
          <a:bodyPr/>
          <a:lstStyle>
            <a:lvl1pPr>
              <a:defRPr>
                <a:solidFill>
                  <a:schemeClr val="accent2"/>
                </a:solidFill>
              </a:defRPr>
            </a:lvl1pPr>
          </a:lstStyle>
          <a:p>
            <a:r>
              <a:rPr lang="en-US"/>
              <a:t>Three Icon Placeholders with Text Descriptions</a:t>
            </a:r>
          </a:p>
        </p:txBody>
      </p:sp>
      <p:sp>
        <p:nvSpPr>
          <p:cNvPr id="12" name="Subtitle 2">
            <a:extLst>
              <a:ext uri="{FF2B5EF4-FFF2-40B4-BE49-F238E27FC236}">
                <a16:creationId xmlns:a16="http://schemas.microsoft.com/office/drawing/2014/main" id="{4EBF1472-E940-4CC7-B5D3-349346A425A8}"/>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21" name="Oval 20">
            <a:extLst>
              <a:ext uri="{FF2B5EF4-FFF2-40B4-BE49-F238E27FC236}">
                <a16:creationId xmlns:a16="http://schemas.microsoft.com/office/drawing/2014/main" id="{B1C210DC-5DBB-4F0D-875F-CD8AAAB938CE}"/>
              </a:ext>
              <a:ext uri="{C183D7F6-B498-43B3-948B-1728B52AA6E4}">
                <adec:decorative xmlns:adec="http://schemas.microsoft.com/office/drawing/2017/decorative" val="1"/>
              </a:ext>
            </a:extLst>
          </p:cNvPr>
          <p:cNvSpPr/>
          <p:nvPr userDrawn="1"/>
        </p:nvSpPr>
        <p:spPr bwMode="gray">
          <a:xfrm>
            <a:off x="1981877" y="2055429"/>
            <a:ext cx="1828959" cy="1828959"/>
          </a:xfrm>
          <a:prstGeom prst="ellipse">
            <a:avLst/>
          </a:prstGeom>
          <a:solidFill>
            <a:schemeClr val="accent4"/>
          </a:solidFill>
          <a:ln w="381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accent4"/>
              </a:solidFill>
              <a:latin typeface="Arial" panose="020B0604020202020204" pitchFamily="34" charset="0"/>
            </a:endParaRPr>
          </a:p>
        </p:txBody>
      </p:sp>
      <p:sp>
        <p:nvSpPr>
          <p:cNvPr id="13" name="Text Placeholder 3">
            <a:extLst>
              <a:ext uri="{FF2B5EF4-FFF2-40B4-BE49-F238E27FC236}">
                <a16:creationId xmlns:a16="http://schemas.microsoft.com/office/drawing/2014/main" id="{83C9F48F-8CFB-DD45-AE7E-6A5DE26F9510}"/>
              </a:ext>
            </a:extLst>
          </p:cNvPr>
          <p:cNvSpPr>
            <a:spLocks noGrp="1"/>
          </p:cNvSpPr>
          <p:nvPr>
            <p:ph type="body" sz="quarter" idx="21" hasCustomPrompt="1"/>
          </p:nvPr>
        </p:nvSpPr>
        <p:spPr>
          <a:xfrm>
            <a:off x="2188103" y="2419650"/>
            <a:ext cx="1396669" cy="1100516"/>
          </a:xfrm>
        </p:spPr>
        <p:txBody>
          <a:bodyPr anchor="ctr" anchorCtr="0"/>
          <a:lstStyle>
            <a:lvl1pPr algn="ctr">
              <a:lnSpc>
                <a:spcPct val="100000"/>
              </a:lnSpc>
              <a:spcBef>
                <a:spcPts val="600"/>
              </a:spcBef>
              <a:defRPr sz="1800">
                <a:solidFill>
                  <a:schemeClr val="bg1"/>
                </a:solidFill>
              </a:defRPr>
            </a:lvl1pPr>
            <a:lvl2pPr marL="0" indent="0" algn="ctr">
              <a:lnSpc>
                <a:spcPct val="100000"/>
              </a:lnSpc>
              <a:spcBef>
                <a:spcPts val="600"/>
              </a:spcBef>
              <a:buFont typeface="Arial" panose="020B0604020202020204" pitchFamily="34" charset="0"/>
              <a:buChar char="​"/>
              <a:defRPr/>
            </a:lvl2pPr>
          </a:lstStyle>
          <a:p>
            <a:pPr lvl="0"/>
            <a:r>
              <a:rPr lang="en-US" dirty="0"/>
              <a:t>add icon</a:t>
            </a:r>
            <a:br>
              <a:rPr lang="en-US" dirty="0"/>
            </a:br>
            <a:r>
              <a:rPr lang="en-US" dirty="0"/>
              <a:t>or text</a:t>
            </a:r>
          </a:p>
        </p:txBody>
      </p:sp>
      <p:sp>
        <p:nvSpPr>
          <p:cNvPr id="4" name="Text Placeholder 3">
            <a:extLst>
              <a:ext uri="{FF2B5EF4-FFF2-40B4-BE49-F238E27FC236}">
                <a16:creationId xmlns:a16="http://schemas.microsoft.com/office/drawing/2014/main" id="{B9CC9B40-9AF4-4EF7-8384-2ACE79EA95C9}"/>
              </a:ext>
            </a:extLst>
          </p:cNvPr>
          <p:cNvSpPr>
            <a:spLocks noGrp="1"/>
          </p:cNvSpPr>
          <p:nvPr>
            <p:ph type="body" sz="quarter" idx="18" hasCustomPrompt="1"/>
          </p:nvPr>
        </p:nvSpPr>
        <p:spPr>
          <a:xfrm>
            <a:off x="1525905" y="4267940"/>
            <a:ext cx="2744788" cy="1458912"/>
          </a:xfrm>
        </p:spPr>
        <p:txBody>
          <a:bodyPr/>
          <a:lstStyle>
            <a:lvl1pPr algn="ctr">
              <a:lnSpc>
                <a:spcPct val="100000"/>
              </a:lnSpc>
              <a:spcBef>
                <a:spcPts val="600"/>
              </a:spcBef>
              <a:defRPr sz="2400">
                <a:solidFill>
                  <a:schemeClr val="accent4"/>
                </a:solidFill>
              </a:defRPr>
            </a:lvl1pPr>
            <a:lvl2pPr marL="0" indent="0" algn="ctr">
              <a:lnSpc>
                <a:spcPct val="100000"/>
              </a:lnSpc>
              <a:spcBef>
                <a:spcPts val="600"/>
              </a:spcBef>
              <a:buFont typeface="Arial" panose="020B0604020202020204" pitchFamily="34" charset="0"/>
              <a:buChar char="​"/>
              <a:defRPr>
                <a:solidFill>
                  <a:schemeClr val="tx1"/>
                </a:solidFill>
              </a:defRPr>
            </a:lvl2pPr>
          </a:lstStyle>
          <a:p>
            <a:pPr lvl="0"/>
            <a:r>
              <a:rPr lang="en-US" dirty="0"/>
              <a:t>Click to add text here</a:t>
            </a:r>
          </a:p>
          <a:p>
            <a:pPr lvl="1"/>
            <a:r>
              <a:rPr lang="en-US" dirty="0"/>
              <a:t>Second level</a:t>
            </a:r>
          </a:p>
        </p:txBody>
      </p:sp>
      <p:sp>
        <p:nvSpPr>
          <p:cNvPr id="23" name="Oval 22">
            <a:extLst>
              <a:ext uri="{FF2B5EF4-FFF2-40B4-BE49-F238E27FC236}">
                <a16:creationId xmlns:a16="http://schemas.microsoft.com/office/drawing/2014/main" id="{6FECF9D0-D7A8-43DD-B38D-E1090C0B322F}"/>
              </a:ext>
              <a:ext uri="{C183D7F6-B498-43B3-948B-1728B52AA6E4}">
                <adec:decorative xmlns:adec="http://schemas.microsoft.com/office/drawing/2017/decorative" val="1"/>
              </a:ext>
            </a:extLst>
          </p:cNvPr>
          <p:cNvSpPr/>
          <p:nvPr userDrawn="1"/>
        </p:nvSpPr>
        <p:spPr bwMode="gray">
          <a:xfrm>
            <a:off x="5184924" y="2055429"/>
            <a:ext cx="1828959" cy="1828959"/>
          </a:xfrm>
          <a:prstGeom prst="ellipse">
            <a:avLst/>
          </a:prstGeom>
          <a:solidFill>
            <a:schemeClr val="accent3"/>
          </a:solidFill>
          <a:ln w="38100">
            <a:solidFill>
              <a:schemeClr val="accent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atin typeface="Arial" panose="020B0604020202020204" pitchFamily="34" charset="0"/>
            </a:endParaRPr>
          </a:p>
        </p:txBody>
      </p:sp>
      <p:sp>
        <p:nvSpPr>
          <p:cNvPr id="16" name="Text Placeholder 3">
            <a:extLst>
              <a:ext uri="{FF2B5EF4-FFF2-40B4-BE49-F238E27FC236}">
                <a16:creationId xmlns:a16="http://schemas.microsoft.com/office/drawing/2014/main" id="{04DBEFEC-821B-4F4E-8D5E-E6843BF1AEAD}"/>
              </a:ext>
            </a:extLst>
          </p:cNvPr>
          <p:cNvSpPr>
            <a:spLocks noGrp="1"/>
          </p:cNvSpPr>
          <p:nvPr>
            <p:ph type="body" sz="quarter" idx="22" hasCustomPrompt="1"/>
          </p:nvPr>
        </p:nvSpPr>
        <p:spPr>
          <a:xfrm>
            <a:off x="5408612" y="2419650"/>
            <a:ext cx="1396669" cy="1100516"/>
          </a:xfrm>
        </p:spPr>
        <p:txBody>
          <a:bodyPr anchor="ctr" anchorCtr="0"/>
          <a:lstStyle>
            <a:lvl1pPr algn="ctr">
              <a:lnSpc>
                <a:spcPct val="100000"/>
              </a:lnSpc>
              <a:spcBef>
                <a:spcPts val="600"/>
              </a:spcBef>
              <a:defRPr sz="1800">
                <a:solidFill>
                  <a:schemeClr val="bg1"/>
                </a:solidFill>
              </a:defRPr>
            </a:lvl1pPr>
            <a:lvl2pPr marL="0" indent="0" algn="ctr">
              <a:lnSpc>
                <a:spcPct val="100000"/>
              </a:lnSpc>
              <a:spcBef>
                <a:spcPts val="600"/>
              </a:spcBef>
              <a:buFont typeface="Arial" panose="020B0604020202020204" pitchFamily="34" charset="0"/>
              <a:buChar char="​"/>
              <a:defRPr/>
            </a:lvl2pPr>
          </a:lstStyle>
          <a:p>
            <a:pPr lvl="0"/>
            <a:r>
              <a:rPr lang="en-US" dirty="0"/>
              <a:t>add icon</a:t>
            </a:r>
            <a:br>
              <a:rPr lang="en-US" dirty="0"/>
            </a:br>
            <a:r>
              <a:rPr lang="en-US" dirty="0"/>
              <a:t>or text</a:t>
            </a:r>
          </a:p>
        </p:txBody>
      </p:sp>
      <p:sp>
        <p:nvSpPr>
          <p:cNvPr id="14" name="Text Placeholder 3">
            <a:extLst>
              <a:ext uri="{FF2B5EF4-FFF2-40B4-BE49-F238E27FC236}">
                <a16:creationId xmlns:a16="http://schemas.microsoft.com/office/drawing/2014/main" id="{D69CA39A-E967-4A68-A944-35C345A456D5}"/>
              </a:ext>
            </a:extLst>
          </p:cNvPr>
          <p:cNvSpPr>
            <a:spLocks noGrp="1"/>
          </p:cNvSpPr>
          <p:nvPr>
            <p:ph type="body" sz="quarter" idx="19" hasCustomPrompt="1"/>
          </p:nvPr>
        </p:nvSpPr>
        <p:spPr>
          <a:xfrm>
            <a:off x="4721225" y="4267940"/>
            <a:ext cx="2744788" cy="1458912"/>
          </a:xfrm>
        </p:spPr>
        <p:txBody>
          <a:bodyPr/>
          <a:lstStyle>
            <a:lvl1pPr algn="ctr">
              <a:lnSpc>
                <a:spcPct val="100000"/>
              </a:lnSpc>
              <a:spcBef>
                <a:spcPts val="600"/>
              </a:spcBef>
              <a:defRPr sz="2400">
                <a:solidFill>
                  <a:schemeClr val="accent3"/>
                </a:solidFill>
              </a:defRPr>
            </a:lvl1pPr>
            <a:lvl2pPr marL="285750" indent="-285750" algn="ctr">
              <a:lnSpc>
                <a:spcPct val="100000"/>
              </a:lnSpc>
              <a:spcBef>
                <a:spcPts val="600"/>
              </a:spcBef>
              <a:buFont typeface="Arial" panose="020B0604020202020204" pitchFamily="34" charset="0"/>
              <a:buChar char="​"/>
              <a:defRPr lang="en-US" sz="1800" kern="1200" dirty="0">
                <a:solidFill>
                  <a:schemeClr val="tx1"/>
                </a:solidFill>
                <a:latin typeface="Arial" panose="020B0604020202020204" pitchFamily="34" charset="0"/>
                <a:ea typeface="+mn-ea"/>
                <a:cs typeface="+mn-cs"/>
              </a:defRPr>
            </a:lvl2pPr>
          </a:lstStyle>
          <a:p>
            <a:pPr lvl="0"/>
            <a:r>
              <a:rPr lang="en-US" dirty="0"/>
              <a:t>Click to add text here</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22" name="Oval 21">
            <a:extLst>
              <a:ext uri="{FF2B5EF4-FFF2-40B4-BE49-F238E27FC236}">
                <a16:creationId xmlns:a16="http://schemas.microsoft.com/office/drawing/2014/main" id="{446F04B0-7860-407F-85B7-42E38FAFE34B}"/>
              </a:ext>
              <a:ext uri="{C183D7F6-B498-43B3-948B-1728B52AA6E4}">
                <adec:decorative xmlns:adec="http://schemas.microsoft.com/office/drawing/2017/decorative" val="1"/>
              </a:ext>
            </a:extLst>
          </p:cNvPr>
          <p:cNvSpPr/>
          <p:nvPr userDrawn="1"/>
        </p:nvSpPr>
        <p:spPr bwMode="gray">
          <a:xfrm>
            <a:off x="8389301" y="2055429"/>
            <a:ext cx="1828959" cy="1828959"/>
          </a:xfrm>
          <a:prstGeom prst="ellipse">
            <a:avLst/>
          </a:prstGeom>
          <a:solidFill>
            <a:schemeClr val="accent2"/>
          </a:solidFill>
          <a:ln w="38100">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atin typeface="Arial" panose="020B0604020202020204" pitchFamily="34" charset="0"/>
            </a:endParaRPr>
          </a:p>
        </p:txBody>
      </p:sp>
      <p:sp>
        <p:nvSpPr>
          <p:cNvPr id="15" name="Text Placeholder 3">
            <a:extLst>
              <a:ext uri="{FF2B5EF4-FFF2-40B4-BE49-F238E27FC236}">
                <a16:creationId xmlns:a16="http://schemas.microsoft.com/office/drawing/2014/main" id="{41A16A22-350B-4B24-A3CD-4D5DE470DEEB}"/>
              </a:ext>
            </a:extLst>
          </p:cNvPr>
          <p:cNvSpPr>
            <a:spLocks noGrp="1"/>
          </p:cNvSpPr>
          <p:nvPr>
            <p:ph type="body" sz="quarter" idx="20" hasCustomPrompt="1"/>
          </p:nvPr>
        </p:nvSpPr>
        <p:spPr>
          <a:xfrm>
            <a:off x="7923213" y="4267940"/>
            <a:ext cx="2744788" cy="1458912"/>
          </a:xfrm>
        </p:spPr>
        <p:txBody>
          <a:bodyPr/>
          <a:lstStyle>
            <a:lvl1pPr algn="ctr">
              <a:lnSpc>
                <a:spcPct val="100000"/>
              </a:lnSpc>
              <a:spcBef>
                <a:spcPts val="600"/>
              </a:spcBef>
              <a:defRPr sz="2400">
                <a:solidFill>
                  <a:schemeClr val="accent2"/>
                </a:solidFill>
              </a:defRPr>
            </a:lvl1pPr>
            <a:lvl2pPr marL="285750" indent="-285750" algn="ctr">
              <a:lnSpc>
                <a:spcPct val="100000"/>
              </a:lnSpc>
              <a:spcBef>
                <a:spcPts val="600"/>
              </a:spcBef>
              <a:buFont typeface="Arial" panose="020B0604020202020204" pitchFamily="34" charset="0"/>
              <a:buChar char="​"/>
              <a:defRPr lang="en-US" sz="1800" kern="1200" dirty="0">
                <a:solidFill>
                  <a:schemeClr val="tx1"/>
                </a:solidFill>
                <a:latin typeface="Arial" panose="020B0604020202020204" pitchFamily="34" charset="0"/>
                <a:ea typeface="+mn-ea"/>
                <a:cs typeface="+mn-cs"/>
              </a:defRPr>
            </a:lvl2pPr>
          </a:lstStyle>
          <a:p>
            <a:pPr lvl="0"/>
            <a:r>
              <a:rPr lang="en-US" dirty="0"/>
              <a:t>Click to add text here</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17" name="Text Placeholder 3">
            <a:extLst>
              <a:ext uri="{FF2B5EF4-FFF2-40B4-BE49-F238E27FC236}">
                <a16:creationId xmlns:a16="http://schemas.microsoft.com/office/drawing/2014/main" id="{0545A424-E307-E14F-A89B-1A531D114FD0}"/>
              </a:ext>
            </a:extLst>
          </p:cNvPr>
          <p:cNvSpPr>
            <a:spLocks noGrp="1"/>
          </p:cNvSpPr>
          <p:nvPr>
            <p:ph type="body" sz="quarter" idx="23" hasCustomPrompt="1"/>
          </p:nvPr>
        </p:nvSpPr>
        <p:spPr>
          <a:xfrm>
            <a:off x="8609012" y="2419650"/>
            <a:ext cx="1396669" cy="1100516"/>
          </a:xfrm>
        </p:spPr>
        <p:txBody>
          <a:bodyPr anchor="ctr" anchorCtr="0"/>
          <a:lstStyle>
            <a:lvl1pPr algn="ctr">
              <a:lnSpc>
                <a:spcPct val="100000"/>
              </a:lnSpc>
              <a:spcBef>
                <a:spcPts val="600"/>
              </a:spcBef>
              <a:defRPr sz="1800">
                <a:solidFill>
                  <a:schemeClr val="bg1"/>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19" name="page number">
            <a:extLst>
              <a:ext uri="{FF2B5EF4-FFF2-40B4-BE49-F238E27FC236}">
                <a16:creationId xmlns:a16="http://schemas.microsoft.com/office/drawing/2014/main" id="{6122FC91-666D-7A42-9D21-9800CF4E3706}"/>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latin typeface="Arial" panose="020B0604020202020204" pitchFamily="34" charset="0"/>
              </a:rPr>
              <a:pPr lvl="0" algn="r"/>
              <a:t>‹#›</a:t>
            </a:fld>
            <a:endParaRPr lang="en-US" dirty="0">
              <a:latin typeface="Arial" panose="020B0604020202020204" pitchFamily="34" charset="0"/>
            </a:endParaRPr>
          </a:p>
        </p:txBody>
      </p:sp>
    </p:spTree>
    <p:extLst>
      <p:ext uri="{BB962C8B-B14F-4D97-AF65-F5344CB8AC3E}">
        <p14:creationId xmlns:p14="http://schemas.microsoft.com/office/powerpoint/2010/main" val="19794642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Four Icon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A6ED71B-2619-4816-B753-5E850ED08FBC}"/>
              </a:ext>
            </a:extLst>
          </p:cNvPr>
          <p:cNvSpPr>
            <a:spLocks noGrp="1"/>
          </p:cNvSpPr>
          <p:nvPr>
            <p:ph type="title" hasCustomPrompt="1"/>
          </p:nvPr>
        </p:nvSpPr>
        <p:spPr/>
        <p:txBody>
          <a:bodyPr/>
          <a:lstStyle>
            <a:lvl1pPr>
              <a:defRPr>
                <a:solidFill>
                  <a:schemeClr val="accent2"/>
                </a:solidFill>
              </a:defRPr>
            </a:lvl1pPr>
          </a:lstStyle>
          <a:p>
            <a:r>
              <a:rPr lang="en-US"/>
              <a:t>Four Icon Placeholders with Text Descriptions</a:t>
            </a:r>
          </a:p>
        </p:txBody>
      </p:sp>
      <p:sp>
        <p:nvSpPr>
          <p:cNvPr id="14" name="Subtitle 2">
            <a:extLst>
              <a:ext uri="{FF2B5EF4-FFF2-40B4-BE49-F238E27FC236}">
                <a16:creationId xmlns:a16="http://schemas.microsoft.com/office/drawing/2014/main" id="{BB679D5C-AEFA-4052-96E3-7DF67D7C105A}"/>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subtitle</a:t>
            </a:r>
          </a:p>
        </p:txBody>
      </p:sp>
      <p:sp>
        <p:nvSpPr>
          <p:cNvPr id="84" name="Oval 83">
            <a:extLst>
              <a:ext uri="{FF2B5EF4-FFF2-40B4-BE49-F238E27FC236}">
                <a16:creationId xmlns:a16="http://schemas.microsoft.com/office/drawing/2014/main" id="{085441A7-EBA5-4ABB-8D29-CE4338F0F9B5}"/>
              </a:ext>
              <a:ext uri="{C183D7F6-B498-43B3-948B-1728B52AA6E4}">
                <adec:decorative xmlns:adec="http://schemas.microsoft.com/office/drawing/2017/decorative" val="1"/>
              </a:ext>
            </a:extLst>
          </p:cNvPr>
          <p:cNvSpPr/>
          <p:nvPr/>
        </p:nvSpPr>
        <p:spPr bwMode="gray">
          <a:xfrm>
            <a:off x="1065749" y="2060872"/>
            <a:ext cx="1828959" cy="1828959"/>
          </a:xfrm>
          <a:prstGeom prst="ellipse">
            <a:avLst/>
          </a:prstGeom>
          <a:noFill/>
          <a:ln w="381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accent4"/>
              </a:solidFill>
            </a:endParaRPr>
          </a:p>
        </p:txBody>
      </p:sp>
      <p:sp>
        <p:nvSpPr>
          <p:cNvPr id="13" name="Text Placeholder 3">
            <a:extLst>
              <a:ext uri="{FF2B5EF4-FFF2-40B4-BE49-F238E27FC236}">
                <a16:creationId xmlns:a16="http://schemas.microsoft.com/office/drawing/2014/main" id="{372EA9D9-DD59-0A4A-94D5-AC136E79CD72}"/>
              </a:ext>
            </a:extLst>
          </p:cNvPr>
          <p:cNvSpPr>
            <a:spLocks noGrp="1"/>
          </p:cNvSpPr>
          <p:nvPr>
            <p:ph type="body" sz="quarter" idx="23" hasCustomPrompt="1"/>
          </p:nvPr>
        </p:nvSpPr>
        <p:spPr>
          <a:xfrm>
            <a:off x="1273703" y="2425093"/>
            <a:ext cx="1396669" cy="1100516"/>
          </a:xfrm>
        </p:spPr>
        <p:txBody>
          <a:bodyPr anchor="ctr" anchorCtr="0"/>
          <a:lstStyle>
            <a:lvl1pPr algn="ctr">
              <a:lnSpc>
                <a:spcPct val="100000"/>
              </a:lnSpc>
              <a:spcBef>
                <a:spcPts val="600"/>
              </a:spcBef>
              <a:defRPr sz="1800">
                <a:solidFill>
                  <a:schemeClr val="accent4"/>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15" name="Text Placeholder 3">
            <a:extLst>
              <a:ext uri="{FF2B5EF4-FFF2-40B4-BE49-F238E27FC236}">
                <a16:creationId xmlns:a16="http://schemas.microsoft.com/office/drawing/2014/main" id="{83A73281-E5F0-4C3B-BE4E-A12D56CC1003}"/>
              </a:ext>
            </a:extLst>
          </p:cNvPr>
          <p:cNvSpPr>
            <a:spLocks noGrp="1"/>
          </p:cNvSpPr>
          <p:nvPr>
            <p:ph type="body" sz="quarter" idx="19" hasCustomPrompt="1"/>
          </p:nvPr>
        </p:nvSpPr>
        <p:spPr>
          <a:xfrm>
            <a:off x="842673" y="4269508"/>
            <a:ext cx="2286000" cy="1458912"/>
          </a:xfrm>
        </p:spPr>
        <p:txBody>
          <a:bodyPr/>
          <a:lstStyle>
            <a:lvl1pPr algn="ctr">
              <a:lnSpc>
                <a:spcPct val="100000"/>
              </a:lnSpc>
              <a:spcBef>
                <a:spcPts val="600"/>
              </a:spcBef>
              <a:defRPr sz="2400">
                <a:solidFill>
                  <a:schemeClr val="accent4"/>
                </a:solidFill>
              </a:defRPr>
            </a:lvl1pPr>
            <a:lvl2pPr marL="285750" indent="-285750" algn="ctr">
              <a:lnSpc>
                <a:spcPct val="100000"/>
              </a:lnSpc>
              <a:spcBef>
                <a:spcPts val="600"/>
              </a:spcBef>
              <a:buFont typeface="Arial" panose="020B0604020202020204" pitchFamily="34" charset="0"/>
              <a:buChar char="​"/>
              <a:defRPr lang="en-US" sz="18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87" name="Oval 86">
            <a:extLst>
              <a:ext uri="{FF2B5EF4-FFF2-40B4-BE49-F238E27FC236}">
                <a16:creationId xmlns:a16="http://schemas.microsoft.com/office/drawing/2014/main" id="{45D908EF-1F96-4808-A8DB-F55AB9E8E436}"/>
              </a:ext>
              <a:ext uri="{C183D7F6-B498-43B3-948B-1728B52AA6E4}">
                <adec:decorative xmlns:adec="http://schemas.microsoft.com/office/drawing/2017/decorative" val="1"/>
              </a:ext>
            </a:extLst>
          </p:cNvPr>
          <p:cNvSpPr/>
          <p:nvPr/>
        </p:nvSpPr>
        <p:spPr bwMode="gray">
          <a:xfrm>
            <a:off x="3806932" y="2060872"/>
            <a:ext cx="1828959" cy="1828959"/>
          </a:xfrm>
          <a:prstGeom prst="ellipse">
            <a:avLst/>
          </a:prstGeom>
          <a:noFill/>
          <a:ln w="38100">
            <a:solidFill>
              <a:schemeClr val="accent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dirty="0"/>
          </a:p>
        </p:txBody>
      </p:sp>
      <p:sp>
        <p:nvSpPr>
          <p:cNvPr id="16" name="Text Placeholder 3">
            <a:extLst>
              <a:ext uri="{FF2B5EF4-FFF2-40B4-BE49-F238E27FC236}">
                <a16:creationId xmlns:a16="http://schemas.microsoft.com/office/drawing/2014/main" id="{F7F1E977-D1E8-7040-8576-578BD8CB8424}"/>
              </a:ext>
            </a:extLst>
          </p:cNvPr>
          <p:cNvSpPr>
            <a:spLocks noGrp="1"/>
          </p:cNvSpPr>
          <p:nvPr>
            <p:ph type="body" sz="quarter" idx="24" hasCustomPrompt="1"/>
          </p:nvPr>
        </p:nvSpPr>
        <p:spPr>
          <a:xfrm>
            <a:off x="4000597" y="2425093"/>
            <a:ext cx="1396669" cy="1100516"/>
          </a:xfrm>
        </p:spPr>
        <p:txBody>
          <a:bodyPr anchor="ctr" anchorCtr="0"/>
          <a:lstStyle>
            <a:lvl1pPr algn="ctr">
              <a:lnSpc>
                <a:spcPct val="100000"/>
              </a:lnSpc>
              <a:spcBef>
                <a:spcPts val="600"/>
              </a:spcBef>
              <a:defRPr sz="1800">
                <a:solidFill>
                  <a:schemeClr val="accent3"/>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21" name="Text Placeholder 3">
            <a:extLst>
              <a:ext uri="{FF2B5EF4-FFF2-40B4-BE49-F238E27FC236}">
                <a16:creationId xmlns:a16="http://schemas.microsoft.com/office/drawing/2014/main" id="{70078EAE-661A-4C72-917B-F0225239F68A}"/>
              </a:ext>
            </a:extLst>
          </p:cNvPr>
          <p:cNvSpPr>
            <a:spLocks noGrp="1"/>
          </p:cNvSpPr>
          <p:nvPr>
            <p:ph type="body" sz="quarter" idx="20" hasCustomPrompt="1"/>
          </p:nvPr>
        </p:nvSpPr>
        <p:spPr>
          <a:xfrm>
            <a:off x="3579813" y="4269508"/>
            <a:ext cx="2286000" cy="1458912"/>
          </a:xfrm>
        </p:spPr>
        <p:txBody>
          <a:bodyPr/>
          <a:lstStyle>
            <a:lvl1pPr algn="ctr">
              <a:lnSpc>
                <a:spcPct val="100000"/>
              </a:lnSpc>
              <a:spcBef>
                <a:spcPts val="600"/>
              </a:spcBef>
              <a:defRPr sz="2400">
                <a:solidFill>
                  <a:schemeClr val="accent3"/>
                </a:solidFill>
              </a:defRPr>
            </a:lvl1pPr>
            <a:lvl2pPr marL="285750" indent="-285750" algn="ctr">
              <a:lnSpc>
                <a:spcPct val="100000"/>
              </a:lnSpc>
              <a:spcBef>
                <a:spcPts val="600"/>
              </a:spcBef>
              <a:buFont typeface="Arial" panose="020B0604020202020204" pitchFamily="34" charset="0"/>
              <a:buChar char="​"/>
              <a:defRPr lang="en-US" sz="18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86" name="Oval 85">
            <a:extLst>
              <a:ext uri="{FF2B5EF4-FFF2-40B4-BE49-F238E27FC236}">
                <a16:creationId xmlns:a16="http://schemas.microsoft.com/office/drawing/2014/main" id="{5670C03F-6336-45E3-A9F4-0CD130D80D1B}"/>
              </a:ext>
              <a:ext uri="{C183D7F6-B498-43B3-948B-1728B52AA6E4}">
                <adec:decorative xmlns:adec="http://schemas.microsoft.com/office/drawing/2017/decorative" val="1"/>
              </a:ext>
            </a:extLst>
          </p:cNvPr>
          <p:cNvSpPr/>
          <p:nvPr/>
        </p:nvSpPr>
        <p:spPr bwMode="gray">
          <a:xfrm>
            <a:off x="6562100" y="2060872"/>
            <a:ext cx="1828959" cy="1828959"/>
          </a:xfrm>
          <a:prstGeom prst="ellipse">
            <a:avLst/>
          </a:prstGeom>
          <a:noFill/>
          <a:ln w="38100">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dirty="0"/>
          </a:p>
        </p:txBody>
      </p:sp>
      <p:sp>
        <p:nvSpPr>
          <p:cNvPr id="17" name="Text Placeholder 3">
            <a:extLst>
              <a:ext uri="{FF2B5EF4-FFF2-40B4-BE49-F238E27FC236}">
                <a16:creationId xmlns:a16="http://schemas.microsoft.com/office/drawing/2014/main" id="{6B608689-50E6-784F-8AFD-D13D124BAA5B}"/>
              </a:ext>
            </a:extLst>
          </p:cNvPr>
          <p:cNvSpPr>
            <a:spLocks noGrp="1"/>
          </p:cNvSpPr>
          <p:nvPr>
            <p:ph type="body" sz="quarter" idx="25" hasCustomPrompt="1"/>
          </p:nvPr>
        </p:nvSpPr>
        <p:spPr>
          <a:xfrm>
            <a:off x="6772120" y="2425093"/>
            <a:ext cx="1396669" cy="1100516"/>
          </a:xfrm>
        </p:spPr>
        <p:txBody>
          <a:bodyPr anchor="ctr" anchorCtr="0"/>
          <a:lstStyle>
            <a:lvl1pPr algn="ctr">
              <a:lnSpc>
                <a:spcPct val="100000"/>
              </a:lnSpc>
              <a:spcBef>
                <a:spcPts val="600"/>
              </a:spcBef>
              <a:defRPr sz="1800">
                <a:solidFill>
                  <a:schemeClr val="accent2"/>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22" name="Text Placeholder 3">
            <a:extLst>
              <a:ext uri="{FF2B5EF4-FFF2-40B4-BE49-F238E27FC236}">
                <a16:creationId xmlns:a16="http://schemas.microsoft.com/office/drawing/2014/main" id="{566D6B40-9CB0-4B56-A3E1-9A7F945F094A}"/>
              </a:ext>
            </a:extLst>
          </p:cNvPr>
          <p:cNvSpPr>
            <a:spLocks noGrp="1"/>
          </p:cNvSpPr>
          <p:nvPr>
            <p:ph type="body" sz="quarter" idx="21" hasCustomPrompt="1"/>
          </p:nvPr>
        </p:nvSpPr>
        <p:spPr>
          <a:xfrm>
            <a:off x="6323013" y="4269508"/>
            <a:ext cx="2286000" cy="1458912"/>
          </a:xfrm>
        </p:spPr>
        <p:txBody>
          <a:bodyPr/>
          <a:lstStyle>
            <a:lvl1pPr algn="ctr">
              <a:lnSpc>
                <a:spcPct val="100000"/>
              </a:lnSpc>
              <a:spcBef>
                <a:spcPts val="600"/>
              </a:spcBef>
              <a:defRPr sz="2400">
                <a:solidFill>
                  <a:schemeClr val="accent2"/>
                </a:solidFill>
              </a:defRPr>
            </a:lvl1pPr>
            <a:lvl2pPr marL="285750" indent="-285750" algn="ctr">
              <a:lnSpc>
                <a:spcPct val="100000"/>
              </a:lnSpc>
              <a:spcBef>
                <a:spcPts val="600"/>
              </a:spcBef>
              <a:buFont typeface="Arial" panose="020B0604020202020204" pitchFamily="34" charset="0"/>
              <a:buChar char="​"/>
              <a:defRPr lang="en-US" sz="18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85" name="Oval 84">
            <a:extLst>
              <a:ext uri="{FF2B5EF4-FFF2-40B4-BE49-F238E27FC236}">
                <a16:creationId xmlns:a16="http://schemas.microsoft.com/office/drawing/2014/main" id="{3019BB56-AE7C-42CA-A8FF-432F4F176B8B}"/>
              </a:ext>
              <a:ext uri="{C183D7F6-B498-43B3-948B-1728B52AA6E4}">
                <adec:decorative xmlns:adec="http://schemas.microsoft.com/office/drawing/2017/decorative" val="1"/>
              </a:ext>
            </a:extLst>
          </p:cNvPr>
          <p:cNvSpPr/>
          <p:nvPr/>
        </p:nvSpPr>
        <p:spPr bwMode="gray">
          <a:xfrm>
            <a:off x="9302132" y="2060872"/>
            <a:ext cx="1828959" cy="1828959"/>
          </a:xfrm>
          <a:prstGeom prst="ellipse">
            <a:avLst/>
          </a:prstGeom>
          <a:noFill/>
          <a:ln w="381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sp>
        <p:nvSpPr>
          <p:cNvPr id="18" name="Text Placeholder 3">
            <a:extLst>
              <a:ext uri="{FF2B5EF4-FFF2-40B4-BE49-F238E27FC236}">
                <a16:creationId xmlns:a16="http://schemas.microsoft.com/office/drawing/2014/main" id="{290217BC-3881-DF41-A8F3-900AF04F1B7D}"/>
              </a:ext>
            </a:extLst>
          </p:cNvPr>
          <p:cNvSpPr>
            <a:spLocks noGrp="1"/>
          </p:cNvSpPr>
          <p:nvPr>
            <p:ph type="body" sz="quarter" idx="26" hasCustomPrompt="1"/>
          </p:nvPr>
        </p:nvSpPr>
        <p:spPr>
          <a:xfrm>
            <a:off x="9538248" y="2425093"/>
            <a:ext cx="1396669" cy="1100516"/>
          </a:xfrm>
        </p:spPr>
        <p:txBody>
          <a:bodyPr anchor="ctr" anchorCtr="0"/>
          <a:lstStyle>
            <a:lvl1pPr algn="ctr">
              <a:lnSpc>
                <a:spcPct val="100000"/>
              </a:lnSpc>
              <a:spcBef>
                <a:spcPts val="600"/>
              </a:spcBef>
              <a:defRPr sz="1800">
                <a:solidFill>
                  <a:schemeClr val="accent5"/>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23" name="Text Placeholder 3">
            <a:extLst>
              <a:ext uri="{FF2B5EF4-FFF2-40B4-BE49-F238E27FC236}">
                <a16:creationId xmlns:a16="http://schemas.microsoft.com/office/drawing/2014/main" id="{16F5CA9C-E491-4F70-B6EE-A50641060112}"/>
              </a:ext>
            </a:extLst>
          </p:cNvPr>
          <p:cNvSpPr>
            <a:spLocks noGrp="1"/>
          </p:cNvSpPr>
          <p:nvPr>
            <p:ph type="body" sz="quarter" idx="22" hasCustomPrompt="1"/>
          </p:nvPr>
        </p:nvSpPr>
        <p:spPr>
          <a:xfrm>
            <a:off x="9066213" y="4269508"/>
            <a:ext cx="2286000" cy="1458912"/>
          </a:xfrm>
        </p:spPr>
        <p:txBody>
          <a:bodyPr/>
          <a:lstStyle>
            <a:lvl1pPr algn="ctr">
              <a:lnSpc>
                <a:spcPct val="100000"/>
              </a:lnSpc>
              <a:spcBef>
                <a:spcPts val="600"/>
              </a:spcBef>
              <a:defRPr sz="2400">
                <a:solidFill>
                  <a:schemeClr val="accent5"/>
                </a:solidFill>
              </a:defRPr>
            </a:lvl1pPr>
            <a:lvl2pPr marL="285750" indent="-285750" algn="ctr">
              <a:lnSpc>
                <a:spcPct val="100000"/>
              </a:lnSpc>
              <a:spcBef>
                <a:spcPts val="600"/>
              </a:spcBef>
              <a:buFont typeface="Arial" panose="020B0604020202020204" pitchFamily="34" charset="0"/>
              <a:buChar char="​"/>
              <a:defRPr lang="en-US" sz="18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20" name="page number">
            <a:extLst>
              <a:ext uri="{FF2B5EF4-FFF2-40B4-BE49-F238E27FC236}">
                <a16:creationId xmlns:a16="http://schemas.microsoft.com/office/drawing/2014/main" id="{1D45AB97-9B77-2244-B7BA-E18EA4CD43EA}"/>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19" name="Oval 18">
            <a:extLst>
              <a:ext uri="{FF2B5EF4-FFF2-40B4-BE49-F238E27FC236}">
                <a16:creationId xmlns:a16="http://schemas.microsoft.com/office/drawing/2014/main" id="{085441A7-EBA5-4ABB-8D29-CE4338F0F9B5}"/>
              </a:ext>
              <a:ext uri="{C183D7F6-B498-43B3-948B-1728B52AA6E4}">
                <adec:decorative xmlns:adec="http://schemas.microsoft.com/office/drawing/2017/decorative" val="1"/>
              </a:ext>
            </a:extLst>
          </p:cNvPr>
          <p:cNvSpPr/>
          <p:nvPr userDrawn="1"/>
        </p:nvSpPr>
        <p:spPr bwMode="gray">
          <a:xfrm>
            <a:off x="1065749" y="2060872"/>
            <a:ext cx="1828959" cy="1828959"/>
          </a:xfrm>
          <a:prstGeom prst="ellipse">
            <a:avLst/>
          </a:prstGeom>
          <a:noFill/>
          <a:ln w="381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accent4"/>
              </a:solidFill>
            </a:endParaRPr>
          </a:p>
        </p:txBody>
      </p:sp>
      <p:sp>
        <p:nvSpPr>
          <p:cNvPr id="24" name="Oval 23">
            <a:extLst>
              <a:ext uri="{FF2B5EF4-FFF2-40B4-BE49-F238E27FC236}">
                <a16:creationId xmlns:a16="http://schemas.microsoft.com/office/drawing/2014/main" id="{45D908EF-1F96-4808-A8DB-F55AB9E8E436}"/>
              </a:ext>
              <a:ext uri="{C183D7F6-B498-43B3-948B-1728B52AA6E4}">
                <adec:decorative xmlns:adec="http://schemas.microsoft.com/office/drawing/2017/decorative" val="1"/>
              </a:ext>
            </a:extLst>
          </p:cNvPr>
          <p:cNvSpPr/>
          <p:nvPr userDrawn="1"/>
        </p:nvSpPr>
        <p:spPr bwMode="gray">
          <a:xfrm>
            <a:off x="3806932" y="2060872"/>
            <a:ext cx="1828959" cy="1828959"/>
          </a:xfrm>
          <a:prstGeom prst="ellipse">
            <a:avLst/>
          </a:prstGeom>
          <a:noFill/>
          <a:ln w="38100">
            <a:solidFill>
              <a:schemeClr val="accent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dirty="0"/>
          </a:p>
        </p:txBody>
      </p:sp>
      <p:sp>
        <p:nvSpPr>
          <p:cNvPr id="25" name="Oval 24">
            <a:extLst>
              <a:ext uri="{FF2B5EF4-FFF2-40B4-BE49-F238E27FC236}">
                <a16:creationId xmlns:a16="http://schemas.microsoft.com/office/drawing/2014/main" id="{5670C03F-6336-45E3-A9F4-0CD130D80D1B}"/>
              </a:ext>
              <a:ext uri="{C183D7F6-B498-43B3-948B-1728B52AA6E4}">
                <adec:decorative xmlns:adec="http://schemas.microsoft.com/office/drawing/2017/decorative" val="1"/>
              </a:ext>
            </a:extLst>
          </p:cNvPr>
          <p:cNvSpPr/>
          <p:nvPr userDrawn="1"/>
        </p:nvSpPr>
        <p:spPr bwMode="gray">
          <a:xfrm>
            <a:off x="6562100" y="2060872"/>
            <a:ext cx="1828959" cy="1828959"/>
          </a:xfrm>
          <a:prstGeom prst="ellipse">
            <a:avLst/>
          </a:prstGeom>
          <a:noFill/>
          <a:ln w="38100">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dirty="0"/>
          </a:p>
        </p:txBody>
      </p:sp>
      <p:sp>
        <p:nvSpPr>
          <p:cNvPr id="26" name="Oval 25">
            <a:extLst>
              <a:ext uri="{FF2B5EF4-FFF2-40B4-BE49-F238E27FC236}">
                <a16:creationId xmlns:a16="http://schemas.microsoft.com/office/drawing/2014/main" id="{3019BB56-AE7C-42CA-A8FF-432F4F176B8B}"/>
              </a:ext>
              <a:ext uri="{C183D7F6-B498-43B3-948B-1728B52AA6E4}">
                <adec:decorative xmlns:adec="http://schemas.microsoft.com/office/drawing/2017/decorative" val="1"/>
              </a:ext>
            </a:extLst>
          </p:cNvPr>
          <p:cNvSpPr/>
          <p:nvPr userDrawn="1"/>
        </p:nvSpPr>
        <p:spPr bwMode="gray">
          <a:xfrm>
            <a:off x="9302132" y="2060872"/>
            <a:ext cx="1828959" cy="1828959"/>
          </a:xfrm>
          <a:prstGeom prst="ellipse">
            <a:avLst/>
          </a:prstGeom>
          <a:noFill/>
          <a:ln w="381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sp>
        <p:nvSpPr>
          <p:cNvPr id="27" name="page number">
            <a:extLst>
              <a:ext uri="{FF2B5EF4-FFF2-40B4-BE49-F238E27FC236}">
                <a16:creationId xmlns:a16="http://schemas.microsoft.com/office/drawing/2014/main" id="{1D45AB97-9B77-2244-B7BA-E18EA4CD43EA}"/>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9899590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Four Icon - Fancy">
    <p:spTree>
      <p:nvGrpSpPr>
        <p:cNvPr id="1" name=""/>
        <p:cNvGrpSpPr/>
        <p:nvPr/>
      </p:nvGrpSpPr>
      <p:grpSpPr>
        <a:xfrm>
          <a:off x="0" y="0"/>
          <a:ext cx="0" cy="0"/>
          <a:chOff x="0" y="0"/>
          <a:chExt cx="0" cy="0"/>
        </a:xfrm>
      </p:grpSpPr>
      <p:sp>
        <p:nvSpPr>
          <p:cNvPr id="6" name="Oval 5">
            <a:extLst>
              <a:ext uri="{FF2B5EF4-FFF2-40B4-BE49-F238E27FC236}">
                <a16:creationId xmlns:a16="http://schemas.microsoft.com/office/drawing/2014/main" id="{2402A473-8BC9-DDE2-85BB-4816BB586A4F}"/>
              </a:ext>
            </a:extLst>
          </p:cNvPr>
          <p:cNvSpPr>
            <a:spLocks/>
          </p:cNvSpPr>
          <p:nvPr userDrawn="1"/>
        </p:nvSpPr>
        <p:spPr>
          <a:xfrm>
            <a:off x="9150335" y="1904508"/>
            <a:ext cx="2141686" cy="2141686"/>
          </a:xfrm>
          <a:prstGeom prst="ellipse">
            <a:avLst/>
          </a:prstGeom>
          <a:solidFill>
            <a:schemeClr val="accent5">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5" name="Oval 4">
            <a:extLst>
              <a:ext uri="{FF2B5EF4-FFF2-40B4-BE49-F238E27FC236}">
                <a16:creationId xmlns:a16="http://schemas.microsoft.com/office/drawing/2014/main" id="{FA97217A-AFD7-3E8C-4060-5AB913DCA2AE}"/>
              </a:ext>
            </a:extLst>
          </p:cNvPr>
          <p:cNvSpPr>
            <a:spLocks/>
          </p:cNvSpPr>
          <p:nvPr userDrawn="1"/>
        </p:nvSpPr>
        <p:spPr>
          <a:xfrm>
            <a:off x="6405736" y="1904508"/>
            <a:ext cx="2141686" cy="2141686"/>
          </a:xfrm>
          <a:prstGeom prst="ellipse">
            <a:avLst/>
          </a:prstGeom>
          <a:solidFill>
            <a:schemeClr val="accent2">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4" name="Oval 3">
            <a:extLst>
              <a:ext uri="{FF2B5EF4-FFF2-40B4-BE49-F238E27FC236}">
                <a16:creationId xmlns:a16="http://schemas.microsoft.com/office/drawing/2014/main" id="{39063D4E-CA79-47A5-E4AA-D23B0DA056E1}"/>
              </a:ext>
            </a:extLst>
          </p:cNvPr>
          <p:cNvSpPr>
            <a:spLocks/>
          </p:cNvSpPr>
          <p:nvPr userDrawn="1"/>
        </p:nvSpPr>
        <p:spPr>
          <a:xfrm>
            <a:off x="3650568" y="1905843"/>
            <a:ext cx="2141686" cy="2141686"/>
          </a:xfrm>
          <a:prstGeom prst="ellipse">
            <a:avLst/>
          </a:prstGeom>
          <a:solidFill>
            <a:schemeClr val="accent3">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2" name="Oval 1">
            <a:extLst>
              <a:ext uri="{FF2B5EF4-FFF2-40B4-BE49-F238E27FC236}">
                <a16:creationId xmlns:a16="http://schemas.microsoft.com/office/drawing/2014/main" id="{EF24F155-BFA1-D04C-7B9C-42080999EDC5}"/>
              </a:ext>
            </a:extLst>
          </p:cNvPr>
          <p:cNvSpPr>
            <a:spLocks/>
          </p:cNvSpPr>
          <p:nvPr userDrawn="1"/>
        </p:nvSpPr>
        <p:spPr>
          <a:xfrm>
            <a:off x="909385" y="1904508"/>
            <a:ext cx="2141686" cy="2141686"/>
          </a:xfrm>
          <a:prstGeom prst="ellipse">
            <a:avLst/>
          </a:prstGeom>
          <a:solidFill>
            <a:schemeClr val="accent4">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3" name="Title 2">
            <a:extLst>
              <a:ext uri="{FF2B5EF4-FFF2-40B4-BE49-F238E27FC236}">
                <a16:creationId xmlns:a16="http://schemas.microsoft.com/office/drawing/2014/main" id="{6A6ED71B-2619-4816-B753-5E850ED08FBC}"/>
              </a:ext>
            </a:extLst>
          </p:cNvPr>
          <p:cNvSpPr>
            <a:spLocks noGrp="1"/>
          </p:cNvSpPr>
          <p:nvPr>
            <p:ph type="title" hasCustomPrompt="1"/>
          </p:nvPr>
        </p:nvSpPr>
        <p:spPr/>
        <p:txBody>
          <a:bodyPr/>
          <a:lstStyle>
            <a:lvl1pPr>
              <a:defRPr>
                <a:solidFill>
                  <a:schemeClr val="accent2"/>
                </a:solidFill>
              </a:defRPr>
            </a:lvl1pPr>
          </a:lstStyle>
          <a:p>
            <a:r>
              <a:rPr lang="en-US"/>
              <a:t>Four Icon Placeholders with Text Descriptions</a:t>
            </a:r>
          </a:p>
        </p:txBody>
      </p:sp>
      <p:sp>
        <p:nvSpPr>
          <p:cNvPr id="14" name="Subtitle 2">
            <a:extLst>
              <a:ext uri="{FF2B5EF4-FFF2-40B4-BE49-F238E27FC236}">
                <a16:creationId xmlns:a16="http://schemas.microsoft.com/office/drawing/2014/main" id="{BB679D5C-AEFA-4052-96E3-7DF67D7C105A}"/>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subtitle</a:t>
            </a:r>
          </a:p>
        </p:txBody>
      </p:sp>
      <p:sp>
        <p:nvSpPr>
          <p:cNvPr id="84" name="Oval 83">
            <a:extLst>
              <a:ext uri="{FF2B5EF4-FFF2-40B4-BE49-F238E27FC236}">
                <a16:creationId xmlns:a16="http://schemas.microsoft.com/office/drawing/2014/main" id="{085441A7-EBA5-4ABB-8D29-CE4338F0F9B5}"/>
              </a:ext>
              <a:ext uri="{C183D7F6-B498-43B3-948B-1728B52AA6E4}">
                <adec:decorative xmlns:adec="http://schemas.microsoft.com/office/drawing/2017/decorative" val="1"/>
              </a:ext>
            </a:extLst>
          </p:cNvPr>
          <p:cNvSpPr/>
          <p:nvPr userDrawn="1"/>
        </p:nvSpPr>
        <p:spPr bwMode="gray">
          <a:xfrm>
            <a:off x="1065749" y="2060872"/>
            <a:ext cx="1828959" cy="1828959"/>
          </a:xfrm>
          <a:prstGeom prst="ellipse">
            <a:avLst/>
          </a:prstGeom>
          <a:solidFill>
            <a:schemeClr val="bg1"/>
          </a:solidFill>
          <a:ln w="381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accent4"/>
              </a:solidFill>
            </a:endParaRPr>
          </a:p>
        </p:txBody>
      </p:sp>
      <p:sp>
        <p:nvSpPr>
          <p:cNvPr id="13" name="Text Placeholder 3">
            <a:extLst>
              <a:ext uri="{FF2B5EF4-FFF2-40B4-BE49-F238E27FC236}">
                <a16:creationId xmlns:a16="http://schemas.microsoft.com/office/drawing/2014/main" id="{372EA9D9-DD59-0A4A-94D5-AC136E79CD72}"/>
              </a:ext>
            </a:extLst>
          </p:cNvPr>
          <p:cNvSpPr>
            <a:spLocks noGrp="1"/>
          </p:cNvSpPr>
          <p:nvPr>
            <p:ph type="body" sz="quarter" idx="23" hasCustomPrompt="1"/>
          </p:nvPr>
        </p:nvSpPr>
        <p:spPr>
          <a:xfrm>
            <a:off x="1273703" y="2425093"/>
            <a:ext cx="1396669" cy="1100516"/>
          </a:xfrm>
        </p:spPr>
        <p:txBody>
          <a:bodyPr anchor="ctr" anchorCtr="0"/>
          <a:lstStyle>
            <a:lvl1pPr algn="ctr">
              <a:lnSpc>
                <a:spcPct val="100000"/>
              </a:lnSpc>
              <a:spcBef>
                <a:spcPts val="600"/>
              </a:spcBef>
              <a:defRPr sz="1800">
                <a:solidFill>
                  <a:schemeClr val="accent4"/>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15" name="Text Placeholder 3">
            <a:extLst>
              <a:ext uri="{FF2B5EF4-FFF2-40B4-BE49-F238E27FC236}">
                <a16:creationId xmlns:a16="http://schemas.microsoft.com/office/drawing/2014/main" id="{83A73281-E5F0-4C3B-BE4E-A12D56CC1003}"/>
              </a:ext>
            </a:extLst>
          </p:cNvPr>
          <p:cNvSpPr>
            <a:spLocks noGrp="1"/>
          </p:cNvSpPr>
          <p:nvPr>
            <p:ph type="body" sz="quarter" idx="19" hasCustomPrompt="1"/>
          </p:nvPr>
        </p:nvSpPr>
        <p:spPr>
          <a:xfrm>
            <a:off x="842673" y="4269508"/>
            <a:ext cx="2286000" cy="1458912"/>
          </a:xfrm>
        </p:spPr>
        <p:txBody>
          <a:bodyPr/>
          <a:lstStyle>
            <a:lvl1pPr algn="ctr">
              <a:lnSpc>
                <a:spcPct val="100000"/>
              </a:lnSpc>
              <a:spcBef>
                <a:spcPts val="600"/>
              </a:spcBef>
              <a:defRPr sz="2400">
                <a:solidFill>
                  <a:schemeClr val="accent4"/>
                </a:solidFill>
              </a:defRPr>
            </a:lvl1pPr>
            <a:lvl2pPr marL="285750" indent="-285750" algn="ctr">
              <a:lnSpc>
                <a:spcPct val="100000"/>
              </a:lnSpc>
              <a:spcBef>
                <a:spcPts val="600"/>
              </a:spcBef>
              <a:buFont typeface="Arial" panose="020B0604020202020204" pitchFamily="34" charset="0"/>
              <a:buChar char="​"/>
              <a:defRPr lang="en-US" sz="18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87" name="Oval 86">
            <a:extLst>
              <a:ext uri="{FF2B5EF4-FFF2-40B4-BE49-F238E27FC236}">
                <a16:creationId xmlns:a16="http://schemas.microsoft.com/office/drawing/2014/main" id="{45D908EF-1F96-4808-A8DB-F55AB9E8E436}"/>
              </a:ext>
              <a:ext uri="{C183D7F6-B498-43B3-948B-1728B52AA6E4}">
                <adec:decorative xmlns:adec="http://schemas.microsoft.com/office/drawing/2017/decorative" val="1"/>
              </a:ext>
            </a:extLst>
          </p:cNvPr>
          <p:cNvSpPr/>
          <p:nvPr userDrawn="1"/>
        </p:nvSpPr>
        <p:spPr bwMode="gray">
          <a:xfrm>
            <a:off x="3806932" y="2060872"/>
            <a:ext cx="1828959" cy="1828959"/>
          </a:xfrm>
          <a:prstGeom prst="ellipse">
            <a:avLst/>
          </a:prstGeom>
          <a:solidFill>
            <a:schemeClr val="bg1"/>
          </a:solidFill>
          <a:ln w="38100">
            <a:solidFill>
              <a:schemeClr val="accent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a:p>
        </p:txBody>
      </p:sp>
      <p:sp>
        <p:nvSpPr>
          <p:cNvPr id="16" name="Text Placeholder 3">
            <a:extLst>
              <a:ext uri="{FF2B5EF4-FFF2-40B4-BE49-F238E27FC236}">
                <a16:creationId xmlns:a16="http://schemas.microsoft.com/office/drawing/2014/main" id="{F7F1E977-D1E8-7040-8576-578BD8CB8424}"/>
              </a:ext>
            </a:extLst>
          </p:cNvPr>
          <p:cNvSpPr>
            <a:spLocks noGrp="1"/>
          </p:cNvSpPr>
          <p:nvPr>
            <p:ph type="body" sz="quarter" idx="24" hasCustomPrompt="1"/>
          </p:nvPr>
        </p:nvSpPr>
        <p:spPr>
          <a:xfrm>
            <a:off x="4000597" y="2425093"/>
            <a:ext cx="1396669" cy="1100516"/>
          </a:xfrm>
        </p:spPr>
        <p:txBody>
          <a:bodyPr anchor="ctr" anchorCtr="0"/>
          <a:lstStyle>
            <a:lvl1pPr algn="ctr">
              <a:lnSpc>
                <a:spcPct val="100000"/>
              </a:lnSpc>
              <a:spcBef>
                <a:spcPts val="600"/>
              </a:spcBef>
              <a:defRPr sz="1800">
                <a:solidFill>
                  <a:schemeClr val="accent3"/>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21" name="Text Placeholder 3">
            <a:extLst>
              <a:ext uri="{FF2B5EF4-FFF2-40B4-BE49-F238E27FC236}">
                <a16:creationId xmlns:a16="http://schemas.microsoft.com/office/drawing/2014/main" id="{70078EAE-661A-4C72-917B-F0225239F68A}"/>
              </a:ext>
            </a:extLst>
          </p:cNvPr>
          <p:cNvSpPr>
            <a:spLocks noGrp="1"/>
          </p:cNvSpPr>
          <p:nvPr>
            <p:ph type="body" sz="quarter" idx="20" hasCustomPrompt="1"/>
          </p:nvPr>
        </p:nvSpPr>
        <p:spPr>
          <a:xfrm>
            <a:off x="3579813" y="4269508"/>
            <a:ext cx="2286000" cy="1458912"/>
          </a:xfrm>
        </p:spPr>
        <p:txBody>
          <a:bodyPr/>
          <a:lstStyle>
            <a:lvl1pPr algn="ctr">
              <a:lnSpc>
                <a:spcPct val="100000"/>
              </a:lnSpc>
              <a:spcBef>
                <a:spcPts val="600"/>
              </a:spcBef>
              <a:defRPr sz="2400">
                <a:solidFill>
                  <a:schemeClr val="accent3"/>
                </a:solidFill>
              </a:defRPr>
            </a:lvl1pPr>
            <a:lvl2pPr marL="285750" indent="-285750" algn="ctr">
              <a:lnSpc>
                <a:spcPct val="100000"/>
              </a:lnSpc>
              <a:spcBef>
                <a:spcPts val="600"/>
              </a:spcBef>
              <a:buFont typeface="Arial" panose="020B0604020202020204" pitchFamily="34" charset="0"/>
              <a:buChar char="​"/>
              <a:defRPr lang="en-US" sz="18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86" name="Oval 85">
            <a:extLst>
              <a:ext uri="{FF2B5EF4-FFF2-40B4-BE49-F238E27FC236}">
                <a16:creationId xmlns:a16="http://schemas.microsoft.com/office/drawing/2014/main" id="{5670C03F-6336-45E3-A9F4-0CD130D80D1B}"/>
              </a:ext>
              <a:ext uri="{C183D7F6-B498-43B3-948B-1728B52AA6E4}">
                <adec:decorative xmlns:adec="http://schemas.microsoft.com/office/drawing/2017/decorative" val="1"/>
              </a:ext>
            </a:extLst>
          </p:cNvPr>
          <p:cNvSpPr/>
          <p:nvPr userDrawn="1"/>
        </p:nvSpPr>
        <p:spPr bwMode="gray">
          <a:xfrm>
            <a:off x="6562100" y="2060872"/>
            <a:ext cx="1828959" cy="1828959"/>
          </a:xfrm>
          <a:prstGeom prst="ellipse">
            <a:avLst/>
          </a:prstGeom>
          <a:solidFill>
            <a:schemeClr val="bg1"/>
          </a:solidFill>
          <a:ln w="38100">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a:p>
        </p:txBody>
      </p:sp>
      <p:sp>
        <p:nvSpPr>
          <p:cNvPr id="17" name="Text Placeholder 3">
            <a:extLst>
              <a:ext uri="{FF2B5EF4-FFF2-40B4-BE49-F238E27FC236}">
                <a16:creationId xmlns:a16="http://schemas.microsoft.com/office/drawing/2014/main" id="{6B608689-50E6-784F-8AFD-D13D124BAA5B}"/>
              </a:ext>
            </a:extLst>
          </p:cNvPr>
          <p:cNvSpPr>
            <a:spLocks noGrp="1"/>
          </p:cNvSpPr>
          <p:nvPr>
            <p:ph type="body" sz="quarter" idx="25" hasCustomPrompt="1"/>
          </p:nvPr>
        </p:nvSpPr>
        <p:spPr>
          <a:xfrm>
            <a:off x="6772120" y="2425093"/>
            <a:ext cx="1396669" cy="1100516"/>
          </a:xfrm>
        </p:spPr>
        <p:txBody>
          <a:bodyPr anchor="ctr" anchorCtr="0"/>
          <a:lstStyle>
            <a:lvl1pPr algn="ctr">
              <a:lnSpc>
                <a:spcPct val="100000"/>
              </a:lnSpc>
              <a:spcBef>
                <a:spcPts val="600"/>
              </a:spcBef>
              <a:defRPr sz="1800">
                <a:solidFill>
                  <a:schemeClr val="accent2"/>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22" name="Text Placeholder 3">
            <a:extLst>
              <a:ext uri="{FF2B5EF4-FFF2-40B4-BE49-F238E27FC236}">
                <a16:creationId xmlns:a16="http://schemas.microsoft.com/office/drawing/2014/main" id="{566D6B40-9CB0-4B56-A3E1-9A7F945F094A}"/>
              </a:ext>
            </a:extLst>
          </p:cNvPr>
          <p:cNvSpPr>
            <a:spLocks noGrp="1"/>
          </p:cNvSpPr>
          <p:nvPr>
            <p:ph type="body" sz="quarter" idx="21" hasCustomPrompt="1"/>
          </p:nvPr>
        </p:nvSpPr>
        <p:spPr>
          <a:xfrm>
            <a:off x="6323013" y="4269508"/>
            <a:ext cx="2286000" cy="1458912"/>
          </a:xfrm>
        </p:spPr>
        <p:txBody>
          <a:bodyPr/>
          <a:lstStyle>
            <a:lvl1pPr algn="ctr">
              <a:lnSpc>
                <a:spcPct val="100000"/>
              </a:lnSpc>
              <a:spcBef>
                <a:spcPts val="600"/>
              </a:spcBef>
              <a:defRPr sz="2400">
                <a:solidFill>
                  <a:schemeClr val="accent2"/>
                </a:solidFill>
              </a:defRPr>
            </a:lvl1pPr>
            <a:lvl2pPr marL="285750" indent="-285750" algn="ctr">
              <a:lnSpc>
                <a:spcPct val="100000"/>
              </a:lnSpc>
              <a:spcBef>
                <a:spcPts val="600"/>
              </a:spcBef>
              <a:buFont typeface="Arial" panose="020B0604020202020204" pitchFamily="34" charset="0"/>
              <a:buChar char="​"/>
              <a:defRPr lang="en-US" sz="18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85" name="Oval 84">
            <a:extLst>
              <a:ext uri="{FF2B5EF4-FFF2-40B4-BE49-F238E27FC236}">
                <a16:creationId xmlns:a16="http://schemas.microsoft.com/office/drawing/2014/main" id="{3019BB56-AE7C-42CA-A8FF-432F4F176B8B}"/>
              </a:ext>
              <a:ext uri="{C183D7F6-B498-43B3-948B-1728B52AA6E4}">
                <adec:decorative xmlns:adec="http://schemas.microsoft.com/office/drawing/2017/decorative" val="1"/>
              </a:ext>
            </a:extLst>
          </p:cNvPr>
          <p:cNvSpPr/>
          <p:nvPr userDrawn="1"/>
        </p:nvSpPr>
        <p:spPr bwMode="gray">
          <a:xfrm>
            <a:off x="9302132" y="2060872"/>
            <a:ext cx="1828959" cy="1828959"/>
          </a:xfrm>
          <a:prstGeom prst="ellipse">
            <a:avLst/>
          </a:prstGeom>
          <a:solidFill>
            <a:schemeClr val="bg1"/>
          </a:solidFill>
          <a:ln w="381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8" name="Text Placeholder 3">
            <a:extLst>
              <a:ext uri="{FF2B5EF4-FFF2-40B4-BE49-F238E27FC236}">
                <a16:creationId xmlns:a16="http://schemas.microsoft.com/office/drawing/2014/main" id="{290217BC-3881-DF41-A8F3-900AF04F1B7D}"/>
              </a:ext>
            </a:extLst>
          </p:cNvPr>
          <p:cNvSpPr>
            <a:spLocks noGrp="1"/>
          </p:cNvSpPr>
          <p:nvPr>
            <p:ph type="body" sz="quarter" idx="26" hasCustomPrompt="1"/>
          </p:nvPr>
        </p:nvSpPr>
        <p:spPr>
          <a:xfrm>
            <a:off x="9538248" y="2425093"/>
            <a:ext cx="1396669" cy="1100516"/>
          </a:xfrm>
        </p:spPr>
        <p:txBody>
          <a:bodyPr anchor="ctr" anchorCtr="0"/>
          <a:lstStyle>
            <a:lvl1pPr algn="ctr">
              <a:lnSpc>
                <a:spcPct val="100000"/>
              </a:lnSpc>
              <a:spcBef>
                <a:spcPts val="600"/>
              </a:spcBef>
              <a:defRPr sz="1800">
                <a:solidFill>
                  <a:schemeClr val="accent5"/>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23" name="Text Placeholder 3">
            <a:extLst>
              <a:ext uri="{FF2B5EF4-FFF2-40B4-BE49-F238E27FC236}">
                <a16:creationId xmlns:a16="http://schemas.microsoft.com/office/drawing/2014/main" id="{16F5CA9C-E491-4F70-B6EE-A50641060112}"/>
              </a:ext>
            </a:extLst>
          </p:cNvPr>
          <p:cNvSpPr>
            <a:spLocks noGrp="1"/>
          </p:cNvSpPr>
          <p:nvPr>
            <p:ph type="body" sz="quarter" idx="22" hasCustomPrompt="1"/>
          </p:nvPr>
        </p:nvSpPr>
        <p:spPr>
          <a:xfrm>
            <a:off x="9066213" y="4269508"/>
            <a:ext cx="2286000" cy="1458912"/>
          </a:xfrm>
        </p:spPr>
        <p:txBody>
          <a:bodyPr/>
          <a:lstStyle>
            <a:lvl1pPr algn="ctr">
              <a:lnSpc>
                <a:spcPct val="100000"/>
              </a:lnSpc>
              <a:spcBef>
                <a:spcPts val="600"/>
              </a:spcBef>
              <a:defRPr sz="2400">
                <a:solidFill>
                  <a:schemeClr val="accent5"/>
                </a:solidFill>
              </a:defRPr>
            </a:lvl1pPr>
            <a:lvl2pPr marL="285750" indent="-285750" algn="ctr">
              <a:lnSpc>
                <a:spcPct val="100000"/>
              </a:lnSpc>
              <a:spcBef>
                <a:spcPts val="600"/>
              </a:spcBef>
              <a:buFont typeface="Arial" panose="020B0604020202020204" pitchFamily="34" charset="0"/>
              <a:buChar char="​"/>
              <a:defRPr lang="en-US" sz="18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20" name="page number">
            <a:extLst>
              <a:ext uri="{FF2B5EF4-FFF2-40B4-BE49-F238E27FC236}">
                <a16:creationId xmlns:a16="http://schemas.microsoft.com/office/drawing/2014/main" id="{1D45AB97-9B77-2244-B7BA-E18EA4CD43EA}"/>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a:p>
        </p:txBody>
      </p:sp>
    </p:spTree>
    <p:extLst>
      <p:ext uri="{BB962C8B-B14F-4D97-AF65-F5344CB8AC3E}">
        <p14:creationId xmlns:p14="http://schemas.microsoft.com/office/powerpoint/2010/main" val="39995719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Four Icon - Fancy - RBLF">
    <p:spTree>
      <p:nvGrpSpPr>
        <p:cNvPr id="1" name=""/>
        <p:cNvGrpSpPr/>
        <p:nvPr/>
      </p:nvGrpSpPr>
      <p:grpSpPr>
        <a:xfrm>
          <a:off x="0" y="0"/>
          <a:ext cx="0" cy="0"/>
          <a:chOff x="0" y="0"/>
          <a:chExt cx="0" cy="0"/>
        </a:xfrm>
      </p:grpSpPr>
      <p:sp>
        <p:nvSpPr>
          <p:cNvPr id="6" name="Oval 5">
            <a:extLst>
              <a:ext uri="{FF2B5EF4-FFF2-40B4-BE49-F238E27FC236}">
                <a16:creationId xmlns:a16="http://schemas.microsoft.com/office/drawing/2014/main" id="{2402A473-8BC9-DDE2-85BB-4816BB586A4F}"/>
              </a:ext>
            </a:extLst>
          </p:cNvPr>
          <p:cNvSpPr>
            <a:spLocks/>
          </p:cNvSpPr>
          <p:nvPr userDrawn="1"/>
        </p:nvSpPr>
        <p:spPr>
          <a:xfrm>
            <a:off x="9150335" y="1904508"/>
            <a:ext cx="2141686" cy="2141686"/>
          </a:xfrm>
          <a:prstGeom prst="ellipse">
            <a:avLst/>
          </a:prstGeom>
          <a:solidFill>
            <a:schemeClr val="accent5">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latin typeface="Arial" panose="020B0604020202020204" pitchFamily="34" charset="0"/>
            </a:endParaRPr>
          </a:p>
        </p:txBody>
      </p:sp>
      <p:sp>
        <p:nvSpPr>
          <p:cNvPr id="5" name="Oval 4">
            <a:extLst>
              <a:ext uri="{FF2B5EF4-FFF2-40B4-BE49-F238E27FC236}">
                <a16:creationId xmlns:a16="http://schemas.microsoft.com/office/drawing/2014/main" id="{FA97217A-AFD7-3E8C-4060-5AB913DCA2AE}"/>
              </a:ext>
            </a:extLst>
          </p:cNvPr>
          <p:cNvSpPr>
            <a:spLocks/>
          </p:cNvSpPr>
          <p:nvPr userDrawn="1"/>
        </p:nvSpPr>
        <p:spPr>
          <a:xfrm>
            <a:off x="6405736" y="1904508"/>
            <a:ext cx="2141686" cy="2141686"/>
          </a:xfrm>
          <a:prstGeom prst="ellipse">
            <a:avLst/>
          </a:prstGeom>
          <a:solidFill>
            <a:schemeClr val="accent2">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latin typeface="Arial" panose="020B0604020202020204" pitchFamily="34" charset="0"/>
            </a:endParaRPr>
          </a:p>
        </p:txBody>
      </p:sp>
      <p:sp>
        <p:nvSpPr>
          <p:cNvPr id="4" name="Oval 3">
            <a:extLst>
              <a:ext uri="{FF2B5EF4-FFF2-40B4-BE49-F238E27FC236}">
                <a16:creationId xmlns:a16="http://schemas.microsoft.com/office/drawing/2014/main" id="{39063D4E-CA79-47A5-E4AA-D23B0DA056E1}"/>
              </a:ext>
            </a:extLst>
          </p:cNvPr>
          <p:cNvSpPr>
            <a:spLocks/>
          </p:cNvSpPr>
          <p:nvPr userDrawn="1"/>
        </p:nvSpPr>
        <p:spPr>
          <a:xfrm>
            <a:off x="3650568" y="1905843"/>
            <a:ext cx="2141686" cy="2141686"/>
          </a:xfrm>
          <a:prstGeom prst="ellipse">
            <a:avLst/>
          </a:prstGeom>
          <a:solidFill>
            <a:schemeClr val="accent3">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latin typeface="Arial" panose="020B0604020202020204" pitchFamily="34" charset="0"/>
            </a:endParaRPr>
          </a:p>
        </p:txBody>
      </p:sp>
      <p:sp>
        <p:nvSpPr>
          <p:cNvPr id="2" name="Oval 1">
            <a:extLst>
              <a:ext uri="{FF2B5EF4-FFF2-40B4-BE49-F238E27FC236}">
                <a16:creationId xmlns:a16="http://schemas.microsoft.com/office/drawing/2014/main" id="{EF24F155-BFA1-D04C-7B9C-42080999EDC5}"/>
              </a:ext>
            </a:extLst>
          </p:cNvPr>
          <p:cNvSpPr>
            <a:spLocks/>
          </p:cNvSpPr>
          <p:nvPr userDrawn="1"/>
        </p:nvSpPr>
        <p:spPr>
          <a:xfrm>
            <a:off x="909385" y="1904508"/>
            <a:ext cx="2141686" cy="2141686"/>
          </a:xfrm>
          <a:prstGeom prst="ellipse">
            <a:avLst/>
          </a:prstGeom>
          <a:solidFill>
            <a:schemeClr val="accent4">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latin typeface="Arial" panose="020B0604020202020204" pitchFamily="34" charset="0"/>
            </a:endParaRPr>
          </a:p>
        </p:txBody>
      </p:sp>
      <p:sp>
        <p:nvSpPr>
          <p:cNvPr id="3" name="Title 2">
            <a:extLst>
              <a:ext uri="{FF2B5EF4-FFF2-40B4-BE49-F238E27FC236}">
                <a16:creationId xmlns:a16="http://schemas.microsoft.com/office/drawing/2014/main" id="{6A6ED71B-2619-4816-B753-5E850ED08FBC}"/>
              </a:ext>
            </a:extLst>
          </p:cNvPr>
          <p:cNvSpPr>
            <a:spLocks noGrp="1"/>
          </p:cNvSpPr>
          <p:nvPr>
            <p:ph type="title" hasCustomPrompt="1"/>
          </p:nvPr>
        </p:nvSpPr>
        <p:spPr/>
        <p:txBody>
          <a:bodyPr/>
          <a:lstStyle>
            <a:lvl1pPr>
              <a:defRPr>
                <a:solidFill>
                  <a:schemeClr val="accent2"/>
                </a:solidFill>
              </a:defRPr>
            </a:lvl1pPr>
          </a:lstStyle>
          <a:p>
            <a:r>
              <a:rPr lang="en-US"/>
              <a:t>Four Icon Placeholders with Text Descriptions</a:t>
            </a:r>
          </a:p>
        </p:txBody>
      </p:sp>
      <p:sp>
        <p:nvSpPr>
          <p:cNvPr id="14" name="Subtitle 2">
            <a:extLst>
              <a:ext uri="{FF2B5EF4-FFF2-40B4-BE49-F238E27FC236}">
                <a16:creationId xmlns:a16="http://schemas.microsoft.com/office/drawing/2014/main" id="{BB679D5C-AEFA-4052-96E3-7DF67D7C105A}"/>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84" name="Oval 83">
            <a:extLst>
              <a:ext uri="{FF2B5EF4-FFF2-40B4-BE49-F238E27FC236}">
                <a16:creationId xmlns:a16="http://schemas.microsoft.com/office/drawing/2014/main" id="{085441A7-EBA5-4ABB-8D29-CE4338F0F9B5}"/>
              </a:ext>
              <a:ext uri="{C183D7F6-B498-43B3-948B-1728B52AA6E4}">
                <adec:decorative xmlns:adec="http://schemas.microsoft.com/office/drawing/2017/decorative" val="1"/>
              </a:ext>
            </a:extLst>
          </p:cNvPr>
          <p:cNvSpPr/>
          <p:nvPr userDrawn="1"/>
        </p:nvSpPr>
        <p:spPr bwMode="gray">
          <a:xfrm>
            <a:off x="1065749" y="2060872"/>
            <a:ext cx="1828959" cy="1828959"/>
          </a:xfrm>
          <a:prstGeom prst="ellipse">
            <a:avLst/>
          </a:prstGeom>
          <a:solidFill>
            <a:schemeClr val="accent4"/>
          </a:solidFill>
          <a:ln w="381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accent4"/>
              </a:solidFill>
              <a:latin typeface="Arial" panose="020B0604020202020204" pitchFamily="34" charset="0"/>
            </a:endParaRPr>
          </a:p>
        </p:txBody>
      </p:sp>
      <p:sp>
        <p:nvSpPr>
          <p:cNvPr id="13" name="Text Placeholder 3">
            <a:extLst>
              <a:ext uri="{FF2B5EF4-FFF2-40B4-BE49-F238E27FC236}">
                <a16:creationId xmlns:a16="http://schemas.microsoft.com/office/drawing/2014/main" id="{372EA9D9-DD59-0A4A-94D5-AC136E79CD72}"/>
              </a:ext>
            </a:extLst>
          </p:cNvPr>
          <p:cNvSpPr>
            <a:spLocks noGrp="1"/>
          </p:cNvSpPr>
          <p:nvPr>
            <p:ph type="body" sz="quarter" idx="23" hasCustomPrompt="1"/>
          </p:nvPr>
        </p:nvSpPr>
        <p:spPr>
          <a:xfrm>
            <a:off x="1273703" y="2425093"/>
            <a:ext cx="1396669" cy="1100516"/>
          </a:xfrm>
        </p:spPr>
        <p:txBody>
          <a:bodyPr anchor="ctr" anchorCtr="0"/>
          <a:lstStyle>
            <a:lvl1pPr algn="ctr">
              <a:lnSpc>
                <a:spcPct val="100000"/>
              </a:lnSpc>
              <a:spcBef>
                <a:spcPts val="600"/>
              </a:spcBef>
              <a:defRPr sz="1800">
                <a:solidFill>
                  <a:schemeClr val="bg1"/>
                </a:solidFill>
              </a:defRPr>
            </a:lvl1pPr>
            <a:lvl2pPr marL="0" indent="0" algn="ctr">
              <a:lnSpc>
                <a:spcPct val="100000"/>
              </a:lnSpc>
              <a:spcBef>
                <a:spcPts val="600"/>
              </a:spcBef>
              <a:buFont typeface="Arial" panose="020B0604020202020204" pitchFamily="34" charset="0"/>
              <a:buChar char="​"/>
              <a:defRPr/>
            </a:lvl2pPr>
          </a:lstStyle>
          <a:p>
            <a:pPr lvl="0"/>
            <a:r>
              <a:rPr lang="en-US" dirty="0"/>
              <a:t>add icon</a:t>
            </a:r>
            <a:br>
              <a:rPr lang="en-US" dirty="0"/>
            </a:br>
            <a:r>
              <a:rPr lang="en-US" dirty="0"/>
              <a:t>or text</a:t>
            </a:r>
          </a:p>
        </p:txBody>
      </p:sp>
      <p:sp>
        <p:nvSpPr>
          <p:cNvPr id="15" name="Text Placeholder 3">
            <a:extLst>
              <a:ext uri="{FF2B5EF4-FFF2-40B4-BE49-F238E27FC236}">
                <a16:creationId xmlns:a16="http://schemas.microsoft.com/office/drawing/2014/main" id="{83A73281-E5F0-4C3B-BE4E-A12D56CC1003}"/>
              </a:ext>
            </a:extLst>
          </p:cNvPr>
          <p:cNvSpPr>
            <a:spLocks noGrp="1"/>
          </p:cNvSpPr>
          <p:nvPr>
            <p:ph type="body" sz="quarter" idx="19" hasCustomPrompt="1"/>
          </p:nvPr>
        </p:nvSpPr>
        <p:spPr>
          <a:xfrm>
            <a:off x="842673" y="4269508"/>
            <a:ext cx="2286000" cy="1458912"/>
          </a:xfrm>
        </p:spPr>
        <p:txBody>
          <a:bodyPr/>
          <a:lstStyle>
            <a:lvl1pPr algn="ctr">
              <a:lnSpc>
                <a:spcPct val="100000"/>
              </a:lnSpc>
              <a:spcBef>
                <a:spcPts val="600"/>
              </a:spcBef>
              <a:defRPr sz="2400">
                <a:solidFill>
                  <a:schemeClr val="accent4"/>
                </a:solidFill>
              </a:defRPr>
            </a:lvl1pPr>
            <a:lvl2pPr marL="285750" indent="-285750" algn="ctr">
              <a:lnSpc>
                <a:spcPct val="100000"/>
              </a:lnSpc>
              <a:spcBef>
                <a:spcPts val="600"/>
              </a:spcBef>
              <a:buFont typeface="Arial" panose="020B0604020202020204" pitchFamily="34" charset="0"/>
              <a:buChar char="​"/>
              <a:defRPr lang="en-US" sz="1800" kern="1200" dirty="0">
                <a:solidFill>
                  <a:schemeClr val="tx1"/>
                </a:solidFill>
                <a:latin typeface="Arial" panose="020B0604020202020204" pitchFamily="34" charset="0"/>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87" name="Oval 86">
            <a:extLst>
              <a:ext uri="{FF2B5EF4-FFF2-40B4-BE49-F238E27FC236}">
                <a16:creationId xmlns:a16="http://schemas.microsoft.com/office/drawing/2014/main" id="{45D908EF-1F96-4808-A8DB-F55AB9E8E436}"/>
              </a:ext>
              <a:ext uri="{C183D7F6-B498-43B3-948B-1728B52AA6E4}">
                <adec:decorative xmlns:adec="http://schemas.microsoft.com/office/drawing/2017/decorative" val="1"/>
              </a:ext>
            </a:extLst>
          </p:cNvPr>
          <p:cNvSpPr/>
          <p:nvPr userDrawn="1"/>
        </p:nvSpPr>
        <p:spPr bwMode="gray">
          <a:xfrm>
            <a:off x="3806932" y="2060872"/>
            <a:ext cx="1828959" cy="1828959"/>
          </a:xfrm>
          <a:prstGeom prst="ellipse">
            <a:avLst/>
          </a:prstGeom>
          <a:solidFill>
            <a:schemeClr val="accent3"/>
          </a:solidFill>
          <a:ln w="38100">
            <a:solidFill>
              <a:schemeClr val="accent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dirty="0">
              <a:latin typeface="Arial" panose="020B0604020202020204" pitchFamily="34" charset="0"/>
            </a:endParaRPr>
          </a:p>
        </p:txBody>
      </p:sp>
      <p:sp>
        <p:nvSpPr>
          <p:cNvPr id="16" name="Text Placeholder 3">
            <a:extLst>
              <a:ext uri="{FF2B5EF4-FFF2-40B4-BE49-F238E27FC236}">
                <a16:creationId xmlns:a16="http://schemas.microsoft.com/office/drawing/2014/main" id="{F7F1E977-D1E8-7040-8576-578BD8CB8424}"/>
              </a:ext>
            </a:extLst>
          </p:cNvPr>
          <p:cNvSpPr>
            <a:spLocks noGrp="1"/>
          </p:cNvSpPr>
          <p:nvPr>
            <p:ph type="body" sz="quarter" idx="24" hasCustomPrompt="1"/>
          </p:nvPr>
        </p:nvSpPr>
        <p:spPr>
          <a:xfrm>
            <a:off x="4000597" y="2425093"/>
            <a:ext cx="1396669" cy="1100516"/>
          </a:xfrm>
        </p:spPr>
        <p:txBody>
          <a:bodyPr anchor="ctr" anchorCtr="0"/>
          <a:lstStyle>
            <a:lvl1pPr algn="ctr">
              <a:lnSpc>
                <a:spcPct val="100000"/>
              </a:lnSpc>
              <a:spcBef>
                <a:spcPts val="600"/>
              </a:spcBef>
              <a:defRPr sz="1800">
                <a:solidFill>
                  <a:schemeClr val="bg1"/>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21" name="Text Placeholder 3">
            <a:extLst>
              <a:ext uri="{FF2B5EF4-FFF2-40B4-BE49-F238E27FC236}">
                <a16:creationId xmlns:a16="http://schemas.microsoft.com/office/drawing/2014/main" id="{70078EAE-661A-4C72-917B-F0225239F68A}"/>
              </a:ext>
            </a:extLst>
          </p:cNvPr>
          <p:cNvSpPr>
            <a:spLocks noGrp="1"/>
          </p:cNvSpPr>
          <p:nvPr>
            <p:ph type="body" sz="quarter" idx="20" hasCustomPrompt="1"/>
          </p:nvPr>
        </p:nvSpPr>
        <p:spPr>
          <a:xfrm>
            <a:off x="3579813" y="4269508"/>
            <a:ext cx="2286000" cy="1458912"/>
          </a:xfrm>
        </p:spPr>
        <p:txBody>
          <a:bodyPr/>
          <a:lstStyle>
            <a:lvl1pPr algn="ctr">
              <a:lnSpc>
                <a:spcPct val="100000"/>
              </a:lnSpc>
              <a:spcBef>
                <a:spcPts val="600"/>
              </a:spcBef>
              <a:defRPr sz="2400">
                <a:solidFill>
                  <a:schemeClr val="accent3"/>
                </a:solidFill>
              </a:defRPr>
            </a:lvl1pPr>
            <a:lvl2pPr marL="285750" indent="-285750" algn="ctr">
              <a:lnSpc>
                <a:spcPct val="100000"/>
              </a:lnSpc>
              <a:spcBef>
                <a:spcPts val="600"/>
              </a:spcBef>
              <a:buFont typeface="Arial" panose="020B0604020202020204" pitchFamily="34" charset="0"/>
              <a:buChar char="​"/>
              <a:defRPr lang="en-US" sz="1800" kern="1200" dirty="0">
                <a:solidFill>
                  <a:schemeClr val="tx1"/>
                </a:solidFill>
                <a:latin typeface="Arial" panose="020B0604020202020204" pitchFamily="34" charset="0"/>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86" name="Oval 85">
            <a:extLst>
              <a:ext uri="{FF2B5EF4-FFF2-40B4-BE49-F238E27FC236}">
                <a16:creationId xmlns:a16="http://schemas.microsoft.com/office/drawing/2014/main" id="{5670C03F-6336-45E3-A9F4-0CD130D80D1B}"/>
              </a:ext>
              <a:ext uri="{C183D7F6-B498-43B3-948B-1728B52AA6E4}">
                <adec:decorative xmlns:adec="http://schemas.microsoft.com/office/drawing/2017/decorative" val="1"/>
              </a:ext>
            </a:extLst>
          </p:cNvPr>
          <p:cNvSpPr/>
          <p:nvPr userDrawn="1"/>
        </p:nvSpPr>
        <p:spPr bwMode="gray">
          <a:xfrm>
            <a:off x="6562100" y="2060872"/>
            <a:ext cx="1828959" cy="1828959"/>
          </a:xfrm>
          <a:prstGeom prst="ellipse">
            <a:avLst/>
          </a:prstGeom>
          <a:solidFill>
            <a:schemeClr val="accent2"/>
          </a:solidFill>
          <a:ln w="38100">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dirty="0">
              <a:latin typeface="Arial" panose="020B0604020202020204" pitchFamily="34" charset="0"/>
            </a:endParaRPr>
          </a:p>
        </p:txBody>
      </p:sp>
      <p:sp>
        <p:nvSpPr>
          <p:cNvPr id="17" name="Text Placeholder 3">
            <a:extLst>
              <a:ext uri="{FF2B5EF4-FFF2-40B4-BE49-F238E27FC236}">
                <a16:creationId xmlns:a16="http://schemas.microsoft.com/office/drawing/2014/main" id="{6B608689-50E6-784F-8AFD-D13D124BAA5B}"/>
              </a:ext>
            </a:extLst>
          </p:cNvPr>
          <p:cNvSpPr>
            <a:spLocks noGrp="1"/>
          </p:cNvSpPr>
          <p:nvPr>
            <p:ph type="body" sz="quarter" idx="25" hasCustomPrompt="1"/>
          </p:nvPr>
        </p:nvSpPr>
        <p:spPr>
          <a:xfrm>
            <a:off x="6772120" y="2425093"/>
            <a:ext cx="1396669" cy="1100516"/>
          </a:xfrm>
        </p:spPr>
        <p:txBody>
          <a:bodyPr anchor="ctr" anchorCtr="0"/>
          <a:lstStyle>
            <a:lvl1pPr algn="ctr">
              <a:lnSpc>
                <a:spcPct val="100000"/>
              </a:lnSpc>
              <a:spcBef>
                <a:spcPts val="600"/>
              </a:spcBef>
              <a:defRPr sz="1800">
                <a:solidFill>
                  <a:schemeClr val="bg1"/>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22" name="Text Placeholder 3">
            <a:extLst>
              <a:ext uri="{FF2B5EF4-FFF2-40B4-BE49-F238E27FC236}">
                <a16:creationId xmlns:a16="http://schemas.microsoft.com/office/drawing/2014/main" id="{566D6B40-9CB0-4B56-A3E1-9A7F945F094A}"/>
              </a:ext>
            </a:extLst>
          </p:cNvPr>
          <p:cNvSpPr>
            <a:spLocks noGrp="1"/>
          </p:cNvSpPr>
          <p:nvPr>
            <p:ph type="body" sz="quarter" idx="21" hasCustomPrompt="1"/>
          </p:nvPr>
        </p:nvSpPr>
        <p:spPr>
          <a:xfrm>
            <a:off x="6323013" y="4269508"/>
            <a:ext cx="2286000" cy="1458912"/>
          </a:xfrm>
        </p:spPr>
        <p:txBody>
          <a:bodyPr/>
          <a:lstStyle>
            <a:lvl1pPr algn="ctr">
              <a:lnSpc>
                <a:spcPct val="100000"/>
              </a:lnSpc>
              <a:spcBef>
                <a:spcPts val="600"/>
              </a:spcBef>
              <a:defRPr sz="2400">
                <a:solidFill>
                  <a:schemeClr val="accent2"/>
                </a:solidFill>
              </a:defRPr>
            </a:lvl1pPr>
            <a:lvl2pPr marL="285750" indent="-285750" algn="ctr">
              <a:lnSpc>
                <a:spcPct val="100000"/>
              </a:lnSpc>
              <a:spcBef>
                <a:spcPts val="600"/>
              </a:spcBef>
              <a:buFont typeface="Arial" panose="020B0604020202020204" pitchFamily="34" charset="0"/>
              <a:buChar char="​"/>
              <a:defRPr lang="en-US" sz="1800" kern="1200" dirty="0">
                <a:solidFill>
                  <a:schemeClr val="tx1"/>
                </a:solidFill>
                <a:latin typeface="Arial" panose="020B0604020202020204" pitchFamily="34" charset="0"/>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85" name="Oval 84">
            <a:extLst>
              <a:ext uri="{FF2B5EF4-FFF2-40B4-BE49-F238E27FC236}">
                <a16:creationId xmlns:a16="http://schemas.microsoft.com/office/drawing/2014/main" id="{3019BB56-AE7C-42CA-A8FF-432F4F176B8B}"/>
              </a:ext>
              <a:ext uri="{C183D7F6-B498-43B3-948B-1728B52AA6E4}">
                <adec:decorative xmlns:adec="http://schemas.microsoft.com/office/drawing/2017/decorative" val="1"/>
              </a:ext>
            </a:extLst>
          </p:cNvPr>
          <p:cNvSpPr/>
          <p:nvPr userDrawn="1"/>
        </p:nvSpPr>
        <p:spPr bwMode="gray">
          <a:xfrm>
            <a:off x="9302132" y="2060872"/>
            <a:ext cx="1828959" cy="1828959"/>
          </a:xfrm>
          <a:prstGeom prst="ellipse">
            <a:avLst/>
          </a:prstGeom>
          <a:solidFill>
            <a:schemeClr val="accent5"/>
          </a:solidFill>
          <a:ln w="381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atin typeface="Arial" panose="020B0604020202020204" pitchFamily="34" charset="0"/>
            </a:endParaRPr>
          </a:p>
        </p:txBody>
      </p:sp>
      <p:sp>
        <p:nvSpPr>
          <p:cNvPr id="18" name="Text Placeholder 3">
            <a:extLst>
              <a:ext uri="{FF2B5EF4-FFF2-40B4-BE49-F238E27FC236}">
                <a16:creationId xmlns:a16="http://schemas.microsoft.com/office/drawing/2014/main" id="{290217BC-3881-DF41-A8F3-900AF04F1B7D}"/>
              </a:ext>
            </a:extLst>
          </p:cNvPr>
          <p:cNvSpPr>
            <a:spLocks noGrp="1"/>
          </p:cNvSpPr>
          <p:nvPr>
            <p:ph type="body" sz="quarter" idx="26" hasCustomPrompt="1"/>
          </p:nvPr>
        </p:nvSpPr>
        <p:spPr>
          <a:xfrm>
            <a:off x="9538248" y="2425093"/>
            <a:ext cx="1396669" cy="1100516"/>
          </a:xfrm>
        </p:spPr>
        <p:txBody>
          <a:bodyPr anchor="ctr" anchorCtr="0"/>
          <a:lstStyle>
            <a:lvl1pPr algn="ctr">
              <a:lnSpc>
                <a:spcPct val="100000"/>
              </a:lnSpc>
              <a:spcBef>
                <a:spcPts val="600"/>
              </a:spcBef>
              <a:defRPr sz="1800">
                <a:solidFill>
                  <a:schemeClr val="bg1"/>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23" name="Text Placeholder 3">
            <a:extLst>
              <a:ext uri="{FF2B5EF4-FFF2-40B4-BE49-F238E27FC236}">
                <a16:creationId xmlns:a16="http://schemas.microsoft.com/office/drawing/2014/main" id="{16F5CA9C-E491-4F70-B6EE-A50641060112}"/>
              </a:ext>
            </a:extLst>
          </p:cNvPr>
          <p:cNvSpPr>
            <a:spLocks noGrp="1"/>
          </p:cNvSpPr>
          <p:nvPr>
            <p:ph type="body" sz="quarter" idx="22" hasCustomPrompt="1"/>
          </p:nvPr>
        </p:nvSpPr>
        <p:spPr>
          <a:xfrm>
            <a:off x="9066213" y="4269508"/>
            <a:ext cx="2286000" cy="1458912"/>
          </a:xfrm>
        </p:spPr>
        <p:txBody>
          <a:bodyPr/>
          <a:lstStyle>
            <a:lvl1pPr algn="ctr">
              <a:lnSpc>
                <a:spcPct val="100000"/>
              </a:lnSpc>
              <a:spcBef>
                <a:spcPts val="600"/>
              </a:spcBef>
              <a:defRPr sz="2400">
                <a:solidFill>
                  <a:schemeClr val="accent5"/>
                </a:solidFill>
              </a:defRPr>
            </a:lvl1pPr>
            <a:lvl2pPr marL="285750" indent="-285750" algn="ctr">
              <a:lnSpc>
                <a:spcPct val="100000"/>
              </a:lnSpc>
              <a:spcBef>
                <a:spcPts val="600"/>
              </a:spcBef>
              <a:buFont typeface="Arial" panose="020B0604020202020204" pitchFamily="34" charset="0"/>
              <a:buChar char="​"/>
              <a:defRPr lang="en-US" sz="1800" kern="1200" dirty="0">
                <a:solidFill>
                  <a:schemeClr val="tx1"/>
                </a:solidFill>
                <a:latin typeface="Arial" panose="020B0604020202020204" pitchFamily="34" charset="0"/>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20" name="page number">
            <a:extLst>
              <a:ext uri="{FF2B5EF4-FFF2-40B4-BE49-F238E27FC236}">
                <a16:creationId xmlns:a16="http://schemas.microsoft.com/office/drawing/2014/main" id="{1D45AB97-9B77-2244-B7BA-E18EA4CD43EA}"/>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latin typeface="Arial" panose="020B0604020202020204" pitchFamily="34" charset="0"/>
              </a:rPr>
              <a:pPr lvl="0" algn="r"/>
              <a:t>‹#›</a:t>
            </a:fld>
            <a:endParaRPr lang="en-US" dirty="0">
              <a:latin typeface="Arial" panose="020B0604020202020204" pitchFamily="34" charset="0"/>
            </a:endParaRPr>
          </a:p>
        </p:txBody>
      </p:sp>
    </p:spTree>
    <p:extLst>
      <p:ext uri="{BB962C8B-B14F-4D97-AF65-F5344CB8AC3E}">
        <p14:creationId xmlns:p14="http://schemas.microsoft.com/office/powerpoint/2010/main" val="41205598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Five Icon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BA8A47F-2243-412F-A1A8-FA8E3475F5E1}"/>
              </a:ext>
            </a:extLst>
          </p:cNvPr>
          <p:cNvSpPr>
            <a:spLocks noGrp="1"/>
          </p:cNvSpPr>
          <p:nvPr>
            <p:ph type="title" hasCustomPrompt="1"/>
          </p:nvPr>
        </p:nvSpPr>
        <p:spPr/>
        <p:txBody>
          <a:bodyPr/>
          <a:lstStyle>
            <a:lvl1pPr>
              <a:defRPr>
                <a:solidFill>
                  <a:schemeClr val="accent2"/>
                </a:solidFill>
              </a:defRPr>
            </a:lvl1pPr>
          </a:lstStyle>
          <a:p>
            <a:r>
              <a:rPr lang="en-US"/>
              <a:t>Five Icon Placeholders with Text Descriptions</a:t>
            </a:r>
          </a:p>
        </p:txBody>
      </p:sp>
      <p:sp>
        <p:nvSpPr>
          <p:cNvPr id="16" name="Subtitle 2">
            <a:extLst>
              <a:ext uri="{FF2B5EF4-FFF2-40B4-BE49-F238E27FC236}">
                <a16:creationId xmlns:a16="http://schemas.microsoft.com/office/drawing/2014/main" id="{EEA64E97-C31D-49B1-B8E1-20E5F404F516}"/>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22" name="Oval 21">
            <a:extLst>
              <a:ext uri="{FF2B5EF4-FFF2-40B4-BE49-F238E27FC236}">
                <a16:creationId xmlns:a16="http://schemas.microsoft.com/office/drawing/2014/main" id="{A1FDF9D3-5B68-4A75-97BF-2C5113CFAA66}"/>
              </a:ext>
              <a:ext uri="{C183D7F6-B498-43B3-948B-1728B52AA6E4}">
                <adec:decorative xmlns:adec="http://schemas.microsoft.com/office/drawing/2017/decorative" val="1"/>
              </a:ext>
            </a:extLst>
          </p:cNvPr>
          <p:cNvSpPr/>
          <p:nvPr/>
        </p:nvSpPr>
        <p:spPr bwMode="gray">
          <a:xfrm>
            <a:off x="609800" y="2064663"/>
            <a:ext cx="1828959" cy="1828959"/>
          </a:xfrm>
          <a:prstGeom prst="ellipse">
            <a:avLst/>
          </a:prstGeom>
          <a:noFill/>
          <a:ln w="381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accent4"/>
              </a:solidFill>
            </a:endParaRPr>
          </a:p>
        </p:txBody>
      </p:sp>
      <p:sp>
        <p:nvSpPr>
          <p:cNvPr id="15" name="Text Placeholder 3">
            <a:extLst>
              <a:ext uri="{FF2B5EF4-FFF2-40B4-BE49-F238E27FC236}">
                <a16:creationId xmlns:a16="http://schemas.microsoft.com/office/drawing/2014/main" id="{AE3C6552-FD35-F64A-AB25-15819DA5EE24}"/>
              </a:ext>
            </a:extLst>
          </p:cNvPr>
          <p:cNvSpPr>
            <a:spLocks noGrp="1"/>
          </p:cNvSpPr>
          <p:nvPr>
            <p:ph type="body" sz="quarter" idx="24" hasCustomPrompt="1"/>
          </p:nvPr>
        </p:nvSpPr>
        <p:spPr>
          <a:xfrm>
            <a:off x="820549" y="2428884"/>
            <a:ext cx="1396669" cy="1100516"/>
          </a:xfrm>
        </p:spPr>
        <p:txBody>
          <a:bodyPr anchor="ctr" anchorCtr="0"/>
          <a:lstStyle>
            <a:lvl1pPr algn="ctr">
              <a:lnSpc>
                <a:spcPct val="100000"/>
              </a:lnSpc>
              <a:spcBef>
                <a:spcPts val="600"/>
              </a:spcBef>
              <a:defRPr sz="1800">
                <a:solidFill>
                  <a:schemeClr val="accent4"/>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17" name="Text Placeholder 3">
            <a:extLst>
              <a:ext uri="{FF2B5EF4-FFF2-40B4-BE49-F238E27FC236}">
                <a16:creationId xmlns:a16="http://schemas.microsoft.com/office/drawing/2014/main" id="{2E201879-B985-4ADE-8AD6-6C3E14CE0AFE}"/>
              </a:ext>
            </a:extLst>
          </p:cNvPr>
          <p:cNvSpPr>
            <a:spLocks noGrp="1"/>
          </p:cNvSpPr>
          <p:nvPr>
            <p:ph type="body" sz="quarter" idx="19" hasCustomPrompt="1"/>
          </p:nvPr>
        </p:nvSpPr>
        <p:spPr>
          <a:xfrm>
            <a:off x="610850" y="4282873"/>
            <a:ext cx="1828800" cy="1458912"/>
          </a:xfrm>
        </p:spPr>
        <p:txBody>
          <a:bodyPr/>
          <a:lstStyle>
            <a:lvl1pPr algn="ctr">
              <a:lnSpc>
                <a:spcPct val="100000"/>
              </a:lnSpc>
              <a:spcBef>
                <a:spcPts val="600"/>
              </a:spcBef>
              <a:defRPr sz="2000">
                <a:solidFill>
                  <a:schemeClr val="accent4"/>
                </a:solidFill>
              </a:defRPr>
            </a:lvl1pPr>
            <a:lvl2pPr marL="0" indent="0" algn="ctr">
              <a:lnSpc>
                <a:spcPct val="100000"/>
              </a:lnSpc>
              <a:spcBef>
                <a:spcPts val="600"/>
              </a:spcBef>
              <a:buFont typeface="Arial" panose="020B0604020202020204" pitchFamily="34" charset="0"/>
              <a:buChar char="​"/>
              <a:defRPr sz="1600">
                <a:solidFill>
                  <a:schemeClr val="tx1"/>
                </a:solidFill>
              </a:defRPr>
            </a:lvl2pPr>
          </a:lstStyle>
          <a:p>
            <a:pPr lvl="0"/>
            <a:r>
              <a:rPr lang="en-US" dirty="0"/>
              <a:t>Click to add text</a:t>
            </a:r>
          </a:p>
          <a:p>
            <a:pPr lvl="1"/>
            <a:r>
              <a:rPr lang="en-US" dirty="0"/>
              <a:t>Second level</a:t>
            </a:r>
          </a:p>
        </p:txBody>
      </p:sp>
      <p:sp>
        <p:nvSpPr>
          <p:cNvPr id="24" name="Oval 23">
            <a:extLst>
              <a:ext uri="{FF2B5EF4-FFF2-40B4-BE49-F238E27FC236}">
                <a16:creationId xmlns:a16="http://schemas.microsoft.com/office/drawing/2014/main" id="{C551C90A-573F-4E4A-9359-5C7B0F546BF9}"/>
              </a:ext>
              <a:ext uri="{C183D7F6-B498-43B3-948B-1728B52AA6E4}">
                <adec:decorative xmlns:adec="http://schemas.microsoft.com/office/drawing/2017/decorative" val="1"/>
              </a:ext>
            </a:extLst>
          </p:cNvPr>
          <p:cNvSpPr/>
          <p:nvPr/>
        </p:nvSpPr>
        <p:spPr bwMode="gray">
          <a:xfrm>
            <a:off x="2892452" y="2064663"/>
            <a:ext cx="1828959" cy="1828959"/>
          </a:xfrm>
          <a:prstGeom prst="ellipse">
            <a:avLst/>
          </a:prstGeom>
          <a:noFill/>
          <a:ln w="38100">
            <a:solidFill>
              <a:schemeClr val="accent3"/>
            </a:solidFill>
          </a:ln>
          <a:effectLst/>
        </p:spPr>
        <p:txBody>
          <a:bodyPr vert="horz" wrap="square" lIns="0" tIns="0" rIns="0" bIns="0" numCol="1" anchor="ctr" anchorCtr="0" compatLnSpc="1">
            <a:prstTxWarp prst="textNoShape">
              <a:avLst/>
            </a:prstTxWarp>
          </a:bodyPr>
          <a:lstStyle/>
          <a:p>
            <a:pPr lvl="0" algn="ctr"/>
            <a:endParaRPr lang="en-US" dirty="0">
              <a:solidFill>
                <a:schemeClr val="bg1"/>
              </a:solidFill>
            </a:endParaRPr>
          </a:p>
        </p:txBody>
      </p:sp>
      <p:sp>
        <p:nvSpPr>
          <p:cNvPr id="19" name="Text Placeholder 3">
            <a:extLst>
              <a:ext uri="{FF2B5EF4-FFF2-40B4-BE49-F238E27FC236}">
                <a16:creationId xmlns:a16="http://schemas.microsoft.com/office/drawing/2014/main" id="{C54AA791-D396-204E-9DF4-50E16614DD73}"/>
              </a:ext>
            </a:extLst>
          </p:cNvPr>
          <p:cNvSpPr>
            <a:spLocks noGrp="1"/>
          </p:cNvSpPr>
          <p:nvPr>
            <p:ph type="body" sz="quarter" idx="26" hasCustomPrompt="1"/>
          </p:nvPr>
        </p:nvSpPr>
        <p:spPr>
          <a:xfrm>
            <a:off x="3110473" y="2428884"/>
            <a:ext cx="1396669" cy="1100516"/>
          </a:xfrm>
        </p:spPr>
        <p:txBody>
          <a:bodyPr anchor="ctr" anchorCtr="0"/>
          <a:lstStyle>
            <a:lvl1pPr algn="ctr">
              <a:lnSpc>
                <a:spcPct val="100000"/>
              </a:lnSpc>
              <a:spcBef>
                <a:spcPts val="600"/>
              </a:spcBef>
              <a:defRPr sz="1800">
                <a:solidFill>
                  <a:schemeClr val="accent3"/>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29" name="Text Placeholder 3">
            <a:extLst>
              <a:ext uri="{FF2B5EF4-FFF2-40B4-BE49-F238E27FC236}">
                <a16:creationId xmlns:a16="http://schemas.microsoft.com/office/drawing/2014/main" id="{62D3946B-F2F1-42AF-8E89-00761A7745D4}"/>
              </a:ext>
            </a:extLst>
          </p:cNvPr>
          <p:cNvSpPr>
            <a:spLocks noGrp="1"/>
          </p:cNvSpPr>
          <p:nvPr>
            <p:ph type="body" sz="quarter" idx="21" hasCustomPrompt="1"/>
          </p:nvPr>
        </p:nvSpPr>
        <p:spPr>
          <a:xfrm>
            <a:off x="2894013" y="4282873"/>
            <a:ext cx="1828800" cy="1458912"/>
          </a:xfrm>
        </p:spPr>
        <p:txBody>
          <a:bodyPr/>
          <a:lstStyle>
            <a:lvl1pPr algn="ctr">
              <a:lnSpc>
                <a:spcPct val="100000"/>
              </a:lnSpc>
              <a:spcBef>
                <a:spcPts val="600"/>
              </a:spcBef>
              <a:defRPr sz="2000">
                <a:solidFill>
                  <a:schemeClr val="accent3"/>
                </a:solidFill>
              </a:defRPr>
            </a:lvl1pPr>
            <a:lvl2pPr marL="285750" indent="-285750" algn="ctr">
              <a:lnSpc>
                <a:spcPct val="100000"/>
              </a:lnSpc>
              <a:spcBef>
                <a:spcPts val="600"/>
              </a:spcBef>
              <a:buFont typeface="Arial" panose="020B0604020202020204" pitchFamily="34" charset="0"/>
              <a:buChar char="​"/>
              <a:defRPr lang="en-US" sz="16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25" name="Oval 24">
            <a:extLst>
              <a:ext uri="{FF2B5EF4-FFF2-40B4-BE49-F238E27FC236}">
                <a16:creationId xmlns:a16="http://schemas.microsoft.com/office/drawing/2014/main" id="{AF79E162-3D8F-4829-A4AD-02A03597B11A}"/>
              </a:ext>
              <a:ext uri="{C183D7F6-B498-43B3-948B-1728B52AA6E4}">
                <adec:decorative xmlns:adec="http://schemas.microsoft.com/office/drawing/2017/decorative" val="1"/>
              </a:ext>
            </a:extLst>
          </p:cNvPr>
          <p:cNvSpPr/>
          <p:nvPr/>
        </p:nvSpPr>
        <p:spPr bwMode="gray">
          <a:xfrm>
            <a:off x="5201380" y="2064663"/>
            <a:ext cx="1828959" cy="1828959"/>
          </a:xfrm>
          <a:prstGeom prst="ellipse">
            <a:avLst/>
          </a:prstGeom>
          <a:noFill/>
          <a:ln w="38100">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dirty="0"/>
          </a:p>
        </p:txBody>
      </p:sp>
      <p:sp>
        <p:nvSpPr>
          <p:cNvPr id="18" name="Text Placeholder 3">
            <a:extLst>
              <a:ext uri="{FF2B5EF4-FFF2-40B4-BE49-F238E27FC236}">
                <a16:creationId xmlns:a16="http://schemas.microsoft.com/office/drawing/2014/main" id="{F6390E06-1436-004E-875E-AAE40E05D76F}"/>
              </a:ext>
            </a:extLst>
          </p:cNvPr>
          <p:cNvSpPr>
            <a:spLocks noGrp="1"/>
          </p:cNvSpPr>
          <p:nvPr>
            <p:ph type="body" sz="quarter" idx="25" hasCustomPrompt="1"/>
          </p:nvPr>
        </p:nvSpPr>
        <p:spPr>
          <a:xfrm>
            <a:off x="5412658" y="2428884"/>
            <a:ext cx="1396669" cy="1100516"/>
          </a:xfrm>
        </p:spPr>
        <p:txBody>
          <a:bodyPr anchor="ctr" anchorCtr="0"/>
          <a:lstStyle>
            <a:lvl1pPr algn="ctr">
              <a:lnSpc>
                <a:spcPct val="100000"/>
              </a:lnSpc>
              <a:spcBef>
                <a:spcPts val="600"/>
              </a:spcBef>
              <a:defRPr sz="1800">
                <a:solidFill>
                  <a:schemeClr val="accent2"/>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28" name="Text Placeholder 3">
            <a:extLst>
              <a:ext uri="{FF2B5EF4-FFF2-40B4-BE49-F238E27FC236}">
                <a16:creationId xmlns:a16="http://schemas.microsoft.com/office/drawing/2014/main" id="{9495BAAB-E860-4075-9DA3-ABA7C32D235E}"/>
              </a:ext>
            </a:extLst>
          </p:cNvPr>
          <p:cNvSpPr>
            <a:spLocks noGrp="1"/>
          </p:cNvSpPr>
          <p:nvPr>
            <p:ph type="body" sz="quarter" idx="20" hasCustomPrompt="1"/>
          </p:nvPr>
        </p:nvSpPr>
        <p:spPr>
          <a:xfrm>
            <a:off x="5185093" y="4282873"/>
            <a:ext cx="1828800" cy="1458912"/>
          </a:xfrm>
        </p:spPr>
        <p:txBody>
          <a:bodyPr/>
          <a:lstStyle>
            <a:lvl1pPr algn="ctr">
              <a:lnSpc>
                <a:spcPct val="100000"/>
              </a:lnSpc>
              <a:spcBef>
                <a:spcPts val="600"/>
              </a:spcBef>
              <a:defRPr sz="2000">
                <a:solidFill>
                  <a:schemeClr val="accent2"/>
                </a:solidFill>
              </a:defRPr>
            </a:lvl1pPr>
            <a:lvl2pPr marL="285750" indent="-285750" algn="ctr">
              <a:lnSpc>
                <a:spcPct val="100000"/>
              </a:lnSpc>
              <a:spcBef>
                <a:spcPts val="600"/>
              </a:spcBef>
              <a:buFont typeface="Arial" panose="020B0604020202020204" pitchFamily="34" charset="0"/>
              <a:buChar char="​"/>
              <a:defRPr lang="en-US" sz="16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93" name="Oval 92">
            <a:extLst>
              <a:ext uri="{FF2B5EF4-FFF2-40B4-BE49-F238E27FC236}">
                <a16:creationId xmlns:a16="http://schemas.microsoft.com/office/drawing/2014/main" id="{026B9B36-08E7-4664-970C-13123F24C793}"/>
              </a:ext>
              <a:ext uri="{C183D7F6-B498-43B3-948B-1728B52AA6E4}">
                <adec:decorative xmlns:adec="http://schemas.microsoft.com/office/drawing/2017/decorative" val="1"/>
              </a:ext>
            </a:extLst>
          </p:cNvPr>
          <p:cNvSpPr/>
          <p:nvPr/>
        </p:nvSpPr>
        <p:spPr bwMode="gray">
          <a:xfrm>
            <a:off x="7464921" y="2064663"/>
            <a:ext cx="1828959" cy="1828959"/>
          </a:xfrm>
          <a:prstGeom prst="ellipse">
            <a:avLst/>
          </a:prstGeom>
          <a:noFill/>
          <a:ln w="381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dirty="0">
              <a:solidFill>
                <a:schemeClr val="lt1"/>
              </a:solidFill>
            </a:endParaRPr>
          </a:p>
        </p:txBody>
      </p:sp>
      <p:sp>
        <p:nvSpPr>
          <p:cNvPr id="20" name="Text Placeholder 3">
            <a:extLst>
              <a:ext uri="{FF2B5EF4-FFF2-40B4-BE49-F238E27FC236}">
                <a16:creationId xmlns:a16="http://schemas.microsoft.com/office/drawing/2014/main" id="{D673B6CF-B10C-8742-A91F-672EAD5163E0}"/>
              </a:ext>
            </a:extLst>
          </p:cNvPr>
          <p:cNvSpPr>
            <a:spLocks noGrp="1"/>
          </p:cNvSpPr>
          <p:nvPr>
            <p:ph type="body" sz="quarter" idx="27" hasCustomPrompt="1"/>
          </p:nvPr>
        </p:nvSpPr>
        <p:spPr>
          <a:xfrm>
            <a:off x="7677080" y="2428884"/>
            <a:ext cx="1396669" cy="1100516"/>
          </a:xfrm>
        </p:spPr>
        <p:txBody>
          <a:bodyPr anchor="ctr" anchorCtr="0"/>
          <a:lstStyle>
            <a:lvl1pPr algn="ctr">
              <a:lnSpc>
                <a:spcPct val="100000"/>
              </a:lnSpc>
              <a:spcBef>
                <a:spcPts val="600"/>
              </a:spcBef>
              <a:defRPr sz="1800">
                <a:solidFill>
                  <a:schemeClr val="accent5"/>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30" name="Text Placeholder 3">
            <a:extLst>
              <a:ext uri="{FF2B5EF4-FFF2-40B4-BE49-F238E27FC236}">
                <a16:creationId xmlns:a16="http://schemas.microsoft.com/office/drawing/2014/main" id="{22F84664-2E68-46AE-AE2C-E8D2B6C9A1DD}"/>
              </a:ext>
            </a:extLst>
          </p:cNvPr>
          <p:cNvSpPr>
            <a:spLocks noGrp="1"/>
          </p:cNvSpPr>
          <p:nvPr>
            <p:ph type="body" sz="quarter" idx="22" hasCustomPrompt="1"/>
          </p:nvPr>
        </p:nvSpPr>
        <p:spPr>
          <a:xfrm>
            <a:off x="7470001" y="4282873"/>
            <a:ext cx="1894336" cy="1458912"/>
          </a:xfrm>
        </p:spPr>
        <p:txBody>
          <a:bodyPr/>
          <a:lstStyle>
            <a:lvl1pPr algn="ctr">
              <a:lnSpc>
                <a:spcPct val="100000"/>
              </a:lnSpc>
              <a:spcBef>
                <a:spcPts val="600"/>
              </a:spcBef>
              <a:defRPr sz="2000">
                <a:solidFill>
                  <a:schemeClr val="accent5"/>
                </a:solidFill>
              </a:defRPr>
            </a:lvl1pPr>
            <a:lvl2pPr marL="285750" indent="-285750" algn="ctr">
              <a:lnSpc>
                <a:spcPct val="100000"/>
              </a:lnSpc>
              <a:spcBef>
                <a:spcPts val="600"/>
              </a:spcBef>
              <a:buFont typeface="Arial" panose="020B0604020202020204" pitchFamily="34" charset="0"/>
              <a:buChar char="​"/>
              <a:defRPr lang="en-US" sz="16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23" name="Oval 22">
            <a:extLst>
              <a:ext uri="{FF2B5EF4-FFF2-40B4-BE49-F238E27FC236}">
                <a16:creationId xmlns:a16="http://schemas.microsoft.com/office/drawing/2014/main" id="{7EAB1992-E472-4489-8A4E-A8FE45DE10CF}"/>
              </a:ext>
              <a:ext uri="{C183D7F6-B498-43B3-948B-1728B52AA6E4}">
                <adec:decorative xmlns:adec="http://schemas.microsoft.com/office/drawing/2017/decorative" val="1"/>
              </a:ext>
            </a:extLst>
          </p:cNvPr>
          <p:cNvSpPr/>
          <p:nvPr/>
        </p:nvSpPr>
        <p:spPr bwMode="gray">
          <a:xfrm>
            <a:off x="9744473" y="2064663"/>
            <a:ext cx="1828959" cy="1828959"/>
          </a:xfrm>
          <a:prstGeom prst="ellipse">
            <a:avLst/>
          </a:prstGeom>
          <a:noFill/>
          <a:ln w="38100">
            <a:solidFill>
              <a:srgbClr val="53565A"/>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accent6"/>
              </a:solidFill>
            </a:endParaRPr>
          </a:p>
        </p:txBody>
      </p:sp>
      <p:sp>
        <p:nvSpPr>
          <p:cNvPr id="21" name="Text Placeholder 3">
            <a:extLst>
              <a:ext uri="{FF2B5EF4-FFF2-40B4-BE49-F238E27FC236}">
                <a16:creationId xmlns:a16="http://schemas.microsoft.com/office/drawing/2014/main" id="{FF3DA55F-C9CF-8945-A9DE-F606579BFE23}"/>
              </a:ext>
            </a:extLst>
          </p:cNvPr>
          <p:cNvSpPr>
            <a:spLocks noGrp="1"/>
          </p:cNvSpPr>
          <p:nvPr>
            <p:ph type="body" sz="quarter" idx="28" hasCustomPrompt="1"/>
          </p:nvPr>
        </p:nvSpPr>
        <p:spPr>
          <a:xfrm>
            <a:off x="9980612" y="2428884"/>
            <a:ext cx="1396669" cy="1100516"/>
          </a:xfrm>
        </p:spPr>
        <p:txBody>
          <a:bodyPr anchor="ctr" anchorCtr="0"/>
          <a:lstStyle>
            <a:lvl1pPr algn="ctr">
              <a:lnSpc>
                <a:spcPct val="100000"/>
              </a:lnSpc>
              <a:spcBef>
                <a:spcPts val="600"/>
              </a:spcBef>
              <a:defRPr sz="1800">
                <a:solidFill>
                  <a:schemeClr val="bg2">
                    <a:lumMod val="25000"/>
                  </a:schemeClr>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32" name="Text Placeholder 3">
            <a:extLst>
              <a:ext uri="{FF2B5EF4-FFF2-40B4-BE49-F238E27FC236}">
                <a16:creationId xmlns:a16="http://schemas.microsoft.com/office/drawing/2014/main" id="{CDC9B65E-8BAA-4676-9F32-44EC3772D342}"/>
              </a:ext>
            </a:extLst>
          </p:cNvPr>
          <p:cNvSpPr>
            <a:spLocks noGrp="1"/>
          </p:cNvSpPr>
          <p:nvPr>
            <p:ph type="body" sz="quarter" idx="23" hasCustomPrompt="1"/>
          </p:nvPr>
        </p:nvSpPr>
        <p:spPr>
          <a:xfrm>
            <a:off x="9752013" y="4282873"/>
            <a:ext cx="1828800" cy="1458912"/>
          </a:xfrm>
        </p:spPr>
        <p:txBody>
          <a:bodyPr/>
          <a:lstStyle>
            <a:lvl1pPr algn="ctr">
              <a:lnSpc>
                <a:spcPct val="100000"/>
              </a:lnSpc>
              <a:spcBef>
                <a:spcPts val="600"/>
              </a:spcBef>
              <a:defRPr sz="2000">
                <a:solidFill>
                  <a:schemeClr val="bg2">
                    <a:lumMod val="25000"/>
                  </a:schemeClr>
                </a:solidFill>
              </a:defRPr>
            </a:lvl1pPr>
            <a:lvl2pPr marL="285750" indent="-285750" algn="ctr">
              <a:lnSpc>
                <a:spcPct val="100000"/>
              </a:lnSpc>
              <a:spcBef>
                <a:spcPts val="600"/>
              </a:spcBef>
              <a:buFont typeface="Arial" panose="020B0604020202020204" pitchFamily="34" charset="0"/>
              <a:buChar char="​"/>
              <a:defRPr lang="en-US" sz="16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27" name="page number">
            <a:extLst>
              <a:ext uri="{FF2B5EF4-FFF2-40B4-BE49-F238E27FC236}">
                <a16:creationId xmlns:a16="http://schemas.microsoft.com/office/drawing/2014/main" id="{6D94DD40-25D8-6A48-98B5-B2B0FB64FDAB}"/>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26" name="Oval 25">
            <a:extLst>
              <a:ext uri="{FF2B5EF4-FFF2-40B4-BE49-F238E27FC236}">
                <a16:creationId xmlns:a16="http://schemas.microsoft.com/office/drawing/2014/main" id="{A1FDF9D3-5B68-4A75-97BF-2C5113CFAA66}"/>
              </a:ext>
              <a:ext uri="{C183D7F6-B498-43B3-948B-1728B52AA6E4}">
                <adec:decorative xmlns:adec="http://schemas.microsoft.com/office/drawing/2017/decorative" val="1"/>
              </a:ext>
            </a:extLst>
          </p:cNvPr>
          <p:cNvSpPr/>
          <p:nvPr userDrawn="1"/>
        </p:nvSpPr>
        <p:spPr bwMode="gray">
          <a:xfrm>
            <a:off x="609800" y="2064663"/>
            <a:ext cx="1828959" cy="1828959"/>
          </a:xfrm>
          <a:prstGeom prst="ellipse">
            <a:avLst/>
          </a:prstGeom>
          <a:noFill/>
          <a:ln w="381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accent4"/>
              </a:solidFill>
            </a:endParaRPr>
          </a:p>
        </p:txBody>
      </p:sp>
      <p:sp>
        <p:nvSpPr>
          <p:cNvPr id="31" name="Oval 30">
            <a:extLst>
              <a:ext uri="{FF2B5EF4-FFF2-40B4-BE49-F238E27FC236}">
                <a16:creationId xmlns:a16="http://schemas.microsoft.com/office/drawing/2014/main" id="{C551C90A-573F-4E4A-9359-5C7B0F546BF9}"/>
              </a:ext>
              <a:ext uri="{C183D7F6-B498-43B3-948B-1728B52AA6E4}">
                <adec:decorative xmlns:adec="http://schemas.microsoft.com/office/drawing/2017/decorative" val="1"/>
              </a:ext>
            </a:extLst>
          </p:cNvPr>
          <p:cNvSpPr/>
          <p:nvPr userDrawn="1"/>
        </p:nvSpPr>
        <p:spPr bwMode="gray">
          <a:xfrm>
            <a:off x="2892452" y="2064663"/>
            <a:ext cx="1828959" cy="1828959"/>
          </a:xfrm>
          <a:prstGeom prst="ellipse">
            <a:avLst/>
          </a:prstGeom>
          <a:noFill/>
          <a:ln w="38100">
            <a:solidFill>
              <a:schemeClr val="accent3"/>
            </a:solidFill>
          </a:ln>
          <a:effectLst/>
        </p:spPr>
        <p:txBody>
          <a:bodyPr vert="horz" wrap="square" lIns="91440" tIns="45720" rIns="91440" bIns="45720" numCol="1" anchor="ctr" anchorCtr="0" compatLnSpc="1">
            <a:prstTxWarp prst="textNoShape">
              <a:avLst/>
            </a:prstTxWarp>
          </a:bodyPr>
          <a:lstStyle/>
          <a:p>
            <a:pPr lvl="0" algn="ctr"/>
            <a:endParaRPr lang="en-US" dirty="0">
              <a:solidFill>
                <a:schemeClr val="bg1"/>
              </a:solidFill>
            </a:endParaRPr>
          </a:p>
        </p:txBody>
      </p:sp>
      <p:sp>
        <p:nvSpPr>
          <p:cNvPr id="33" name="Oval 32">
            <a:extLst>
              <a:ext uri="{FF2B5EF4-FFF2-40B4-BE49-F238E27FC236}">
                <a16:creationId xmlns:a16="http://schemas.microsoft.com/office/drawing/2014/main" id="{AF79E162-3D8F-4829-A4AD-02A03597B11A}"/>
              </a:ext>
              <a:ext uri="{C183D7F6-B498-43B3-948B-1728B52AA6E4}">
                <adec:decorative xmlns:adec="http://schemas.microsoft.com/office/drawing/2017/decorative" val="1"/>
              </a:ext>
            </a:extLst>
          </p:cNvPr>
          <p:cNvSpPr/>
          <p:nvPr userDrawn="1"/>
        </p:nvSpPr>
        <p:spPr bwMode="gray">
          <a:xfrm>
            <a:off x="5201380" y="2064663"/>
            <a:ext cx="1828959" cy="1828959"/>
          </a:xfrm>
          <a:prstGeom prst="ellipse">
            <a:avLst/>
          </a:prstGeom>
          <a:noFill/>
          <a:ln w="38100">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dirty="0"/>
          </a:p>
        </p:txBody>
      </p:sp>
      <p:sp>
        <p:nvSpPr>
          <p:cNvPr id="34" name="Oval 33">
            <a:extLst>
              <a:ext uri="{FF2B5EF4-FFF2-40B4-BE49-F238E27FC236}">
                <a16:creationId xmlns:a16="http://schemas.microsoft.com/office/drawing/2014/main" id="{026B9B36-08E7-4664-970C-13123F24C793}"/>
              </a:ext>
              <a:ext uri="{C183D7F6-B498-43B3-948B-1728B52AA6E4}">
                <adec:decorative xmlns:adec="http://schemas.microsoft.com/office/drawing/2017/decorative" val="1"/>
              </a:ext>
            </a:extLst>
          </p:cNvPr>
          <p:cNvSpPr/>
          <p:nvPr userDrawn="1"/>
        </p:nvSpPr>
        <p:spPr bwMode="gray">
          <a:xfrm>
            <a:off x="7464921" y="2064663"/>
            <a:ext cx="1828959" cy="1828959"/>
          </a:xfrm>
          <a:prstGeom prst="ellipse">
            <a:avLst/>
          </a:prstGeom>
          <a:noFill/>
          <a:ln w="381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dirty="0">
              <a:solidFill>
                <a:schemeClr val="lt1"/>
              </a:solidFill>
            </a:endParaRPr>
          </a:p>
        </p:txBody>
      </p:sp>
      <p:sp>
        <p:nvSpPr>
          <p:cNvPr id="35" name="Oval 34">
            <a:extLst>
              <a:ext uri="{FF2B5EF4-FFF2-40B4-BE49-F238E27FC236}">
                <a16:creationId xmlns:a16="http://schemas.microsoft.com/office/drawing/2014/main" id="{7EAB1992-E472-4489-8A4E-A8FE45DE10CF}"/>
              </a:ext>
              <a:ext uri="{C183D7F6-B498-43B3-948B-1728B52AA6E4}">
                <adec:decorative xmlns:adec="http://schemas.microsoft.com/office/drawing/2017/decorative" val="1"/>
              </a:ext>
            </a:extLst>
          </p:cNvPr>
          <p:cNvSpPr/>
          <p:nvPr userDrawn="1"/>
        </p:nvSpPr>
        <p:spPr bwMode="gray">
          <a:xfrm>
            <a:off x="9744473" y="2064663"/>
            <a:ext cx="1828959" cy="1828959"/>
          </a:xfrm>
          <a:prstGeom prst="ellipse">
            <a:avLst/>
          </a:prstGeom>
          <a:noFill/>
          <a:ln w="38100">
            <a:solidFill>
              <a:srgbClr val="53565A"/>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accent6"/>
              </a:solidFill>
            </a:endParaRPr>
          </a:p>
        </p:txBody>
      </p:sp>
      <p:sp>
        <p:nvSpPr>
          <p:cNvPr id="36" name="page number">
            <a:extLst>
              <a:ext uri="{FF2B5EF4-FFF2-40B4-BE49-F238E27FC236}">
                <a16:creationId xmlns:a16="http://schemas.microsoft.com/office/drawing/2014/main" id="{6D94DD40-25D8-6A48-98B5-B2B0FB64FDAB}"/>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7835939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Five Icon - Fancy">
    <p:spTree>
      <p:nvGrpSpPr>
        <p:cNvPr id="1" name=""/>
        <p:cNvGrpSpPr/>
        <p:nvPr/>
      </p:nvGrpSpPr>
      <p:grpSpPr>
        <a:xfrm>
          <a:off x="0" y="0"/>
          <a:ext cx="0" cy="0"/>
          <a:chOff x="0" y="0"/>
          <a:chExt cx="0" cy="0"/>
        </a:xfrm>
      </p:grpSpPr>
      <p:sp>
        <p:nvSpPr>
          <p:cNvPr id="7" name="Oval 6">
            <a:extLst>
              <a:ext uri="{FF2B5EF4-FFF2-40B4-BE49-F238E27FC236}">
                <a16:creationId xmlns:a16="http://schemas.microsoft.com/office/drawing/2014/main" id="{BAFC2F25-50FC-743D-8875-82EAA4EE6453}"/>
              </a:ext>
            </a:extLst>
          </p:cNvPr>
          <p:cNvSpPr>
            <a:spLocks/>
          </p:cNvSpPr>
          <p:nvPr userDrawn="1"/>
        </p:nvSpPr>
        <p:spPr>
          <a:xfrm>
            <a:off x="9588109" y="1908299"/>
            <a:ext cx="2141686" cy="2141686"/>
          </a:xfrm>
          <a:prstGeom prst="ellipse">
            <a:avLst/>
          </a:prstGeom>
          <a:solidFill>
            <a:schemeClr val="tx1">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2" name="Oval 1">
            <a:extLst>
              <a:ext uri="{FF2B5EF4-FFF2-40B4-BE49-F238E27FC236}">
                <a16:creationId xmlns:a16="http://schemas.microsoft.com/office/drawing/2014/main" id="{829618C8-6897-46A8-C683-D147469A957A}"/>
              </a:ext>
            </a:extLst>
          </p:cNvPr>
          <p:cNvSpPr>
            <a:spLocks/>
          </p:cNvSpPr>
          <p:nvPr userDrawn="1"/>
        </p:nvSpPr>
        <p:spPr>
          <a:xfrm>
            <a:off x="7311052" y="1908299"/>
            <a:ext cx="2141686" cy="2141686"/>
          </a:xfrm>
          <a:prstGeom prst="ellipse">
            <a:avLst/>
          </a:prstGeom>
          <a:solidFill>
            <a:schemeClr val="accent5">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4" name="Oval 3">
            <a:extLst>
              <a:ext uri="{FF2B5EF4-FFF2-40B4-BE49-F238E27FC236}">
                <a16:creationId xmlns:a16="http://schemas.microsoft.com/office/drawing/2014/main" id="{CA840E68-C57E-DCBB-945A-6A62A45F1D8F}"/>
              </a:ext>
            </a:extLst>
          </p:cNvPr>
          <p:cNvSpPr>
            <a:spLocks/>
          </p:cNvSpPr>
          <p:nvPr userDrawn="1"/>
        </p:nvSpPr>
        <p:spPr>
          <a:xfrm>
            <a:off x="5040149" y="1908299"/>
            <a:ext cx="2141686" cy="2141686"/>
          </a:xfrm>
          <a:prstGeom prst="ellipse">
            <a:avLst/>
          </a:prstGeom>
          <a:solidFill>
            <a:schemeClr val="accent2">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5" name="Oval 4">
            <a:extLst>
              <a:ext uri="{FF2B5EF4-FFF2-40B4-BE49-F238E27FC236}">
                <a16:creationId xmlns:a16="http://schemas.microsoft.com/office/drawing/2014/main" id="{31E2F662-6415-4B32-A3E4-6440423BAEF3}"/>
              </a:ext>
            </a:extLst>
          </p:cNvPr>
          <p:cNvSpPr>
            <a:spLocks/>
          </p:cNvSpPr>
          <p:nvPr userDrawn="1"/>
        </p:nvSpPr>
        <p:spPr>
          <a:xfrm>
            <a:off x="2736088" y="1908299"/>
            <a:ext cx="2141686" cy="2141686"/>
          </a:xfrm>
          <a:prstGeom prst="ellipse">
            <a:avLst/>
          </a:prstGeom>
          <a:solidFill>
            <a:schemeClr val="accent3">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6" name="Oval 5">
            <a:extLst>
              <a:ext uri="{FF2B5EF4-FFF2-40B4-BE49-F238E27FC236}">
                <a16:creationId xmlns:a16="http://schemas.microsoft.com/office/drawing/2014/main" id="{C4D5E98A-14B2-2162-5BA1-BD39CFF7A3DB}"/>
              </a:ext>
            </a:extLst>
          </p:cNvPr>
          <p:cNvSpPr>
            <a:spLocks/>
          </p:cNvSpPr>
          <p:nvPr userDrawn="1"/>
        </p:nvSpPr>
        <p:spPr>
          <a:xfrm>
            <a:off x="454407" y="1908299"/>
            <a:ext cx="2141686" cy="2141686"/>
          </a:xfrm>
          <a:prstGeom prst="ellipse">
            <a:avLst/>
          </a:prstGeom>
          <a:solidFill>
            <a:schemeClr val="accent4">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3" name="Title 2">
            <a:extLst>
              <a:ext uri="{FF2B5EF4-FFF2-40B4-BE49-F238E27FC236}">
                <a16:creationId xmlns:a16="http://schemas.microsoft.com/office/drawing/2014/main" id="{CBA8A47F-2243-412F-A1A8-FA8E3475F5E1}"/>
              </a:ext>
            </a:extLst>
          </p:cNvPr>
          <p:cNvSpPr>
            <a:spLocks noGrp="1"/>
          </p:cNvSpPr>
          <p:nvPr>
            <p:ph type="title" hasCustomPrompt="1"/>
          </p:nvPr>
        </p:nvSpPr>
        <p:spPr/>
        <p:txBody>
          <a:bodyPr/>
          <a:lstStyle>
            <a:lvl1pPr>
              <a:defRPr>
                <a:solidFill>
                  <a:schemeClr val="accent2"/>
                </a:solidFill>
              </a:defRPr>
            </a:lvl1pPr>
          </a:lstStyle>
          <a:p>
            <a:r>
              <a:rPr lang="en-US"/>
              <a:t>Five Icon Placeholders with Text Descriptions</a:t>
            </a:r>
          </a:p>
        </p:txBody>
      </p:sp>
      <p:sp>
        <p:nvSpPr>
          <p:cNvPr id="16" name="Subtitle 2">
            <a:extLst>
              <a:ext uri="{FF2B5EF4-FFF2-40B4-BE49-F238E27FC236}">
                <a16:creationId xmlns:a16="http://schemas.microsoft.com/office/drawing/2014/main" id="{EEA64E97-C31D-49B1-B8E1-20E5F404F516}"/>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22" name="Oval 21">
            <a:extLst>
              <a:ext uri="{FF2B5EF4-FFF2-40B4-BE49-F238E27FC236}">
                <a16:creationId xmlns:a16="http://schemas.microsoft.com/office/drawing/2014/main" id="{A1FDF9D3-5B68-4A75-97BF-2C5113CFAA66}"/>
              </a:ext>
              <a:ext uri="{C183D7F6-B498-43B3-948B-1728B52AA6E4}">
                <adec:decorative xmlns:adec="http://schemas.microsoft.com/office/drawing/2017/decorative" val="1"/>
              </a:ext>
            </a:extLst>
          </p:cNvPr>
          <p:cNvSpPr/>
          <p:nvPr userDrawn="1"/>
        </p:nvSpPr>
        <p:spPr bwMode="gray">
          <a:xfrm>
            <a:off x="609800" y="2064663"/>
            <a:ext cx="1828959" cy="1828959"/>
          </a:xfrm>
          <a:prstGeom prst="ellipse">
            <a:avLst/>
          </a:prstGeom>
          <a:solidFill>
            <a:schemeClr val="bg1"/>
          </a:solidFill>
          <a:ln w="381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accent4"/>
              </a:solidFill>
            </a:endParaRPr>
          </a:p>
        </p:txBody>
      </p:sp>
      <p:sp>
        <p:nvSpPr>
          <p:cNvPr id="15" name="Text Placeholder 3">
            <a:extLst>
              <a:ext uri="{FF2B5EF4-FFF2-40B4-BE49-F238E27FC236}">
                <a16:creationId xmlns:a16="http://schemas.microsoft.com/office/drawing/2014/main" id="{AE3C6552-FD35-F64A-AB25-15819DA5EE24}"/>
              </a:ext>
            </a:extLst>
          </p:cNvPr>
          <p:cNvSpPr>
            <a:spLocks noGrp="1"/>
          </p:cNvSpPr>
          <p:nvPr>
            <p:ph type="body" sz="quarter" idx="24" hasCustomPrompt="1"/>
          </p:nvPr>
        </p:nvSpPr>
        <p:spPr>
          <a:xfrm>
            <a:off x="820549" y="2428884"/>
            <a:ext cx="1396669" cy="1100516"/>
          </a:xfrm>
        </p:spPr>
        <p:txBody>
          <a:bodyPr anchor="ctr" anchorCtr="0"/>
          <a:lstStyle>
            <a:lvl1pPr algn="ctr">
              <a:lnSpc>
                <a:spcPct val="100000"/>
              </a:lnSpc>
              <a:spcBef>
                <a:spcPts val="600"/>
              </a:spcBef>
              <a:defRPr sz="1800">
                <a:solidFill>
                  <a:schemeClr val="accent4"/>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17" name="Text Placeholder 3">
            <a:extLst>
              <a:ext uri="{FF2B5EF4-FFF2-40B4-BE49-F238E27FC236}">
                <a16:creationId xmlns:a16="http://schemas.microsoft.com/office/drawing/2014/main" id="{2E201879-B985-4ADE-8AD6-6C3E14CE0AFE}"/>
              </a:ext>
            </a:extLst>
          </p:cNvPr>
          <p:cNvSpPr>
            <a:spLocks noGrp="1"/>
          </p:cNvSpPr>
          <p:nvPr>
            <p:ph type="body" sz="quarter" idx="19" hasCustomPrompt="1"/>
          </p:nvPr>
        </p:nvSpPr>
        <p:spPr>
          <a:xfrm>
            <a:off x="610850" y="4282873"/>
            <a:ext cx="1828800" cy="1458912"/>
          </a:xfrm>
        </p:spPr>
        <p:txBody>
          <a:bodyPr/>
          <a:lstStyle>
            <a:lvl1pPr algn="ctr">
              <a:lnSpc>
                <a:spcPct val="100000"/>
              </a:lnSpc>
              <a:spcBef>
                <a:spcPts val="600"/>
              </a:spcBef>
              <a:defRPr sz="2000">
                <a:solidFill>
                  <a:schemeClr val="accent4"/>
                </a:solidFill>
              </a:defRPr>
            </a:lvl1pPr>
            <a:lvl2pPr marL="0" indent="0" algn="ctr">
              <a:lnSpc>
                <a:spcPct val="100000"/>
              </a:lnSpc>
              <a:spcBef>
                <a:spcPts val="600"/>
              </a:spcBef>
              <a:buFont typeface="Arial" panose="020B0604020202020204" pitchFamily="34" charset="0"/>
              <a:buChar char="​"/>
              <a:defRPr sz="1600">
                <a:solidFill>
                  <a:schemeClr val="tx1"/>
                </a:solidFill>
              </a:defRPr>
            </a:lvl2pPr>
          </a:lstStyle>
          <a:p>
            <a:pPr lvl="0"/>
            <a:r>
              <a:rPr lang="en-US" dirty="0"/>
              <a:t>Click to add text</a:t>
            </a:r>
          </a:p>
          <a:p>
            <a:pPr lvl="1"/>
            <a:r>
              <a:rPr lang="en-US" dirty="0"/>
              <a:t>Second level</a:t>
            </a:r>
          </a:p>
        </p:txBody>
      </p:sp>
      <p:sp>
        <p:nvSpPr>
          <p:cNvPr id="24" name="Oval 23">
            <a:extLst>
              <a:ext uri="{FF2B5EF4-FFF2-40B4-BE49-F238E27FC236}">
                <a16:creationId xmlns:a16="http://schemas.microsoft.com/office/drawing/2014/main" id="{C551C90A-573F-4E4A-9359-5C7B0F546BF9}"/>
              </a:ext>
              <a:ext uri="{C183D7F6-B498-43B3-948B-1728B52AA6E4}">
                <adec:decorative xmlns:adec="http://schemas.microsoft.com/office/drawing/2017/decorative" val="1"/>
              </a:ext>
            </a:extLst>
          </p:cNvPr>
          <p:cNvSpPr/>
          <p:nvPr userDrawn="1"/>
        </p:nvSpPr>
        <p:spPr bwMode="gray">
          <a:xfrm>
            <a:off x="2892452" y="2064663"/>
            <a:ext cx="1828959" cy="1828959"/>
          </a:xfrm>
          <a:prstGeom prst="ellipse">
            <a:avLst/>
          </a:prstGeom>
          <a:solidFill>
            <a:schemeClr val="bg1"/>
          </a:solidFill>
          <a:ln w="38100">
            <a:solidFill>
              <a:schemeClr val="accent3"/>
            </a:solidFill>
          </a:ln>
          <a:effectLst/>
        </p:spPr>
        <p:txBody>
          <a:bodyPr vert="horz" wrap="square" lIns="0" tIns="0" rIns="0" bIns="0" numCol="1" anchor="ctr" anchorCtr="0" compatLnSpc="1">
            <a:prstTxWarp prst="textNoShape">
              <a:avLst/>
            </a:prstTxWarp>
          </a:bodyPr>
          <a:lstStyle/>
          <a:p>
            <a:pPr lvl="0" algn="ctr"/>
            <a:endParaRPr lang="en-US">
              <a:solidFill>
                <a:schemeClr val="bg1"/>
              </a:solidFill>
            </a:endParaRPr>
          </a:p>
        </p:txBody>
      </p:sp>
      <p:sp>
        <p:nvSpPr>
          <p:cNvPr id="19" name="Text Placeholder 3">
            <a:extLst>
              <a:ext uri="{FF2B5EF4-FFF2-40B4-BE49-F238E27FC236}">
                <a16:creationId xmlns:a16="http://schemas.microsoft.com/office/drawing/2014/main" id="{C54AA791-D396-204E-9DF4-50E16614DD73}"/>
              </a:ext>
            </a:extLst>
          </p:cNvPr>
          <p:cNvSpPr>
            <a:spLocks noGrp="1"/>
          </p:cNvSpPr>
          <p:nvPr>
            <p:ph type="body" sz="quarter" idx="26" hasCustomPrompt="1"/>
          </p:nvPr>
        </p:nvSpPr>
        <p:spPr>
          <a:xfrm>
            <a:off x="3110473" y="2428884"/>
            <a:ext cx="1396669" cy="1100516"/>
          </a:xfrm>
        </p:spPr>
        <p:txBody>
          <a:bodyPr anchor="ctr" anchorCtr="0"/>
          <a:lstStyle>
            <a:lvl1pPr algn="ctr">
              <a:lnSpc>
                <a:spcPct val="100000"/>
              </a:lnSpc>
              <a:spcBef>
                <a:spcPts val="600"/>
              </a:spcBef>
              <a:defRPr sz="1800">
                <a:solidFill>
                  <a:schemeClr val="accent3"/>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29" name="Text Placeholder 3">
            <a:extLst>
              <a:ext uri="{FF2B5EF4-FFF2-40B4-BE49-F238E27FC236}">
                <a16:creationId xmlns:a16="http://schemas.microsoft.com/office/drawing/2014/main" id="{62D3946B-F2F1-42AF-8E89-00761A7745D4}"/>
              </a:ext>
            </a:extLst>
          </p:cNvPr>
          <p:cNvSpPr>
            <a:spLocks noGrp="1"/>
          </p:cNvSpPr>
          <p:nvPr>
            <p:ph type="body" sz="quarter" idx="21" hasCustomPrompt="1"/>
          </p:nvPr>
        </p:nvSpPr>
        <p:spPr>
          <a:xfrm>
            <a:off x="2894013" y="4282873"/>
            <a:ext cx="1828800" cy="1458912"/>
          </a:xfrm>
        </p:spPr>
        <p:txBody>
          <a:bodyPr/>
          <a:lstStyle>
            <a:lvl1pPr algn="ctr">
              <a:lnSpc>
                <a:spcPct val="100000"/>
              </a:lnSpc>
              <a:spcBef>
                <a:spcPts val="600"/>
              </a:spcBef>
              <a:defRPr sz="2000">
                <a:solidFill>
                  <a:schemeClr val="accent3"/>
                </a:solidFill>
              </a:defRPr>
            </a:lvl1pPr>
            <a:lvl2pPr marL="285750" indent="-285750" algn="ctr">
              <a:lnSpc>
                <a:spcPct val="100000"/>
              </a:lnSpc>
              <a:spcBef>
                <a:spcPts val="600"/>
              </a:spcBef>
              <a:buFont typeface="Arial" panose="020B0604020202020204" pitchFamily="34" charset="0"/>
              <a:buChar char="​"/>
              <a:defRPr lang="en-US" sz="16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25" name="Oval 24">
            <a:extLst>
              <a:ext uri="{FF2B5EF4-FFF2-40B4-BE49-F238E27FC236}">
                <a16:creationId xmlns:a16="http://schemas.microsoft.com/office/drawing/2014/main" id="{AF79E162-3D8F-4829-A4AD-02A03597B11A}"/>
              </a:ext>
              <a:ext uri="{C183D7F6-B498-43B3-948B-1728B52AA6E4}">
                <adec:decorative xmlns:adec="http://schemas.microsoft.com/office/drawing/2017/decorative" val="1"/>
              </a:ext>
            </a:extLst>
          </p:cNvPr>
          <p:cNvSpPr/>
          <p:nvPr userDrawn="1"/>
        </p:nvSpPr>
        <p:spPr bwMode="gray">
          <a:xfrm>
            <a:off x="5201380" y="2064663"/>
            <a:ext cx="1828959" cy="1828959"/>
          </a:xfrm>
          <a:prstGeom prst="ellipse">
            <a:avLst/>
          </a:prstGeom>
          <a:solidFill>
            <a:schemeClr val="bg1"/>
          </a:solidFill>
          <a:ln w="38100">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a:p>
        </p:txBody>
      </p:sp>
      <p:sp>
        <p:nvSpPr>
          <p:cNvPr id="18" name="Text Placeholder 3">
            <a:extLst>
              <a:ext uri="{FF2B5EF4-FFF2-40B4-BE49-F238E27FC236}">
                <a16:creationId xmlns:a16="http://schemas.microsoft.com/office/drawing/2014/main" id="{F6390E06-1436-004E-875E-AAE40E05D76F}"/>
              </a:ext>
            </a:extLst>
          </p:cNvPr>
          <p:cNvSpPr>
            <a:spLocks noGrp="1"/>
          </p:cNvSpPr>
          <p:nvPr>
            <p:ph type="body" sz="quarter" idx="25" hasCustomPrompt="1"/>
          </p:nvPr>
        </p:nvSpPr>
        <p:spPr>
          <a:xfrm>
            <a:off x="5412658" y="2428884"/>
            <a:ext cx="1396669" cy="1100516"/>
          </a:xfrm>
        </p:spPr>
        <p:txBody>
          <a:bodyPr anchor="ctr" anchorCtr="0"/>
          <a:lstStyle>
            <a:lvl1pPr algn="ctr">
              <a:lnSpc>
                <a:spcPct val="100000"/>
              </a:lnSpc>
              <a:spcBef>
                <a:spcPts val="600"/>
              </a:spcBef>
              <a:defRPr sz="1800">
                <a:solidFill>
                  <a:schemeClr val="accent2"/>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28" name="Text Placeholder 3">
            <a:extLst>
              <a:ext uri="{FF2B5EF4-FFF2-40B4-BE49-F238E27FC236}">
                <a16:creationId xmlns:a16="http://schemas.microsoft.com/office/drawing/2014/main" id="{9495BAAB-E860-4075-9DA3-ABA7C32D235E}"/>
              </a:ext>
            </a:extLst>
          </p:cNvPr>
          <p:cNvSpPr>
            <a:spLocks noGrp="1"/>
          </p:cNvSpPr>
          <p:nvPr>
            <p:ph type="body" sz="quarter" idx="20" hasCustomPrompt="1"/>
          </p:nvPr>
        </p:nvSpPr>
        <p:spPr>
          <a:xfrm>
            <a:off x="5185093" y="4282873"/>
            <a:ext cx="1828800" cy="1458912"/>
          </a:xfrm>
        </p:spPr>
        <p:txBody>
          <a:bodyPr/>
          <a:lstStyle>
            <a:lvl1pPr algn="ctr">
              <a:lnSpc>
                <a:spcPct val="100000"/>
              </a:lnSpc>
              <a:spcBef>
                <a:spcPts val="600"/>
              </a:spcBef>
              <a:defRPr sz="2000">
                <a:solidFill>
                  <a:schemeClr val="accent2"/>
                </a:solidFill>
              </a:defRPr>
            </a:lvl1pPr>
            <a:lvl2pPr marL="285750" indent="-285750" algn="ctr">
              <a:lnSpc>
                <a:spcPct val="100000"/>
              </a:lnSpc>
              <a:spcBef>
                <a:spcPts val="600"/>
              </a:spcBef>
              <a:buFont typeface="Arial" panose="020B0604020202020204" pitchFamily="34" charset="0"/>
              <a:buChar char="​"/>
              <a:defRPr lang="en-US" sz="16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93" name="Oval 92">
            <a:extLst>
              <a:ext uri="{FF2B5EF4-FFF2-40B4-BE49-F238E27FC236}">
                <a16:creationId xmlns:a16="http://schemas.microsoft.com/office/drawing/2014/main" id="{026B9B36-08E7-4664-970C-13123F24C793}"/>
              </a:ext>
              <a:ext uri="{C183D7F6-B498-43B3-948B-1728B52AA6E4}">
                <adec:decorative xmlns:adec="http://schemas.microsoft.com/office/drawing/2017/decorative" val="1"/>
              </a:ext>
            </a:extLst>
          </p:cNvPr>
          <p:cNvSpPr/>
          <p:nvPr userDrawn="1"/>
        </p:nvSpPr>
        <p:spPr bwMode="gray">
          <a:xfrm>
            <a:off x="7464921" y="2064663"/>
            <a:ext cx="1828959" cy="1828959"/>
          </a:xfrm>
          <a:prstGeom prst="ellipse">
            <a:avLst/>
          </a:prstGeom>
          <a:solidFill>
            <a:schemeClr val="bg1"/>
          </a:solidFill>
          <a:ln w="381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a:solidFill>
                <a:schemeClr val="lt1"/>
              </a:solidFill>
            </a:endParaRPr>
          </a:p>
        </p:txBody>
      </p:sp>
      <p:sp>
        <p:nvSpPr>
          <p:cNvPr id="20" name="Text Placeholder 3">
            <a:extLst>
              <a:ext uri="{FF2B5EF4-FFF2-40B4-BE49-F238E27FC236}">
                <a16:creationId xmlns:a16="http://schemas.microsoft.com/office/drawing/2014/main" id="{D673B6CF-B10C-8742-A91F-672EAD5163E0}"/>
              </a:ext>
            </a:extLst>
          </p:cNvPr>
          <p:cNvSpPr>
            <a:spLocks noGrp="1"/>
          </p:cNvSpPr>
          <p:nvPr>
            <p:ph type="body" sz="quarter" idx="27" hasCustomPrompt="1"/>
          </p:nvPr>
        </p:nvSpPr>
        <p:spPr>
          <a:xfrm>
            <a:off x="7677080" y="2428884"/>
            <a:ext cx="1396669" cy="1100516"/>
          </a:xfrm>
        </p:spPr>
        <p:txBody>
          <a:bodyPr anchor="ctr" anchorCtr="0"/>
          <a:lstStyle>
            <a:lvl1pPr algn="ctr">
              <a:lnSpc>
                <a:spcPct val="100000"/>
              </a:lnSpc>
              <a:spcBef>
                <a:spcPts val="600"/>
              </a:spcBef>
              <a:defRPr sz="1800">
                <a:solidFill>
                  <a:schemeClr val="accent5"/>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30" name="Text Placeholder 3">
            <a:extLst>
              <a:ext uri="{FF2B5EF4-FFF2-40B4-BE49-F238E27FC236}">
                <a16:creationId xmlns:a16="http://schemas.microsoft.com/office/drawing/2014/main" id="{22F84664-2E68-46AE-AE2C-E8D2B6C9A1DD}"/>
              </a:ext>
            </a:extLst>
          </p:cNvPr>
          <p:cNvSpPr>
            <a:spLocks noGrp="1"/>
          </p:cNvSpPr>
          <p:nvPr>
            <p:ph type="body" sz="quarter" idx="22" hasCustomPrompt="1"/>
          </p:nvPr>
        </p:nvSpPr>
        <p:spPr>
          <a:xfrm>
            <a:off x="7470001" y="4282873"/>
            <a:ext cx="1894336" cy="1458912"/>
          </a:xfrm>
        </p:spPr>
        <p:txBody>
          <a:bodyPr/>
          <a:lstStyle>
            <a:lvl1pPr algn="ctr">
              <a:lnSpc>
                <a:spcPct val="100000"/>
              </a:lnSpc>
              <a:spcBef>
                <a:spcPts val="600"/>
              </a:spcBef>
              <a:defRPr sz="2000">
                <a:solidFill>
                  <a:schemeClr val="accent5"/>
                </a:solidFill>
              </a:defRPr>
            </a:lvl1pPr>
            <a:lvl2pPr marL="285750" indent="-285750" algn="ctr">
              <a:lnSpc>
                <a:spcPct val="100000"/>
              </a:lnSpc>
              <a:spcBef>
                <a:spcPts val="600"/>
              </a:spcBef>
              <a:buFont typeface="Arial" panose="020B0604020202020204" pitchFamily="34" charset="0"/>
              <a:buChar char="​"/>
              <a:defRPr lang="en-US" sz="16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23" name="Oval 22">
            <a:extLst>
              <a:ext uri="{FF2B5EF4-FFF2-40B4-BE49-F238E27FC236}">
                <a16:creationId xmlns:a16="http://schemas.microsoft.com/office/drawing/2014/main" id="{7EAB1992-E472-4489-8A4E-A8FE45DE10CF}"/>
              </a:ext>
              <a:ext uri="{C183D7F6-B498-43B3-948B-1728B52AA6E4}">
                <adec:decorative xmlns:adec="http://schemas.microsoft.com/office/drawing/2017/decorative" val="1"/>
              </a:ext>
            </a:extLst>
          </p:cNvPr>
          <p:cNvSpPr/>
          <p:nvPr userDrawn="1"/>
        </p:nvSpPr>
        <p:spPr bwMode="gray">
          <a:xfrm>
            <a:off x="9744473" y="2064663"/>
            <a:ext cx="1828959" cy="1828959"/>
          </a:xfrm>
          <a:prstGeom prst="ellipse">
            <a:avLst/>
          </a:prstGeom>
          <a:solidFill>
            <a:schemeClr val="bg1"/>
          </a:solidFill>
          <a:ln w="38100">
            <a:solidFill>
              <a:srgbClr val="53565A"/>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accent6"/>
              </a:solidFill>
            </a:endParaRPr>
          </a:p>
        </p:txBody>
      </p:sp>
      <p:sp>
        <p:nvSpPr>
          <p:cNvPr id="21" name="Text Placeholder 3">
            <a:extLst>
              <a:ext uri="{FF2B5EF4-FFF2-40B4-BE49-F238E27FC236}">
                <a16:creationId xmlns:a16="http://schemas.microsoft.com/office/drawing/2014/main" id="{FF3DA55F-C9CF-8945-A9DE-F606579BFE23}"/>
              </a:ext>
            </a:extLst>
          </p:cNvPr>
          <p:cNvSpPr>
            <a:spLocks noGrp="1"/>
          </p:cNvSpPr>
          <p:nvPr>
            <p:ph type="body" sz="quarter" idx="28" hasCustomPrompt="1"/>
          </p:nvPr>
        </p:nvSpPr>
        <p:spPr>
          <a:xfrm>
            <a:off x="9980612" y="2428884"/>
            <a:ext cx="1396669" cy="1100516"/>
          </a:xfrm>
        </p:spPr>
        <p:txBody>
          <a:bodyPr anchor="ctr" anchorCtr="0"/>
          <a:lstStyle>
            <a:lvl1pPr algn="ctr">
              <a:lnSpc>
                <a:spcPct val="100000"/>
              </a:lnSpc>
              <a:spcBef>
                <a:spcPts val="600"/>
              </a:spcBef>
              <a:defRPr sz="1800">
                <a:solidFill>
                  <a:schemeClr val="bg2">
                    <a:lumMod val="25000"/>
                  </a:schemeClr>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32" name="Text Placeholder 3">
            <a:extLst>
              <a:ext uri="{FF2B5EF4-FFF2-40B4-BE49-F238E27FC236}">
                <a16:creationId xmlns:a16="http://schemas.microsoft.com/office/drawing/2014/main" id="{CDC9B65E-8BAA-4676-9F32-44EC3772D342}"/>
              </a:ext>
            </a:extLst>
          </p:cNvPr>
          <p:cNvSpPr>
            <a:spLocks noGrp="1"/>
          </p:cNvSpPr>
          <p:nvPr>
            <p:ph type="body" sz="quarter" idx="23" hasCustomPrompt="1"/>
          </p:nvPr>
        </p:nvSpPr>
        <p:spPr>
          <a:xfrm>
            <a:off x="9752013" y="4282873"/>
            <a:ext cx="1828800" cy="1458912"/>
          </a:xfrm>
        </p:spPr>
        <p:txBody>
          <a:bodyPr/>
          <a:lstStyle>
            <a:lvl1pPr algn="ctr">
              <a:lnSpc>
                <a:spcPct val="100000"/>
              </a:lnSpc>
              <a:spcBef>
                <a:spcPts val="600"/>
              </a:spcBef>
              <a:defRPr sz="2000">
                <a:solidFill>
                  <a:schemeClr val="bg2">
                    <a:lumMod val="25000"/>
                  </a:schemeClr>
                </a:solidFill>
              </a:defRPr>
            </a:lvl1pPr>
            <a:lvl2pPr marL="285750" indent="-285750" algn="ctr">
              <a:lnSpc>
                <a:spcPct val="100000"/>
              </a:lnSpc>
              <a:spcBef>
                <a:spcPts val="600"/>
              </a:spcBef>
              <a:buFont typeface="Arial" panose="020B0604020202020204" pitchFamily="34" charset="0"/>
              <a:buChar char="​"/>
              <a:defRPr lang="en-US" sz="16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27" name="page number">
            <a:extLst>
              <a:ext uri="{FF2B5EF4-FFF2-40B4-BE49-F238E27FC236}">
                <a16:creationId xmlns:a16="http://schemas.microsoft.com/office/drawing/2014/main" id="{6D94DD40-25D8-6A48-98B5-B2B0FB64FDAB}"/>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a:p>
        </p:txBody>
      </p:sp>
    </p:spTree>
    <p:extLst>
      <p:ext uri="{BB962C8B-B14F-4D97-AF65-F5344CB8AC3E}">
        <p14:creationId xmlns:p14="http://schemas.microsoft.com/office/powerpoint/2010/main" val="1847558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Five Icon - Fancy - RBLF">
    <p:spTree>
      <p:nvGrpSpPr>
        <p:cNvPr id="1" name=""/>
        <p:cNvGrpSpPr/>
        <p:nvPr/>
      </p:nvGrpSpPr>
      <p:grpSpPr>
        <a:xfrm>
          <a:off x="0" y="0"/>
          <a:ext cx="0" cy="0"/>
          <a:chOff x="0" y="0"/>
          <a:chExt cx="0" cy="0"/>
        </a:xfrm>
      </p:grpSpPr>
      <p:sp>
        <p:nvSpPr>
          <p:cNvPr id="7" name="Oval 6">
            <a:extLst>
              <a:ext uri="{FF2B5EF4-FFF2-40B4-BE49-F238E27FC236}">
                <a16:creationId xmlns:a16="http://schemas.microsoft.com/office/drawing/2014/main" id="{BAFC2F25-50FC-743D-8875-82EAA4EE6453}"/>
              </a:ext>
            </a:extLst>
          </p:cNvPr>
          <p:cNvSpPr>
            <a:spLocks/>
          </p:cNvSpPr>
          <p:nvPr userDrawn="1"/>
        </p:nvSpPr>
        <p:spPr>
          <a:xfrm>
            <a:off x="9588109" y="1908299"/>
            <a:ext cx="2141686" cy="2141686"/>
          </a:xfrm>
          <a:prstGeom prst="ellipse">
            <a:avLst/>
          </a:prstGeom>
          <a:solidFill>
            <a:schemeClr val="tx1">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2" name="Oval 1">
            <a:extLst>
              <a:ext uri="{FF2B5EF4-FFF2-40B4-BE49-F238E27FC236}">
                <a16:creationId xmlns:a16="http://schemas.microsoft.com/office/drawing/2014/main" id="{829618C8-6897-46A8-C683-D147469A957A}"/>
              </a:ext>
            </a:extLst>
          </p:cNvPr>
          <p:cNvSpPr>
            <a:spLocks/>
          </p:cNvSpPr>
          <p:nvPr userDrawn="1"/>
        </p:nvSpPr>
        <p:spPr>
          <a:xfrm>
            <a:off x="7311052" y="1908299"/>
            <a:ext cx="2141686" cy="2141686"/>
          </a:xfrm>
          <a:prstGeom prst="ellipse">
            <a:avLst/>
          </a:prstGeom>
          <a:solidFill>
            <a:schemeClr val="accent5">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4" name="Oval 3">
            <a:extLst>
              <a:ext uri="{FF2B5EF4-FFF2-40B4-BE49-F238E27FC236}">
                <a16:creationId xmlns:a16="http://schemas.microsoft.com/office/drawing/2014/main" id="{CA840E68-C57E-DCBB-945A-6A62A45F1D8F}"/>
              </a:ext>
            </a:extLst>
          </p:cNvPr>
          <p:cNvSpPr>
            <a:spLocks/>
          </p:cNvSpPr>
          <p:nvPr userDrawn="1"/>
        </p:nvSpPr>
        <p:spPr>
          <a:xfrm>
            <a:off x="5040149" y="1908299"/>
            <a:ext cx="2141686" cy="2141686"/>
          </a:xfrm>
          <a:prstGeom prst="ellipse">
            <a:avLst/>
          </a:prstGeom>
          <a:solidFill>
            <a:schemeClr val="accent2">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5" name="Oval 4">
            <a:extLst>
              <a:ext uri="{FF2B5EF4-FFF2-40B4-BE49-F238E27FC236}">
                <a16:creationId xmlns:a16="http://schemas.microsoft.com/office/drawing/2014/main" id="{31E2F662-6415-4B32-A3E4-6440423BAEF3}"/>
              </a:ext>
            </a:extLst>
          </p:cNvPr>
          <p:cNvSpPr>
            <a:spLocks/>
          </p:cNvSpPr>
          <p:nvPr userDrawn="1"/>
        </p:nvSpPr>
        <p:spPr>
          <a:xfrm>
            <a:off x="2736088" y="1908299"/>
            <a:ext cx="2141686" cy="2141686"/>
          </a:xfrm>
          <a:prstGeom prst="ellipse">
            <a:avLst/>
          </a:prstGeom>
          <a:solidFill>
            <a:schemeClr val="accent3">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6" name="Oval 5">
            <a:extLst>
              <a:ext uri="{FF2B5EF4-FFF2-40B4-BE49-F238E27FC236}">
                <a16:creationId xmlns:a16="http://schemas.microsoft.com/office/drawing/2014/main" id="{C4D5E98A-14B2-2162-5BA1-BD39CFF7A3DB}"/>
              </a:ext>
            </a:extLst>
          </p:cNvPr>
          <p:cNvSpPr>
            <a:spLocks/>
          </p:cNvSpPr>
          <p:nvPr userDrawn="1"/>
        </p:nvSpPr>
        <p:spPr>
          <a:xfrm>
            <a:off x="454407" y="1908299"/>
            <a:ext cx="2141686" cy="2141686"/>
          </a:xfrm>
          <a:prstGeom prst="ellipse">
            <a:avLst/>
          </a:prstGeom>
          <a:solidFill>
            <a:schemeClr val="accent4">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3" name="Title 2">
            <a:extLst>
              <a:ext uri="{FF2B5EF4-FFF2-40B4-BE49-F238E27FC236}">
                <a16:creationId xmlns:a16="http://schemas.microsoft.com/office/drawing/2014/main" id="{CBA8A47F-2243-412F-A1A8-FA8E3475F5E1}"/>
              </a:ext>
            </a:extLst>
          </p:cNvPr>
          <p:cNvSpPr>
            <a:spLocks noGrp="1"/>
          </p:cNvSpPr>
          <p:nvPr>
            <p:ph type="title" hasCustomPrompt="1"/>
          </p:nvPr>
        </p:nvSpPr>
        <p:spPr/>
        <p:txBody>
          <a:bodyPr/>
          <a:lstStyle>
            <a:lvl1pPr>
              <a:defRPr>
                <a:solidFill>
                  <a:schemeClr val="accent2"/>
                </a:solidFill>
              </a:defRPr>
            </a:lvl1pPr>
          </a:lstStyle>
          <a:p>
            <a:r>
              <a:rPr lang="en-US"/>
              <a:t>Five Icon Placeholders with Text Descriptions</a:t>
            </a:r>
          </a:p>
        </p:txBody>
      </p:sp>
      <p:sp>
        <p:nvSpPr>
          <p:cNvPr id="16" name="Subtitle 2">
            <a:extLst>
              <a:ext uri="{FF2B5EF4-FFF2-40B4-BE49-F238E27FC236}">
                <a16:creationId xmlns:a16="http://schemas.microsoft.com/office/drawing/2014/main" id="{EEA64E97-C31D-49B1-B8E1-20E5F404F516}"/>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22" name="Oval 21">
            <a:extLst>
              <a:ext uri="{FF2B5EF4-FFF2-40B4-BE49-F238E27FC236}">
                <a16:creationId xmlns:a16="http://schemas.microsoft.com/office/drawing/2014/main" id="{A1FDF9D3-5B68-4A75-97BF-2C5113CFAA66}"/>
              </a:ext>
              <a:ext uri="{C183D7F6-B498-43B3-948B-1728B52AA6E4}">
                <adec:decorative xmlns:adec="http://schemas.microsoft.com/office/drawing/2017/decorative" val="1"/>
              </a:ext>
            </a:extLst>
          </p:cNvPr>
          <p:cNvSpPr/>
          <p:nvPr userDrawn="1"/>
        </p:nvSpPr>
        <p:spPr bwMode="gray">
          <a:xfrm>
            <a:off x="609800" y="2064663"/>
            <a:ext cx="1828959" cy="1828959"/>
          </a:xfrm>
          <a:prstGeom prst="ellipse">
            <a:avLst/>
          </a:prstGeom>
          <a:solidFill>
            <a:schemeClr val="accent4"/>
          </a:solidFill>
          <a:ln w="381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accent4"/>
              </a:solidFill>
            </a:endParaRPr>
          </a:p>
        </p:txBody>
      </p:sp>
      <p:sp>
        <p:nvSpPr>
          <p:cNvPr id="15" name="Text Placeholder 3">
            <a:extLst>
              <a:ext uri="{FF2B5EF4-FFF2-40B4-BE49-F238E27FC236}">
                <a16:creationId xmlns:a16="http://schemas.microsoft.com/office/drawing/2014/main" id="{AE3C6552-FD35-F64A-AB25-15819DA5EE24}"/>
              </a:ext>
            </a:extLst>
          </p:cNvPr>
          <p:cNvSpPr>
            <a:spLocks noGrp="1"/>
          </p:cNvSpPr>
          <p:nvPr>
            <p:ph type="body" sz="quarter" idx="24" hasCustomPrompt="1"/>
          </p:nvPr>
        </p:nvSpPr>
        <p:spPr>
          <a:xfrm>
            <a:off x="820549" y="2428884"/>
            <a:ext cx="1396669" cy="1100516"/>
          </a:xfrm>
        </p:spPr>
        <p:txBody>
          <a:bodyPr anchor="ctr" anchorCtr="0"/>
          <a:lstStyle>
            <a:lvl1pPr algn="ctr">
              <a:lnSpc>
                <a:spcPct val="100000"/>
              </a:lnSpc>
              <a:spcBef>
                <a:spcPts val="600"/>
              </a:spcBef>
              <a:defRPr sz="1800">
                <a:solidFill>
                  <a:schemeClr val="bg1"/>
                </a:solidFill>
              </a:defRPr>
            </a:lvl1pPr>
            <a:lvl2pPr marL="0" indent="0" algn="ctr">
              <a:lnSpc>
                <a:spcPct val="100000"/>
              </a:lnSpc>
              <a:spcBef>
                <a:spcPts val="600"/>
              </a:spcBef>
              <a:buFont typeface="Arial" panose="020B0604020202020204" pitchFamily="34" charset="0"/>
              <a:buChar char="​"/>
              <a:defRPr/>
            </a:lvl2pPr>
          </a:lstStyle>
          <a:p>
            <a:pPr lvl="0"/>
            <a:r>
              <a:rPr lang="en-US" dirty="0"/>
              <a:t>add icon</a:t>
            </a:r>
            <a:br>
              <a:rPr lang="en-US" dirty="0"/>
            </a:br>
            <a:r>
              <a:rPr lang="en-US" dirty="0"/>
              <a:t>or text</a:t>
            </a:r>
          </a:p>
        </p:txBody>
      </p:sp>
      <p:sp>
        <p:nvSpPr>
          <p:cNvPr id="17" name="Text Placeholder 3">
            <a:extLst>
              <a:ext uri="{FF2B5EF4-FFF2-40B4-BE49-F238E27FC236}">
                <a16:creationId xmlns:a16="http://schemas.microsoft.com/office/drawing/2014/main" id="{2E201879-B985-4ADE-8AD6-6C3E14CE0AFE}"/>
              </a:ext>
            </a:extLst>
          </p:cNvPr>
          <p:cNvSpPr>
            <a:spLocks noGrp="1"/>
          </p:cNvSpPr>
          <p:nvPr>
            <p:ph type="body" sz="quarter" idx="19" hasCustomPrompt="1"/>
          </p:nvPr>
        </p:nvSpPr>
        <p:spPr>
          <a:xfrm>
            <a:off x="610850" y="4282873"/>
            <a:ext cx="1828800" cy="1458912"/>
          </a:xfrm>
        </p:spPr>
        <p:txBody>
          <a:bodyPr/>
          <a:lstStyle>
            <a:lvl1pPr algn="ctr">
              <a:lnSpc>
                <a:spcPct val="100000"/>
              </a:lnSpc>
              <a:spcBef>
                <a:spcPts val="600"/>
              </a:spcBef>
              <a:defRPr sz="2000">
                <a:solidFill>
                  <a:schemeClr val="accent4"/>
                </a:solidFill>
              </a:defRPr>
            </a:lvl1pPr>
            <a:lvl2pPr marL="0" indent="0" algn="ctr">
              <a:lnSpc>
                <a:spcPct val="100000"/>
              </a:lnSpc>
              <a:spcBef>
                <a:spcPts val="600"/>
              </a:spcBef>
              <a:buFont typeface="Arial" panose="020B0604020202020204" pitchFamily="34" charset="0"/>
              <a:buChar char="​"/>
              <a:defRPr sz="1600">
                <a:solidFill>
                  <a:schemeClr val="tx1"/>
                </a:solidFill>
              </a:defRPr>
            </a:lvl2pPr>
          </a:lstStyle>
          <a:p>
            <a:pPr lvl="0"/>
            <a:r>
              <a:rPr lang="en-US" dirty="0"/>
              <a:t>Click to add text</a:t>
            </a:r>
          </a:p>
          <a:p>
            <a:pPr lvl="1"/>
            <a:r>
              <a:rPr lang="en-US" dirty="0"/>
              <a:t>Second level</a:t>
            </a:r>
          </a:p>
        </p:txBody>
      </p:sp>
      <p:sp>
        <p:nvSpPr>
          <p:cNvPr id="24" name="Oval 23">
            <a:extLst>
              <a:ext uri="{FF2B5EF4-FFF2-40B4-BE49-F238E27FC236}">
                <a16:creationId xmlns:a16="http://schemas.microsoft.com/office/drawing/2014/main" id="{C551C90A-573F-4E4A-9359-5C7B0F546BF9}"/>
              </a:ext>
              <a:ext uri="{C183D7F6-B498-43B3-948B-1728B52AA6E4}">
                <adec:decorative xmlns:adec="http://schemas.microsoft.com/office/drawing/2017/decorative" val="1"/>
              </a:ext>
            </a:extLst>
          </p:cNvPr>
          <p:cNvSpPr/>
          <p:nvPr userDrawn="1"/>
        </p:nvSpPr>
        <p:spPr bwMode="gray">
          <a:xfrm>
            <a:off x="2892452" y="2064663"/>
            <a:ext cx="1828959" cy="1828959"/>
          </a:xfrm>
          <a:prstGeom prst="ellipse">
            <a:avLst/>
          </a:prstGeom>
          <a:solidFill>
            <a:schemeClr val="accent3"/>
          </a:solidFill>
          <a:ln w="38100">
            <a:solidFill>
              <a:schemeClr val="accent3"/>
            </a:solidFill>
          </a:ln>
          <a:effectLst/>
        </p:spPr>
        <p:txBody>
          <a:bodyPr vert="horz" wrap="square" lIns="0" tIns="0" rIns="0" bIns="0" numCol="1" anchor="ctr" anchorCtr="0" compatLnSpc="1">
            <a:prstTxWarp prst="textNoShape">
              <a:avLst/>
            </a:prstTxWarp>
          </a:bodyPr>
          <a:lstStyle/>
          <a:p>
            <a:pPr lvl="0" algn="ctr"/>
            <a:endParaRPr lang="en-US">
              <a:solidFill>
                <a:schemeClr val="bg1"/>
              </a:solidFill>
            </a:endParaRPr>
          </a:p>
        </p:txBody>
      </p:sp>
      <p:sp>
        <p:nvSpPr>
          <p:cNvPr id="19" name="Text Placeholder 3">
            <a:extLst>
              <a:ext uri="{FF2B5EF4-FFF2-40B4-BE49-F238E27FC236}">
                <a16:creationId xmlns:a16="http://schemas.microsoft.com/office/drawing/2014/main" id="{C54AA791-D396-204E-9DF4-50E16614DD73}"/>
              </a:ext>
            </a:extLst>
          </p:cNvPr>
          <p:cNvSpPr>
            <a:spLocks noGrp="1"/>
          </p:cNvSpPr>
          <p:nvPr>
            <p:ph type="body" sz="quarter" idx="26" hasCustomPrompt="1"/>
          </p:nvPr>
        </p:nvSpPr>
        <p:spPr>
          <a:xfrm>
            <a:off x="3110473" y="2428884"/>
            <a:ext cx="1396669" cy="1100516"/>
          </a:xfrm>
        </p:spPr>
        <p:txBody>
          <a:bodyPr anchor="ctr" anchorCtr="0"/>
          <a:lstStyle>
            <a:lvl1pPr algn="ctr">
              <a:lnSpc>
                <a:spcPct val="100000"/>
              </a:lnSpc>
              <a:spcBef>
                <a:spcPts val="600"/>
              </a:spcBef>
              <a:defRPr sz="1800">
                <a:solidFill>
                  <a:schemeClr val="bg1"/>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29" name="Text Placeholder 3">
            <a:extLst>
              <a:ext uri="{FF2B5EF4-FFF2-40B4-BE49-F238E27FC236}">
                <a16:creationId xmlns:a16="http://schemas.microsoft.com/office/drawing/2014/main" id="{62D3946B-F2F1-42AF-8E89-00761A7745D4}"/>
              </a:ext>
            </a:extLst>
          </p:cNvPr>
          <p:cNvSpPr>
            <a:spLocks noGrp="1"/>
          </p:cNvSpPr>
          <p:nvPr>
            <p:ph type="body" sz="quarter" idx="21" hasCustomPrompt="1"/>
          </p:nvPr>
        </p:nvSpPr>
        <p:spPr>
          <a:xfrm>
            <a:off x="2894013" y="4282873"/>
            <a:ext cx="1828800" cy="1458912"/>
          </a:xfrm>
        </p:spPr>
        <p:txBody>
          <a:bodyPr/>
          <a:lstStyle>
            <a:lvl1pPr algn="ctr">
              <a:lnSpc>
                <a:spcPct val="100000"/>
              </a:lnSpc>
              <a:spcBef>
                <a:spcPts val="600"/>
              </a:spcBef>
              <a:defRPr sz="2000">
                <a:solidFill>
                  <a:schemeClr val="accent3"/>
                </a:solidFill>
              </a:defRPr>
            </a:lvl1pPr>
            <a:lvl2pPr marL="285750" indent="-285750" algn="ctr">
              <a:lnSpc>
                <a:spcPct val="100000"/>
              </a:lnSpc>
              <a:spcBef>
                <a:spcPts val="600"/>
              </a:spcBef>
              <a:buFont typeface="Arial" panose="020B0604020202020204" pitchFamily="34" charset="0"/>
              <a:buChar char="​"/>
              <a:defRPr lang="en-US" sz="16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25" name="Oval 24">
            <a:extLst>
              <a:ext uri="{FF2B5EF4-FFF2-40B4-BE49-F238E27FC236}">
                <a16:creationId xmlns:a16="http://schemas.microsoft.com/office/drawing/2014/main" id="{AF79E162-3D8F-4829-A4AD-02A03597B11A}"/>
              </a:ext>
              <a:ext uri="{C183D7F6-B498-43B3-948B-1728B52AA6E4}">
                <adec:decorative xmlns:adec="http://schemas.microsoft.com/office/drawing/2017/decorative" val="1"/>
              </a:ext>
            </a:extLst>
          </p:cNvPr>
          <p:cNvSpPr/>
          <p:nvPr userDrawn="1"/>
        </p:nvSpPr>
        <p:spPr bwMode="gray">
          <a:xfrm>
            <a:off x="5201380" y="2064663"/>
            <a:ext cx="1828959" cy="1828959"/>
          </a:xfrm>
          <a:prstGeom prst="ellipse">
            <a:avLst/>
          </a:prstGeom>
          <a:solidFill>
            <a:schemeClr val="accent2"/>
          </a:solidFill>
          <a:ln w="38100">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a:p>
        </p:txBody>
      </p:sp>
      <p:sp>
        <p:nvSpPr>
          <p:cNvPr id="18" name="Text Placeholder 3">
            <a:extLst>
              <a:ext uri="{FF2B5EF4-FFF2-40B4-BE49-F238E27FC236}">
                <a16:creationId xmlns:a16="http://schemas.microsoft.com/office/drawing/2014/main" id="{F6390E06-1436-004E-875E-AAE40E05D76F}"/>
              </a:ext>
            </a:extLst>
          </p:cNvPr>
          <p:cNvSpPr>
            <a:spLocks noGrp="1"/>
          </p:cNvSpPr>
          <p:nvPr>
            <p:ph type="body" sz="quarter" idx="25" hasCustomPrompt="1"/>
          </p:nvPr>
        </p:nvSpPr>
        <p:spPr>
          <a:xfrm>
            <a:off x="5412658" y="2428884"/>
            <a:ext cx="1396669" cy="1100516"/>
          </a:xfrm>
        </p:spPr>
        <p:txBody>
          <a:bodyPr anchor="ctr" anchorCtr="0"/>
          <a:lstStyle>
            <a:lvl1pPr algn="ctr">
              <a:lnSpc>
                <a:spcPct val="100000"/>
              </a:lnSpc>
              <a:spcBef>
                <a:spcPts val="600"/>
              </a:spcBef>
              <a:defRPr sz="1800">
                <a:solidFill>
                  <a:schemeClr val="bg1"/>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28" name="Text Placeholder 3">
            <a:extLst>
              <a:ext uri="{FF2B5EF4-FFF2-40B4-BE49-F238E27FC236}">
                <a16:creationId xmlns:a16="http://schemas.microsoft.com/office/drawing/2014/main" id="{9495BAAB-E860-4075-9DA3-ABA7C32D235E}"/>
              </a:ext>
            </a:extLst>
          </p:cNvPr>
          <p:cNvSpPr>
            <a:spLocks noGrp="1"/>
          </p:cNvSpPr>
          <p:nvPr>
            <p:ph type="body" sz="quarter" idx="20" hasCustomPrompt="1"/>
          </p:nvPr>
        </p:nvSpPr>
        <p:spPr>
          <a:xfrm>
            <a:off x="5185093" y="4282873"/>
            <a:ext cx="1828800" cy="1458912"/>
          </a:xfrm>
        </p:spPr>
        <p:txBody>
          <a:bodyPr/>
          <a:lstStyle>
            <a:lvl1pPr algn="ctr">
              <a:lnSpc>
                <a:spcPct val="100000"/>
              </a:lnSpc>
              <a:spcBef>
                <a:spcPts val="600"/>
              </a:spcBef>
              <a:defRPr sz="2000">
                <a:solidFill>
                  <a:schemeClr val="accent2"/>
                </a:solidFill>
              </a:defRPr>
            </a:lvl1pPr>
            <a:lvl2pPr marL="285750" indent="-285750" algn="ctr">
              <a:lnSpc>
                <a:spcPct val="100000"/>
              </a:lnSpc>
              <a:spcBef>
                <a:spcPts val="600"/>
              </a:spcBef>
              <a:buFont typeface="Arial" panose="020B0604020202020204" pitchFamily="34" charset="0"/>
              <a:buChar char="​"/>
              <a:defRPr lang="en-US" sz="16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93" name="Oval 92">
            <a:extLst>
              <a:ext uri="{FF2B5EF4-FFF2-40B4-BE49-F238E27FC236}">
                <a16:creationId xmlns:a16="http://schemas.microsoft.com/office/drawing/2014/main" id="{026B9B36-08E7-4664-970C-13123F24C793}"/>
              </a:ext>
              <a:ext uri="{C183D7F6-B498-43B3-948B-1728B52AA6E4}">
                <adec:decorative xmlns:adec="http://schemas.microsoft.com/office/drawing/2017/decorative" val="1"/>
              </a:ext>
            </a:extLst>
          </p:cNvPr>
          <p:cNvSpPr/>
          <p:nvPr userDrawn="1"/>
        </p:nvSpPr>
        <p:spPr bwMode="gray">
          <a:xfrm>
            <a:off x="7464921" y="2064663"/>
            <a:ext cx="1828959" cy="1828959"/>
          </a:xfrm>
          <a:prstGeom prst="ellipse">
            <a:avLst/>
          </a:prstGeom>
          <a:solidFill>
            <a:schemeClr val="accent5"/>
          </a:solidFill>
          <a:ln w="381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a:solidFill>
                <a:schemeClr val="lt1"/>
              </a:solidFill>
            </a:endParaRPr>
          </a:p>
        </p:txBody>
      </p:sp>
      <p:sp>
        <p:nvSpPr>
          <p:cNvPr id="20" name="Text Placeholder 3">
            <a:extLst>
              <a:ext uri="{FF2B5EF4-FFF2-40B4-BE49-F238E27FC236}">
                <a16:creationId xmlns:a16="http://schemas.microsoft.com/office/drawing/2014/main" id="{D673B6CF-B10C-8742-A91F-672EAD5163E0}"/>
              </a:ext>
            </a:extLst>
          </p:cNvPr>
          <p:cNvSpPr>
            <a:spLocks noGrp="1"/>
          </p:cNvSpPr>
          <p:nvPr>
            <p:ph type="body" sz="quarter" idx="27" hasCustomPrompt="1"/>
          </p:nvPr>
        </p:nvSpPr>
        <p:spPr>
          <a:xfrm>
            <a:off x="7677080" y="2428884"/>
            <a:ext cx="1396669" cy="1100516"/>
          </a:xfrm>
        </p:spPr>
        <p:txBody>
          <a:bodyPr anchor="ctr" anchorCtr="0"/>
          <a:lstStyle>
            <a:lvl1pPr algn="ctr">
              <a:lnSpc>
                <a:spcPct val="100000"/>
              </a:lnSpc>
              <a:spcBef>
                <a:spcPts val="600"/>
              </a:spcBef>
              <a:defRPr sz="1800">
                <a:solidFill>
                  <a:schemeClr val="bg1"/>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30" name="Text Placeholder 3">
            <a:extLst>
              <a:ext uri="{FF2B5EF4-FFF2-40B4-BE49-F238E27FC236}">
                <a16:creationId xmlns:a16="http://schemas.microsoft.com/office/drawing/2014/main" id="{22F84664-2E68-46AE-AE2C-E8D2B6C9A1DD}"/>
              </a:ext>
            </a:extLst>
          </p:cNvPr>
          <p:cNvSpPr>
            <a:spLocks noGrp="1"/>
          </p:cNvSpPr>
          <p:nvPr>
            <p:ph type="body" sz="quarter" idx="22" hasCustomPrompt="1"/>
          </p:nvPr>
        </p:nvSpPr>
        <p:spPr>
          <a:xfrm>
            <a:off x="7470001" y="4282873"/>
            <a:ext cx="1894336" cy="1458912"/>
          </a:xfrm>
        </p:spPr>
        <p:txBody>
          <a:bodyPr/>
          <a:lstStyle>
            <a:lvl1pPr algn="ctr">
              <a:lnSpc>
                <a:spcPct val="100000"/>
              </a:lnSpc>
              <a:spcBef>
                <a:spcPts val="600"/>
              </a:spcBef>
              <a:defRPr sz="2000">
                <a:solidFill>
                  <a:schemeClr val="accent5"/>
                </a:solidFill>
              </a:defRPr>
            </a:lvl1pPr>
            <a:lvl2pPr marL="285750" indent="-285750" algn="ctr">
              <a:lnSpc>
                <a:spcPct val="100000"/>
              </a:lnSpc>
              <a:spcBef>
                <a:spcPts val="600"/>
              </a:spcBef>
              <a:buFont typeface="Arial" panose="020B0604020202020204" pitchFamily="34" charset="0"/>
              <a:buChar char="​"/>
              <a:defRPr lang="en-US" sz="16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23" name="Oval 22">
            <a:extLst>
              <a:ext uri="{FF2B5EF4-FFF2-40B4-BE49-F238E27FC236}">
                <a16:creationId xmlns:a16="http://schemas.microsoft.com/office/drawing/2014/main" id="{7EAB1992-E472-4489-8A4E-A8FE45DE10CF}"/>
              </a:ext>
              <a:ext uri="{C183D7F6-B498-43B3-948B-1728B52AA6E4}">
                <adec:decorative xmlns:adec="http://schemas.microsoft.com/office/drawing/2017/decorative" val="1"/>
              </a:ext>
            </a:extLst>
          </p:cNvPr>
          <p:cNvSpPr/>
          <p:nvPr userDrawn="1"/>
        </p:nvSpPr>
        <p:spPr bwMode="gray">
          <a:xfrm>
            <a:off x="9744473" y="2064663"/>
            <a:ext cx="1828959" cy="1828959"/>
          </a:xfrm>
          <a:prstGeom prst="ellipse">
            <a:avLst/>
          </a:prstGeom>
          <a:solidFill>
            <a:schemeClr val="tx2"/>
          </a:solidFill>
          <a:ln w="38100">
            <a:solidFill>
              <a:schemeClr val="tx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accent6"/>
              </a:solidFill>
            </a:endParaRPr>
          </a:p>
        </p:txBody>
      </p:sp>
      <p:sp>
        <p:nvSpPr>
          <p:cNvPr id="21" name="Text Placeholder 3">
            <a:extLst>
              <a:ext uri="{FF2B5EF4-FFF2-40B4-BE49-F238E27FC236}">
                <a16:creationId xmlns:a16="http://schemas.microsoft.com/office/drawing/2014/main" id="{FF3DA55F-C9CF-8945-A9DE-F606579BFE23}"/>
              </a:ext>
            </a:extLst>
          </p:cNvPr>
          <p:cNvSpPr>
            <a:spLocks noGrp="1"/>
          </p:cNvSpPr>
          <p:nvPr>
            <p:ph type="body" sz="quarter" idx="28" hasCustomPrompt="1"/>
          </p:nvPr>
        </p:nvSpPr>
        <p:spPr>
          <a:xfrm>
            <a:off x="9980612" y="2428884"/>
            <a:ext cx="1396669" cy="1100516"/>
          </a:xfrm>
        </p:spPr>
        <p:txBody>
          <a:bodyPr anchor="ctr" anchorCtr="0"/>
          <a:lstStyle>
            <a:lvl1pPr algn="ctr">
              <a:lnSpc>
                <a:spcPct val="100000"/>
              </a:lnSpc>
              <a:spcBef>
                <a:spcPts val="600"/>
              </a:spcBef>
              <a:defRPr sz="1800">
                <a:solidFill>
                  <a:schemeClr val="bg1"/>
                </a:solidFill>
              </a:defRPr>
            </a:lvl1pPr>
            <a:lvl2pPr marL="0" indent="0" algn="ctr">
              <a:lnSpc>
                <a:spcPct val="100000"/>
              </a:lnSpc>
              <a:spcBef>
                <a:spcPts val="600"/>
              </a:spcBef>
              <a:buFont typeface="Arial" panose="020B0604020202020204" pitchFamily="34" charset="0"/>
              <a:buChar char="​"/>
              <a:defRPr/>
            </a:lvl2pPr>
          </a:lstStyle>
          <a:p>
            <a:pPr lvl="0"/>
            <a:r>
              <a:rPr lang="en-US" dirty="0"/>
              <a:t>add icon</a:t>
            </a:r>
            <a:br>
              <a:rPr lang="en-US" dirty="0"/>
            </a:br>
            <a:r>
              <a:rPr lang="en-US" dirty="0"/>
              <a:t>or text</a:t>
            </a:r>
          </a:p>
        </p:txBody>
      </p:sp>
      <p:sp>
        <p:nvSpPr>
          <p:cNvPr id="32" name="Text Placeholder 3">
            <a:extLst>
              <a:ext uri="{FF2B5EF4-FFF2-40B4-BE49-F238E27FC236}">
                <a16:creationId xmlns:a16="http://schemas.microsoft.com/office/drawing/2014/main" id="{CDC9B65E-8BAA-4676-9F32-44EC3772D342}"/>
              </a:ext>
            </a:extLst>
          </p:cNvPr>
          <p:cNvSpPr>
            <a:spLocks noGrp="1"/>
          </p:cNvSpPr>
          <p:nvPr>
            <p:ph type="body" sz="quarter" idx="23" hasCustomPrompt="1"/>
          </p:nvPr>
        </p:nvSpPr>
        <p:spPr>
          <a:xfrm>
            <a:off x="9752013" y="4282873"/>
            <a:ext cx="1828800" cy="1458912"/>
          </a:xfrm>
        </p:spPr>
        <p:txBody>
          <a:bodyPr/>
          <a:lstStyle>
            <a:lvl1pPr algn="ctr">
              <a:lnSpc>
                <a:spcPct val="100000"/>
              </a:lnSpc>
              <a:spcBef>
                <a:spcPts val="600"/>
              </a:spcBef>
              <a:defRPr sz="2000">
                <a:solidFill>
                  <a:schemeClr val="bg2">
                    <a:lumMod val="25000"/>
                  </a:schemeClr>
                </a:solidFill>
              </a:defRPr>
            </a:lvl1pPr>
            <a:lvl2pPr marL="285750" indent="-285750" algn="ctr">
              <a:lnSpc>
                <a:spcPct val="100000"/>
              </a:lnSpc>
              <a:spcBef>
                <a:spcPts val="600"/>
              </a:spcBef>
              <a:buFont typeface="Arial" panose="020B0604020202020204" pitchFamily="34" charset="0"/>
              <a:buChar char="​"/>
              <a:defRPr lang="en-US" sz="16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27" name="page number">
            <a:extLst>
              <a:ext uri="{FF2B5EF4-FFF2-40B4-BE49-F238E27FC236}">
                <a16:creationId xmlns:a16="http://schemas.microsoft.com/office/drawing/2014/main" id="{6D94DD40-25D8-6A48-98B5-B2B0FB64FDAB}"/>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a:p>
        </p:txBody>
      </p:sp>
    </p:spTree>
    <p:extLst>
      <p:ext uri="{BB962C8B-B14F-4D97-AF65-F5344CB8AC3E}">
        <p14:creationId xmlns:p14="http://schemas.microsoft.com/office/powerpoint/2010/main" val="19486561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Four Square 1">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B7B2E889-83BD-B9A4-9C03-75723757127C}"/>
              </a:ext>
            </a:extLst>
          </p:cNvPr>
          <p:cNvGrpSpPr/>
          <p:nvPr/>
        </p:nvGrpSpPr>
        <p:grpSpPr>
          <a:xfrm>
            <a:off x="3815292" y="1126212"/>
            <a:ext cx="2141686" cy="2141686"/>
            <a:chOff x="6739684" y="1484266"/>
            <a:chExt cx="3889468" cy="3889468"/>
          </a:xfrm>
        </p:grpSpPr>
        <p:sp>
          <p:nvSpPr>
            <p:cNvPr id="19" name="Oval 18">
              <a:extLst>
                <a:ext uri="{FF2B5EF4-FFF2-40B4-BE49-F238E27FC236}">
                  <a16:creationId xmlns:a16="http://schemas.microsoft.com/office/drawing/2014/main" id="{832CB124-2963-808E-2CA1-D49EC254E642}"/>
                </a:ext>
              </a:extLst>
            </p:cNvPr>
            <p:cNvSpPr>
              <a:spLocks/>
            </p:cNvSpPr>
            <p:nvPr/>
          </p:nvSpPr>
          <p:spPr>
            <a:xfrm>
              <a:off x="6739684" y="1484266"/>
              <a:ext cx="3889468" cy="3889468"/>
            </a:xfrm>
            <a:prstGeom prst="ellipse">
              <a:avLst/>
            </a:prstGeom>
            <a:solidFill>
              <a:schemeClr val="accent2">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20" name="Oval 19">
              <a:extLst>
                <a:ext uri="{FF2B5EF4-FFF2-40B4-BE49-F238E27FC236}">
                  <a16:creationId xmlns:a16="http://schemas.microsoft.com/office/drawing/2014/main" id="{3D6A054A-2791-FFE0-A116-15F8B8309CFA}"/>
                </a:ext>
              </a:extLst>
            </p:cNvPr>
            <p:cNvSpPr/>
            <p:nvPr/>
          </p:nvSpPr>
          <p:spPr>
            <a:xfrm flipV="1">
              <a:off x="7108410" y="1852992"/>
              <a:ext cx="3152006" cy="3152006"/>
            </a:xfrm>
            <a:prstGeom prst="ellipse">
              <a:avLst/>
            </a:prstGeom>
            <a:solidFill>
              <a:schemeClr val="bg1"/>
            </a:solidFill>
            <a:ln w="38100">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algn="ctr"/>
              <a:endParaRPr lang="en-US" sz="1799">
                <a:solidFill>
                  <a:schemeClr val="lt1"/>
                </a:solidFill>
              </a:endParaRPr>
            </a:p>
          </p:txBody>
        </p:sp>
      </p:grpSp>
      <p:grpSp>
        <p:nvGrpSpPr>
          <p:cNvPr id="22" name="Group 21">
            <a:extLst>
              <a:ext uri="{FF2B5EF4-FFF2-40B4-BE49-F238E27FC236}">
                <a16:creationId xmlns:a16="http://schemas.microsoft.com/office/drawing/2014/main" id="{3AB9BEE9-522A-9893-8F17-7A00C60FFE9A}"/>
              </a:ext>
            </a:extLst>
          </p:cNvPr>
          <p:cNvGrpSpPr/>
          <p:nvPr/>
        </p:nvGrpSpPr>
        <p:grpSpPr>
          <a:xfrm>
            <a:off x="3815292" y="3522366"/>
            <a:ext cx="2141686" cy="2141686"/>
            <a:chOff x="6739684" y="1484266"/>
            <a:chExt cx="3889468" cy="3889468"/>
          </a:xfrm>
        </p:grpSpPr>
        <p:sp>
          <p:nvSpPr>
            <p:cNvPr id="42" name="Oval 41">
              <a:extLst>
                <a:ext uri="{FF2B5EF4-FFF2-40B4-BE49-F238E27FC236}">
                  <a16:creationId xmlns:a16="http://schemas.microsoft.com/office/drawing/2014/main" id="{E1475D01-F0AD-EC50-B844-D36567E8C461}"/>
                </a:ext>
              </a:extLst>
            </p:cNvPr>
            <p:cNvSpPr>
              <a:spLocks/>
            </p:cNvSpPr>
            <p:nvPr/>
          </p:nvSpPr>
          <p:spPr>
            <a:xfrm>
              <a:off x="6739684" y="1484266"/>
              <a:ext cx="3889468" cy="3889468"/>
            </a:xfrm>
            <a:prstGeom prst="ellipse">
              <a:avLst/>
            </a:prstGeom>
            <a:solidFill>
              <a:schemeClr val="accent4">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43" name="Oval 42">
              <a:extLst>
                <a:ext uri="{FF2B5EF4-FFF2-40B4-BE49-F238E27FC236}">
                  <a16:creationId xmlns:a16="http://schemas.microsoft.com/office/drawing/2014/main" id="{8609B93B-68E8-6F87-C28D-9D04961728F5}"/>
                </a:ext>
              </a:extLst>
            </p:cNvPr>
            <p:cNvSpPr/>
            <p:nvPr/>
          </p:nvSpPr>
          <p:spPr>
            <a:xfrm flipV="1">
              <a:off x="7108410" y="1852992"/>
              <a:ext cx="3152006" cy="3152006"/>
            </a:xfrm>
            <a:prstGeom prst="ellipse">
              <a:avLst/>
            </a:prstGeom>
            <a:solidFill>
              <a:schemeClr val="bg1"/>
            </a:solidFill>
            <a:ln w="381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algn="ctr"/>
              <a:endParaRPr lang="en-US" sz="1799">
                <a:solidFill>
                  <a:schemeClr val="lt1"/>
                </a:solidFill>
              </a:endParaRPr>
            </a:p>
          </p:txBody>
        </p:sp>
      </p:grpSp>
      <p:grpSp>
        <p:nvGrpSpPr>
          <p:cNvPr id="45" name="Group 44">
            <a:extLst>
              <a:ext uri="{FF2B5EF4-FFF2-40B4-BE49-F238E27FC236}">
                <a16:creationId xmlns:a16="http://schemas.microsoft.com/office/drawing/2014/main" id="{C3F2C21C-9E87-1B63-D3BF-0006EB660260}"/>
              </a:ext>
            </a:extLst>
          </p:cNvPr>
          <p:cNvGrpSpPr/>
          <p:nvPr userDrawn="1"/>
        </p:nvGrpSpPr>
        <p:grpSpPr>
          <a:xfrm>
            <a:off x="6231847" y="1126212"/>
            <a:ext cx="2141686" cy="2141686"/>
            <a:chOff x="6739684" y="1484266"/>
            <a:chExt cx="3889468" cy="3889468"/>
          </a:xfrm>
        </p:grpSpPr>
        <p:sp>
          <p:nvSpPr>
            <p:cNvPr id="49" name="Oval 48">
              <a:extLst>
                <a:ext uri="{FF2B5EF4-FFF2-40B4-BE49-F238E27FC236}">
                  <a16:creationId xmlns:a16="http://schemas.microsoft.com/office/drawing/2014/main" id="{E7803037-5F81-499A-D3F1-6264D7836524}"/>
                </a:ext>
              </a:extLst>
            </p:cNvPr>
            <p:cNvSpPr>
              <a:spLocks/>
            </p:cNvSpPr>
            <p:nvPr/>
          </p:nvSpPr>
          <p:spPr>
            <a:xfrm>
              <a:off x="6739684" y="1484266"/>
              <a:ext cx="3889468" cy="3889468"/>
            </a:xfrm>
            <a:prstGeom prst="ellipse">
              <a:avLst/>
            </a:prstGeom>
            <a:solidFill>
              <a:schemeClr val="accent5">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50" name="Oval 49">
              <a:extLst>
                <a:ext uri="{FF2B5EF4-FFF2-40B4-BE49-F238E27FC236}">
                  <a16:creationId xmlns:a16="http://schemas.microsoft.com/office/drawing/2014/main" id="{E2EA1895-20D5-1303-1C00-85FD90DC8915}"/>
                </a:ext>
              </a:extLst>
            </p:cNvPr>
            <p:cNvSpPr/>
            <p:nvPr/>
          </p:nvSpPr>
          <p:spPr>
            <a:xfrm flipV="1">
              <a:off x="7108410" y="1852992"/>
              <a:ext cx="3152006" cy="3152006"/>
            </a:xfrm>
            <a:prstGeom prst="ellipse">
              <a:avLst/>
            </a:prstGeom>
            <a:solidFill>
              <a:schemeClr val="bg1"/>
            </a:solidFill>
            <a:ln w="381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algn="ctr"/>
              <a:endParaRPr lang="en-US" sz="1799">
                <a:solidFill>
                  <a:schemeClr val="lt1"/>
                </a:solidFill>
              </a:endParaRPr>
            </a:p>
          </p:txBody>
        </p:sp>
      </p:grpSp>
      <p:grpSp>
        <p:nvGrpSpPr>
          <p:cNvPr id="52" name="Group 51">
            <a:extLst>
              <a:ext uri="{FF2B5EF4-FFF2-40B4-BE49-F238E27FC236}">
                <a16:creationId xmlns:a16="http://schemas.microsoft.com/office/drawing/2014/main" id="{93AD8C21-63B3-EEB8-75E0-EFD9E9E3281C}"/>
              </a:ext>
            </a:extLst>
          </p:cNvPr>
          <p:cNvGrpSpPr/>
          <p:nvPr userDrawn="1"/>
        </p:nvGrpSpPr>
        <p:grpSpPr>
          <a:xfrm>
            <a:off x="6231847" y="3522366"/>
            <a:ext cx="2141686" cy="2141686"/>
            <a:chOff x="6739684" y="1484266"/>
            <a:chExt cx="3889468" cy="3889468"/>
          </a:xfrm>
        </p:grpSpPr>
        <p:sp>
          <p:nvSpPr>
            <p:cNvPr id="79" name="Oval 78">
              <a:extLst>
                <a:ext uri="{FF2B5EF4-FFF2-40B4-BE49-F238E27FC236}">
                  <a16:creationId xmlns:a16="http://schemas.microsoft.com/office/drawing/2014/main" id="{18450753-5DFC-BADD-F912-C2AE22FE43DA}"/>
                </a:ext>
              </a:extLst>
            </p:cNvPr>
            <p:cNvSpPr>
              <a:spLocks/>
            </p:cNvSpPr>
            <p:nvPr/>
          </p:nvSpPr>
          <p:spPr>
            <a:xfrm>
              <a:off x="6739684" y="1484266"/>
              <a:ext cx="3889468" cy="3889468"/>
            </a:xfrm>
            <a:prstGeom prst="ellipse">
              <a:avLst/>
            </a:prstGeom>
            <a:solidFill>
              <a:schemeClr val="accent3">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80" name="Oval 79">
              <a:extLst>
                <a:ext uri="{FF2B5EF4-FFF2-40B4-BE49-F238E27FC236}">
                  <a16:creationId xmlns:a16="http://schemas.microsoft.com/office/drawing/2014/main" id="{474F314F-1C6D-0DF8-B35D-FD918115C7FC}"/>
                </a:ext>
              </a:extLst>
            </p:cNvPr>
            <p:cNvSpPr/>
            <p:nvPr/>
          </p:nvSpPr>
          <p:spPr>
            <a:xfrm flipV="1">
              <a:off x="7108410" y="1852992"/>
              <a:ext cx="3152006" cy="3152006"/>
            </a:xfrm>
            <a:prstGeom prst="ellipse">
              <a:avLst/>
            </a:prstGeom>
            <a:solidFill>
              <a:schemeClr val="bg1"/>
            </a:solidFill>
            <a:ln w="38100">
              <a:solidFill>
                <a:schemeClr val="accent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algn="ctr"/>
              <a:endParaRPr lang="en-US" sz="1799">
                <a:solidFill>
                  <a:schemeClr val="lt1"/>
                </a:solidFill>
              </a:endParaRPr>
            </a:p>
          </p:txBody>
        </p:sp>
      </p:grpSp>
      <p:sp>
        <p:nvSpPr>
          <p:cNvPr id="84" name="page number">
            <a:extLst>
              <a:ext uri="{FF2B5EF4-FFF2-40B4-BE49-F238E27FC236}">
                <a16:creationId xmlns:a16="http://schemas.microsoft.com/office/drawing/2014/main" id="{EC157D86-03E9-43E1-3857-8F60F298D266}"/>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a:p>
        </p:txBody>
      </p:sp>
      <p:sp>
        <p:nvSpPr>
          <p:cNvPr id="87" name="Content Placeholder 85">
            <a:extLst>
              <a:ext uri="{FF2B5EF4-FFF2-40B4-BE49-F238E27FC236}">
                <a16:creationId xmlns:a16="http://schemas.microsoft.com/office/drawing/2014/main" id="{CA3964CB-7FC7-3A4B-6A0C-B3F23E15A213}"/>
              </a:ext>
            </a:extLst>
          </p:cNvPr>
          <p:cNvSpPr>
            <a:spLocks noGrp="1"/>
          </p:cNvSpPr>
          <p:nvPr userDrawn="1">
            <p:ph sz="quarter" idx="12"/>
          </p:nvPr>
        </p:nvSpPr>
        <p:spPr>
          <a:xfrm>
            <a:off x="722611" y="1282655"/>
            <a:ext cx="2817812" cy="1782203"/>
          </a:xfrm>
        </p:spPr>
        <p:txBody>
          <a:bodyPr anchor="ctr"/>
          <a:lstStyle>
            <a:lvl1pPr algn="r">
              <a:defRPr/>
            </a:lvl1pPr>
            <a:lvl2pPr marL="273050" indent="0">
              <a:buNone/>
              <a:defRPr/>
            </a:lvl2pPr>
          </a:lstStyle>
          <a:p>
            <a:pPr lvl="0"/>
            <a:r>
              <a:rPr lang="en-GB"/>
              <a:t>Click to edit Master text styles</a:t>
            </a:r>
          </a:p>
        </p:txBody>
      </p:sp>
      <p:sp>
        <p:nvSpPr>
          <p:cNvPr id="90" name="Content Placeholder 85">
            <a:extLst>
              <a:ext uri="{FF2B5EF4-FFF2-40B4-BE49-F238E27FC236}">
                <a16:creationId xmlns:a16="http://schemas.microsoft.com/office/drawing/2014/main" id="{85D7AC42-E32C-5776-89C3-92892E6BE9C3}"/>
              </a:ext>
            </a:extLst>
          </p:cNvPr>
          <p:cNvSpPr>
            <a:spLocks noGrp="1"/>
          </p:cNvSpPr>
          <p:nvPr userDrawn="1">
            <p:ph sz="quarter" idx="13"/>
          </p:nvPr>
        </p:nvSpPr>
        <p:spPr>
          <a:xfrm>
            <a:off x="8648402" y="1282655"/>
            <a:ext cx="2817812" cy="1782203"/>
          </a:xfrm>
        </p:spPr>
        <p:txBody>
          <a:bodyPr anchor="ctr"/>
          <a:lstStyle>
            <a:lvl1pPr algn="l">
              <a:defRPr/>
            </a:lvl1pPr>
            <a:lvl2pPr marL="273050" indent="0">
              <a:buNone/>
              <a:defRPr/>
            </a:lvl2pPr>
          </a:lstStyle>
          <a:p>
            <a:pPr lvl="0"/>
            <a:r>
              <a:rPr lang="en-GB"/>
              <a:t>Click to edit Master text styles</a:t>
            </a:r>
          </a:p>
        </p:txBody>
      </p:sp>
      <p:sp>
        <p:nvSpPr>
          <p:cNvPr id="92" name="Content Placeholder 85">
            <a:extLst>
              <a:ext uri="{FF2B5EF4-FFF2-40B4-BE49-F238E27FC236}">
                <a16:creationId xmlns:a16="http://schemas.microsoft.com/office/drawing/2014/main" id="{40488B02-541B-4537-2C4B-1D28947B215E}"/>
              </a:ext>
            </a:extLst>
          </p:cNvPr>
          <p:cNvSpPr>
            <a:spLocks noGrp="1"/>
          </p:cNvSpPr>
          <p:nvPr userDrawn="1">
            <p:ph sz="quarter" idx="14"/>
          </p:nvPr>
        </p:nvSpPr>
        <p:spPr>
          <a:xfrm>
            <a:off x="722611" y="3702104"/>
            <a:ext cx="2817812" cy="1782203"/>
          </a:xfrm>
        </p:spPr>
        <p:txBody>
          <a:bodyPr anchor="ctr"/>
          <a:lstStyle>
            <a:lvl1pPr algn="r">
              <a:defRPr/>
            </a:lvl1pPr>
            <a:lvl2pPr marL="273050" indent="0">
              <a:buNone/>
              <a:defRPr/>
            </a:lvl2pPr>
          </a:lstStyle>
          <a:p>
            <a:pPr lvl="0"/>
            <a:r>
              <a:rPr lang="en-GB"/>
              <a:t>Click to edit Master text styles</a:t>
            </a:r>
          </a:p>
        </p:txBody>
      </p:sp>
      <p:sp>
        <p:nvSpPr>
          <p:cNvPr id="94" name="Content Placeholder 85">
            <a:extLst>
              <a:ext uri="{FF2B5EF4-FFF2-40B4-BE49-F238E27FC236}">
                <a16:creationId xmlns:a16="http://schemas.microsoft.com/office/drawing/2014/main" id="{CD0DF2F0-EE44-A3A5-ECA8-62C510C2EADC}"/>
              </a:ext>
            </a:extLst>
          </p:cNvPr>
          <p:cNvSpPr>
            <a:spLocks noGrp="1"/>
          </p:cNvSpPr>
          <p:nvPr userDrawn="1">
            <p:ph sz="quarter" idx="15"/>
          </p:nvPr>
        </p:nvSpPr>
        <p:spPr>
          <a:xfrm>
            <a:off x="8648402" y="3702104"/>
            <a:ext cx="2817812" cy="1782203"/>
          </a:xfrm>
        </p:spPr>
        <p:txBody>
          <a:bodyPr anchor="ctr"/>
          <a:lstStyle>
            <a:lvl1pPr algn="l">
              <a:defRPr/>
            </a:lvl1pPr>
            <a:lvl2pPr marL="273050" indent="0">
              <a:buNone/>
              <a:defRPr/>
            </a:lvl2pPr>
          </a:lstStyle>
          <a:p>
            <a:pPr lvl="0"/>
            <a:r>
              <a:rPr lang="en-GB"/>
              <a:t>Click to edit Master text styles</a:t>
            </a:r>
          </a:p>
        </p:txBody>
      </p:sp>
      <p:sp>
        <p:nvSpPr>
          <p:cNvPr id="2" name="Rectangle 1">
            <a:extLst>
              <a:ext uri="{FF2B5EF4-FFF2-40B4-BE49-F238E27FC236}">
                <a16:creationId xmlns:a16="http://schemas.microsoft.com/office/drawing/2014/main" id="{C0BA8351-BD18-88BA-D983-7A58F5A42D1F}"/>
              </a:ext>
            </a:extLst>
          </p:cNvPr>
          <p:cNvSpPr/>
          <p:nvPr userDrawn="1"/>
        </p:nvSpPr>
        <p:spPr>
          <a:xfrm>
            <a:off x="0" y="0"/>
            <a:ext cx="12188825" cy="251012"/>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pic>
        <p:nvPicPr>
          <p:cNvPr id="5" name="Picture 4" descr="A green and blue arrow&#10;&#10;Description automatically generated">
            <a:extLst>
              <a:ext uri="{FF2B5EF4-FFF2-40B4-BE49-F238E27FC236}">
                <a16:creationId xmlns:a16="http://schemas.microsoft.com/office/drawing/2014/main" id="{1037025F-BC06-846C-0197-1D91D7FA2FD4}"/>
              </a:ext>
            </a:extLst>
          </p:cNvPr>
          <p:cNvPicPr>
            <a:picLocks noChangeAspect="1"/>
          </p:cNvPicPr>
          <p:nvPr userDrawn="1"/>
        </p:nvPicPr>
        <p:blipFill rotWithShape="1">
          <a:blip r:embed="rId2"/>
          <a:srcRect b="97344"/>
          <a:stretch/>
        </p:blipFill>
        <p:spPr>
          <a:xfrm>
            <a:off x="0" y="-494"/>
            <a:ext cx="12187946" cy="182146"/>
          </a:xfrm>
          <a:prstGeom prst="rect">
            <a:avLst/>
          </a:prstGeom>
        </p:spPr>
      </p:pic>
    </p:spTree>
    <p:extLst>
      <p:ext uri="{BB962C8B-B14F-4D97-AF65-F5344CB8AC3E}">
        <p14:creationId xmlns:p14="http://schemas.microsoft.com/office/powerpoint/2010/main" val="6702069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Five Numbered ">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52EE46A-2B6A-D0CE-D67A-E39C4516F8BB}"/>
              </a:ext>
            </a:extLst>
          </p:cNvPr>
          <p:cNvSpPr/>
          <p:nvPr/>
        </p:nvSpPr>
        <p:spPr>
          <a:xfrm>
            <a:off x="2894013" y="2529075"/>
            <a:ext cx="1828800" cy="2871263"/>
          </a:xfrm>
          <a:prstGeom prst="rect">
            <a:avLst/>
          </a:prstGeom>
          <a:solidFill>
            <a:srgbClr val="F4F8FA"/>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5" name="Rectangle 4">
            <a:extLst>
              <a:ext uri="{FF2B5EF4-FFF2-40B4-BE49-F238E27FC236}">
                <a16:creationId xmlns:a16="http://schemas.microsoft.com/office/drawing/2014/main" id="{1DC9EA80-9EA8-343E-F517-1CAD885879D6}"/>
              </a:ext>
            </a:extLst>
          </p:cNvPr>
          <p:cNvSpPr/>
          <p:nvPr/>
        </p:nvSpPr>
        <p:spPr>
          <a:xfrm>
            <a:off x="5185093" y="2529075"/>
            <a:ext cx="1828800" cy="2871263"/>
          </a:xfrm>
          <a:prstGeom prst="rect">
            <a:avLst/>
          </a:prstGeom>
          <a:solidFill>
            <a:srgbClr val="F4F8FA"/>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6" name="Rectangle 5">
            <a:extLst>
              <a:ext uri="{FF2B5EF4-FFF2-40B4-BE49-F238E27FC236}">
                <a16:creationId xmlns:a16="http://schemas.microsoft.com/office/drawing/2014/main" id="{A8D23D95-E4CC-0B03-48A9-0EC81B2368E5}"/>
              </a:ext>
            </a:extLst>
          </p:cNvPr>
          <p:cNvSpPr/>
          <p:nvPr/>
        </p:nvSpPr>
        <p:spPr>
          <a:xfrm>
            <a:off x="7470001" y="2529075"/>
            <a:ext cx="1828800" cy="2871263"/>
          </a:xfrm>
          <a:prstGeom prst="rect">
            <a:avLst/>
          </a:prstGeom>
          <a:solidFill>
            <a:srgbClr val="F4F8FA"/>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7" name="Rectangle 6">
            <a:extLst>
              <a:ext uri="{FF2B5EF4-FFF2-40B4-BE49-F238E27FC236}">
                <a16:creationId xmlns:a16="http://schemas.microsoft.com/office/drawing/2014/main" id="{3737E5D6-04BF-01BC-A221-0F1D603C51D8}"/>
              </a:ext>
            </a:extLst>
          </p:cNvPr>
          <p:cNvSpPr/>
          <p:nvPr/>
        </p:nvSpPr>
        <p:spPr>
          <a:xfrm>
            <a:off x="9752013" y="2529075"/>
            <a:ext cx="1828800" cy="2871263"/>
          </a:xfrm>
          <a:prstGeom prst="rect">
            <a:avLst/>
          </a:prstGeom>
          <a:solidFill>
            <a:srgbClr val="F4F8FA"/>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2" name="Rectangle 1">
            <a:extLst>
              <a:ext uri="{FF2B5EF4-FFF2-40B4-BE49-F238E27FC236}">
                <a16:creationId xmlns:a16="http://schemas.microsoft.com/office/drawing/2014/main" id="{65142366-F01F-D56A-11BB-7D669E9AD2B4}"/>
              </a:ext>
            </a:extLst>
          </p:cNvPr>
          <p:cNvSpPr/>
          <p:nvPr/>
        </p:nvSpPr>
        <p:spPr>
          <a:xfrm>
            <a:off x="610851" y="2529075"/>
            <a:ext cx="1828800" cy="2871263"/>
          </a:xfrm>
          <a:prstGeom prst="rect">
            <a:avLst/>
          </a:prstGeom>
          <a:solidFill>
            <a:srgbClr val="F4F8FA"/>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3" name="Title 2">
            <a:extLst>
              <a:ext uri="{FF2B5EF4-FFF2-40B4-BE49-F238E27FC236}">
                <a16:creationId xmlns:a16="http://schemas.microsoft.com/office/drawing/2014/main" id="{CBA8A47F-2243-412F-A1A8-FA8E3475F5E1}"/>
              </a:ext>
            </a:extLst>
          </p:cNvPr>
          <p:cNvSpPr>
            <a:spLocks noGrp="1"/>
          </p:cNvSpPr>
          <p:nvPr>
            <p:ph type="title" hasCustomPrompt="1"/>
          </p:nvPr>
        </p:nvSpPr>
        <p:spPr/>
        <p:txBody>
          <a:bodyPr/>
          <a:lstStyle>
            <a:lvl1pPr>
              <a:defRPr>
                <a:solidFill>
                  <a:schemeClr val="accent2"/>
                </a:solidFill>
              </a:defRPr>
            </a:lvl1pPr>
          </a:lstStyle>
          <a:p>
            <a:r>
              <a:rPr lang="en-US"/>
              <a:t>Five Column Text with Number Icons Click to Add Title</a:t>
            </a:r>
          </a:p>
        </p:txBody>
      </p:sp>
      <p:sp>
        <p:nvSpPr>
          <p:cNvPr id="16" name="Subtitle 2">
            <a:extLst>
              <a:ext uri="{FF2B5EF4-FFF2-40B4-BE49-F238E27FC236}">
                <a16:creationId xmlns:a16="http://schemas.microsoft.com/office/drawing/2014/main" id="{EEA64E97-C31D-49B1-B8E1-20E5F404F516}"/>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cxnSp>
        <p:nvCxnSpPr>
          <p:cNvPr id="15" name="Straight Connector 14">
            <a:extLst>
              <a:ext uri="{FF2B5EF4-FFF2-40B4-BE49-F238E27FC236}">
                <a16:creationId xmlns:a16="http://schemas.microsoft.com/office/drawing/2014/main" id="{182EA033-41AE-6148-A260-889FF59E41C9}"/>
              </a:ext>
            </a:extLst>
          </p:cNvPr>
          <p:cNvCxnSpPr/>
          <p:nvPr/>
        </p:nvCxnSpPr>
        <p:spPr bwMode="gray">
          <a:xfrm>
            <a:off x="610850" y="2512464"/>
            <a:ext cx="1828800" cy="0"/>
          </a:xfrm>
          <a:prstGeom prst="line">
            <a:avLst/>
          </a:prstGeom>
          <a:ln w="25400">
            <a:solidFill>
              <a:schemeClr val="accent4"/>
            </a:solidFill>
            <a:miter lim="800000"/>
            <a:tailEnd type="none"/>
          </a:ln>
        </p:spPr>
        <p:style>
          <a:lnRef idx="1">
            <a:schemeClr val="accent1"/>
          </a:lnRef>
          <a:fillRef idx="0">
            <a:schemeClr val="accent1"/>
          </a:fillRef>
          <a:effectRef idx="0">
            <a:schemeClr val="accent1"/>
          </a:effectRef>
          <a:fontRef idx="minor">
            <a:schemeClr val="tx1"/>
          </a:fontRef>
        </p:style>
      </p:cxnSp>
      <p:sp>
        <p:nvSpPr>
          <p:cNvPr id="17" name="Text Placeholder 3">
            <a:extLst>
              <a:ext uri="{FF2B5EF4-FFF2-40B4-BE49-F238E27FC236}">
                <a16:creationId xmlns:a16="http://schemas.microsoft.com/office/drawing/2014/main" id="{2E201879-B985-4ADE-8AD6-6C3E14CE0AFE}"/>
              </a:ext>
            </a:extLst>
          </p:cNvPr>
          <p:cNvSpPr>
            <a:spLocks noGrp="1"/>
          </p:cNvSpPr>
          <p:nvPr>
            <p:ph type="body" sz="quarter" idx="19" hasCustomPrompt="1"/>
          </p:nvPr>
        </p:nvSpPr>
        <p:spPr>
          <a:xfrm>
            <a:off x="610851" y="2529075"/>
            <a:ext cx="1828800" cy="2871263"/>
          </a:xfrm>
          <a:noFill/>
          <a:ln>
            <a:noFill/>
          </a:ln>
        </p:spPr>
        <p:txBody>
          <a:bodyPr lIns="182880" tIns="548640" rIns="182880" bIns="182880"/>
          <a:lstStyle>
            <a:lvl1pPr algn="ctr">
              <a:lnSpc>
                <a:spcPct val="90000"/>
              </a:lnSpc>
              <a:spcBef>
                <a:spcPts val="600"/>
              </a:spcBef>
              <a:buNone/>
              <a:defRPr sz="2000">
                <a:solidFill>
                  <a:schemeClr val="accent4"/>
                </a:solidFill>
              </a:defRPr>
            </a:lvl1pPr>
            <a:lvl2pPr marL="0" indent="0" algn="ctr">
              <a:lnSpc>
                <a:spcPct val="100000"/>
              </a:lnSpc>
              <a:spcBef>
                <a:spcPts val="600"/>
              </a:spcBef>
              <a:buFont typeface="Arial" panose="020B0604020202020204" pitchFamily="34" charset="0"/>
              <a:buChar char="​"/>
              <a:defRPr sz="1600">
                <a:solidFill>
                  <a:schemeClr val="tx1"/>
                </a:solidFill>
              </a:defRPr>
            </a:lvl2pPr>
          </a:lstStyle>
          <a:p>
            <a:pPr lvl="0"/>
            <a:r>
              <a:rPr lang="en-US" dirty="0"/>
              <a:t>Click to add text</a:t>
            </a:r>
          </a:p>
          <a:p>
            <a:pPr lvl="1"/>
            <a:r>
              <a:rPr lang="en-US" dirty="0"/>
              <a:t>Second level</a:t>
            </a:r>
          </a:p>
        </p:txBody>
      </p:sp>
      <p:cxnSp>
        <p:nvCxnSpPr>
          <p:cNvPr id="19" name="Straight Connector 18">
            <a:extLst>
              <a:ext uri="{FF2B5EF4-FFF2-40B4-BE49-F238E27FC236}">
                <a16:creationId xmlns:a16="http://schemas.microsoft.com/office/drawing/2014/main" id="{662FF207-1B75-1940-91E1-2692254C727F}"/>
              </a:ext>
            </a:extLst>
          </p:cNvPr>
          <p:cNvCxnSpPr/>
          <p:nvPr/>
        </p:nvCxnSpPr>
        <p:spPr bwMode="gray">
          <a:xfrm>
            <a:off x="2894013" y="2512464"/>
            <a:ext cx="1828800" cy="0"/>
          </a:xfrm>
          <a:prstGeom prst="line">
            <a:avLst/>
          </a:prstGeom>
          <a:ln w="25400">
            <a:solidFill>
              <a:schemeClr val="accent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29" name="Text Placeholder 3">
            <a:extLst>
              <a:ext uri="{FF2B5EF4-FFF2-40B4-BE49-F238E27FC236}">
                <a16:creationId xmlns:a16="http://schemas.microsoft.com/office/drawing/2014/main" id="{62D3946B-F2F1-42AF-8E89-00761A7745D4}"/>
              </a:ext>
            </a:extLst>
          </p:cNvPr>
          <p:cNvSpPr>
            <a:spLocks noGrp="1"/>
          </p:cNvSpPr>
          <p:nvPr>
            <p:ph type="body" sz="quarter" idx="21" hasCustomPrompt="1"/>
          </p:nvPr>
        </p:nvSpPr>
        <p:spPr>
          <a:xfrm>
            <a:off x="2894013" y="2529075"/>
            <a:ext cx="1828800" cy="2871263"/>
          </a:xfrm>
          <a:noFill/>
          <a:ln>
            <a:noFill/>
          </a:ln>
        </p:spPr>
        <p:txBody>
          <a:bodyPr lIns="182880" tIns="548640" rIns="182880" bIns="182880"/>
          <a:lstStyle>
            <a:lvl1pPr algn="ctr">
              <a:lnSpc>
                <a:spcPct val="90000"/>
              </a:lnSpc>
              <a:spcBef>
                <a:spcPts val="600"/>
              </a:spcBef>
              <a:defRPr sz="2000">
                <a:solidFill>
                  <a:schemeClr val="accent3"/>
                </a:solidFill>
              </a:defRPr>
            </a:lvl1pPr>
            <a:lvl2pPr marL="285750" indent="-285750" algn="ctr">
              <a:lnSpc>
                <a:spcPct val="100000"/>
              </a:lnSpc>
              <a:spcBef>
                <a:spcPts val="600"/>
              </a:spcBef>
              <a:buFont typeface="Arial" panose="020B0604020202020204" pitchFamily="34" charset="0"/>
              <a:buChar char="​"/>
              <a:defRPr lang="en-US" sz="16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cxnSp>
        <p:nvCxnSpPr>
          <p:cNvPr id="18" name="Straight Connector 17">
            <a:extLst>
              <a:ext uri="{FF2B5EF4-FFF2-40B4-BE49-F238E27FC236}">
                <a16:creationId xmlns:a16="http://schemas.microsoft.com/office/drawing/2014/main" id="{903341DC-DE80-5E4C-A4C9-C984D7074760}"/>
              </a:ext>
            </a:extLst>
          </p:cNvPr>
          <p:cNvCxnSpPr/>
          <p:nvPr/>
        </p:nvCxnSpPr>
        <p:spPr bwMode="gray">
          <a:xfrm>
            <a:off x="5185093" y="2512464"/>
            <a:ext cx="1828800" cy="0"/>
          </a:xfrm>
          <a:prstGeom prst="line">
            <a:avLst/>
          </a:prstGeom>
          <a:ln w="25400">
            <a:solidFill>
              <a:schemeClr val="accent2"/>
            </a:solidFill>
            <a:miter lim="800000"/>
            <a:tailEnd type="none"/>
          </a:ln>
        </p:spPr>
        <p:style>
          <a:lnRef idx="1">
            <a:schemeClr val="accent1"/>
          </a:lnRef>
          <a:fillRef idx="0">
            <a:schemeClr val="accent1"/>
          </a:fillRef>
          <a:effectRef idx="0">
            <a:schemeClr val="accent1"/>
          </a:effectRef>
          <a:fontRef idx="minor">
            <a:schemeClr val="tx1"/>
          </a:fontRef>
        </p:style>
      </p:cxnSp>
      <p:sp>
        <p:nvSpPr>
          <p:cNvPr id="28" name="Text Placeholder 3">
            <a:extLst>
              <a:ext uri="{FF2B5EF4-FFF2-40B4-BE49-F238E27FC236}">
                <a16:creationId xmlns:a16="http://schemas.microsoft.com/office/drawing/2014/main" id="{9495BAAB-E860-4075-9DA3-ABA7C32D235E}"/>
              </a:ext>
            </a:extLst>
          </p:cNvPr>
          <p:cNvSpPr>
            <a:spLocks noGrp="1"/>
          </p:cNvSpPr>
          <p:nvPr>
            <p:ph type="body" sz="quarter" idx="20" hasCustomPrompt="1"/>
          </p:nvPr>
        </p:nvSpPr>
        <p:spPr>
          <a:xfrm>
            <a:off x="5185093" y="2529075"/>
            <a:ext cx="1828800" cy="2871263"/>
          </a:xfrm>
          <a:noFill/>
          <a:ln>
            <a:noFill/>
          </a:ln>
        </p:spPr>
        <p:txBody>
          <a:bodyPr lIns="182880" tIns="548640" rIns="182880" bIns="182880"/>
          <a:lstStyle>
            <a:lvl1pPr algn="ctr">
              <a:lnSpc>
                <a:spcPct val="90000"/>
              </a:lnSpc>
              <a:spcBef>
                <a:spcPts val="600"/>
              </a:spcBef>
              <a:buNone/>
              <a:defRPr sz="2000">
                <a:solidFill>
                  <a:schemeClr val="accent2"/>
                </a:solidFill>
              </a:defRPr>
            </a:lvl1pPr>
            <a:lvl2pPr marL="285750" indent="-285750" algn="ctr">
              <a:lnSpc>
                <a:spcPct val="100000"/>
              </a:lnSpc>
              <a:spcBef>
                <a:spcPts val="600"/>
              </a:spcBef>
              <a:buFont typeface="Arial" panose="020B0604020202020204" pitchFamily="34" charset="0"/>
              <a:buChar char="​"/>
              <a:defRPr lang="en-US" sz="16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cxnSp>
        <p:nvCxnSpPr>
          <p:cNvPr id="20" name="Straight Connector 19">
            <a:extLst>
              <a:ext uri="{FF2B5EF4-FFF2-40B4-BE49-F238E27FC236}">
                <a16:creationId xmlns:a16="http://schemas.microsoft.com/office/drawing/2014/main" id="{128E238A-DE09-DD4F-A6F3-2F244E7301C3}"/>
              </a:ext>
            </a:extLst>
          </p:cNvPr>
          <p:cNvCxnSpPr/>
          <p:nvPr/>
        </p:nvCxnSpPr>
        <p:spPr bwMode="gray">
          <a:xfrm>
            <a:off x="7470001" y="2512464"/>
            <a:ext cx="1828800" cy="0"/>
          </a:xfrm>
          <a:prstGeom prst="line">
            <a:avLst/>
          </a:prstGeom>
          <a:ln w="25400">
            <a:solidFill>
              <a:schemeClr val="accent5"/>
            </a:solidFill>
            <a:miter lim="800000"/>
            <a:tailEnd type="none"/>
          </a:ln>
        </p:spPr>
        <p:style>
          <a:lnRef idx="1">
            <a:schemeClr val="accent1"/>
          </a:lnRef>
          <a:fillRef idx="0">
            <a:schemeClr val="accent1"/>
          </a:fillRef>
          <a:effectRef idx="0">
            <a:schemeClr val="accent1"/>
          </a:effectRef>
          <a:fontRef idx="minor">
            <a:schemeClr val="tx1"/>
          </a:fontRef>
        </p:style>
      </p:cxnSp>
      <p:sp>
        <p:nvSpPr>
          <p:cNvPr id="30" name="Text Placeholder 3">
            <a:extLst>
              <a:ext uri="{FF2B5EF4-FFF2-40B4-BE49-F238E27FC236}">
                <a16:creationId xmlns:a16="http://schemas.microsoft.com/office/drawing/2014/main" id="{22F84664-2E68-46AE-AE2C-E8D2B6C9A1DD}"/>
              </a:ext>
            </a:extLst>
          </p:cNvPr>
          <p:cNvSpPr>
            <a:spLocks noGrp="1"/>
          </p:cNvSpPr>
          <p:nvPr>
            <p:ph type="body" sz="quarter" idx="22" hasCustomPrompt="1"/>
          </p:nvPr>
        </p:nvSpPr>
        <p:spPr>
          <a:xfrm>
            <a:off x="7470001" y="2529075"/>
            <a:ext cx="1828800" cy="2871263"/>
          </a:xfrm>
          <a:noFill/>
          <a:ln>
            <a:noFill/>
          </a:ln>
        </p:spPr>
        <p:txBody>
          <a:bodyPr lIns="182880" tIns="548640" rIns="182880" bIns="182880"/>
          <a:lstStyle>
            <a:lvl1pPr algn="ctr">
              <a:lnSpc>
                <a:spcPct val="90000"/>
              </a:lnSpc>
              <a:spcBef>
                <a:spcPts val="600"/>
              </a:spcBef>
              <a:buNone/>
              <a:defRPr sz="2000">
                <a:solidFill>
                  <a:schemeClr val="accent5"/>
                </a:solidFill>
              </a:defRPr>
            </a:lvl1pPr>
            <a:lvl2pPr marL="285750" indent="-285750" algn="ctr">
              <a:lnSpc>
                <a:spcPct val="100000"/>
              </a:lnSpc>
              <a:spcBef>
                <a:spcPts val="600"/>
              </a:spcBef>
              <a:buFont typeface="Arial" panose="020B0604020202020204" pitchFamily="34" charset="0"/>
              <a:buChar char="​"/>
              <a:defRPr lang="en-US" sz="16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cxnSp>
        <p:nvCxnSpPr>
          <p:cNvPr id="21" name="Straight Connector 20">
            <a:extLst>
              <a:ext uri="{FF2B5EF4-FFF2-40B4-BE49-F238E27FC236}">
                <a16:creationId xmlns:a16="http://schemas.microsoft.com/office/drawing/2014/main" id="{E8B64954-CA3A-494E-B70D-3405C9F592D8}"/>
              </a:ext>
            </a:extLst>
          </p:cNvPr>
          <p:cNvCxnSpPr/>
          <p:nvPr/>
        </p:nvCxnSpPr>
        <p:spPr bwMode="gray">
          <a:xfrm>
            <a:off x="9752013" y="2512464"/>
            <a:ext cx="1828800" cy="0"/>
          </a:xfrm>
          <a:prstGeom prst="line">
            <a:avLst/>
          </a:prstGeom>
          <a:ln w="25400">
            <a:solidFill>
              <a:srgbClr val="53565A"/>
            </a:solidFill>
            <a:miter lim="800000"/>
            <a:tailEnd type="none"/>
          </a:ln>
        </p:spPr>
        <p:style>
          <a:lnRef idx="1">
            <a:schemeClr val="accent1"/>
          </a:lnRef>
          <a:fillRef idx="0">
            <a:schemeClr val="accent1"/>
          </a:fillRef>
          <a:effectRef idx="0">
            <a:schemeClr val="accent1"/>
          </a:effectRef>
          <a:fontRef idx="minor">
            <a:schemeClr val="tx1"/>
          </a:fontRef>
        </p:style>
      </p:cxnSp>
      <p:sp>
        <p:nvSpPr>
          <p:cNvPr id="32" name="Text Placeholder 3">
            <a:extLst>
              <a:ext uri="{FF2B5EF4-FFF2-40B4-BE49-F238E27FC236}">
                <a16:creationId xmlns:a16="http://schemas.microsoft.com/office/drawing/2014/main" id="{CDC9B65E-8BAA-4676-9F32-44EC3772D342}"/>
              </a:ext>
            </a:extLst>
          </p:cNvPr>
          <p:cNvSpPr>
            <a:spLocks noGrp="1"/>
          </p:cNvSpPr>
          <p:nvPr>
            <p:ph type="body" sz="quarter" idx="23" hasCustomPrompt="1"/>
          </p:nvPr>
        </p:nvSpPr>
        <p:spPr>
          <a:xfrm>
            <a:off x="9752013" y="2529075"/>
            <a:ext cx="1828800" cy="2871263"/>
          </a:xfrm>
          <a:noFill/>
          <a:ln>
            <a:noFill/>
          </a:ln>
        </p:spPr>
        <p:txBody>
          <a:bodyPr lIns="182880" tIns="548640" rIns="182880" bIns="182880"/>
          <a:lstStyle>
            <a:lvl1pPr algn="ctr">
              <a:lnSpc>
                <a:spcPct val="90000"/>
              </a:lnSpc>
              <a:spcBef>
                <a:spcPts val="600"/>
              </a:spcBef>
              <a:buNone/>
              <a:defRPr sz="2000">
                <a:solidFill>
                  <a:schemeClr val="bg2">
                    <a:lumMod val="25000"/>
                  </a:schemeClr>
                </a:solidFill>
              </a:defRPr>
            </a:lvl1pPr>
            <a:lvl2pPr marL="285750" indent="-285750" algn="ctr">
              <a:lnSpc>
                <a:spcPct val="100000"/>
              </a:lnSpc>
              <a:spcBef>
                <a:spcPts val="600"/>
              </a:spcBef>
              <a:buFont typeface="Arial" panose="020B0604020202020204" pitchFamily="34" charset="0"/>
              <a:buChar char="​"/>
              <a:defRPr lang="en-US" sz="16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23" name="page number">
            <a:extLst>
              <a:ext uri="{FF2B5EF4-FFF2-40B4-BE49-F238E27FC236}">
                <a16:creationId xmlns:a16="http://schemas.microsoft.com/office/drawing/2014/main" id="{778B9E91-325F-BB46-BB33-20219DF70C9B}"/>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37" name="Oval 36">
            <a:extLst>
              <a:ext uri="{FF2B5EF4-FFF2-40B4-BE49-F238E27FC236}">
                <a16:creationId xmlns:a16="http://schemas.microsoft.com/office/drawing/2014/main" id="{FF6B89BA-DE17-014A-9ED8-790359ADE9FE}"/>
              </a:ext>
              <a:ext uri="{C183D7F6-B498-43B3-948B-1728B52AA6E4}">
                <adec:decorative xmlns:adec="http://schemas.microsoft.com/office/drawing/2017/decorative" val="1"/>
              </a:ext>
            </a:extLst>
          </p:cNvPr>
          <p:cNvSpPr/>
          <p:nvPr/>
        </p:nvSpPr>
        <p:spPr bwMode="gray">
          <a:xfrm>
            <a:off x="1131007" y="2118221"/>
            <a:ext cx="788487" cy="788487"/>
          </a:xfrm>
          <a:prstGeom prst="ellipse">
            <a:avLst/>
          </a:prstGeom>
          <a:solidFill>
            <a:schemeClr val="bg1"/>
          </a:solidFill>
          <a:ln w="254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solidFill>
                  <a:schemeClr val="accent4"/>
                </a:solidFill>
              </a:rPr>
              <a:t>1</a:t>
            </a:r>
          </a:p>
        </p:txBody>
      </p:sp>
      <p:sp>
        <p:nvSpPr>
          <p:cNvPr id="39" name="Oval 38">
            <a:extLst>
              <a:ext uri="{FF2B5EF4-FFF2-40B4-BE49-F238E27FC236}">
                <a16:creationId xmlns:a16="http://schemas.microsoft.com/office/drawing/2014/main" id="{C609A2D8-18F0-8A47-BD8C-DD1AF0B615E1}"/>
              </a:ext>
              <a:ext uri="{C183D7F6-B498-43B3-948B-1728B52AA6E4}">
                <adec:decorative xmlns:adec="http://schemas.microsoft.com/office/drawing/2017/decorative" val="1"/>
              </a:ext>
            </a:extLst>
          </p:cNvPr>
          <p:cNvSpPr/>
          <p:nvPr/>
        </p:nvSpPr>
        <p:spPr bwMode="gray">
          <a:xfrm>
            <a:off x="3414170" y="2118221"/>
            <a:ext cx="788487" cy="788487"/>
          </a:xfrm>
          <a:prstGeom prst="ellipse">
            <a:avLst/>
          </a:prstGeom>
          <a:solidFill>
            <a:schemeClr val="bg1"/>
          </a:solidFill>
          <a:ln w="25400">
            <a:solidFill>
              <a:schemeClr val="accent3"/>
            </a:solidFill>
          </a:ln>
          <a:effectLst/>
        </p:spPr>
        <p:txBody>
          <a:bodyPr vert="horz" wrap="square" lIns="0" tIns="0" rIns="0" bIns="0" numCol="1" anchor="ctr" anchorCtr="0" compatLnSpc="1">
            <a:prstTxWarp prst="textNoShape">
              <a:avLst/>
            </a:prstTxWarp>
          </a:bodyPr>
          <a:lstStyle/>
          <a:p>
            <a:pPr lvl="0" algn="ctr"/>
            <a:r>
              <a:rPr lang="en-US" dirty="0">
                <a:solidFill>
                  <a:schemeClr val="accent3"/>
                </a:solidFill>
              </a:rPr>
              <a:t>2</a:t>
            </a:r>
          </a:p>
        </p:txBody>
      </p:sp>
      <p:sp>
        <p:nvSpPr>
          <p:cNvPr id="38" name="Oval 37">
            <a:extLst>
              <a:ext uri="{FF2B5EF4-FFF2-40B4-BE49-F238E27FC236}">
                <a16:creationId xmlns:a16="http://schemas.microsoft.com/office/drawing/2014/main" id="{5B0E1473-AF0F-7C48-8FAF-3848C1B61D3D}"/>
              </a:ext>
              <a:ext uri="{C183D7F6-B498-43B3-948B-1728B52AA6E4}">
                <adec:decorative xmlns:adec="http://schemas.microsoft.com/office/drawing/2017/decorative" val="1"/>
              </a:ext>
            </a:extLst>
          </p:cNvPr>
          <p:cNvSpPr/>
          <p:nvPr/>
        </p:nvSpPr>
        <p:spPr bwMode="gray">
          <a:xfrm>
            <a:off x="5705250" y="2118221"/>
            <a:ext cx="788487" cy="788487"/>
          </a:xfrm>
          <a:prstGeom prst="ellipse">
            <a:avLst/>
          </a:prstGeom>
          <a:solidFill>
            <a:schemeClr val="bg1"/>
          </a:solidFill>
          <a:ln w="25400">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r>
              <a:rPr lang="en-US" dirty="0">
                <a:solidFill>
                  <a:schemeClr val="accent2"/>
                </a:solidFill>
              </a:rPr>
              <a:t>3</a:t>
            </a:r>
          </a:p>
        </p:txBody>
      </p:sp>
      <p:sp>
        <p:nvSpPr>
          <p:cNvPr id="40" name="Oval 39">
            <a:extLst>
              <a:ext uri="{FF2B5EF4-FFF2-40B4-BE49-F238E27FC236}">
                <a16:creationId xmlns:a16="http://schemas.microsoft.com/office/drawing/2014/main" id="{E4E1A06A-E5D9-064B-85F4-74B463C7BDD3}"/>
              </a:ext>
              <a:ext uri="{C183D7F6-B498-43B3-948B-1728B52AA6E4}">
                <adec:decorative xmlns:adec="http://schemas.microsoft.com/office/drawing/2017/decorative" val="1"/>
              </a:ext>
            </a:extLst>
          </p:cNvPr>
          <p:cNvSpPr/>
          <p:nvPr/>
        </p:nvSpPr>
        <p:spPr bwMode="gray">
          <a:xfrm>
            <a:off x="7990158" y="2118221"/>
            <a:ext cx="788487" cy="788487"/>
          </a:xfrm>
          <a:prstGeom prst="ellipse">
            <a:avLst/>
          </a:prstGeom>
          <a:solidFill>
            <a:schemeClr val="bg1"/>
          </a:solidFill>
          <a:ln w="254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r>
              <a:rPr lang="en-US" dirty="0">
                <a:solidFill>
                  <a:schemeClr val="accent5"/>
                </a:solidFill>
              </a:rPr>
              <a:t>4</a:t>
            </a:r>
          </a:p>
        </p:txBody>
      </p:sp>
      <p:sp>
        <p:nvSpPr>
          <p:cNvPr id="41" name="Oval 40">
            <a:extLst>
              <a:ext uri="{FF2B5EF4-FFF2-40B4-BE49-F238E27FC236}">
                <a16:creationId xmlns:a16="http://schemas.microsoft.com/office/drawing/2014/main" id="{B7824627-50AB-F94E-9519-EADC5841F8D3}"/>
              </a:ext>
              <a:ext uri="{C183D7F6-B498-43B3-948B-1728B52AA6E4}">
                <adec:decorative xmlns:adec="http://schemas.microsoft.com/office/drawing/2017/decorative" val="1"/>
              </a:ext>
            </a:extLst>
          </p:cNvPr>
          <p:cNvSpPr/>
          <p:nvPr/>
        </p:nvSpPr>
        <p:spPr bwMode="gray">
          <a:xfrm>
            <a:off x="10272170" y="2118221"/>
            <a:ext cx="788487" cy="788487"/>
          </a:xfrm>
          <a:prstGeom prst="ellipse">
            <a:avLst/>
          </a:prstGeom>
          <a:solidFill>
            <a:schemeClr val="bg1"/>
          </a:solidFill>
          <a:ln w="25400">
            <a:solidFill>
              <a:srgbClr val="53565A"/>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solidFill>
                  <a:schemeClr val="bg2">
                    <a:lumMod val="25000"/>
                  </a:schemeClr>
                </a:solidFill>
              </a:rPr>
              <a:t>5</a:t>
            </a:r>
          </a:p>
        </p:txBody>
      </p:sp>
      <p:sp>
        <p:nvSpPr>
          <p:cNvPr id="25" name="Rectangle 24">
            <a:extLst>
              <a:ext uri="{FF2B5EF4-FFF2-40B4-BE49-F238E27FC236}">
                <a16:creationId xmlns:a16="http://schemas.microsoft.com/office/drawing/2014/main" id="{C52EE46A-2B6A-D0CE-D67A-E39C4516F8BB}"/>
              </a:ext>
            </a:extLst>
          </p:cNvPr>
          <p:cNvSpPr/>
          <p:nvPr userDrawn="1"/>
        </p:nvSpPr>
        <p:spPr>
          <a:xfrm>
            <a:off x="2894013" y="2529075"/>
            <a:ext cx="1828800" cy="2871263"/>
          </a:xfrm>
          <a:prstGeom prst="rect">
            <a:avLst/>
          </a:prstGeom>
          <a:solidFill>
            <a:srgbClr val="F4F8FA"/>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26" name="Rectangle 25">
            <a:extLst>
              <a:ext uri="{FF2B5EF4-FFF2-40B4-BE49-F238E27FC236}">
                <a16:creationId xmlns:a16="http://schemas.microsoft.com/office/drawing/2014/main" id="{1DC9EA80-9EA8-343E-F517-1CAD885879D6}"/>
              </a:ext>
            </a:extLst>
          </p:cNvPr>
          <p:cNvSpPr/>
          <p:nvPr userDrawn="1"/>
        </p:nvSpPr>
        <p:spPr>
          <a:xfrm>
            <a:off x="5185093" y="2529075"/>
            <a:ext cx="1828800" cy="2871263"/>
          </a:xfrm>
          <a:prstGeom prst="rect">
            <a:avLst/>
          </a:prstGeom>
          <a:solidFill>
            <a:srgbClr val="F4F8FA"/>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27" name="Rectangle 26">
            <a:extLst>
              <a:ext uri="{FF2B5EF4-FFF2-40B4-BE49-F238E27FC236}">
                <a16:creationId xmlns:a16="http://schemas.microsoft.com/office/drawing/2014/main" id="{A8D23D95-E4CC-0B03-48A9-0EC81B2368E5}"/>
              </a:ext>
            </a:extLst>
          </p:cNvPr>
          <p:cNvSpPr/>
          <p:nvPr userDrawn="1"/>
        </p:nvSpPr>
        <p:spPr>
          <a:xfrm>
            <a:off x="7470001" y="2529075"/>
            <a:ext cx="1828800" cy="2871263"/>
          </a:xfrm>
          <a:prstGeom prst="rect">
            <a:avLst/>
          </a:prstGeom>
          <a:solidFill>
            <a:srgbClr val="F4F8FA"/>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31" name="Rectangle 30">
            <a:extLst>
              <a:ext uri="{FF2B5EF4-FFF2-40B4-BE49-F238E27FC236}">
                <a16:creationId xmlns:a16="http://schemas.microsoft.com/office/drawing/2014/main" id="{3737E5D6-04BF-01BC-A221-0F1D603C51D8}"/>
              </a:ext>
            </a:extLst>
          </p:cNvPr>
          <p:cNvSpPr/>
          <p:nvPr userDrawn="1"/>
        </p:nvSpPr>
        <p:spPr>
          <a:xfrm>
            <a:off x="9752013" y="2529075"/>
            <a:ext cx="1828800" cy="2871263"/>
          </a:xfrm>
          <a:prstGeom prst="rect">
            <a:avLst/>
          </a:prstGeom>
          <a:solidFill>
            <a:srgbClr val="F4F8FA"/>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33" name="Rectangle 32">
            <a:extLst>
              <a:ext uri="{FF2B5EF4-FFF2-40B4-BE49-F238E27FC236}">
                <a16:creationId xmlns:a16="http://schemas.microsoft.com/office/drawing/2014/main" id="{65142366-F01F-D56A-11BB-7D669E9AD2B4}"/>
              </a:ext>
            </a:extLst>
          </p:cNvPr>
          <p:cNvSpPr/>
          <p:nvPr userDrawn="1"/>
        </p:nvSpPr>
        <p:spPr>
          <a:xfrm>
            <a:off x="610851" y="2529075"/>
            <a:ext cx="1828800" cy="2871263"/>
          </a:xfrm>
          <a:prstGeom prst="rect">
            <a:avLst/>
          </a:prstGeom>
          <a:solidFill>
            <a:srgbClr val="F4F8FA"/>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cxnSp>
        <p:nvCxnSpPr>
          <p:cNvPr id="34" name="Straight Connector 33">
            <a:extLst>
              <a:ext uri="{FF2B5EF4-FFF2-40B4-BE49-F238E27FC236}">
                <a16:creationId xmlns:a16="http://schemas.microsoft.com/office/drawing/2014/main" id="{182EA033-41AE-6148-A260-889FF59E41C9}"/>
              </a:ext>
            </a:extLst>
          </p:cNvPr>
          <p:cNvCxnSpPr/>
          <p:nvPr userDrawn="1"/>
        </p:nvCxnSpPr>
        <p:spPr bwMode="gray">
          <a:xfrm>
            <a:off x="610850" y="2512464"/>
            <a:ext cx="1828800" cy="0"/>
          </a:xfrm>
          <a:prstGeom prst="line">
            <a:avLst/>
          </a:prstGeom>
          <a:ln w="25400">
            <a:solidFill>
              <a:schemeClr val="accent4"/>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662FF207-1B75-1940-91E1-2692254C727F}"/>
              </a:ext>
            </a:extLst>
          </p:cNvPr>
          <p:cNvCxnSpPr/>
          <p:nvPr userDrawn="1"/>
        </p:nvCxnSpPr>
        <p:spPr bwMode="gray">
          <a:xfrm>
            <a:off x="2894013" y="2512464"/>
            <a:ext cx="1828800" cy="0"/>
          </a:xfrm>
          <a:prstGeom prst="line">
            <a:avLst/>
          </a:prstGeom>
          <a:ln w="25400">
            <a:solidFill>
              <a:schemeClr val="accent3"/>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903341DC-DE80-5E4C-A4C9-C984D7074760}"/>
              </a:ext>
            </a:extLst>
          </p:cNvPr>
          <p:cNvCxnSpPr/>
          <p:nvPr userDrawn="1"/>
        </p:nvCxnSpPr>
        <p:spPr bwMode="gray">
          <a:xfrm>
            <a:off x="5185093" y="2512464"/>
            <a:ext cx="1828800" cy="0"/>
          </a:xfrm>
          <a:prstGeom prst="line">
            <a:avLst/>
          </a:prstGeom>
          <a:ln w="25400">
            <a:solidFill>
              <a:schemeClr val="accent2"/>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128E238A-DE09-DD4F-A6F3-2F244E7301C3}"/>
              </a:ext>
            </a:extLst>
          </p:cNvPr>
          <p:cNvCxnSpPr/>
          <p:nvPr userDrawn="1"/>
        </p:nvCxnSpPr>
        <p:spPr bwMode="gray">
          <a:xfrm>
            <a:off x="7470001" y="2512464"/>
            <a:ext cx="1828800" cy="0"/>
          </a:xfrm>
          <a:prstGeom prst="line">
            <a:avLst/>
          </a:prstGeom>
          <a:ln w="25400">
            <a:solidFill>
              <a:schemeClr val="accent5"/>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E8B64954-CA3A-494E-B70D-3405C9F592D8}"/>
              </a:ext>
            </a:extLst>
          </p:cNvPr>
          <p:cNvCxnSpPr/>
          <p:nvPr userDrawn="1"/>
        </p:nvCxnSpPr>
        <p:spPr bwMode="gray">
          <a:xfrm>
            <a:off x="9752013" y="2512464"/>
            <a:ext cx="1828800" cy="0"/>
          </a:xfrm>
          <a:prstGeom prst="line">
            <a:avLst/>
          </a:prstGeom>
          <a:ln w="25400">
            <a:solidFill>
              <a:srgbClr val="53565A"/>
            </a:solidFill>
            <a:miter lim="800000"/>
            <a:tailEnd type="none"/>
          </a:ln>
        </p:spPr>
        <p:style>
          <a:lnRef idx="1">
            <a:schemeClr val="accent1"/>
          </a:lnRef>
          <a:fillRef idx="0">
            <a:schemeClr val="accent1"/>
          </a:fillRef>
          <a:effectRef idx="0">
            <a:schemeClr val="accent1"/>
          </a:effectRef>
          <a:fontRef idx="minor">
            <a:schemeClr val="tx1"/>
          </a:fontRef>
        </p:style>
      </p:cxnSp>
      <p:sp>
        <p:nvSpPr>
          <p:cNvPr id="44" name="page number">
            <a:extLst>
              <a:ext uri="{FF2B5EF4-FFF2-40B4-BE49-F238E27FC236}">
                <a16:creationId xmlns:a16="http://schemas.microsoft.com/office/drawing/2014/main" id="{778B9E91-325F-BB46-BB33-20219DF70C9B}"/>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45" name="Oval 44">
            <a:extLst>
              <a:ext uri="{FF2B5EF4-FFF2-40B4-BE49-F238E27FC236}">
                <a16:creationId xmlns:a16="http://schemas.microsoft.com/office/drawing/2014/main" id="{FF6B89BA-DE17-014A-9ED8-790359ADE9FE}"/>
              </a:ext>
              <a:ext uri="{C183D7F6-B498-43B3-948B-1728B52AA6E4}">
                <adec:decorative xmlns:adec="http://schemas.microsoft.com/office/drawing/2017/decorative" val="1"/>
              </a:ext>
            </a:extLst>
          </p:cNvPr>
          <p:cNvSpPr/>
          <p:nvPr userDrawn="1"/>
        </p:nvSpPr>
        <p:spPr bwMode="gray">
          <a:xfrm>
            <a:off x="1131007" y="2118221"/>
            <a:ext cx="788487" cy="788487"/>
          </a:xfrm>
          <a:prstGeom prst="ellipse">
            <a:avLst/>
          </a:prstGeom>
          <a:solidFill>
            <a:schemeClr val="bg1"/>
          </a:solidFill>
          <a:ln w="254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solidFill>
                  <a:schemeClr val="accent4"/>
                </a:solidFill>
              </a:rPr>
              <a:t>1</a:t>
            </a:r>
          </a:p>
        </p:txBody>
      </p:sp>
      <p:sp>
        <p:nvSpPr>
          <p:cNvPr id="46" name="Oval 45">
            <a:extLst>
              <a:ext uri="{FF2B5EF4-FFF2-40B4-BE49-F238E27FC236}">
                <a16:creationId xmlns:a16="http://schemas.microsoft.com/office/drawing/2014/main" id="{C609A2D8-18F0-8A47-BD8C-DD1AF0B615E1}"/>
              </a:ext>
              <a:ext uri="{C183D7F6-B498-43B3-948B-1728B52AA6E4}">
                <adec:decorative xmlns:adec="http://schemas.microsoft.com/office/drawing/2017/decorative" val="1"/>
              </a:ext>
            </a:extLst>
          </p:cNvPr>
          <p:cNvSpPr/>
          <p:nvPr userDrawn="1"/>
        </p:nvSpPr>
        <p:spPr bwMode="gray">
          <a:xfrm>
            <a:off x="3414170" y="2118221"/>
            <a:ext cx="788487" cy="788487"/>
          </a:xfrm>
          <a:prstGeom prst="ellipse">
            <a:avLst/>
          </a:prstGeom>
          <a:solidFill>
            <a:schemeClr val="bg1"/>
          </a:solidFill>
          <a:ln w="25400">
            <a:solidFill>
              <a:schemeClr val="accent3"/>
            </a:solidFill>
          </a:ln>
          <a:effectLst/>
        </p:spPr>
        <p:txBody>
          <a:bodyPr vert="horz" wrap="square" lIns="91440" tIns="45720" rIns="91440" bIns="45720" numCol="1" anchor="ctr" anchorCtr="0" compatLnSpc="1">
            <a:prstTxWarp prst="textNoShape">
              <a:avLst/>
            </a:prstTxWarp>
          </a:bodyPr>
          <a:lstStyle/>
          <a:p>
            <a:pPr lvl="0" algn="ctr"/>
            <a:r>
              <a:rPr lang="en-US" dirty="0">
                <a:solidFill>
                  <a:schemeClr val="accent3"/>
                </a:solidFill>
              </a:rPr>
              <a:t>2</a:t>
            </a:r>
          </a:p>
        </p:txBody>
      </p:sp>
      <p:sp>
        <p:nvSpPr>
          <p:cNvPr id="47" name="Oval 46">
            <a:extLst>
              <a:ext uri="{FF2B5EF4-FFF2-40B4-BE49-F238E27FC236}">
                <a16:creationId xmlns:a16="http://schemas.microsoft.com/office/drawing/2014/main" id="{5B0E1473-AF0F-7C48-8FAF-3848C1B61D3D}"/>
              </a:ext>
              <a:ext uri="{C183D7F6-B498-43B3-948B-1728B52AA6E4}">
                <adec:decorative xmlns:adec="http://schemas.microsoft.com/office/drawing/2017/decorative" val="1"/>
              </a:ext>
            </a:extLst>
          </p:cNvPr>
          <p:cNvSpPr/>
          <p:nvPr userDrawn="1"/>
        </p:nvSpPr>
        <p:spPr bwMode="gray">
          <a:xfrm>
            <a:off x="5705250" y="2118221"/>
            <a:ext cx="788487" cy="788487"/>
          </a:xfrm>
          <a:prstGeom prst="ellipse">
            <a:avLst/>
          </a:prstGeom>
          <a:solidFill>
            <a:schemeClr val="bg1"/>
          </a:solidFill>
          <a:ln w="25400">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r>
              <a:rPr lang="en-US" dirty="0">
                <a:solidFill>
                  <a:schemeClr val="accent2"/>
                </a:solidFill>
              </a:rPr>
              <a:t>3</a:t>
            </a:r>
          </a:p>
        </p:txBody>
      </p:sp>
      <p:sp>
        <p:nvSpPr>
          <p:cNvPr id="48" name="Oval 47">
            <a:extLst>
              <a:ext uri="{FF2B5EF4-FFF2-40B4-BE49-F238E27FC236}">
                <a16:creationId xmlns:a16="http://schemas.microsoft.com/office/drawing/2014/main" id="{E4E1A06A-E5D9-064B-85F4-74B463C7BDD3}"/>
              </a:ext>
              <a:ext uri="{C183D7F6-B498-43B3-948B-1728B52AA6E4}">
                <adec:decorative xmlns:adec="http://schemas.microsoft.com/office/drawing/2017/decorative" val="1"/>
              </a:ext>
            </a:extLst>
          </p:cNvPr>
          <p:cNvSpPr/>
          <p:nvPr userDrawn="1"/>
        </p:nvSpPr>
        <p:spPr bwMode="gray">
          <a:xfrm>
            <a:off x="7990158" y="2118221"/>
            <a:ext cx="788487" cy="788487"/>
          </a:xfrm>
          <a:prstGeom prst="ellipse">
            <a:avLst/>
          </a:prstGeom>
          <a:solidFill>
            <a:schemeClr val="bg1"/>
          </a:solidFill>
          <a:ln w="254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r>
              <a:rPr lang="en-US" dirty="0">
                <a:solidFill>
                  <a:schemeClr val="accent5"/>
                </a:solidFill>
              </a:rPr>
              <a:t>4</a:t>
            </a:r>
          </a:p>
        </p:txBody>
      </p:sp>
      <p:sp>
        <p:nvSpPr>
          <p:cNvPr id="49" name="Oval 48">
            <a:extLst>
              <a:ext uri="{FF2B5EF4-FFF2-40B4-BE49-F238E27FC236}">
                <a16:creationId xmlns:a16="http://schemas.microsoft.com/office/drawing/2014/main" id="{B7824627-50AB-F94E-9519-EADC5841F8D3}"/>
              </a:ext>
              <a:ext uri="{C183D7F6-B498-43B3-948B-1728B52AA6E4}">
                <adec:decorative xmlns:adec="http://schemas.microsoft.com/office/drawing/2017/decorative" val="1"/>
              </a:ext>
            </a:extLst>
          </p:cNvPr>
          <p:cNvSpPr/>
          <p:nvPr userDrawn="1"/>
        </p:nvSpPr>
        <p:spPr bwMode="gray">
          <a:xfrm>
            <a:off x="10272170" y="2118221"/>
            <a:ext cx="788487" cy="788487"/>
          </a:xfrm>
          <a:prstGeom prst="ellipse">
            <a:avLst/>
          </a:prstGeom>
          <a:solidFill>
            <a:schemeClr val="bg1"/>
          </a:solidFill>
          <a:ln w="25400">
            <a:solidFill>
              <a:srgbClr val="53565A"/>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solidFill>
                  <a:schemeClr val="bg2">
                    <a:lumMod val="25000"/>
                  </a:schemeClr>
                </a:solidFill>
              </a:rPr>
              <a:t>5</a:t>
            </a:r>
          </a:p>
        </p:txBody>
      </p:sp>
    </p:spTree>
    <p:extLst>
      <p:ext uri="{BB962C8B-B14F-4D97-AF65-F5344CB8AC3E}">
        <p14:creationId xmlns:p14="http://schemas.microsoft.com/office/powerpoint/2010/main" val="5458209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Char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BA8A47F-2243-412F-A1A8-FA8E3475F5E1}"/>
              </a:ext>
            </a:extLst>
          </p:cNvPr>
          <p:cNvSpPr>
            <a:spLocks noGrp="1"/>
          </p:cNvSpPr>
          <p:nvPr>
            <p:ph type="title" hasCustomPrompt="1"/>
          </p:nvPr>
        </p:nvSpPr>
        <p:spPr/>
        <p:txBody>
          <a:bodyPr/>
          <a:lstStyle>
            <a:lvl1pPr>
              <a:defRPr>
                <a:solidFill>
                  <a:schemeClr val="accent2"/>
                </a:solidFill>
              </a:defRPr>
            </a:lvl1pPr>
          </a:lstStyle>
          <a:p>
            <a:r>
              <a:rPr lang="en-US"/>
              <a:t>Sample Chart Layout for Text – Click to Add a Title</a:t>
            </a:r>
          </a:p>
        </p:txBody>
      </p:sp>
      <p:sp>
        <p:nvSpPr>
          <p:cNvPr id="16" name="Subtitle 2">
            <a:extLst>
              <a:ext uri="{FF2B5EF4-FFF2-40B4-BE49-F238E27FC236}">
                <a16:creationId xmlns:a16="http://schemas.microsoft.com/office/drawing/2014/main" id="{EEA64E97-C31D-49B1-B8E1-20E5F404F516}"/>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35" name="Text Placeholder 3" descr="Row 1 label">
            <a:extLst>
              <a:ext uri="{FF2B5EF4-FFF2-40B4-BE49-F238E27FC236}">
                <a16:creationId xmlns:a16="http://schemas.microsoft.com/office/drawing/2014/main" id="{7077ED63-7149-B64F-804C-21E2E59DF7DB}"/>
              </a:ext>
            </a:extLst>
          </p:cNvPr>
          <p:cNvSpPr>
            <a:spLocks noGrp="1"/>
          </p:cNvSpPr>
          <p:nvPr>
            <p:ph type="body" sz="quarter" idx="30" hasCustomPrompt="1"/>
          </p:nvPr>
        </p:nvSpPr>
        <p:spPr>
          <a:xfrm>
            <a:off x="271464" y="1546789"/>
            <a:ext cx="574570" cy="439174"/>
          </a:xfrm>
          <a:solidFill>
            <a:schemeClr val="bg1"/>
          </a:solidFill>
          <a:ln w="12700">
            <a:noFill/>
          </a:ln>
        </p:spPr>
        <p:txBody>
          <a:bodyPr tIns="91440"/>
          <a:lstStyle>
            <a:lvl1pPr algn="ctr">
              <a:lnSpc>
                <a:spcPct val="100000"/>
              </a:lnSpc>
              <a:spcBef>
                <a:spcPts val="600"/>
              </a:spcBef>
              <a:buNone/>
              <a:defRPr sz="1000">
                <a:solidFill>
                  <a:schemeClr val="tx1"/>
                </a:solidFill>
              </a:defRPr>
            </a:lvl1pPr>
            <a:lvl2pPr marL="0" indent="0" algn="ctr">
              <a:lnSpc>
                <a:spcPct val="100000"/>
              </a:lnSpc>
              <a:spcBef>
                <a:spcPts val="600"/>
              </a:spcBef>
              <a:buFont typeface="Arial" panose="020B0604020202020204" pitchFamily="34" charset="0"/>
              <a:buChar char="​"/>
              <a:defRPr sz="1400"/>
            </a:lvl2pPr>
          </a:lstStyle>
          <a:p>
            <a:pPr lvl="0"/>
            <a:r>
              <a:rPr lang="en-US" dirty="0"/>
              <a:t>Click to add text</a:t>
            </a:r>
          </a:p>
        </p:txBody>
      </p:sp>
      <p:sp>
        <p:nvSpPr>
          <p:cNvPr id="34" name="Text Placeholder 3" descr="Row 1 text box is a long horizontal box the width of the slide acting as a header. ">
            <a:extLst>
              <a:ext uri="{FF2B5EF4-FFF2-40B4-BE49-F238E27FC236}">
                <a16:creationId xmlns:a16="http://schemas.microsoft.com/office/drawing/2014/main" id="{03CB2304-DD0F-674C-91F7-863CDF3757FC}"/>
              </a:ext>
            </a:extLst>
          </p:cNvPr>
          <p:cNvSpPr>
            <a:spLocks noGrp="1"/>
          </p:cNvSpPr>
          <p:nvPr>
            <p:ph type="body" sz="quarter" idx="29" hasCustomPrompt="1"/>
          </p:nvPr>
        </p:nvSpPr>
        <p:spPr>
          <a:xfrm>
            <a:off x="1034040" y="1561701"/>
            <a:ext cx="10630969" cy="429469"/>
          </a:xfrm>
          <a:solidFill>
            <a:srgbClr val="F4F8FA"/>
          </a:solidFill>
          <a:ln w="12700">
            <a:solidFill>
              <a:schemeClr val="accent3">
                <a:alpha val="25000"/>
              </a:schemeClr>
            </a:solidFill>
          </a:ln>
        </p:spPr>
        <p:txBody>
          <a:bodyPr tIns="91440"/>
          <a:lstStyle>
            <a:lvl1pPr algn="ctr">
              <a:lnSpc>
                <a:spcPct val="100000"/>
              </a:lnSpc>
              <a:spcBef>
                <a:spcPts val="600"/>
              </a:spcBef>
              <a:buNone/>
              <a:defRPr sz="1600">
                <a:solidFill>
                  <a:schemeClr val="tx1"/>
                </a:solidFill>
              </a:defRPr>
            </a:lvl1pPr>
            <a:lvl2pPr marL="0" indent="0" algn="ctr">
              <a:lnSpc>
                <a:spcPct val="100000"/>
              </a:lnSpc>
              <a:spcBef>
                <a:spcPts val="600"/>
              </a:spcBef>
              <a:buFont typeface="Arial" panose="020B0604020202020204" pitchFamily="34" charset="0"/>
              <a:buChar char="​"/>
              <a:defRPr sz="1400"/>
            </a:lvl2pPr>
          </a:lstStyle>
          <a:p>
            <a:pPr lvl="0"/>
            <a:r>
              <a:rPr lang="en-US"/>
              <a:t>Click to add text</a:t>
            </a:r>
          </a:p>
        </p:txBody>
      </p:sp>
      <p:sp>
        <p:nvSpPr>
          <p:cNvPr id="36" name="Text Placeholder 3" descr="Row 2 label; this row shows 4 content boxes labeled A through D, each is a different color and holds text.">
            <a:extLst>
              <a:ext uri="{FF2B5EF4-FFF2-40B4-BE49-F238E27FC236}">
                <a16:creationId xmlns:a16="http://schemas.microsoft.com/office/drawing/2014/main" id="{3E62FD32-E978-1A49-AA98-60CD14AE003D}"/>
              </a:ext>
            </a:extLst>
          </p:cNvPr>
          <p:cNvSpPr>
            <a:spLocks noGrp="1"/>
          </p:cNvSpPr>
          <p:nvPr>
            <p:ph type="body" sz="quarter" idx="31" hasCustomPrompt="1"/>
          </p:nvPr>
        </p:nvSpPr>
        <p:spPr>
          <a:xfrm>
            <a:off x="285750" y="3304775"/>
            <a:ext cx="560283" cy="658026"/>
          </a:xfrm>
          <a:solidFill>
            <a:schemeClr val="bg1"/>
          </a:solidFill>
          <a:ln w="12700">
            <a:noFill/>
          </a:ln>
        </p:spPr>
        <p:txBody>
          <a:bodyPr tIns="91440"/>
          <a:lstStyle>
            <a:lvl1pPr algn="ctr">
              <a:lnSpc>
                <a:spcPct val="100000"/>
              </a:lnSpc>
              <a:spcBef>
                <a:spcPts val="600"/>
              </a:spcBef>
              <a:buNone/>
              <a:defRPr sz="1000">
                <a:solidFill>
                  <a:schemeClr val="tx1"/>
                </a:solidFill>
              </a:defRPr>
            </a:lvl1pPr>
            <a:lvl2pPr marL="0" indent="0" algn="ctr">
              <a:lnSpc>
                <a:spcPct val="100000"/>
              </a:lnSpc>
              <a:spcBef>
                <a:spcPts val="600"/>
              </a:spcBef>
              <a:buFont typeface="Arial" panose="020B0604020202020204" pitchFamily="34" charset="0"/>
              <a:buChar char="​"/>
              <a:defRPr sz="1400"/>
            </a:lvl2pPr>
          </a:lstStyle>
          <a:p>
            <a:pPr lvl="0"/>
            <a:r>
              <a:rPr lang="en-US" dirty="0"/>
              <a:t>Click to add text</a:t>
            </a:r>
          </a:p>
        </p:txBody>
      </p:sp>
      <p:cxnSp>
        <p:nvCxnSpPr>
          <p:cNvPr id="4" name="Straight Connector 3">
            <a:extLst>
              <a:ext uri="{FF2B5EF4-FFF2-40B4-BE49-F238E27FC236}">
                <a16:creationId xmlns:a16="http://schemas.microsoft.com/office/drawing/2014/main" id="{7E322B01-8AA4-6B48-98B8-90F64F16E3E4}"/>
              </a:ext>
              <a:ext uri="{C183D7F6-B498-43B3-948B-1728B52AA6E4}">
                <adec:decorative xmlns:adec="http://schemas.microsoft.com/office/drawing/2017/decorative" val="1"/>
              </a:ext>
            </a:extLst>
          </p:cNvPr>
          <p:cNvCxnSpPr/>
          <p:nvPr/>
        </p:nvCxnSpPr>
        <p:spPr bwMode="gray">
          <a:xfrm>
            <a:off x="1093076" y="2680138"/>
            <a:ext cx="2459421" cy="0"/>
          </a:xfrm>
          <a:prstGeom prst="line">
            <a:avLst/>
          </a:prstGeom>
          <a:ln w="25400">
            <a:solidFill>
              <a:schemeClr val="accent4"/>
            </a:solidFill>
            <a:miter lim="800000"/>
            <a:tailEnd type="none"/>
          </a:ln>
        </p:spPr>
        <p:style>
          <a:lnRef idx="1">
            <a:schemeClr val="accent1"/>
          </a:lnRef>
          <a:fillRef idx="0">
            <a:schemeClr val="accent1"/>
          </a:fillRef>
          <a:effectRef idx="0">
            <a:schemeClr val="accent1"/>
          </a:effectRef>
          <a:fontRef idx="minor">
            <a:schemeClr val="tx1"/>
          </a:fontRef>
        </p:style>
      </p:cxnSp>
      <p:sp>
        <p:nvSpPr>
          <p:cNvPr id="17" name="Text Placeholder 3" descr="Row 2, box 1: text in plum">
            <a:extLst>
              <a:ext uri="{FF2B5EF4-FFF2-40B4-BE49-F238E27FC236}">
                <a16:creationId xmlns:a16="http://schemas.microsoft.com/office/drawing/2014/main" id="{2E201879-B985-4ADE-8AD6-6C3E14CE0AFE}"/>
              </a:ext>
            </a:extLst>
          </p:cNvPr>
          <p:cNvSpPr>
            <a:spLocks noGrp="1"/>
          </p:cNvSpPr>
          <p:nvPr>
            <p:ph type="body" sz="quarter" idx="19" hasCustomPrompt="1"/>
          </p:nvPr>
        </p:nvSpPr>
        <p:spPr>
          <a:xfrm>
            <a:off x="1102407" y="2699834"/>
            <a:ext cx="2459421" cy="1949198"/>
          </a:xfrm>
          <a:noFill/>
          <a:ln w="15875">
            <a:noFill/>
          </a:ln>
        </p:spPr>
        <p:txBody>
          <a:bodyPr tIns="365760"/>
          <a:lstStyle>
            <a:lvl1pPr algn="ctr">
              <a:lnSpc>
                <a:spcPct val="100000"/>
              </a:lnSpc>
              <a:spcBef>
                <a:spcPts val="600"/>
              </a:spcBef>
              <a:buNone/>
              <a:defRPr sz="1800">
                <a:solidFill>
                  <a:schemeClr val="accent4"/>
                </a:solidFill>
              </a:defRPr>
            </a:lvl1pPr>
            <a:lvl2pPr marL="0" indent="0" algn="ctr">
              <a:lnSpc>
                <a:spcPct val="100000"/>
              </a:lnSpc>
              <a:spcBef>
                <a:spcPts val="600"/>
              </a:spcBef>
              <a:buFont typeface="Arial" panose="020B0604020202020204" pitchFamily="34" charset="0"/>
              <a:buChar char="​"/>
              <a:defRPr sz="1400">
                <a:solidFill>
                  <a:schemeClr val="tx1"/>
                </a:solidFill>
              </a:defRPr>
            </a:lvl2pPr>
          </a:lstStyle>
          <a:p>
            <a:pPr lvl="0"/>
            <a:r>
              <a:rPr lang="en-US" dirty="0"/>
              <a:t>Click to add text</a:t>
            </a:r>
          </a:p>
          <a:p>
            <a:pPr lvl="1"/>
            <a:r>
              <a:rPr lang="en-US" dirty="0"/>
              <a:t>Second level</a:t>
            </a:r>
          </a:p>
        </p:txBody>
      </p:sp>
      <p:cxnSp>
        <p:nvCxnSpPr>
          <p:cNvPr id="32" name="Straight Connector 31">
            <a:extLst>
              <a:ext uri="{FF2B5EF4-FFF2-40B4-BE49-F238E27FC236}">
                <a16:creationId xmlns:a16="http://schemas.microsoft.com/office/drawing/2014/main" id="{65C97932-042E-C845-9300-586CA61AB8C0}"/>
              </a:ext>
              <a:ext uri="{C183D7F6-B498-43B3-948B-1728B52AA6E4}">
                <adec:decorative xmlns:adec="http://schemas.microsoft.com/office/drawing/2017/decorative" val="1"/>
              </a:ext>
            </a:extLst>
          </p:cNvPr>
          <p:cNvCxnSpPr/>
          <p:nvPr/>
        </p:nvCxnSpPr>
        <p:spPr bwMode="gray">
          <a:xfrm>
            <a:off x="3805092" y="2680138"/>
            <a:ext cx="2459421" cy="0"/>
          </a:xfrm>
          <a:prstGeom prst="line">
            <a:avLst/>
          </a:prstGeom>
          <a:ln w="25400">
            <a:solidFill>
              <a:schemeClr val="accent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29" name="Text Placeholder 3" descr="Row 2, box 3: text in indigo">
            <a:extLst>
              <a:ext uri="{FF2B5EF4-FFF2-40B4-BE49-F238E27FC236}">
                <a16:creationId xmlns:a16="http://schemas.microsoft.com/office/drawing/2014/main" id="{62D3946B-F2F1-42AF-8E89-00761A7745D4}"/>
              </a:ext>
            </a:extLst>
          </p:cNvPr>
          <p:cNvSpPr>
            <a:spLocks noGrp="1"/>
          </p:cNvSpPr>
          <p:nvPr>
            <p:ph type="body" sz="quarter" idx="21" hasCustomPrompt="1"/>
          </p:nvPr>
        </p:nvSpPr>
        <p:spPr>
          <a:xfrm>
            <a:off x="3816081" y="2699834"/>
            <a:ext cx="2459421" cy="1949198"/>
          </a:xfrm>
          <a:noFill/>
          <a:ln w="15875">
            <a:noFill/>
          </a:ln>
        </p:spPr>
        <p:txBody>
          <a:bodyPr tIns="365760"/>
          <a:lstStyle>
            <a:lvl1pPr algn="ctr">
              <a:lnSpc>
                <a:spcPct val="100000"/>
              </a:lnSpc>
              <a:spcBef>
                <a:spcPts val="600"/>
              </a:spcBef>
              <a:defRPr sz="1800">
                <a:solidFill>
                  <a:schemeClr val="accent3"/>
                </a:solidFill>
              </a:defRPr>
            </a:lvl1pPr>
            <a:lvl2pPr marL="285750" indent="-285750" algn="ctr">
              <a:lnSpc>
                <a:spcPct val="100000"/>
              </a:lnSpc>
              <a:spcBef>
                <a:spcPts val="600"/>
              </a:spcBef>
              <a:buFont typeface="Arial" panose="020B0604020202020204" pitchFamily="34" charset="0"/>
              <a:buChar char="​"/>
              <a:defRPr lang="en-US" sz="14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cxnSp>
        <p:nvCxnSpPr>
          <p:cNvPr id="25" name="Straight Connector 24">
            <a:extLst>
              <a:ext uri="{FF2B5EF4-FFF2-40B4-BE49-F238E27FC236}">
                <a16:creationId xmlns:a16="http://schemas.microsoft.com/office/drawing/2014/main" id="{1AEFB321-2C32-7945-A5C9-A9F00AE58896}"/>
              </a:ext>
              <a:ext uri="{C183D7F6-B498-43B3-948B-1728B52AA6E4}">
                <adec:decorative xmlns:adec="http://schemas.microsoft.com/office/drawing/2017/decorative" val="1"/>
              </a:ext>
            </a:extLst>
          </p:cNvPr>
          <p:cNvCxnSpPr/>
          <p:nvPr/>
        </p:nvCxnSpPr>
        <p:spPr bwMode="gray">
          <a:xfrm>
            <a:off x="6517108" y="2680138"/>
            <a:ext cx="2459421" cy="0"/>
          </a:xfrm>
          <a:prstGeom prst="line">
            <a:avLst/>
          </a:prstGeom>
          <a:ln w="25400">
            <a:solidFill>
              <a:schemeClr val="accent2"/>
            </a:solidFill>
            <a:miter lim="800000"/>
            <a:tailEnd type="none"/>
          </a:ln>
        </p:spPr>
        <p:style>
          <a:lnRef idx="1">
            <a:schemeClr val="accent1"/>
          </a:lnRef>
          <a:fillRef idx="0">
            <a:schemeClr val="accent1"/>
          </a:fillRef>
          <a:effectRef idx="0">
            <a:schemeClr val="accent1"/>
          </a:effectRef>
          <a:fontRef idx="minor">
            <a:schemeClr val="tx1"/>
          </a:fontRef>
        </p:style>
      </p:cxnSp>
      <p:sp>
        <p:nvSpPr>
          <p:cNvPr id="28" name="Text Placeholder 3" descr="Row 2, box 2: text in ocean">
            <a:extLst>
              <a:ext uri="{FF2B5EF4-FFF2-40B4-BE49-F238E27FC236}">
                <a16:creationId xmlns:a16="http://schemas.microsoft.com/office/drawing/2014/main" id="{9495BAAB-E860-4075-9DA3-ABA7C32D235E}"/>
              </a:ext>
            </a:extLst>
          </p:cNvPr>
          <p:cNvSpPr>
            <a:spLocks noGrp="1"/>
          </p:cNvSpPr>
          <p:nvPr>
            <p:ph type="body" sz="quarter" idx="20" hasCustomPrompt="1"/>
          </p:nvPr>
        </p:nvSpPr>
        <p:spPr>
          <a:xfrm>
            <a:off x="6529755" y="2699834"/>
            <a:ext cx="2459421" cy="1949198"/>
          </a:xfrm>
          <a:noFill/>
          <a:ln w="15875">
            <a:noFill/>
          </a:ln>
        </p:spPr>
        <p:txBody>
          <a:bodyPr tIns="365760"/>
          <a:lstStyle>
            <a:lvl1pPr algn="ctr">
              <a:lnSpc>
                <a:spcPct val="100000"/>
              </a:lnSpc>
              <a:spcBef>
                <a:spcPts val="600"/>
              </a:spcBef>
              <a:buNone/>
              <a:defRPr sz="1800">
                <a:solidFill>
                  <a:schemeClr val="accent2"/>
                </a:solidFill>
              </a:defRPr>
            </a:lvl1pPr>
            <a:lvl2pPr marL="285750" indent="-285750" algn="ctr">
              <a:lnSpc>
                <a:spcPct val="100000"/>
              </a:lnSpc>
              <a:spcBef>
                <a:spcPts val="600"/>
              </a:spcBef>
              <a:buFont typeface="Arial" panose="020B0604020202020204" pitchFamily="34" charset="0"/>
              <a:buChar char="​"/>
              <a:defRPr lang="en-US" sz="1400" kern="120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cxnSp>
        <p:nvCxnSpPr>
          <p:cNvPr id="38" name="Straight Connector 37">
            <a:extLst>
              <a:ext uri="{FF2B5EF4-FFF2-40B4-BE49-F238E27FC236}">
                <a16:creationId xmlns:a16="http://schemas.microsoft.com/office/drawing/2014/main" id="{D68A42CD-A1AD-9149-80A3-4BFE5D75E3AB}"/>
              </a:ext>
              <a:ext uri="{C183D7F6-B498-43B3-948B-1728B52AA6E4}">
                <adec:decorative xmlns:adec="http://schemas.microsoft.com/office/drawing/2017/decorative" val="1"/>
              </a:ext>
            </a:extLst>
          </p:cNvPr>
          <p:cNvCxnSpPr/>
          <p:nvPr/>
        </p:nvCxnSpPr>
        <p:spPr bwMode="gray">
          <a:xfrm>
            <a:off x="9229123" y="2680138"/>
            <a:ext cx="2459421" cy="0"/>
          </a:xfrm>
          <a:prstGeom prst="line">
            <a:avLst/>
          </a:prstGeom>
          <a:ln w="25400">
            <a:solidFill>
              <a:schemeClr val="accent5"/>
            </a:solidFill>
            <a:miter lim="800000"/>
            <a:tailEnd type="none"/>
          </a:ln>
        </p:spPr>
        <p:style>
          <a:lnRef idx="1">
            <a:schemeClr val="accent1"/>
          </a:lnRef>
          <a:fillRef idx="0">
            <a:schemeClr val="accent1"/>
          </a:fillRef>
          <a:effectRef idx="0">
            <a:schemeClr val="accent1"/>
          </a:effectRef>
          <a:fontRef idx="minor">
            <a:schemeClr val="tx1"/>
          </a:fontRef>
        </p:style>
      </p:cxnSp>
      <p:sp>
        <p:nvSpPr>
          <p:cNvPr id="30" name="Text Placeholder 3" descr="Row 2, box 4: text in dark green">
            <a:extLst>
              <a:ext uri="{FF2B5EF4-FFF2-40B4-BE49-F238E27FC236}">
                <a16:creationId xmlns:a16="http://schemas.microsoft.com/office/drawing/2014/main" id="{22F84664-2E68-46AE-AE2C-E8D2B6C9A1DD}"/>
              </a:ext>
            </a:extLst>
          </p:cNvPr>
          <p:cNvSpPr>
            <a:spLocks noGrp="1"/>
          </p:cNvSpPr>
          <p:nvPr>
            <p:ph type="body" sz="quarter" idx="22" hasCustomPrompt="1"/>
          </p:nvPr>
        </p:nvSpPr>
        <p:spPr>
          <a:xfrm>
            <a:off x="9243428" y="2699834"/>
            <a:ext cx="2459421" cy="1949198"/>
          </a:xfrm>
          <a:noFill/>
          <a:ln w="15875">
            <a:noFill/>
          </a:ln>
        </p:spPr>
        <p:txBody>
          <a:bodyPr tIns="365760"/>
          <a:lstStyle>
            <a:lvl1pPr algn="ctr">
              <a:lnSpc>
                <a:spcPct val="100000"/>
              </a:lnSpc>
              <a:spcBef>
                <a:spcPts val="600"/>
              </a:spcBef>
              <a:buNone/>
              <a:defRPr sz="1800">
                <a:solidFill>
                  <a:schemeClr val="accent5"/>
                </a:solidFill>
              </a:defRPr>
            </a:lvl1pPr>
            <a:lvl2pPr marL="285750" indent="-285750" algn="ctr">
              <a:lnSpc>
                <a:spcPct val="100000"/>
              </a:lnSpc>
              <a:spcBef>
                <a:spcPts val="600"/>
              </a:spcBef>
              <a:buFont typeface="Arial" panose="020B0604020202020204" pitchFamily="34" charset="0"/>
              <a:buChar char="​"/>
              <a:defRPr lang="en-US" sz="14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37" name="Text Placeholder 3" descr="Row 3 label: this row shows six, small content boxes in a horiztonal row">
            <a:extLst>
              <a:ext uri="{FF2B5EF4-FFF2-40B4-BE49-F238E27FC236}">
                <a16:creationId xmlns:a16="http://schemas.microsoft.com/office/drawing/2014/main" id="{EF286E42-C44A-274D-B9C1-D21F1AD1DEB2}"/>
              </a:ext>
            </a:extLst>
          </p:cNvPr>
          <p:cNvSpPr>
            <a:spLocks noGrp="1"/>
          </p:cNvSpPr>
          <p:nvPr>
            <p:ph type="body" sz="quarter" idx="32" hasCustomPrompt="1"/>
          </p:nvPr>
        </p:nvSpPr>
        <p:spPr>
          <a:xfrm>
            <a:off x="300038" y="5065521"/>
            <a:ext cx="545995" cy="658026"/>
          </a:xfrm>
          <a:solidFill>
            <a:schemeClr val="bg1"/>
          </a:solidFill>
          <a:ln w="12700">
            <a:noFill/>
          </a:ln>
        </p:spPr>
        <p:txBody>
          <a:bodyPr tIns="91440"/>
          <a:lstStyle>
            <a:lvl1pPr algn="ctr">
              <a:lnSpc>
                <a:spcPct val="100000"/>
              </a:lnSpc>
              <a:spcBef>
                <a:spcPts val="600"/>
              </a:spcBef>
              <a:buNone/>
              <a:defRPr sz="1000">
                <a:solidFill>
                  <a:schemeClr val="tx1"/>
                </a:solidFill>
              </a:defRPr>
            </a:lvl1pPr>
            <a:lvl2pPr marL="0" indent="0" algn="ctr">
              <a:lnSpc>
                <a:spcPct val="100000"/>
              </a:lnSpc>
              <a:spcBef>
                <a:spcPts val="600"/>
              </a:spcBef>
              <a:buFont typeface="Arial" panose="020B0604020202020204" pitchFamily="34" charset="0"/>
              <a:buChar char="​"/>
              <a:defRPr sz="1400"/>
            </a:lvl2pPr>
          </a:lstStyle>
          <a:p>
            <a:pPr lvl="0"/>
            <a:r>
              <a:rPr lang="en-US"/>
              <a:t>Click to add text</a:t>
            </a:r>
          </a:p>
        </p:txBody>
      </p:sp>
      <p:sp>
        <p:nvSpPr>
          <p:cNvPr id="20" name="Text Placeholder 3" descr="Row 3, text box 1">
            <a:extLst>
              <a:ext uri="{FF2B5EF4-FFF2-40B4-BE49-F238E27FC236}">
                <a16:creationId xmlns:a16="http://schemas.microsoft.com/office/drawing/2014/main" id="{828E38C7-4E21-F24B-B372-9632EC441D7F}"/>
              </a:ext>
            </a:extLst>
          </p:cNvPr>
          <p:cNvSpPr>
            <a:spLocks noGrp="1"/>
          </p:cNvSpPr>
          <p:nvPr>
            <p:ph type="body" sz="quarter" idx="23" hasCustomPrompt="1"/>
          </p:nvPr>
        </p:nvSpPr>
        <p:spPr>
          <a:xfrm>
            <a:off x="1115051" y="4956561"/>
            <a:ext cx="1713607" cy="915157"/>
          </a:xfrm>
          <a:solidFill>
            <a:srgbClr val="F4F8FA"/>
          </a:solidFill>
          <a:ln w="12700">
            <a:solidFill>
              <a:schemeClr val="accent3">
                <a:alpha val="25000"/>
              </a:schemeClr>
            </a:solidFill>
          </a:ln>
        </p:spPr>
        <p:txBody>
          <a:bodyPr wrap="square" tIns="182880"/>
          <a:lstStyle>
            <a:lvl1pPr algn="ctr">
              <a:lnSpc>
                <a:spcPct val="100000"/>
              </a:lnSpc>
              <a:spcBef>
                <a:spcPts val="600"/>
              </a:spcBef>
              <a:defRPr sz="1200">
                <a:solidFill>
                  <a:schemeClr val="tx1"/>
                </a:solidFill>
              </a:defRPr>
            </a:lvl1pPr>
            <a:lvl2pPr marL="0" indent="0" algn="ctr">
              <a:lnSpc>
                <a:spcPct val="100000"/>
              </a:lnSpc>
              <a:spcBef>
                <a:spcPts val="600"/>
              </a:spcBef>
              <a:buFont typeface="Arial" panose="020B0604020202020204" pitchFamily="34" charset="0"/>
              <a:buChar char="​"/>
              <a:defRPr sz="1000">
                <a:solidFill>
                  <a:schemeClr val="tx1"/>
                </a:solidFill>
              </a:defRPr>
            </a:lvl2pPr>
          </a:lstStyle>
          <a:p>
            <a:pPr lvl="0"/>
            <a:r>
              <a:rPr lang="en-US"/>
              <a:t>Click to add text</a:t>
            </a:r>
          </a:p>
          <a:p>
            <a:pPr lvl="1"/>
            <a:r>
              <a:rPr lang="en-US"/>
              <a:t>Second level</a:t>
            </a:r>
          </a:p>
        </p:txBody>
      </p:sp>
      <p:sp>
        <p:nvSpPr>
          <p:cNvPr id="21" name="Text Placeholder 3" descr="Row 3, text box 2">
            <a:extLst>
              <a:ext uri="{FF2B5EF4-FFF2-40B4-BE49-F238E27FC236}">
                <a16:creationId xmlns:a16="http://schemas.microsoft.com/office/drawing/2014/main" id="{8B2FDC15-7948-0244-83E4-0CDCDBC619B3}"/>
              </a:ext>
            </a:extLst>
          </p:cNvPr>
          <p:cNvSpPr>
            <a:spLocks noGrp="1"/>
          </p:cNvSpPr>
          <p:nvPr>
            <p:ph type="body" sz="quarter" idx="24" hasCustomPrompt="1"/>
          </p:nvPr>
        </p:nvSpPr>
        <p:spPr>
          <a:xfrm>
            <a:off x="2886312" y="4956561"/>
            <a:ext cx="1713607" cy="915157"/>
          </a:xfrm>
          <a:solidFill>
            <a:srgbClr val="F4F8FA"/>
          </a:solidFill>
          <a:ln w="12700">
            <a:solidFill>
              <a:schemeClr val="accent3">
                <a:alpha val="25000"/>
              </a:schemeClr>
            </a:solidFill>
          </a:ln>
        </p:spPr>
        <p:txBody>
          <a:bodyPr wrap="square" tIns="182880"/>
          <a:lstStyle>
            <a:lvl1pPr algn="ctr">
              <a:lnSpc>
                <a:spcPct val="100000"/>
              </a:lnSpc>
              <a:spcBef>
                <a:spcPts val="600"/>
              </a:spcBef>
              <a:defRPr sz="1200">
                <a:solidFill>
                  <a:schemeClr val="tx1"/>
                </a:solidFill>
              </a:defRPr>
            </a:lvl1pPr>
            <a:lvl2pPr marL="0" indent="0" algn="ctr">
              <a:lnSpc>
                <a:spcPct val="100000"/>
              </a:lnSpc>
              <a:spcBef>
                <a:spcPts val="600"/>
              </a:spcBef>
              <a:buFont typeface="Arial" panose="020B0604020202020204" pitchFamily="34" charset="0"/>
              <a:buChar char="​"/>
              <a:defRPr sz="1000">
                <a:solidFill>
                  <a:schemeClr val="tx1"/>
                </a:solidFill>
              </a:defRPr>
            </a:lvl2pPr>
          </a:lstStyle>
          <a:p>
            <a:pPr lvl="0"/>
            <a:r>
              <a:rPr lang="en-US"/>
              <a:t>Click to add text</a:t>
            </a:r>
          </a:p>
          <a:p>
            <a:pPr lvl="1"/>
            <a:r>
              <a:rPr lang="en-US"/>
              <a:t>Second level</a:t>
            </a:r>
          </a:p>
        </p:txBody>
      </p:sp>
      <p:sp>
        <p:nvSpPr>
          <p:cNvPr id="26" name="Text Placeholder 3" descr="Row 3, text box 3">
            <a:extLst>
              <a:ext uri="{FF2B5EF4-FFF2-40B4-BE49-F238E27FC236}">
                <a16:creationId xmlns:a16="http://schemas.microsoft.com/office/drawing/2014/main" id="{E4B34A83-BA8A-6844-8A56-BBD517A5B6FD}"/>
              </a:ext>
            </a:extLst>
          </p:cNvPr>
          <p:cNvSpPr>
            <a:spLocks noGrp="1"/>
          </p:cNvSpPr>
          <p:nvPr>
            <p:ph type="body" sz="quarter" idx="25" hasCustomPrompt="1"/>
          </p:nvPr>
        </p:nvSpPr>
        <p:spPr>
          <a:xfrm>
            <a:off x="4657573" y="4956561"/>
            <a:ext cx="1713607" cy="915157"/>
          </a:xfrm>
          <a:solidFill>
            <a:srgbClr val="F4F8FA"/>
          </a:solidFill>
          <a:ln w="12700">
            <a:solidFill>
              <a:schemeClr val="accent3">
                <a:alpha val="25000"/>
              </a:schemeClr>
            </a:solidFill>
          </a:ln>
        </p:spPr>
        <p:txBody>
          <a:bodyPr wrap="square" tIns="182880"/>
          <a:lstStyle>
            <a:lvl1pPr algn="ctr">
              <a:lnSpc>
                <a:spcPct val="100000"/>
              </a:lnSpc>
              <a:spcBef>
                <a:spcPts val="600"/>
              </a:spcBef>
              <a:defRPr sz="1200">
                <a:solidFill>
                  <a:schemeClr val="tx1"/>
                </a:solidFill>
              </a:defRPr>
            </a:lvl1pPr>
            <a:lvl2pPr marL="0" indent="0" algn="ctr">
              <a:lnSpc>
                <a:spcPct val="100000"/>
              </a:lnSpc>
              <a:spcBef>
                <a:spcPts val="600"/>
              </a:spcBef>
              <a:buFont typeface="Arial" panose="020B0604020202020204" pitchFamily="34" charset="0"/>
              <a:buChar char="​"/>
              <a:defRPr sz="1000">
                <a:solidFill>
                  <a:schemeClr val="tx1"/>
                </a:solidFill>
              </a:defRPr>
            </a:lvl2pPr>
          </a:lstStyle>
          <a:p>
            <a:pPr lvl="0"/>
            <a:r>
              <a:rPr lang="en-US"/>
              <a:t>Click to add text</a:t>
            </a:r>
          </a:p>
          <a:p>
            <a:pPr lvl="1"/>
            <a:r>
              <a:rPr lang="en-US"/>
              <a:t>Second level</a:t>
            </a:r>
          </a:p>
        </p:txBody>
      </p:sp>
      <p:sp>
        <p:nvSpPr>
          <p:cNvPr id="27" name="Text Placeholder 3" descr="Row 3, text box 4">
            <a:extLst>
              <a:ext uri="{FF2B5EF4-FFF2-40B4-BE49-F238E27FC236}">
                <a16:creationId xmlns:a16="http://schemas.microsoft.com/office/drawing/2014/main" id="{532716FA-3DC7-AF41-8C5F-F9D040A43930}"/>
              </a:ext>
            </a:extLst>
          </p:cNvPr>
          <p:cNvSpPr>
            <a:spLocks noGrp="1"/>
          </p:cNvSpPr>
          <p:nvPr>
            <p:ph type="body" sz="quarter" idx="26" hasCustomPrompt="1"/>
          </p:nvPr>
        </p:nvSpPr>
        <p:spPr>
          <a:xfrm>
            <a:off x="6428834" y="4956561"/>
            <a:ext cx="1713607" cy="915157"/>
          </a:xfrm>
          <a:solidFill>
            <a:srgbClr val="F4F8FA"/>
          </a:solidFill>
          <a:ln w="12700">
            <a:solidFill>
              <a:schemeClr val="accent3">
                <a:alpha val="25000"/>
              </a:schemeClr>
            </a:solidFill>
          </a:ln>
        </p:spPr>
        <p:txBody>
          <a:bodyPr wrap="square" tIns="182880"/>
          <a:lstStyle>
            <a:lvl1pPr algn="ctr">
              <a:lnSpc>
                <a:spcPct val="100000"/>
              </a:lnSpc>
              <a:spcBef>
                <a:spcPts val="600"/>
              </a:spcBef>
              <a:defRPr sz="1200">
                <a:solidFill>
                  <a:schemeClr val="tx1"/>
                </a:solidFill>
              </a:defRPr>
            </a:lvl1pPr>
            <a:lvl2pPr marL="0" indent="0" algn="ctr">
              <a:lnSpc>
                <a:spcPct val="100000"/>
              </a:lnSpc>
              <a:spcBef>
                <a:spcPts val="600"/>
              </a:spcBef>
              <a:buFont typeface="Arial" panose="020B0604020202020204" pitchFamily="34" charset="0"/>
              <a:buChar char="​"/>
              <a:defRPr sz="1000">
                <a:solidFill>
                  <a:schemeClr val="tx1"/>
                </a:solidFill>
              </a:defRPr>
            </a:lvl2pPr>
          </a:lstStyle>
          <a:p>
            <a:pPr lvl="0"/>
            <a:r>
              <a:rPr lang="en-US"/>
              <a:t>Click to add text</a:t>
            </a:r>
          </a:p>
          <a:p>
            <a:pPr lvl="1"/>
            <a:r>
              <a:rPr lang="en-US"/>
              <a:t>Second level</a:t>
            </a:r>
          </a:p>
        </p:txBody>
      </p:sp>
      <p:sp>
        <p:nvSpPr>
          <p:cNvPr id="31" name="Text Placeholder 3" descr="Row 3, text box 5">
            <a:extLst>
              <a:ext uri="{FF2B5EF4-FFF2-40B4-BE49-F238E27FC236}">
                <a16:creationId xmlns:a16="http://schemas.microsoft.com/office/drawing/2014/main" id="{6EA6D41F-30CE-1443-9F1F-896A2907ECBD}"/>
              </a:ext>
            </a:extLst>
          </p:cNvPr>
          <p:cNvSpPr>
            <a:spLocks noGrp="1"/>
          </p:cNvSpPr>
          <p:nvPr>
            <p:ph type="body" sz="quarter" idx="27" hasCustomPrompt="1"/>
          </p:nvPr>
        </p:nvSpPr>
        <p:spPr>
          <a:xfrm>
            <a:off x="8200095" y="4956561"/>
            <a:ext cx="1713607" cy="915157"/>
          </a:xfrm>
          <a:solidFill>
            <a:srgbClr val="F4F8FA"/>
          </a:solidFill>
          <a:ln w="12700">
            <a:solidFill>
              <a:schemeClr val="accent3">
                <a:alpha val="25000"/>
              </a:schemeClr>
            </a:solidFill>
          </a:ln>
        </p:spPr>
        <p:txBody>
          <a:bodyPr wrap="square" tIns="182880"/>
          <a:lstStyle>
            <a:lvl1pPr algn="ctr">
              <a:lnSpc>
                <a:spcPct val="100000"/>
              </a:lnSpc>
              <a:spcBef>
                <a:spcPts val="600"/>
              </a:spcBef>
              <a:defRPr sz="1200">
                <a:solidFill>
                  <a:schemeClr val="tx1"/>
                </a:solidFill>
              </a:defRPr>
            </a:lvl1pPr>
            <a:lvl2pPr marL="0" indent="0" algn="ctr">
              <a:lnSpc>
                <a:spcPct val="100000"/>
              </a:lnSpc>
              <a:spcBef>
                <a:spcPts val="600"/>
              </a:spcBef>
              <a:buFont typeface="Arial" panose="020B0604020202020204" pitchFamily="34" charset="0"/>
              <a:buChar char="​"/>
              <a:defRPr sz="1000">
                <a:solidFill>
                  <a:schemeClr val="tx1"/>
                </a:solidFill>
              </a:defRPr>
            </a:lvl2pPr>
          </a:lstStyle>
          <a:p>
            <a:pPr lvl="0"/>
            <a:r>
              <a:rPr lang="en-US"/>
              <a:t>Click to add text</a:t>
            </a:r>
          </a:p>
          <a:p>
            <a:pPr lvl="1"/>
            <a:r>
              <a:rPr lang="en-US"/>
              <a:t>Second level</a:t>
            </a:r>
          </a:p>
        </p:txBody>
      </p:sp>
      <p:sp>
        <p:nvSpPr>
          <p:cNvPr id="33" name="Text Placeholder 3" descr="Row 3, text box 6">
            <a:extLst>
              <a:ext uri="{FF2B5EF4-FFF2-40B4-BE49-F238E27FC236}">
                <a16:creationId xmlns:a16="http://schemas.microsoft.com/office/drawing/2014/main" id="{62388AAB-5BA2-4747-B0D0-B11DA9195125}"/>
              </a:ext>
            </a:extLst>
          </p:cNvPr>
          <p:cNvSpPr>
            <a:spLocks noGrp="1"/>
          </p:cNvSpPr>
          <p:nvPr>
            <p:ph type="body" sz="quarter" idx="28" hasCustomPrompt="1"/>
          </p:nvPr>
        </p:nvSpPr>
        <p:spPr>
          <a:xfrm>
            <a:off x="9971354" y="4956561"/>
            <a:ext cx="1713607" cy="915157"/>
          </a:xfrm>
          <a:solidFill>
            <a:srgbClr val="F4F8FA"/>
          </a:solidFill>
          <a:ln w="12700">
            <a:solidFill>
              <a:schemeClr val="accent3">
                <a:alpha val="25000"/>
              </a:schemeClr>
            </a:solidFill>
          </a:ln>
        </p:spPr>
        <p:txBody>
          <a:bodyPr wrap="square" tIns="182880"/>
          <a:lstStyle>
            <a:lvl1pPr algn="ctr">
              <a:lnSpc>
                <a:spcPct val="100000"/>
              </a:lnSpc>
              <a:spcBef>
                <a:spcPts val="600"/>
              </a:spcBef>
              <a:defRPr sz="1200">
                <a:solidFill>
                  <a:schemeClr val="tx1"/>
                </a:solidFill>
              </a:defRPr>
            </a:lvl1pPr>
            <a:lvl2pPr marL="0" indent="0" algn="ctr">
              <a:lnSpc>
                <a:spcPct val="100000"/>
              </a:lnSpc>
              <a:spcBef>
                <a:spcPts val="600"/>
              </a:spcBef>
              <a:buFont typeface="Arial" panose="020B0604020202020204" pitchFamily="34" charset="0"/>
              <a:buChar char="​"/>
              <a:defRPr sz="1000">
                <a:solidFill>
                  <a:schemeClr val="tx1"/>
                </a:solidFill>
              </a:defRPr>
            </a:lvl2pPr>
          </a:lstStyle>
          <a:p>
            <a:pPr lvl="0"/>
            <a:r>
              <a:rPr lang="en-US"/>
              <a:t>Click to add text</a:t>
            </a:r>
          </a:p>
          <a:p>
            <a:pPr lvl="1"/>
            <a:r>
              <a:rPr lang="en-US"/>
              <a:t>Second level</a:t>
            </a:r>
          </a:p>
        </p:txBody>
      </p:sp>
      <p:sp>
        <p:nvSpPr>
          <p:cNvPr id="24" name="page number">
            <a:extLst>
              <a:ext uri="{FF2B5EF4-FFF2-40B4-BE49-F238E27FC236}">
                <a16:creationId xmlns:a16="http://schemas.microsoft.com/office/drawing/2014/main" id="{D09494D0-773E-A04D-BC5F-65AA87B8246F}"/>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cxnSp>
        <p:nvCxnSpPr>
          <p:cNvPr id="23" name="Straight Connector 22">
            <a:extLst>
              <a:ext uri="{FF2B5EF4-FFF2-40B4-BE49-F238E27FC236}">
                <a16:creationId xmlns:a16="http://schemas.microsoft.com/office/drawing/2014/main" id="{7E322B01-8AA4-6B48-98B8-90F64F16E3E4}"/>
              </a:ext>
              <a:ext uri="{C183D7F6-B498-43B3-948B-1728B52AA6E4}">
                <adec:decorative xmlns:adec="http://schemas.microsoft.com/office/drawing/2017/decorative" val="1"/>
              </a:ext>
            </a:extLst>
          </p:cNvPr>
          <p:cNvCxnSpPr/>
          <p:nvPr userDrawn="1"/>
        </p:nvCxnSpPr>
        <p:spPr bwMode="gray">
          <a:xfrm>
            <a:off x="1093076" y="2680138"/>
            <a:ext cx="2459421" cy="0"/>
          </a:xfrm>
          <a:prstGeom prst="line">
            <a:avLst/>
          </a:prstGeom>
          <a:ln w="25400">
            <a:solidFill>
              <a:schemeClr val="accent4"/>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65C97932-042E-C845-9300-586CA61AB8C0}"/>
              </a:ext>
              <a:ext uri="{C183D7F6-B498-43B3-948B-1728B52AA6E4}">
                <adec:decorative xmlns:adec="http://schemas.microsoft.com/office/drawing/2017/decorative" val="1"/>
              </a:ext>
            </a:extLst>
          </p:cNvPr>
          <p:cNvCxnSpPr/>
          <p:nvPr userDrawn="1"/>
        </p:nvCxnSpPr>
        <p:spPr bwMode="gray">
          <a:xfrm>
            <a:off x="3805092" y="2680138"/>
            <a:ext cx="2459421" cy="0"/>
          </a:xfrm>
          <a:prstGeom prst="line">
            <a:avLst/>
          </a:prstGeom>
          <a:ln w="25400">
            <a:solidFill>
              <a:schemeClr val="accent3"/>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1AEFB321-2C32-7945-A5C9-A9F00AE58896}"/>
              </a:ext>
              <a:ext uri="{C183D7F6-B498-43B3-948B-1728B52AA6E4}">
                <adec:decorative xmlns:adec="http://schemas.microsoft.com/office/drawing/2017/decorative" val="1"/>
              </a:ext>
            </a:extLst>
          </p:cNvPr>
          <p:cNvCxnSpPr/>
          <p:nvPr userDrawn="1"/>
        </p:nvCxnSpPr>
        <p:spPr bwMode="gray">
          <a:xfrm>
            <a:off x="6517108" y="2680138"/>
            <a:ext cx="2459421" cy="0"/>
          </a:xfrm>
          <a:prstGeom prst="line">
            <a:avLst/>
          </a:prstGeom>
          <a:ln w="25400">
            <a:solidFill>
              <a:schemeClr val="accent2"/>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D68A42CD-A1AD-9149-80A3-4BFE5D75E3AB}"/>
              </a:ext>
              <a:ext uri="{C183D7F6-B498-43B3-948B-1728B52AA6E4}">
                <adec:decorative xmlns:adec="http://schemas.microsoft.com/office/drawing/2017/decorative" val="1"/>
              </a:ext>
            </a:extLst>
          </p:cNvPr>
          <p:cNvCxnSpPr/>
          <p:nvPr userDrawn="1"/>
        </p:nvCxnSpPr>
        <p:spPr bwMode="gray">
          <a:xfrm>
            <a:off x="9229123" y="2680138"/>
            <a:ext cx="2459421" cy="0"/>
          </a:xfrm>
          <a:prstGeom prst="line">
            <a:avLst/>
          </a:prstGeom>
          <a:ln w="25400">
            <a:solidFill>
              <a:schemeClr val="accent5"/>
            </a:solidFill>
            <a:miter lim="800000"/>
            <a:tailEnd type="none"/>
          </a:ln>
        </p:spPr>
        <p:style>
          <a:lnRef idx="1">
            <a:schemeClr val="accent1"/>
          </a:lnRef>
          <a:fillRef idx="0">
            <a:schemeClr val="accent1"/>
          </a:fillRef>
          <a:effectRef idx="0">
            <a:schemeClr val="accent1"/>
          </a:effectRef>
          <a:fontRef idx="minor">
            <a:schemeClr val="tx1"/>
          </a:fontRef>
        </p:style>
      </p:cxnSp>
      <p:sp>
        <p:nvSpPr>
          <p:cNvPr id="42" name="page number">
            <a:extLst>
              <a:ext uri="{FF2B5EF4-FFF2-40B4-BE49-F238E27FC236}">
                <a16:creationId xmlns:a16="http://schemas.microsoft.com/office/drawing/2014/main" id="{D09494D0-773E-A04D-BC5F-65AA87B8246F}"/>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27429284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wo-Content Balanced with 4 Item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000E4C6-16B5-49A9-898A-3B53C5AB065D}"/>
              </a:ext>
            </a:extLst>
          </p:cNvPr>
          <p:cNvSpPr>
            <a:spLocks noGrp="1"/>
          </p:cNvSpPr>
          <p:nvPr>
            <p:ph type="title" hasCustomPrompt="1"/>
          </p:nvPr>
        </p:nvSpPr>
        <p:spPr/>
        <p:txBody>
          <a:bodyPr/>
          <a:lstStyle>
            <a:lvl1pPr>
              <a:defRPr>
                <a:solidFill>
                  <a:schemeClr val="accent2"/>
                </a:solidFill>
              </a:defRPr>
            </a:lvl1pPr>
          </a:lstStyle>
          <a:p>
            <a:r>
              <a:rPr lang="en-US" dirty="0"/>
              <a:t>Click to Add One Line Title</a:t>
            </a:r>
          </a:p>
        </p:txBody>
      </p:sp>
      <p:sp>
        <p:nvSpPr>
          <p:cNvPr id="8" name="Subtitle 2">
            <a:extLst>
              <a:ext uri="{FF2B5EF4-FFF2-40B4-BE49-F238E27FC236}">
                <a16:creationId xmlns:a16="http://schemas.microsoft.com/office/drawing/2014/main" id="{38535540-CB20-4CD5-9F73-DB64F5A49CD3}"/>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2"/>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21" name="Text Placeholder 4">
            <a:extLst>
              <a:ext uri="{FF2B5EF4-FFF2-40B4-BE49-F238E27FC236}">
                <a16:creationId xmlns:a16="http://schemas.microsoft.com/office/drawing/2014/main" id="{BEC064C4-3E9E-B246-ACD5-2D012920B654}"/>
              </a:ext>
            </a:extLst>
          </p:cNvPr>
          <p:cNvSpPr>
            <a:spLocks noGrp="1"/>
          </p:cNvSpPr>
          <p:nvPr>
            <p:ph type="body" sz="quarter" idx="27" hasCustomPrompt="1"/>
          </p:nvPr>
        </p:nvSpPr>
        <p:spPr>
          <a:xfrm>
            <a:off x="556590" y="1665027"/>
            <a:ext cx="3551385" cy="4343400"/>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vl6pPr>
              <a:defRPr lang="en-US" dirty="0"/>
            </a:lvl6pPr>
            <a:lvl7pPr>
              <a:defRPr lang="en-US" dirty="0"/>
            </a:lvl7pPr>
            <a:lvl8pPr>
              <a:defRPr lang="en-US" dirty="0"/>
            </a:lvl8pPr>
            <a:lvl9pPr>
              <a:defRPr lang="en-US" dirty="0"/>
            </a:lvl9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 Seventh level</a:t>
            </a:r>
          </a:p>
          <a:p>
            <a:pPr lvl="7"/>
            <a:r>
              <a:rPr lang="en-US" dirty="0"/>
              <a:t> Eighth level</a:t>
            </a:r>
          </a:p>
          <a:p>
            <a:pPr lvl="8"/>
            <a:r>
              <a:rPr lang="en-US" dirty="0"/>
              <a:t>Ninth level</a:t>
            </a:r>
          </a:p>
        </p:txBody>
      </p:sp>
      <p:cxnSp>
        <p:nvCxnSpPr>
          <p:cNvPr id="19" name="Straight Connector 18">
            <a:extLst>
              <a:ext uri="{FF2B5EF4-FFF2-40B4-BE49-F238E27FC236}">
                <a16:creationId xmlns:a16="http://schemas.microsoft.com/office/drawing/2014/main" id="{B9D231B6-B665-5B4B-98D5-858F74779A9A}"/>
              </a:ext>
              <a:ext uri="{C183D7F6-B498-43B3-948B-1728B52AA6E4}">
                <adec:decorative xmlns:adec="http://schemas.microsoft.com/office/drawing/2017/decorative" val="1"/>
              </a:ext>
            </a:extLst>
          </p:cNvPr>
          <p:cNvCxnSpPr/>
          <p:nvPr userDrawn="1"/>
        </p:nvCxnSpPr>
        <p:spPr bwMode="gray">
          <a:xfrm>
            <a:off x="4566265" y="1718036"/>
            <a:ext cx="0" cy="3710608"/>
          </a:xfrm>
          <a:prstGeom prst="line">
            <a:avLst/>
          </a:prstGeom>
          <a:ln w="25400">
            <a:solidFill>
              <a:schemeClr val="tx1"/>
            </a:solidFill>
            <a:prstDash val="sysDot"/>
            <a:miter lim="800000"/>
            <a:tailEnd type="none"/>
          </a:ln>
        </p:spPr>
        <p:style>
          <a:lnRef idx="1">
            <a:schemeClr val="accent1"/>
          </a:lnRef>
          <a:fillRef idx="0">
            <a:schemeClr val="accent1"/>
          </a:fillRef>
          <a:effectRef idx="0">
            <a:schemeClr val="accent1"/>
          </a:effectRef>
          <a:fontRef idx="minor">
            <a:schemeClr val="tx1"/>
          </a:fontRef>
        </p:style>
      </p:cxnSp>
      <p:sp>
        <p:nvSpPr>
          <p:cNvPr id="12" name="Content Placeholder 3">
            <a:extLst>
              <a:ext uri="{FF2B5EF4-FFF2-40B4-BE49-F238E27FC236}">
                <a16:creationId xmlns:a16="http://schemas.microsoft.com/office/drawing/2014/main" id="{CD860A49-A98C-4F0E-AB34-4E13B89D5EBC}"/>
              </a:ext>
            </a:extLst>
          </p:cNvPr>
          <p:cNvSpPr>
            <a:spLocks noGrp="1"/>
          </p:cNvSpPr>
          <p:nvPr>
            <p:ph sz="quarter" idx="18"/>
          </p:nvPr>
        </p:nvSpPr>
        <p:spPr>
          <a:xfrm>
            <a:off x="4886408" y="1750485"/>
            <a:ext cx="1136591" cy="709301"/>
          </a:xfrm>
        </p:spPr>
        <p:txBody>
          <a:bodyPr lIns="0" rIns="594360"/>
          <a:lstStyle>
            <a:lvl1pPr>
              <a:defRPr sz="1800">
                <a:solidFill>
                  <a:schemeClr val="tx2"/>
                </a:solidFill>
              </a:defRPr>
            </a:lvl1pPr>
            <a:lvl2pPr>
              <a:defRPr sz="1600">
                <a:solidFill>
                  <a:schemeClr val="tx2"/>
                </a:solidFill>
              </a:defRPr>
            </a:lvl2pPr>
            <a:lvl3pPr>
              <a:defRPr sz="1400">
                <a:solidFill>
                  <a:schemeClr val="tx2"/>
                </a:solidFill>
              </a:defRPr>
            </a:lvl3pPr>
            <a:lvl4pPr>
              <a:defRPr sz="1200">
                <a:solidFill>
                  <a:schemeClr val="tx2"/>
                </a:solidFill>
              </a:defRPr>
            </a:lvl4pPr>
            <a:lvl5pPr>
              <a:defRPr sz="1200">
                <a:solidFill>
                  <a:schemeClr val="tx2"/>
                </a:solidFill>
              </a:defRPr>
            </a:lvl5pPr>
            <a:lvl6pPr>
              <a:defRPr sz="1800">
                <a:solidFill>
                  <a:schemeClr val="tx2"/>
                </a:solidFill>
              </a:defRPr>
            </a:lvl6pPr>
            <a:lvl7pPr>
              <a:defRPr sz="1400">
                <a:solidFill>
                  <a:schemeClr val="tx2"/>
                </a:solidFill>
              </a:defRPr>
            </a:lvl7pPr>
            <a:lvl8pPr>
              <a:defRPr sz="1200">
                <a:solidFill>
                  <a:schemeClr val="tx2"/>
                </a:solidFill>
              </a:defRPr>
            </a:lvl8pPr>
            <a:lvl9pPr>
              <a:defRPr sz="1800">
                <a:solidFill>
                  <a:schemeClr val="tx2"/>
                </a:solidFill>
              </a:defRPr>
            </a:lvl9pPr>
          </a:lstStyle>
          <a:p>
            <a:pPr lvl="0"/>
            <a:r>
              <a:rPr lang="en-GB"/>
              <a:t>Click to edit Master text styles</a:t>
            </a:r>
          </a:p>
        </p:txBody>
      </p:sp>
      <p:sp>
        <p:nvSpPr>
          <p:cNvPr id="11" name="Content Placeholder 3">
            <a:extLst>
              <a:ext uri="{FF2B5EF4-FFF2-40B4-BE49-F238E27FC236}">
                <a16:creationId xmlns:a16="http://schemas.microsoft.com/office/drawing/2014/main" id="{3636B989-5405-7743-8C4B-6894A84D494C}"/>
              </a:ext>
            </a:extLst>
          </p:cNvPr>
          <p:cNvSpPr>
            <a:spLocks noGrp="1"/>
          </p:cNvSpPr>
          <p:nvPr>
            <p:ph sz="quarter" idx="20" hasCustomPrompt="1"/>
          </p:nvPr>
        </p:nvSpPr>
        <p:spPr>
          <a:xfrm>
            <a:off x="6165266" y="1750485"/>
            <a:ext cx="5455228" cy="709301"/>
          </a:xfrm>
        </p:spPr>
        <p:txBody>
          <a:bodyPr lIns="0" rIns="594360"/>
          <a:lstStyle>
            <a:lvl1pPr>
              <a:defRPr sz="1400" b="0">
                <a:solidFill>
                  <a:schemeClr val="accent5"/>
                </a:solidFill>
                <a:latin typeface="Arial" panose="020B0604020202020204" pitchFamily="34" charset="0"/>
              </a:defRPr>
            </a:lvl1pPr>
            <a:lvl2pPr>
              <a:defRPr sz="1200">
                <a:solidFill>
                  <a:schemeClr val="tx2"/>
                </a:solidFill>
              </a:defRPr>
            </a:lvl2pPr>
            <a:lvl3pPr>
              <a:defRPr sz="1400">
                <a:solidFill>
                  <a:schemeClr val="tx2"/>
                </a:solidFill>
              </a:defRPr>
            </a:lvl3pPr>
            <a:lvl4pPr>
              <a:defRPr sz="1200">
                <a:solidFill>
                  <a:schemeClr val="tx2"/>
                </a:solidFill>
              </a:defRPr>
            </a:lvl4pPr>
            <a:lvl5pPr>
              <a:defRPr sz="1200">
                <a:solidFill>
                  <a:schemeClr val="tx2"/>
                </a:solidFill>
              </a:defRPr>
            </a:lvl5pPr>
            <a:lvl6pPr>
              <a:defRPr sz="1800">
                <a:solidFill>
                  <a:schemeClr val="tx2"/>
                </a:solidFill>
              </a:defRPr>
            </a:lvl6pPr>
            <a:lvl7pPr>
              <a:defRPr sz="1400">
                <a:solidFill>
                  <a:schemeClr val="tx2"/>
                </a:solidFill>
              </a:defRPr>
            </a:lvl7pPr>
            <a:lvl8pPr>
              <a:defRPr sz="1200">
                <a:solidFill>
                  <a:schemeClr val="tx2"/>
                </a:solidFill>
              </a:defRPr>
            </a:lvl8pPr>
            <a:lvl9pPr>
              <a:defRPr sz="1800">
                <a:solidFill>
                  <a:schemeClr val="tx2"/>
                </a:solidFill>
              </a:defRPr>
            </a:lvl9pPr>
          </a:lstStyle>
          <a:p>
            <a:pPr lvl="0"/>
            <a:r>
              <a:rPr lang="en-US" dirty="0"/>
              <a:t>Click to add text</a:t>
            </a:r>
          </a:p>
          <a:p>
            <a:pPr lvl="1"/>
            <a:r>
              <a:rPr lang="en-US" dirty="0"/>
              <a:t>Second level</a:t>
            </a:r>
          </a:p>
        </p:txBody>
      </p:sp>
      <p:sp>
        <p:nvSpPr>
          <p:cNvPr id="13" name="Content Placeholder 3">
            <a:extLst>
              <a:ext uri="{FF2B5EF4-FFF2-40B4-BE49-F238E27FC236}">
                <a16:creationId xmlns:a16="http://schemas.microsoft.com/office/drawing/2014/main" id="{8E5AB2B4-4B40-9E4B-88EE-A534B0D16E87}"/>
              </a:ext>
            </a:extLst>
          </p:cNvPr>
          <p:cNvSpPr>
            <a:spLocks noGrp="1"/>
          </p:cNvSpPr>
          <p:nvPr>
            <p:ph sz="quarter" idx="21"/>
          </p:nvPr>
        </p:nvSpPr>
        <p:spPr>
          <a:xfrm>
            <a:off x="4886408" y="2743933"/>
            <a:ext cx="1136591" cy="709301"/>
          </a:xfrm>
        </p:spPr>
        <p:txBody>
          <a:bodyPr lIns="0" rIns="594360"/>
          <a:lstStyle>
            <a:lvl1pPr>
              <a:defRPr sz="1800">
                <a:solidFill>
                  <a:schemeClr val="tx2"/>
                </a:solidFill>
              </a:defRPr>
            </a:lvl1pPr>
            <a:lvl2pPr>
              <a:defRPr sz="1600">
                <a:solidFill>
                  <a:schemeClr val="tx2"/>
                </a:solidFill>
              </a:defRPr>
            </a:lvl2pPr>
            <a:lvl3pPr>
              <a:defRPr sz="1400">
                <a:solidFill>
                  <a:schemeClr val="tx2"/>
                </a:solidFill>
              </a:defRPr>
            </a:lvl3pPr>
            <a:lvl4pPr>
              <a:defRPr sz="1200">
                <a:solidFill>
                  <a:schemeClr val="tx2"/>
                </a:solidFill>
              </a:defRPr>
            </a:lvl4pPr>
            <a:lvl5pPr>
              <a:defRPr sz="1200">
                <a:solidFill>
                  <a:schemeClr val="tx2"/>
                </a:solidFill>
              </a:defRPr>
            </a:lvl5pPr>
            <a:lvl6pPr>
              <a:defRPr sz="1800">
                <a:solidFill>
                  <a:schemeClr val="tx2"/>
                </a:solidFill>
              </a:defRPr>
            </a:lvl6pPr>
            <a:lvl7pPr>
              <a:defRPr sz="1400">
                <a:solidFill>
                  <a:schemeClr val="tx2"/>
                </a:solidFill>
              </a:defRPr>
            </a:lvl7pPr>
            <a:lvl8pPr>
              <a:defRPr sz="1200">
                <a:solidFill>
                  <a:schemeClr val="tx2"/>
                </a:solidFill>
              </a:defRPr>
            </a:lvl8pPr>
            <a:lvl9pPr>
              <a:defRPr sz="1800">
                <a:solidFill>
                  <a:schemeClr val="tx2"/>
                </a:solidFill>
              </a:defRPr>
            </a:lvl9pPr>
          </a:lstStyle>
          <a:p>
            <a:pPr lvl="0"/>
            <a:r>
              <a:rPr lang="en-GB"/>
              <a:t>Click to edit Master text styles</a:t>
            </a:r>
          </a:p>
        </p:txBody>
      </p:sp>
      <p:sp>
        <p:nvSpPr>
          <p:cNvPr id="14" name="Content Placeholder 3">
            <a:extLst>
              <a:ext uri="{FF2B5EF4-FFF2-40B4-BE49-F238E27FC236}">
                <a16:creationId xmlns:a16="http://schemas.microsoft.com/office/drawing/2014/main" id="{EE3DDFE7-075F-F842-B0E7-0D71FBAC2C36}"/>
              </a:ext>
            </a:extLst>
          </p:cNvPr>
          <p:cNvSpPr>
            <a:spLocks noGrp="1"/>
          </p:cNvSpPr>
          <p:nvPr>
            <p:ph sz="quarter" idx="22" hasCustomPrompt="1"/>
          </p:nvPr>
        </p:nvSpPr>
        <p:spPr>
          <a:xfrm>
            <a:off x="6165266" y="2743933"/>
            <a:ext cx="5455228" cy="709301"/>
          </a:xfrm>
        </p:spPr>
        <p:txBody>
          <a:bodyPr lIns="0" rIns="594360"/>
          <a:lstStyle>
            <a:lvl1pPr>
              <a:defRPr sz="1400" b="0">
                <a:solidFill>
                  <a:schemeClr val="accent1"/>
                </a:solidFill>
                <a:latin typeface="Arial" panose="020B0604020202020204" pitchFamily="34" charset="0"/>
              </a:defRPr>
            </a:lvl1pPr>
            <a:lvl2pPr>
              <a:defRPr sz="1200">
                <a:solidFill>
                  <a:schemeClr val="tx2"/>
                </a:solidFill>
              </a:defRPr>
            </a:lvl2pPr>
            <a:lvl3pPr>
              <a:defRPr sz="1400">
                <a:solidFill>
                  <a:schemeClr val="tx2"/>
                </a:solidFill>
              </a:defRPr>
            </a:lvl3pPr>
            <a:lvl4pPr>
              <a:defRPr sz="1200">
                <a:solidFill>
                  <a:schemeClr val="tx2"/>
                </a:solidFill>
              </a:defRPr>
            </a:lvl4pPr>
            <a:lvl5pPr>
              <a:defRPr sz="1200">
                <a:solidFill>
                  <a:schemeClr val="tx2"/>
                </a:solidFill>
              </a:defRPr>
            </a:lvl5pPr>
            <a:lvl6pPr>
              <a:defRPr sz="1800">
                <a:solidFill>
                  <a:schemeClr val="tx2"/>
                </a:solidFill>
              </a:defRPr>
            </a:lvl6pPr>
            <a:lvl7pPr>
              <a:defRPr sz="1400">
                <a:solidFill>
                  <a:schemeClr val="tx2"/>
                </a:solidFill>
              </a:defRPr>
            </a:lvl7pPr>
            <a:lvl8pPr>
              <a:defRPr sz="1200">
                <a:solidFill>
                  <a:schemeClr val="tx2"/>
                </a:solidFill>
              </a:defRPr>
            </a:lvl8pPr>
            <a:lvl9pPr>
              <a:defRPr sz="1800">
                <a:solidFill>
                  <a:schemeClr val="tx2"/>
                </a:solidFill>
              </a:defRPr>
            </a:lvl9pPr>
          </a:lstStyle>
          <a:p>
            <a:pPr lvl="0"/>
            <a:r>
              <a:rPr lang="en-US" dirty="0"/>
              <a:t>Click to add text</a:t>
            </a:r>
          </a:p>
          <a:p>
            <a:pPr lvl="1"/>
            <a:r>
              <a:rPr lang="en-US" dirty="0"/>
              <a:t>Second level</a:t>
            </a:r>
          </a:p>
        </p:txBody>
      </p:sp>
      <p:sp>
        <p:nvSpPr>
          <p:cNvPr id="15" name="Content Placeholder 3">
            <a:extLst>
              <a:ext uri="{FF2B5EF4-FFF2-40B4-BE49-F238E27FC236}">
                <a16:creationId xmlns:a16="http://schemas.microsoft.com/office/drawing/2014/main" id="{3CD5D980-E9FD-A743-B21C-35D97EFF78B6}"/>
              </a:ext>
            </a:extLst>
          </p:cNvPr>
          <p:cNvSpPr>
            <a:spLocks noGrp="1"/>
          </p:cNvSpPr>
          <p:nvPr>
            <p:ph sz="quarter" idx="23"/>
          </p:nvPr>
        </p:nvSpPr>
        <p:spPr>
          <a:xfrm>
            <a:off x="4886408" y="3727413"/>
            <a:ext cx="1136591" cy="709301"/>
          </a:xfrm>
        </p:spPr>
        <p:txBody>
          <a:bodyPr lIns="0" rIns="594360"/>
          <a:lstStyle>
            <a:lvl1pPr>
              <a:defRPr sz="1800">
                <a:solidFill>
                  <a:schemeClr val="tx2"/>
                </a:solidFill>
              </a:defRPr>
            </a:lvl1pPr>
            <a:lvl2pPr>
              <a:defRPr sz="1600">
                <a:solidFill>
                  <a:schemeClr val="tx2"/>
                </a:solidFill>
              </a:defRPr>
            </a:lvl2pPr>
            <a:lvl3pPr>
              <a:defRPr sz="1400">
                <a:solidFill>
                  <a:schemeClr val="tx2"/>
                </a:solidFill>
              </a:defRPr>
            </a:lvl3pPr>
            <a:lvl4pPr>
              <a:defRPr sz="1200">
                <a:solidFill>
                  <a:schemeClr val="tx2"/>
                </a:solidFill>
              </a:defRPr>
            </a:lvl4pPr>
            <a:lvl5pPr>
              <a:defRPr sz="1200">
                <a:solidFill>
                  <a:schemeClr val="tx2"/>
                </a:solidFill>
              </a:defRPr>
            </a:lvl5pPr>
            <a:lvl6pPr>
              <a:defRPr sz="1800">
                <a:solidFill>
                  <a:schemeClr val="tx2"/>
                </a:solidFill>
              </a:defRPr>
            </a:lvl6pPr>
            <a:lvl7pPr>
              <a:defRPr sz="1400">
                <a:solidFill>
                  <a:schemeClr val="tx2"/>
                </a:solidFill>
              </a:defRPr>
            </a:lvl7pPr>
            <a:lvl8pPr>
              <a:defRPr sz="1200">
                <a:solidFill>
                  <a:schemeClr val="tx2"/>
                </a:solidFill>
              </a:defRPr>
            </a:lvl8pPr>
            <a:lvl9pPr>
              <a:defRPr sz="1800">
                <a:solidFill>
                  <a:schemeClr val="tx2"/>
                </a:solidFill>
              </a:defRPr>
            </a:lvl9pPr>
          </a:lstStyle>
          <a:p>
            <a:pPr lvl="0"/>
            <a:r>
              <a:rPr lang="en-GB"/>
              <a:t>Click to edit Master text styles</a:t>
            </a:r>
          </a:p>
        </p:txBody>
      </p:sp>
      <p:sp>
        <p:nvSpPr>
          <p:cNvPr id="16" name="Content Placeholder 3">
            <a:extLst>
              <a:ext uri="{FF2B5EF4-FFF2-40B4-BE49-F238E27FC236}">
                <a16:creationId xmlns:a16="http://schemas.microsoft.com/office/drawing/2014/main" id="{23ED76AC-9B3D-A24D-BAEE-275D30215215}"/>
              </a:ext>
            </a:extLst>
          </p:cNvPr>
          <p:cNvSpPr>
            <a:spLocks noGrp="1"/>
          </p:cNvSpPr>
          <p:nvPr>
            <p:ph sz="quarter" idx="24" hasCustomPrompt="1"/>
          </p:nvPr>
        </p:nvSpPr>
        <p:spPr>
          <a:xfrm>
            <a:off x="6165266" y="3727413"/>
            <a:ext cx="5455228" cy="709301"/>
          </a:xfrm>
        </p:spPr>
        <p:txBody>
          <a:bodyPr lIns="0" rIns="594360"/>
          <a:lstStyle>
            <a:lvl1pPr>
              <a:defRPr sz="1400" b="0" i="0">
                <a:solidFill>
                  <a:schemeClr val="accent2"/>
                </a:solidFill>
                <a:latin typeface="Arial" panose="020B0604020202020204" pitchFamily="34" charset="0"/>
              </a:defRPr>
            </a:lvl1pPr>
            <a:lvl2pPr>
              <a:defRPr sz="1200">
                <a:solidFill>
                  <a:schemeClr val="tx2"/>
                </a:solidFill>
              </a:defRPr>
            </a:lvl2pPr>
            <a:lvl3pPr>
              <a:defRPr sz="1400">
                <a:solidFill>
                  <a:schemeClr val="tx2"/>
                </a:solidFill>
              </a:defRPr>
            </a:lvl3pPr>
            <a:lvl4pPr>
              <a:defRPr sz="1200">
                <a:solidFill>
                  <a:schemeClr val="tx2"/>
                </a:solidFill>
              </a:defRPr>
            </a:lvl4pPr>
            <a:lvl5pPr>
              <a:defRPr sz="1200">
                <a:solidFill>
                  <a:schemeClr val="tx2"/>
                </a:solidFill>
              </a:defRPr>
            </a:lvl5pPr>
            <a:lvl6pPr>
              <a:defRPr sz="1800">
                <a:solidFill>
                  <a:schemeClr val="tx2"/>
                </a:solidFill>
              </a:defRPr>
            </a:lvl6pPr>
            <a:lvl7pPr>
              <a:defRPr sz="1400">
                <a:solidFill>
                  <a:schemeClr val="tx2"/>
                </a:solidFill>
              </a:defRPr>
            </a:lvl7pPr>
            <a:lvl8pPr>
              <a:defRPr sz="1200">
                <a:solidFill>
                  <a:schemeClr val="tx2"/>
                </a:solidFill>
              </a:defRPr>
            </a:lvl8pPr>
            <a:lvl9pPr>
              <a:defRPr sz="1800">
                <a:solidFill>
                  <a:schemeClr val="tx2"/>
                </a:solidFill>
              </a:defRPr>
            </a:lvl9pPr>
          </a:lstStyle>
          <a:p>
            <a:pPr lvl="0"/>
            <a:r>
              <a:rPr lang="en-US" dirty="0"/>
              <a:t>Click to add text</a:t>
            </a:r>
          </a:p>
          <a:p>
            <a:pPr lvl="1"/>
            <a:r>
              <a:rPr lang="en-US" dirty="0"/>
              <a:t>Second level</a:t>
            </a:r>
          </a:p>
        </p:txBody>
      </p:sp>
      <p:sp>
        <p:nvSpPr>
          <p:cNvPr id="17" name="Content Placeholder 3">
            <a:extLst>
              <a:ext uri="{FF2B5EF4-FFF2-40B4-BE49-F238E27FC236}">
                <a16:creationId xmlns:a16="http://schemas.microsoft.com/office/drawing/2014/main" id="{6E328FCB-AD7A-0B48-84A3-BC75E4A968AC}"/>
              </a:ext>
            </a:extLst>
          </p:cNvPr>
          <p:cNvSpPr>
            <a:spLocks noGrp="1"/>
          </p:cNvSpPr>
          <p:nvPr>
            <p:ph sz="quarter" idx="25"/>
          </p:nvPr>
        </p:nvSpPr>
        <p:spPr>
          <a:xfrm>
            <a:off x="4886408" y="4693800"/>
            <a:ext cx="1136591" cy="709301"/>
          </a:xfrm>
        </p:spPr>
        <p:txBody>
          <a:bodyPr lIns="0" rIns="594360"/>
          <a:lstStyle>
            <a:lvl1pPr>
              <a:defRPr sz="1800">
                <a:solidFill>
                  <a:schemeClr val="tx2"/>
                </a:solidFill>
              </a:defRPr>
            </a:lvl1pPr>
            <a:lvl2pPr>
              <a:defRPr sz="1600">
                <a:solidFill>
                  <a:schemeClr val="tx2"/>
                </a:solidFill>
              </a:defRPr>
            </a:lvl2pPr>
            <a:lvl3pPr>
              <a:defRPr sz="1400">
                <a:solidFill>
                  <a:schemeClr val="tx2"/>
                </a:solidFill>
              </a:defRPr>
            </a:lvl3pPr>
            <a:lvl4pPr>
              <a:defRPr sz="1200">
                <a:solidFill>
                  <a:schemeClr val="tx2"/>
                </a:solidFill>
              </a:defRPr>
            </a:lvl4pPr>
            <a:lvl5pPr>
              <a:defRPr sz="1200">
                <a:solidFill>
                  <a:schemeClr val="tx2"/>
                </a:solidFill>
              </a:defRPr>
            </a:lvl5pPr>
            <a:lvl6pPr>
              <a:defRPr sz="1800">
                <a:solidFill>
                  <a:schemeClr val="tx2"/>
                </a:solidFill>
              </a:defRPr>
            </a:lvl6pPr>
            <a:lvl7pPr>
              <a:defRPr sz="1400">
                <a:solidFill>
                  <a:schemeClr val="tx2"/>
                </a:solidFill>
              </a:defRPr>
            </a:lvl7pPr>
            <a:lvl8pPr>
              <a:defRPr sz="1200">
                <a:solidFill>
                  <a:schemeClr val="tx2"/>
                </a:solidFill>
              </a:defRPr>
            </a:lvl8pPr>
            <a:lvl9pPr>
              <a:defRPr sz="1800">
                <a:solidFill>
                  <a:schemeClr val="tx2"/>
                </a:solidFill>
              </a:defRPr>
            </a:lvl9pPr>
          </a:lstStyle>
          <a:p>
            <a:pPr lvl="0"/>
            <a:r>
              <a:rPr lang="en-GB"/>
              <a:t>Click to edit Master text styles</a:t>
            </a:r>
          </a:p>
        </p:txBody>
      </p:sp>
      <p:sp>
        <p:nvSpPr>
          <p:cNvPr id="18" name="Content Placeholder 3">
            <a:extLst>
              <a:ext uri="{FF2B5EF4-FFF2-40B4-BE49-F238E27FC236}">
                <a16:creationId xmlns:a16="http://schemas.microsoft.com/office/drawing/2014/main" id="{C7E39CCE-D379-974E-B6F3-5D4820EF2F9B}"/>
              </a:ext>
            </a:extLst>
          </p:cNvPr>
          <p:cNvSpPr>
            <a:spLocks noGrp="1"/>
          </p:cNvSpPr>
          <p:nvPr>
            <p:ph sz="quarter" idx="26" hasCustomPrompt="1"/>
          </p:nvPr>
        </p:nvSpPr>
        <p:spPr>
          <a:xfrm>
            <a:off x="6165266" y="4693800"/>
            <a:ext cx="5455228" cy="709301"/>
          </a:xfrm>
        </p:spPr>
        <p:txBody>
          <a:bodyPr lIns="0" rIns="594360"/>
          <a:lstStyle>
            <a:lvl1pPr>
              <a:defRPr sz="1400" b="0" i="0">
                <a:solidFill>
                  <a:schemeClr val="accent4"/>
                </a:solidFill>
                <a:latin typeface="Arial" panose="020B0604020202020204" pitchFamily="34" charset="0"/>
              </a:defRPr>
            </a:lvl1pPr>
            <a:lvl2pPr>
              <a:defRPr sz="1200">
                <a:solidFill>
                  <a:schemeClr val="tx2"/>
                </a:solidFill>
              </a:defRPr>
            </a:lvl2pPr>
            <a:lvl3pPr>
              <a:defRPr sz="1400">
                <a:solidFill>
                  <a:schemeClr val="tx2"/>
                </a:solidFill>
              </a:defRPr>
            </a:lvl3pPr>
            <a:lvl4pPr>
              <a:defRPr sz="1200">
                <a:solidFill>
                  <a:schemeClr val="tx2"/>
                </a:solidFill>
              </a:defRPr>
            </a:lvl4pPr>
            <a:lvl5pPr>
              <a:defRPr sz="1200">
                <a:solidFill>
                  <a:schemeClr val="tx2"/>
                </a:solidFill>
              </a:defRPr>
            </a:lvl5pPr>
            <a:lvl6pPr>
              <a:defRPr sz="1800">
                <a:solidFill>
                  <a:schemeClr val="tx2"/>
                </a:solidFill>
              </a:defRPr>
            </a:lvl6pPr>
            <a:lvl7pPr>
              <a:defRPr sz="1400">
                <a:solidFill>
                  <a:schemeClr val="tx2"/>
                </a:solidFill>
              </a:defRPr>
            </a:lvl7pPr>
            <a:lvl8pPr>
              <a:defRPr sz="1200">
                <a:solidFill>
                  <a:schemeClr val="tx2"/>
                </a:solidFill>
              </a:defRPr>
            </a:lvl8pPr>
            <a:lvl9pPr>
              <a:defRPr sz="1800">
                <a:solidFill>
                  <a:schemeClr val="tx2"/>
                </a:solidFill>
              </a:defRPr>
            </a:lvl9pPr>
          </a:lstStyle>
          <a:p>
            <a:pPr lvl="0"/>
            <a:r>
              <a:rPr lang="en-US" dirty="0"/>
              <a:t>Click to add text</a:t>
            </a:r>
          </a:p>
          <a:p>
            <a:pPr lvl="1"/>
            <a:r>
              <a:rPr lang="en-US" dirty="0"/>
              <a:t>Second level</a:t>
            </a:r>
          </a:p>
        </p:txBody>
      </p:sp>
      <p:sp>
        <p:nvSpPr>
          <p:cNvPr id="22" name="page number">
            <a:extLst>
              <a:ext uri="{FF2B5EF4-FFF2-40B4-BE49-F238E27FC236}">
                <a16:creationId xmlns:a16="http://schemas.microsoft.com/office/drawing/2014/main" id="{9061FB38-B1F1-AA4D-B978-CB2F5E5AA60D}"/>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27042563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1_Three Icon - Horizontal">
    <p:spTree>
      <p:nvGrpSpPr>
        <p:cNvPr id="1" name=""/>
        <p:cNvGrpSpPr/>
        <p:nvPr/>
      </p:nvGrpSpPr>
      <p:grpSpPr>
        <a:xfrm>
          <a:off x="0" y="0"/>
          <a:ext cx="0" cy="0"/>
          <a:chOff x="0" y="0"/>
          <a:chExt cx="0" cy="0"/>
        </a:xfrm>
      </p:grpSpPr>
      <p:sp>
        <p:nvSpPr>
          <p:cNvPr id="2" name="!!Rectangle 15">
            <a:extLst>
              <a:ext uri="{FF2B5EF4-FFF2-40B4-BE49-F238E27FC236}">
                <a16:creationId xmlns:a16="http://schemas.microsoft.com/office/drawing/2014/main" id="{B17085B4-21A4-E37D-90E5-68BC409C5E34}"/>
              </a:ext>
              <a:ext uri="{C183D7F6-B498-43B3-948B-1728B52AA6E4}">
                <adec:decorative xmlns:adec="http://schemas.microsoft.com/office/drawing/2017/decorative" val="1"/>
              </a:ext>
            </a:extLst>
          </p:cNvPr>
          <p:cNvSpPr/>
          <p:nvPr userDrawn="1"/>
        </p:nvSpPr>
        <p:spPr>
          <a:xfrm>
            <a:off x="6094412" y="0"/>
            <a:ext cx="6094413" cy="6858000"/>
          </a:xfrm>
          <a:prstGeom prst="rect">
            <a:avLst/>
          </a:prstGeom>
          <a:solidFill>
            <a:srgbClr val="F4F8FA"/>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4" name="page number">
            <a:extLst>
              <a:ext uri="{FF2B5EF4-FFF2-40B4-BE49-F238E27FC236}">
                <a16:creationId xmlns:a16="http://schemas.microsoft.com/office/drawing/2014/main" id="{BE17F87B-8433-6C45-84D8-13DF5C0ADDB4}"/>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14" name="!!TextBox 26">
            <a:extLst>
              <a:ext uri="{FF2B5EF4-FFF2-40B4-BE49-F238E27FC236}">
                <a16:creationId xmlns:a16="http://schemas.microsoft.com/office/drawing/2014/main" id="{1D95B6AF-2AF7-8F0A-0819-EE9A5EFB3E0E}"/>
              </a:ext>
            </a:extLst>
          </p:cNvPr>
          <p:cNvSpPr txBox="1"/>
          <p:nvPr userDrawn="1"/>
        </p:nvSpPr>
        <p:spPr>
          <a:xfrm>
            <a:off x="681419" y="3919264"/>
            <a:ext cx="4332506" cy="276871"/>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99" b="0" i="0" u="none" strike="noStrike" kern="1200" cap="none" spc="0" normalizeH="0" baseline="0" noProof="0" dirty="0">
                <a:ln>
                  <a:noFill/>
                </a:ln>
                <a:solidFill>
                  <a:srgbClr val="3F3F3F"/>
                </a:solidFill>
                <a:effectLst/>
                <a:uLnTx/>
                <a:uFillTx/>
                <a:latin typeface="+mj-lt"/>
                <a:ea typeface="+mn-ea"/>
                <a:cs typeface="+mn-cs"/>
              </a:rPr>
              <a:t>Sub-title</a:t>
            </a:r>
          </a:p>
        </p:txBody>
      </p:sp>
      <p:cxnSp>
        <p:nvCxnSpPr>
          <p:cNvPr id="15" name="!!Straight Connector 6">
            <a:extLst>
              <a:ext uri="{FF2B5EF4-FFF2-40B4-BE49-F238E27FC236}">
                <a16:creationId xmlns:a16="http://schemas.microsoft.com/office/drawing/2014/main" id="{6074C606-0366-716A-252D-466372C9B17C}"/>
              </a:ext>
              <a:ext uri="{C183D7F6-B498-43B3-948B-1728B52AA6E4}">
                <adec:decorative xmlns:adec="http://schemas.microsoft.com/office/drawing/2017/decorative" val="1"/>
              </a:ext>
            </a:extLst>
          </p:cNvPr>
          <p:cNvCxnSpPr>
            <a:cxnSpLocks/>
          </p:cNvCxnSpPr>
          <p:nvPr userDrawn="1"/>
        </p:nvCxnSpPr>
        <p:spPr bwMode="gray">
          <a:xfrm>
            <a:off x="681418" y="3720041"/>
            <a:ext cx="4332507" cy="0"/>
          </a:xfrm>
          <a:prstGeom prst="line">
            <a:avLst/>
          </a:prstGeom>
          <a:solidFill>
            <a:schemeClr val="bg1"/>
          </a:solidFill>
          <a:ln w="25400">
            <a:solidFill>
              <a:schemeClr val="accent2">
                <a:alpha val="20000"/>
              </a:schemeClr>
            </a:solidFill>
            <a:miter lim="800000"/>
          </a:ln>
          <a:effectLst/>
        </p:spPr>
        <p:style>
          <a:lnRef idx="1">
            <a:schemeClr val="accent1"/>
          </a:lnRef>
          <a:fillRef idx="3">
            <a:schemeClr val="accent1"/>
          </a:fillRef>
          <a:effectRef idx="2">
            <a:schemeClr val="accent1"/>
          </a:effectRef>
          <a:fontRef idx="minor">
            <a:schemeClr val="lt1"/>
          </a:fontRef>
        </p:style>
      </p:cxnSp>
      <p:sp>
        <p:nvSpPr>
          <p:cNvPr id="16" name="!!TextBox 4">
            <a:extLst>
              <a:ext uri="{FF2B5EF4-FFF2-40B4-BE49-F238E27FC236}">
                <a16:creationId xmlns:a16="http://schemas.microsoft.com/office/drawing/2014/main" id="{565B18A3-329F-25A3-304C-20A0F76C0A78}"/>
              </a:ext>
            </a:extLst>
          </p:cNvPr>
          <p:cNvSpPr txBox="1">
            <a:spLocks/>
          </p:cNvSpPr>
          <p:nvPr userDrawn="1"/>
        </p:nvSpPr>
        <p:spPr>
          <a:xfrm>
            <a:off x="628113" y="2108124"/>
            <a:ext cx="4385812" cy="470898"/>
          </a:xfrm>
          <a:prstGeom prst="rect">
            <a:avLst/>
          </a:prstGeom>
          <a:noFill/>
          <a:ln>
            <a:noFill/>
            <a:prstDash/>
          </a:ln>
          <a:effectLst/>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lvl1pPr algn="l" defTabSz="914400" rtl="0" eaLnBrk="1" latinLnBrk="0" hangingPunct="1">
              <a:lnSpc>
                <a:spcPct val="90000"/>
              </a:lnSpc>
              <a:spcBef>
                <a:spcPct val="0"/>
              </a:spcBef>
              <a:buNone/>
              <a:defRPr sz="2800" b="0" kern="1200">
                <a:solidFill>
                  <a:schemeClr val="accent2"/>
                </a:solidFill>
                <a:latin typeface="+mj-lt"/>
                <a:ea typeface="+mj-ea"/>
                <a:cs typeface="+mj-cs"/>
              </a:defRPr>
            </a:lvl1pPr>
          </a:lstStyle>
          <a:p>
            <a:pPr marL="0" marR="0" lvl="0" indent="0" algn="l" defTabSz="914400" rtl="0" eaLnBrk="1" fontAlgn="auto" latinLnBrk="0" hangingPunct="1">
              <a:lnSpc>
                <a:spcPct val="90000"/>
              </a:lnSpc>
              <a:spcBef>
                <a:spcPts val="0"/>
              </a:spcBef>
              <a:spcAft>
                <a:spcPts val="600"/>
              </a:spcAft>
              <a:buClrTx/>
              <a:buSzTx/>
              <a:buFontTx/>
              <a:buNone/>
              <a:tabLst/>
              <a:defRPr/>
            </a:pPr>
            <a:r>
              <a:rPr kumimoji="0" lang="en-US" sz="3400" b="0" i="0" u="none" strike="noStrike" kern="1200" cap="none" spc="0" normalizeH="0" baseline="0" noProof="0" dirty="0">
                <a:ln>
                  <a:noFill/>
                </a:ln>
                <a:solidFill>
                  <a:schemeClr val="accent2"/>
                </a:solidFill>
                <a:effectLst/>
                <a:uLnTx/>
                <a:uFillTx/>
                <a:latin typeface="+mj-lt"/>
                <a:ea typeface="+mj-ea"/>
                <a:cs typeface="+mj-cs"/>
              </a:rPr>
              <a:t>Title</a:t>
            </a:r>
          </a:p>
        </p:txBody>
      </p:sp>
      <p:sp>
        <p:nvSpPr>
          <p:cNvPr id="17" name="!! Oval Top">
            <a:extLst>
              <a:ext uri="{FF2B5EF4-FFF2-40B4-BE49-F238E27FC236}">
                <a16:creationId xmlns:a16="http://schemas.microsoft.com/office/drawing/2014/main" id="{D1525B54-BDD5-3465-7194-47B679639BA1}"/>
              </a:ext>
              <a:ext uri="{C183D7F6-B498-43B3-948B-1728B52AA6E4}">
                <adec:decorative xmlns:adec="http://schemas.microsoft.com/office/drawing/2017/decorative" val="1"/>
              </a:ext>
            </a:extLst>
          </p:cNvPr>
          <p:cNvSpPr/>
          <p:nvPr userDrawn="1"/>
        </p:nvSpPr>
        <p:spPr>
          <a:xfrm>
            <a:off x="5450991" y="2719433"/>
            <a:ext cx="1324173" cy="1324169"/>
          </a:xfrm>
          <a:prstGeom prst="ellipse">
            <a:avLst/>
          </a:prstGeom>
          <a:solidFill>
            <a:schemeClr val="bg1"/>
          </a:solidFill>
          <a:ln w="25400" cap="flat" cmpd="sng" algn="ctr">
            <a:solidFill>
              <a:schemeClr val="accent2"/>
            </a:solidFill>
            <a:prstDash val="solid"/>
          </a:ln>
          <a:effectLst/>
        </p:spPr>
        <p:txBody>
          <a:bodyPr rot="0" spcFirstLastPara="0" vertOverflow="overflow" horzOverflow="overflow" vert="horz" wrap="none" lIns="60896" tIns="30448" rIns="60896" bIns="30448" numCol="1" spcCol="0" rtlCol="0" fromWordArt="0" anchor="ctr" anchorCtr="0" forceAA="0" compatLnSpc="1">
            <a:prstTxWarp prst="textNoShape">
              <a:avLst/>
            </a:prstTxWarp>
            <a:noAutofit/>
          </a:bodyPr>
          <a:lstStyle/>
          <a:p>
            <a:pPr algn="ctr" defTabSz="913578"/>
            <a:endParaRPr lang="en-US" sz="1600" kern="0" dirty="0">
              <a:solidFill>
                <a:schemeClr val="tx2"/>
              </a:solidFill>
              <a:latin typeface="Arial" panose="020B0604020202020204" pitchFamily="34" charset="0"/>
            </a:endParaRPr>
          </a:p>
        </p:txBody>
      </p:sp>
      <p:sp>
        <p:nvSpPr>
          <p:cNvPr id="18" name="!! Oval Top">
            <a:extLst>
              <a:ext uri="{FF2B5EF4-FFF2-40B4-BE49-F238E27FC236}">
                <a16:creationId xmlns:a16="http://schemas.microsoft.com/office/drawing/2014/main" id="{F9D64DDB-3FEC-6B78-E957-8C3D195F9BBD}"/>
              </a:ext>
              <a:ext uri="{C183D7F6-B498-43B3-948B-1728B52AA6E4}">
                <adec:decorative xmlns:adec="http://schemas.microsoft.com/office/drawing/2017/decorative" val="1"/>
              </a:ext>
            </a:extLst>
          </p:cNvPr>
          <p:cNvSpPr/>
          <p:nvPr userDrawn="1"/>
        </p:nvSpPr>
        <p:spPr>
          <a:xfrm>
            <a:off x="5450990" y="4481694"/>
            <a:ext cx="1324173" cy="1324169"/>
          </a:xfrm>
          <a:prstGeom prst="ellipse">
            <a:avLst/>
          </a:prstGeom>
          <a:solidFill>
            <a:schemeClr val="bg1"/>
          </a:solidFill>
          <a:ln w="25400" cap="flat" cmpd="sng" algn="ctr">
            <a:solidFill>
              <a:schemeClr val="accent4"/>
            </a:solidFill>
            <a:prstDash val="solid"/>
          </a:ln>
          <a:effectLst/>
        </p:spPr>
        <p:txBody>
          <a:bodyPr rot="0" spcFirstLastPara="0" vertOverflow="overflow" horzOverflow="overflow" vert="horz" wrap="none" lIns="60896" tIns="30448" rIns="60896" bIns="30448" numCol="1" spcCol="0" rtlCol="0" fromWordArt="0" anchor="ctr" anchorCtr="0" forceAA="0" compatLnSpc="1">
            <a:prstTxWarp prst="textNoShape">
              <a:avLst/>
            </a:prstTxWarp>
            <a:noAutofit/>
          </a:bodyPr>
          <a:lstStyle/>
          <a:p>
            <a:pPr algn="ctr" defTabSz="913578"/>
            <a:endParaRPr lang="en-US" sz="1600" kern="0" dirty="0">
              <a:solidFill>
                <a:schemeClr val="tx2"/>
              </a:solidFill>
              <a:latin typeface="Arial" panose="020B0604020202020204" pitchFamily="34" charset="0"/>
            </a:endParaRPr>
          </a:p>
        </p:txBody>
      </p:sp>
      <p:sp>
        <p:nvSpPr>
          <p:cNvPr id="19" name="!! Oval Top">
            <a:extLst>
              <a:ext uri="{FF2B5EF4-FFF2-40B4-BE49-F238E27FC236}">
                <a16:creationId xmlns:a16="http://schemas.microsoft.com/office/drawing/2014/main" id="{8C2A440A-D958-872C-8B21-59C4B1ED2F21}"/>
              </a:ext>
              <a:ext uri="{C183D7F6-B498-43B3-948B-1728B52AA6E4}">
                <adec:decorative xmlns:adec="http://schemas.microsoft.com/office/drawing/2017/decorative" val="1"/>
              </a:ext>
            </a:extLst>
          </p:cNvPr>
          <p:cNvSpPr/>
          <p:nvPr userDrawn="1"/>
        </p:nvSpPr>
        <p:spPr>
          <a:xfrm>
            <a:off x="5450989" y="957172"/>
            <a:ext cx="1324173" cy="1324169"/>
          </a:xfrm>
          <a:prstGeom prst="ellipse">
            <a:avLst/>
          </a:prstGeom>
          <a:solidFill>
            <a:schemeClr val="bg1"/>
          </a:solidFill>
          <a:ln w="25400" cap="flat" cmpd="sng" algn="ctr">
            <a:solidFill>
              <a:schemeClr val="accent5"/>
            </a:solidFill>
            <a:prstDash val="solid"/>
          </a:ln>
          <a:effectLst/>
        </p:spPr>
        <p:txBody>
          <a:bodyPr rot="0" spcFirstLastPara="0" vertOverflow="overflow" horzOverflow="overflow" vert="horz" wrap="none" lIns="60896" tIns="30448" rIns="60896" bIns="30448" numCol="1" spcCol="0" rtlCol="0" fromWordArt="0" anchor="ctr" anchorCtr="0" forceAA="0" compatLnSpc="1">
            <a:prstTxWarp prst="textNoShape">
              <a:avLst/>
            </a:prstTxWarp>
            <a:noAutofit/>
          </a:bodyPr>
          <a:lstStyle/>
          <a:p>
            <a:pPr algn="ctr" defTabSz="913578"/>
            <a:endParaRPr lang="en-US" sz="1600" kern="0" dirty="0">
              <a:solidFill>
                <a:schemeClr val="tx2"/>
              </a:solidFill>
              <a:latin typeface="Arial" panose="020B0604020202020204" pitchFamily="34" charset="0"/>
            </a:endParaRPr>
          </a:p>
        </p:txBody>
      </p:sp>
      <p:sp>
        <p:nvSpPr>
          <p:cNvPr id="20" name="Text Placeholder 17">
            <a:extLst>
              <a:ext uri="{FF2B5EF4-FFF2-40B4-BE49-F238E27FC236}">
                <a16:creationId xmlns:a16="http://schemas.microsoft.com/office/drawing/2014/main" id="{892EFECD-72D9-9D22-6801-BB2D920D8DCF}"/>
              </a:ext>
            </a:extLst>
          </p:cNvPr>
          <p:cNvSpPr>
            <a:spLocks noGrp="1"/>
          </p:cNvSpPr>
          <p:nvPr>
            <p:ph type="body" sz="quarter" idx="12" hasCustomPrompt="1"/>
          </p:nvPr>
        </p:nvSpPr>
        <p:spPr>
          <a:xfrm>
            <a:off x="7186099" y="2719433"/>
            <a:ext cx="4532442" cy="431800"/>
          </a:xfrm>
        </p:spPr>
        <p:txBody>
          <a:bodyPr/>
          <a:lstStyle>
            <a:lvl1pPr>
              <a:defRPr sz="2800">
                <a:solidFill>
                  <a:schemeClr val="accent2"/>
                </a:solidFill>
              </a:defRPr>
            </a:lvl1pPr>
            <a:lvl2pPr>
              <a:defRPr sz="2800"/>
            </a:lvl2pPr>
            <a:lvl3pPr>
              <a:defRPr sz="2800"/>
            </a:lvl3pPr>
            <a:lvl4pPr>
              <a:defRPr sz="2800"/>
            </a:lvl4pPr>
            <a:lvl5pPr>
              <a:defRPr sz="2800"/>
            </a:lvl5pPr>
          </a:lstStyle>
          <a:p>
            <a:pPr lvl="0"/>
            <a:r>
              <a:rPr lang="en-US" dirty="0"/>
              <a:t>Click to Edit</a:t>
            </a:r>
          </a:p>
        </p:txBody>
      </p:sp>
      <p:sp>
        <p:nvSpPr>
          <p:cNvPr id="21" name="Text Placeholder 19">
            <a:extLst>
              <a:ext uri="{FF2B5EF4-FFF2-40B4-BE49-F238E27FC236}">
                <a16:creationId xmlns:a16="http://schemas.microsoft.com/office/drawing/2014/main" id="{15809458-7263-AB1F-C12C-47354139D8B4}"/>
              </a:ext>
            </a:extLst>
          </p:cNvPr>
          <p:cNvSpPr>
            <a:spLocks noGrp="1"/>
          </p:cNvSpPr>
          <p:nvPr>
            <p:ph type="body" sz="quarter" idx="13"/>
          </p:nvPr>
        </p:nvSpPr>
        <p:spPr>
          <a:xfrm>
            <a:off x="7186099" y="3291127"/>
            <a:ext cx="4532442" cy="752475"/>
          </a:xfrm>
        </p:spPr>
        <p:txBody>
          <a:bodyPr/>
          <a:lstStyle>
            <a:lvl1pPr>
              <a:defRPr sz="1600"/>
            </a:lvl1pPr>
            <a:lvl2pPr marL="273050" indent="0">
              <a:buNone/>
              <a:defRPr/>
            </a:lvl2pPr>
          </a:lstStyle>
          <a:p>
            <a:pPr lvl="0"/>
            <a:r>
              <a:rPr lang="en-GB"/>
              <a:t>Click to edit Master text styles</a:t>
            </a:r>
          </a:p>
        </p:txBody>
      </p:sp>
      <p:sp>
        <p:nvSpPr>
          <p:cNvPr id="22" name="Text Placeholder 17">
            <a:extLst>
              <a:ext uri="{FF2B5EF4-FFF2-40B4-BE49-F238E27FC236}">
                <a16:creationId xmlns:a16="http://schemas.microsoft.com/office/drawing/2014/main" id="{9F21E455-F1E5-3058-4926-AD04FD3080F1}"/>
              </a:ext>
            </a:extLst>
          </p:cNvPr>
          <p:cNvSpPr>
            <a:spLocks noGrp="1"/>
          </p:cNvSpPr>
          <p:nvPr>
            <p:ph type="body" sz="quarter" idx="14" hasCustomPrompt="1"/>
          </p:nvPr>
        </p:nvSpPr>
        <p:spPr>
          <a:xfrm>
            <a:off x="7186099" y="962235"/>
            <a:ext cx="4532442" cy="431800"/>
          </a:xfrm>
        </p:spPr>
        <p:txBody>
          <a:bodyPr/>
          <a:lstStyle>
            <a:lvl1pPr>
              <a:defRPr sz="2800">
                <a:solidFill>
                  <a:schemeClr val="accent5"/>
                </a:solidFill>
              </a:defRPr>
            </a:lvl1pPr>
            <a:lvl2pPr>
              <a:defRPr sz="2800"/>
            </a:lvl2pPr>
            <a:lvl3pPr>
              <a:defRPr sz="2800"/>
            </a:lvl3pPr>
            <a:lvl4pPr>
              <a:defRPr sz="2800"/>
            </a:lvl4pPr>
            <a:lvl5pPr>
              <a:defRPr sz="2800"/>
            </a:lvl5pPr>
          </a:lstStyle>
          <a:p>
            <a:pPr lvl="0"/>
            <a:r>
              <a:rPr lang="en-US" dirty="0"/>
              <a:t>Click to Edit</a:t>
            </a:r>
          </a:p>
        </p:txBody>
      </p:sp>
      <p:sp>
        <p:nvSpPr>
          <p:cNvPr id="23" name="Text Placeholder 19">
            <a:extLst>
              <a:ext uri="{FF2B5EF4-FFF2-40B4-BE49-F238E27FC236}">
                <a16:creationId xmlns:a16="http://schemas.microsoft.com/office/drawing/2014/main" id="{E93DF45B-B013-B373-406D-D57DEBD6CA48}"/>
              </a:ext>
            </a:extLst>
          </p:cNvPr>
          <p:cNvSpPr>
            <a:spLocks noGrp="1"/>
          </p:cNvSpPr>
          <p:nvPr>
            <p:ph type="body" sz="quarter" idx="15"/>
          </p:nvPr>
        </p:nvSpPr>
        <p:spPr>
          <a:xfrm>
            <a:off x="7186099" y="1533929"/>
            <a:ext cx="4532442" cy="752475"/>
          </a:xfrm>
        </p:spPr>
        <p:txBody>
          <a:bodyPr/>
          <a:lstStyle>
            <a:lvl1pPr>
              <a:defRPr sz="1600"/>
            </a:lvl1pPr>
            <a:lvl2pPr marL="273050" indent="0">
              <a:buNone/>
              <a:defRPr/>
            </a:lvl2pPr>
          </a:lstStyle>
          <a:p>
            <a:pPr lvl="0"/>
            <a:r>
              <a:rPr lang="en-GB"/>
              <a:t>Click to edit Master text styles</a:t>
            </a:r>
          </a:p>
        </p:txBody>
      </p:sp>
      <p:sp>
        <p:nvSpPr>
          <p:cNvPr id="24" name="Text Placeholder 17">
            <a:extLst>
              <a:ext uri="{FF2B5EF4-FFF2-40B4-BE49-F238E27FC236}">
                <a16:creationId xmlns:a16="http://schemas.microsoft.com/office/drawing/2014/main" id="{B7AE2A4F-B38C-37A4-8FD8-92DCF6B79A76}"/>
              </a:ext>
            </a:extLst>
          </p:cNvPr>
          <p:cNvSpPr>
            <a:spLocks noGrp="1"/>
          </p:cNvSpPr>
          <p:nvPr>
            <p:ph type="body" sz="quarter" idx="16" hasCustomPrompt="1"/>
          </p:nvPr>
        </p:nvSpPr>
        <p:spPr>
          <a:xfrm>
            <a:off x="7186099" y="4487077"/>
            <a:ext cx="4532442" cy="431800"/>
          </a:xfrm>
        </p:spPr>
        <p:txBody>
          <a:bodyPr/>
          <a:lstStyle>
            <a:lvl1pPr>
              <a:defRPr sz="2800">
                <a:solidFill>
                  <a:schemeClr val="accent4">
                    <a:lumMod val="75000"/>
                  </a:schemeClr>
                </a:solidFill>
              </a:defRPr>
            </a:lvl1pPr>
            <a:lvl2pPr>
              <a:defRPr sz="2800"/>
            </a:lvl2pPr>
            <a:lvl3pPr>
              <a:defRPr sz="2800"/>
            </a:lvl3pPr>
            <a:lvl4pPr>
              <a:defRPr sz="2800"/>
            </a:lvl4pPr>
            <a:lvl5pPr>
              <a:defRPr sz="2800"/>
            </a:lvl5pPr>
          </a:lstStyle>
          <a:p>
            <a:pPr lvl="0"/>
            <a:r>
              <a:rPr lang="en-US" dirty="0"/>
              <a:t>Click to Edit</a:t>
            </a:r>
          </a:p>
        </p:txBody>
      </p:sp>
      <p:sp>
        <p:nvSpPr>
          <p:cNvPr id="25" name="Text Placeholder 19">
            <a:extLst>
              <a:ext uri="{FF2B5EF4-FFF2-40B4-BE49-F238E27FC236}">
                <a16:creationId xmlns:a16="http://schemas.microsoft.com/office/drawing/2014/main" id="{7FEE55BF-A065-35DB-818E-08E9B05CFA70}"/>
              </a:ext>
            </a:extLst>
          </p:cNvPr>
          <p:cNvSpPr>
            <a:spLocks noGrp="1"/>
          </p:cNvSpPr>
          <p:nvPr>
            <p:ph type="body" sz="quarter" idx="17"/>
          </p:nvPr>
        </p:nvSpPr>
        <p:spPr>
          <a:xfrm>
            <a:off x="7186099" y="5058771"/>
            <a:ext cx="4532442" cy="752475"/>
          </a:xfrm>
        </p:spPr>
        <p:txBody>
          <a:bodyPr/>
          <a:lstStyle>
            <a:lvl1pPr>
              <a:defRPr sz="1600"/>
            </a:lvl1pPr>
            <a:lvl2pPr marL="273050" indent="0">
              <a:buNone/>
              <a:defRPr/>
            </a:lvl2pPr>
          </a:lstStyle>
          <a:p>
            <a:pPr lvl="0"/>
            <a:r>
              <a:rPr lang="en-GB"/>
              <a:t>Click to edit Master text styles</a:t>
            </a:r>
          </a:p>
        </p:txBody>
      </p:sp>
    </p:spTree>
    <p:extLst>
      <p:ext uri="{BB962C8B-B14F-4D97-AF65-F5344CB8AC3E}">
        <p14:creationId xmlns:p14="http://schemas.microsoft.com/office/powerpoint/2010/main" val="223186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750"/>
                                        <p:tgtEl>
                                          <p:spTgt spid="19"/>
                                        </p:tgtEl>
                                      </p:cBhvr>
                                    </p:animEffect>
                                  </p:childTnLst>
                                </p:cTn>
                              </p:par>
                              <p:par>
                                <p:cTn id="8" presetID="6" presetClass="emph" presetSubtype="0" fill="hold" grpId="1" nodeType="withEffect">
                                  <p:stCondLst>
                                    <p:cond delay="0"/>
                                  </p:stCondLst>
                                  <p:childTnLst>
                                    <p:animScale>
                                      <p:cBhvr>
                                        <p:cTn id="9" dur="10" fill="hold"/>
                                        <p:tgtEl>
                                          <p:spTgt spid="19"/>
                                        </p:tgtEl>
                                      </p:cBhvr>
                                      <p:by x="1000" y="1000"/>
                                    </p:animScale>
                                  </p:childTnLst>
                                </p:cTn>
                              </p:par>
                              <p:par>
                                <p:cTn id="10" presetID="6" presetClass="emph" presetSubtype="0" accel="33333" decel="66667" fill="hold" grpId="2" nodeType="withEffect">
                                  <p:stCondLst>
                                    <p:cond delay="0"/>
                                  </p:stCondLst>
                                  <p:childTnLst>
                                    <p:animScale>
                                      <p:cBhvr>
                                        <p:cTn id="11" dur="750" fill="hold"/>
                                        <p:tgtEl>
                                          <p:spTgt spid="19"/>
                                        </p:tgtEl>
                                      </p:cBhvr>
                                      <p:by x="9999000" y="9999000"/>
                                    </p:animScale>
                                  </p:childTnLst>
                                </p:cTn>
                              </p:par>
                              <p:par>
                                <p:cTn id="12" presetID="10" presetClass="entr" presetSubtype="0" fill="hold" grpId="0" nodeType="withEffect">
                                  <p:stCondLst>
                                    <p:cond delay="0"/>
                                  </p:stCondLst>
                                  <p:childTnLst>
                                    <p:set>
                                      <p:cBhvr>
                                        <p:cTn id="13" dur="1" fill="hold">
                                          <p:stCondLst>
                                            <p:cond delay="0"/>
                                          </p:stCondLst>
                                        </p:cTn>
                                        <p:tgtEl>
                                          <p:spTgt spid="17"/>
                                        </p:tgtEl>
                                        <p:attrNameLst>
                                          <p:attrName>style.visibility</p:attrName>
                                        </p:attrNameLst>
                                      </p:cBhvr>
                                      <p:to>
                                        <p:strVal val="visible"/>
                                      </p:to>
                                    </p:set>
                                    <p:animEffect transition="in" filter="fade">
                                      <p:cBhvr>
                                        <p:cTn id="14" dur="750"/>
                                        <p:tgtEl>
                                          <p:spTgt spid="17"/>
                                        </p:tgtEl>
                                      </p:cBhvr>
                                    </p:animEffect>
                                  </p:childTnLst>
                                </p:cTn>
                              </p:par>
                              <p:par>
                                <p:cTn id="15" presetID="6" presetClass="emph" presetSubtype="0" fill="hold" grpId="1" nodeType="withEffect">
                                  <p:stCondLst>
                                    <p:cond delay="0"/>
                                  </p:stCondLst>
                                  <p:childTnLst>
                                    <p:animScale>
                                      <p:cBhvr>
                                        <p:cTn id="16" dur="10" fill="hold"/>
                                        <p:tgtEl>
                                          <p:spTgt spid="17"/>
                                        </p:tgtEl>
                                      </p:cBhvr>
                                      <p:by x="1000" y="1000"/>
                                    </p:animScale>
                                  </p:childTnLst>
                                </p:cTn>
                              </p:par>
                              <p:par>
                                <p:cTn id="17" presetID="6" presetClass="emph" presetSubtype="0" accel="33333" decel="66667" fill="hold" grpId="2" nodeType="withEffect">
                                  <p:stCondLst>
                                    <p:cond delay="0"/>
                                  </p:stCondLst>
                                  <p:childTnLst>
                                    <p:animScale>
                                      <p:cBhvr>
                                        <p:cTn id="18" dur="750" fill="hold"/>
                                        <p:tgtEl>
                                          <p:spTgt spid="17"/>
                                        </p:tgtEl>
                                      </p:cBhvr>
                                      <p:by x="9999000" y="9999000"/>
                                    </p:animScale>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750"/>
                                        <p:tgtEl>
                                          <p:spTgt spid="18"/>
                                        </p:tgtEl>
                                      </p:cBhvr>
                                    </p:animEffect>
                                  </p:childTnLst>
                                </p:cTn>
                              </p:par>
                              <p:par>
                                <p:cTn id="22" presetID="6" presetClass="emph" presetSubtype="0" fill="hold" grpId="1" nodeType="withEffect">
                                  <p:stCondLst>
                                    <p:cond delay="0"/>
                                  </p:stCondLst>
                                  <p:childTnLst>
                                    <p:animScale>
                                      <p:cBhvr>
                                        <p:cTn id="23" dur="10" fill="hold"/>
                                        <p:tgtEl>
                                          <p:spTgt spid="18"/>
                                        </p:tgtEl>
                                      </p:cBhvr>
                                      <p:by x="1000" y="1000"/>
                                    </p:animScale>
                                  </p:childTnLst>
                                </p:cTn>
                              </p:par>
                              <p:par>
                                <p:cTn id="24" presetID="6" presetClass="emph" presetSubtype="0" accel="33333" decel="66667" fill="hold" grpId="2" nodeType="withEffect">
                                  <p:stCondLst>
                                    <p:cond delay="0"/>
                                  </p:stCondLst>
                                  <p:childTnLst>
                                    <p:animScale>
                                      <p:cBhvr>
                                        <p:cTn id="25" dur="750" fill="hold"/>
                                        <p:tgtEl>
                                          <p:spTgt spid="18"/>
                                        </p:tgtEl>
                                      </p:cBhvr>
                                      <p:by x="9999000" y="9999000"/>
                                    </p:animScale>
                                  </p:childTnLst>
                                </p:cTn>
                              </p:par>
                            </p:childTnLst>
                          </p:cTn>
                        </p:par>
                      </p:childTnLst>
                    </p:cTn>
                  </p:par>
                  <p:par>
                    <p:cTn id="26" fill="hold">
                      <p:stCondLst>
                        <p:cond delay="indefinite"/>
                      </p:stCondLst>
                      <p:childTnLst>
                        <p:par>
                          <p:cTn id="27" fill="hold">
                            <p:stCondLst>
                              <p:cond delay="0"/>
                            </p:stCondLst>
                            <p:childTnLst>
                              <p:par>
                                <p:cTn id="28" presetID="2" presetClass="entr" presetSubtype="2" decel="20000" fill="hold" grpId="0" nodeType="clickEffect">
                                  <p:stCondLst>
                                    <p:cond delay="0"/>
                                  </p:stCondLst>
                                  <p:childTnLst>
                                    <p:set>
                                      <p:cBhvr>
                                        <p:cTn id="29" dur="1" fill="hold">
                                          <p:stCondLst>
                                            <p:cond delay="0"/>
                                          </p:stCondLst>
                                        </p:cTn>
                                        <p:tgtEl>
                                          <p:spTgt spid="22">
                                            <p:txEl>
                                              <p:pRg st="0" end="0"/>
                                            </p:txEl>
                                          </p:spTgt>
                                        </p:tgtEl>
                                        <p:attrNameLst>
                                          <p:attrName>style.visibility</p:attrName>
                                        </p:attrNameLst>
                                      </p:cBhvr>
                                      <p:to>
                                        <p:strVal val="visible"/>
                                      </p:to>
                                    </p:set>
                                    <p:anim calcmode="lin" valueType="num">
                                      <p:cBhvr additive="base">
                                        <p:cTn id="30" dur="500" fill="hold"/>
                                        <p:tgtEl>
                                          <p:spTgt spid="22">
                                            <p:txEl>
                                              <p:pRg st="0" end="0"/>
                                            </p:txEl>
                                          </p:spTgt>
                                        </p:tgtEl>
                                        <p:attrNameLst>
                                          <p:attrName>ppt_x</p:attrName>
                                        </p:attrNameLst>
                                      </p:cBhvr>
                                      <p:tavLst>
                                        <p:tav tm="0">
                                          <p:val>
                                            <p:strVal val="1+#ppt_w/2"/>
                                          </p:val>
                                        </p:tav>
                                        <p:tav tm="100000">
                                          <p:val>
                                            <p:strVal val="#ppt_x"/>
                                          </p:val>
                                        </p:tav>
                                      </p:tavLst>
                                    </p:anim>
                                    <p:anim calcmode="lin" valueType="num">
                                      <p:cBhvr additive="base">
                                        <p:cTn id="31" dur="500" fill="hold"/>
                                        <p:tgtEl>
                                          <p:spTgt spid="22">
                                            <p:txEl>
                                              <p:pRg st="0" end="0"/>
                                            </p:txEl>
                                          </p:spTgt>
                                        </p:tgtEl>
                                        <p:attrNameLst>
                                          <p:attrName>ppt_y</p:attrName>
                                        </p:attrNameLst>
                                      </p:cBhvr>
                                      <p:tavLst>
                                        <p:tav tm="0">
                                          <p:val>
                                            <p:strVal val="#ppt_y"/>
                                          </p:val>
                                        </p:tav>
                                        <p:tav tm="100000">
                                          <p:val>
                                            <p:strVal val="#ppt_y"/>
                                          </p:val>
                                        </p:tav>
                                      </p:tavLst>
                                    </p:anim>
                                  </p:childTnLst>
                                </p:cTn>
                              </p:par>
                              <p:par>
                                <p:cTn id="32" presetID="2" presetClass="entr" presetSubtype="2" decel="20000" fill="hold" grpId="0" nodeType="withEffect">
                                  <p:stCondLst>
                                    <p:cond delay="0"/>
                                  </p:stCondLst>
                                  <p:childTnLst>
                                    <p:set>
                                      <p:cBhvr>
                                        <p:cTn id="33" dur="1" fill="hold">
                                          <p:stCondLst>
                                            <p:cond delay="0"/>
                                          </p:stCondLst>
                                        </p:cTn>
                                        <p:tgtEl>
                                          <p:spTgt spid="23">
                                            <p:txEl>
                                              <p:pRg st="0" end="0"/>
                                            </p:txEl>
                                          </p:spTgt>
                                        </p:tgtEl>
                                        <p:attrNameLst>
                                          <p:attrName>style.visibility</p:attrName>
                                        </p:attrNameLst>
                                      </p:cBhvr>
                                      <p:to>
                                        <p:strVal val="visible"/>
                                      </p:to>
                                    </p:set>
                                    <p:anim calcmode="lin" valueType="num">
                                      <p:cBhvr additive="base">
                                        <p:cTn id="34" dur="500" fill="hold"/>
                                        <p:tgtEl>
                                          <p:spTgt spid="23">
                                            <p:txEl>
                                              <p:pRg st="0" end="0"/>
                                            </p:txEl>
                                          </p:spTgt>
                                        </p:tgtEl>
                                        <p:attrNameLst>
                                          <p:attrName>ppt_x</p:attrName>
                                        </p:attrNameLst>
                                      </p:cBhvr>
                                      <p:tavLst>
                                        <p:tav tm="0">
                                          <p:val>
                                            <p:strVal val="1+#ppt_w/2"/>
                                          </p:val>
                                        </p:tav>
                                        <p:tav tm="100000">
                                          <p:val>
                                            <p:strVal val="#ppt_x"/>
                                          </p:val>
                                        </p:tav>
                                      </p:tavLst>
                                    </p:anim>
                                    <p:anim calcmode="lin" valueType="num">
                                      <p:cBhvr additive="base">
                                        <p:cTn id="35" dur="500" fill="hold"/>
                                        <p:tgtEl>
                                          <p:spTgt spid="23">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8" presetID="2" presetClass="entr" presetSubtype="2" decel="20000" fill="hold" grpId="0" nodeType="clickEffect">
                                  <p:stCondLst>
                                    <p:cond delay="0"/>
                                  </p:stCondLst>
                                  <p:childTnLst>
                                    <p:set>
                                      <p:cBhvr>
                                        <p:cTn id="39" dur="1" fill="hold">
                                          <p:stCondLst>
                                            <p:cond delay="0"/>
                                          </p:stCondLst>
                                        </p:cTn>
                                        <p:tgtEl>
                                          <p:spTgt spid="20">
                                            <p:txEl>
                                              <p:pRg st="0" end="0"/>
                                            </p:txEl>
                                          </p:spTgt>
                                        </p:tgtEl>
                                        <p:attrNameLst>
                                          <p:attrName>style.visibility</p:attrName>
                                        </p:attrNameLst>
                                      </p:cBhvr>
                                      <p:to>
                                        <p:strVal val="visible"/>
                                      </p:to>
                                    </p:set>
                                    <p:anim calcmode="lin" valueType="num">
                                      <p:cBhvr additive="base">
                                        <p:cTn id="40" dur="500" fill="hold"/>
                                        <p:tgtEl>
                                          <p:spTgt spid="20">
                                            <p:txEl>
                                              <p:pRg st="0" end="0"/>
                                            </p:txEl>
                                          </p:spTgt>
                                        </p:tgtEl>
                                        <p:attrNameLst>
                                          <p:attrName>ppt_x</p:attrName>
                                        </p:attrNameLst>
                                      </p:cBhvr>
                                      <p:tavLst>
                                        <p:tav tm="0">
                                          <p:val>
                                            <p:strVal val="1+#ppt_w/2"/>
                                          </p:val>
                                        </p:tav>
                                        <p:tav tm="100000">
                                          <p:val>
                                            <p:strVal val="#ppt_x"/>
                                          </p:val>
                                        </p:tav>
                                      </p:tavLst>
                                    </p:anim>
                                    <p:anim calcmode="lin" valueType="num">
                                      <p:cBhvr additive="base">
                                        <p:cTn id="41" dur="500" fill="hold"/>
                                        <p:tgtEl>
                                          <p:spTgt spid="20">
                                            <p:txEl>
                                              <p:pRg st="0" end="0"/>
                                            </p:txEl>
                                          </p:spTgt>
                                        </p:tgtEl>
                                        <p:attrNameLst>
                                          <p:attrName>ppt_y</p:attrName>
                                        </p:attrNameLst>
                                      </p:cBhvr>
                                      <p:tavLst>
                                        <p:tav tm="0">
                                          <p:val>
                                            <p:strVal val="#ppt_y"/>
                                          </p:val>
                                        </p:tav>
                                        <p:tav tm="100000">
                                          <p:val>
                                            <p:strVal val="#ppt_y"/>
                                          </p:val>
                                        </p:tav>
                                      </p:tavLst>
                                    </p:anim>
                                  </p:childTnLst>
                                </p:cTn>
                              </p:par>
                              <p:par>
                                <p:cTn id="42" presetID="2" presetClass="entr" presetSubtype="2" decel="20000" fill="hold" grpId="0" nodeType="withEffect">
                                  <p:stCondLst>
                                    <p:cond delay="0"/>
                                  </p:stCondLst>
                                  <p:childTnLst>
                                    <p:set>
                                      <p:cBhvr>
                                        <p:cTn id="43" dur="1" fill="hold">
                                          <p:stCondLst>
                                            <p:cond delay="0"/>
                                          </p:stCondLst>
                                        </p:cTn>
                                        <p:tgtEl>
                                          <p:spTgt spid="21">
                                            <p:txEl>
                                              <p:pRg st="0" end="0"/>
                                            </p:txEl>
                                          </p:spTgt>
                                        </p:tgtEl>
                                        <p:attrNameLst>
                                          <p:attrName>style.visibility</p:attrName>
                                        </p:attrNameLst>
                                      </p:cBhvr>
                                      <p:to>
                                        <p:strVal val="visible"/>
                                      </p:to>
                                    </p:set>
                                    <p:anim calcmode="lin" valueType="num">
                                      <p:cBhvr additive="base">
                                        <p:cTn id="44" dur="500" fill="hold"/>
                                        <p:tgtEl>
                                          <p:spTgt spid="21">
                                            <p:txEl>
                                              <p:pRg st="0" end="0"/>
                                            </p:txEl>
                                          </p:spTgt>
                                        </p:tgtEl>
                                        <p:attrNameLst>
                                          <p:attrName>ppt_x</p:attrName>
                                        </p:attrNameLst>
                                      </p:cBhvr>
                                      <p:tavLst>
                                        <p:tav tm="0">
                                          <p:val>
                                            <p:strVal val="1+#ppt_w/2"/>
                                          </p:val>
                                        </p:tav>
                                        <p:tav tm="100000">
                                          <p:val>
                                            <p:strVal val="#ppt_x"/>
                                          </p:val>
                                        </p:tav>
                                      </p:tavLst>
                                    </p:anim>
                                    <p:anim calcmode="lin" valueType="num">
                                      <p:cBhvr additive="base">
                                        <p:cTn id="45" dur="500" fill="hold"/>
                                        <p:tgtEl>
                                          <p:spTgt spid="21">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8" presetID="2" presetClass="entr" presetSubtype="2" decel="20000" fill="hold" grpId="0" nodeType="clickEffect">
                                  <p:stCondLst>
                                    <p:cond delay="0"/>
                                  </p:stCondLst>
                                  <p:childTnLst>
                                    <p:set>
                                      <p:cBhvr>
                                        <p:cTn id="49" dur="1" fill="hold">
                                          <p:stCondLst>
                                            <p:cond delay="0"/>
                                          </p:stCondLst>
                                        </p:cTn>
                                        <p:tgtEl>
                                          <p:spTgt spid="24">
                                            <p:txEl>
                                              <p:pRg st="0" end="0"/>
                                            </p:txEl>
                                          </p:spTgt>
                                        </p:tgtEl>
                                        <p:attrNameLst>
                                          <p:attrName>style.visibility</p:attrName>
                                        </p:attrNameLst>
                                      </p:cBhvr>
                                      <p:to>
                                        <p:strVal val="visible"/>
                                      </p:to>
                                    </p:set>
                                    <p:anim calcmode="lin" valueType="num">
                                      <p:cBhvr additive="base">
                                        <p:cTn id="50" dur="500" fill="hold"/>
                                        <p:tgtEl>
                                          <p:spTgt spid="24">
                                            <p:txEl>
                                              <p:pRg st="0" end="0"/>
                                            </p:txEl>
                                          </p:spTgt>
                                        </p:tgtEl>
                                        <p:attrNameLst>
                                          <p:attrName>ppt_x</p:attrName>
                                        </p:attrNameLst>
                                      </p:cBhvr>
                                      <p:tavLst>
                                        <p:tav tm="0">
                                          <p:val>
                                            <p:strVal val="1+#ppt_w/2"/>
                                          </p:val>
                                        </p:tav>
                                        <p:tav tm="100000">
                                          <p:val>
                                            <p:strVal val="#ppt_x"/>
                                          </p:val>
                                        </p:tav>
                                      </p:tavLst>
                                    </p:anim>
                                    <p:anim calcmode="lin" valueType="num">
                                      <p:cBhvr additive="base">
                                        <p:cTn id="51" dur="500" fill="hold"/>
                                        <p:tgtEl>
                                          <p:spTgt spid="24">
                                            <p:txEl>
                                              <p:pRg st="0" end="0"/>
                                            </p:txEl>
                                          </p:spTgt>
                                        </p:tgtEl>
                                        <p:attrNameLst>
                                          <p:attrName>ppt_y</p:attrName>
                                        </p:attrNameLst>
                                      </p:cBhvr>
                                      <p:tavLst>
                                        <p:tav tm="0">
                                          <p:val>
                                            <p:strVal val="#ppt_y"/>
                                          </p:val>
                                        </p:tav>
                                        <p:tav tm="100000">
                                          <p:val>
                                            <p:strVal val="#ppt_y"/>
                                          </p:val>
                                        </p:tav>
                                      </p:tavLst>
                                    </p:anim>
                                  </p:childTnLst>
                                </p:cTn>
                              </p:par>
                              <p:par>
                                <p:cTn id="52" presetID="2" presetClass="entr" presetSubtype="2" decel="20000" fill="hold" grpId="0" nodeType="withEffect">
                                  <p:stCondLst>
                                    <p:cond delay="0"/>
                                  </p:stCondLst>
                                  <p:childTnLst>
                                    <p:set>
                                      <p:cBhvr>
                                        <p:cTn id="53" dur="1" fill="hold">
                                          <p:stCondLst>
                                            <p:cond delay="0"/>
                                          </p:stCondLst>
                                        </p:cTn>
                                        <p:tgtEl>
                                          <p:spTgt spid="25">
                                            <p:txEl>
                                              <p:pRg st="0" end="0"/>
                                            </p:txEl>
                                          </p:spTgt>
                                        </p:tgtEl>
                                        <p:attrNameLst>
                                          <p:attrName>style.visibility</p:attrName>
                                        </p:attrNameLst>
                                      </p:cBhvr>
                                      <p:to>
                                        <p:strVal val="visible"/>
                                      </p:to>
                                    </p:set>
                                    <p:anim calcmode="lin" valueType="num">
                                      <p:cBhvr additive="base">
                                        <p:cTn id="54" dur="500" fill="hold"/>
                                        <p:tgtEl>
                                          <p:spTgt spid="25">
                                            <p:txEl>
                                              <p:pRg st="0" end="0"/>
                                            </p:txEl>
                                          </p:spTgt>
                                        </p:tgtEl>
                                        <p:attrNameLst>
                                          <p:attrName>ppt_x</p:attrName>
                                        </p:attrNameLst>
                                      </p:cBhvr>
                                      <p:tavLst>
                                        <p:tav tm="0">
                                          <p:val>
                                            <p:strVal val="1+#ppt_w/2"/>
                                          </p:val>
                                        </p:tav>
                                        <p:tav tm="100000">
                                          <p:val>
                                            <p:strVal val="#ppt_x"/>
                                          </p:val>
                                        </p:tav>
                                      </p:tavLst>
                                    </p:anim>
                                    <p:anim calcmode="lin" valueType="num">
                                      <p:cBhvr additive="base">
                                        <p:cTn id="55" dur="500" fill="hold"/>
                                        <p:tgtEl>
                                          <p:spTgt spid="25">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7" grpId="1" animBg="1"/>
      <p:bldP spid="17" grpId="2" animBg="1"/>
      <p:bldP spid="18" grpId="0" animBg="1"/>
      <p:bldP spid="18" grpId="1" animBg="1"/>
      <p:bldP spid="18" grpId="2" animBg="1"/>
      <p:bldP spid="19" grpId="0" animBg="1"/>
      <p:bldP spid="19" grpId="1" animBg="1"/>
      <p:bldP spid="19" grpId="2" animBg="1"/>
      <p:bldP spid="20" grpId="0" build="p">
        <p:tmplLst>
          <p:tmpl lvl="1">
            <p:tnLst>
              <p:par>
                <p:cTn presetID="2" presetClass="entr" presetSubtype="2" decel="20000" fill="hold" nodeType="clickEffect">
                  <p:stCondLst>
                    <p:cond delay="0"/>
                  </p:stCondLst>
                  <p:childTnLst>
                    <p:set>
                      <p:cBhvr>
                        <p:cTn dur="1" fill="hold">
                          <p:stCondLst>
                            <p:cond delay="0"/>
                          </p:stCondLst>
                        </p:cTn>
                        <p:tgtEl>
                          <p:spTgt spid="20"/>
                        </p:tgtEl>
                        <p:attrNameLst>
                          <p:attrName>style.visibility</p:attrName>
                        </p:attrNameLst>
                      </p:cBhvr>
                      <p:to>
                        <p:strVal val="visible"/>
                      </p:to>
                    </p:set>
                    <p:anim calcmode="lin" valueType="num">
                      <p:cBhvr additive="base">
                        <p:cTn dur="500" fill="hold"/>
                        <p:tgtEl>
                          <p:spTgt spid="20"/>
                        </p:tgtEl>
                        <p:attrNameLst>
                          <p:attrName>ppt_x</p:attrName>
                        </p:attrNameLst>
                      </p:cBhvr>
                      <p:tavLst>
                        <p:tav tm="0">
                          <p:val>
                            <p:strVal val="1+#ppt_w/2"/>
                          </p:val>
                        </p:tav>
                        <p:tav tm="100000">
                          <p:val>
                            <p:strVal val="#ppt_x"/>
                          </p:val>
                        </p:tav>
                      </p:tavLst>
                    </p:anim>
                    <p:anim calcmode="lin" valueType="num">
                      <p:cBhvr additive="base">
                        <p:cTn dur="500" fill="hold"/>
                        <p:tgtEl>
                          <p:spTgt spid="20"/>
                        </p:tgtEl>
                        <p:attrNameLst>
                          <p:attrName>ppt_y</p:attrName>
                        </p:attrNameLst>
                      </p:cBhvr>
                      <p:tavLst>
                        <p:tav tm="0">
                          <p:val>
                            <p:strVal val="#ppt_y"/>
                          </p:val>
                        </p:tav>
                        <p:tav tm="100000">
                          <p:val>
                            <p:strVal val="#ppt_y"/>
                          </p:val>
                        </p:tav>
                      </p:tavLst>
                    </p:anim>
                  </p:childTnLst>
                </p:cTn>
              </p:par>
            </p:tnLst>
          </p:tmpl>
        </p:tmplLst>
      </p:bldP>
      <p:bldP spid="21" grpId="0" build="p">
        <p:tmplLst>
          <p:tmpl lvl="1">
            <p:tnLst>
              <p:par>
                <p:cTn presetID="2" presetClass="entr" presetSubtype="2" decel="20000" fill="hold" nodeType="withEffect">
                  <p:stCondLst>
                    <p:cond delay="0"/>
                  </p:stCondLst>
                  <p:childTnLst>
                    <p:set>
                      <p:cBhvr>
                        <p:cTn dur="1" fill="hold">
                          <p:stCondLst>
                            <p:cond delay="0"/>
                          </p:stCondLst>
                        </p:cTn>
                        <p:tgtEl>
                          <p:spTgt spid="21"/>
                        </p:tgtEl>
                        <p:attrNameLst>
                          <p:attrName>style.visibility</p:attrName>
                        </p:attrNameLst>
                      </p:cBhvr>
                      <p:to>
                        <p:strVal val="visible"/>
                      </p:to>
                    </p:set>
                    <p:anim calcmode="lin" valueType="num">
                      <p:cBhvr additive="base">
                        <p:cTn dur="500" fill="hold"/>
                        <p:tgtEl>
                          <p:spTgt spid="21"/>
                        </p:tgtEl>
                        <p:attrNameLst>
                          <p:attrName>ppt_x</p:attrName>
                        </p:attrNameLst>
                      </p:cBhvr>
                      <p:tavLst>
                        <p:tav tm="0">
                          <p:val>
                            <p:strVal val="1+#ppt_w/2"/>
                          </p:val>
                        </p:tav>
                        <p:tav tm="100000">
                          <p:val>
                            <p:strVal val="#ppt_x"/>
                          </p:val>
                        </p:tav>
                      </p:tavLst>
                    </p:anim>
                    <p:anim calcmode="lin" valueType="num">
                      <p:cBhvr additive="base">
                        <p:cTn dur="500" fill="hold"/>
                        <p:tgtEl>
                          <p:spTgt spid="21"/>
                        </p:tgtEl>
                        <p:attrNameLst>
                          <p:attrName>ppt_y</p:attrName>
                        </p:attrNameLst>
                      </p:cBhvr>
                      <p:tavLst>
                        <p:tav tm="0">
                          <p:val>
                            <p:strVal val="#ppt_y"/>
                          </p:val>
                        </p:tav>
                        <p:tav tm="100000">
                          <p:val>
                            <p:strVal val="#ppt_y"/>
                          </p:val>
                        </p:tav>
                      </p:tavLst>
                    </p:anim>
                  </p:childTnLst>
                </p:cTn>
              </p:par>
            </p:tnLst>
          </p:tmpl>
        </p:tmplLst>
      </p:bldP>
      <p:bldP spid="22" grpId="0" build="p">
        <p:tmplLst>
          <p:tmpl lvl="1">
            <p:tnLst>
              <p:par>
                <p:cTn presetID="2" presetClass="entr" presetSubtype="2" decel="20000" fill="hold" nodeType="clickEffect">
                  <p:stCondLst>
                    <p:cond delay="0"/>
                  </p:stCondLst>
                  <p:childTnLst>
                    <p:set>
                      <p:cBhvr>
                        <p:cTn dur="1" fill="hold">
                          <p:stCondLst>
                            <p:cond delay="0"/>
                          </p:stCondLst>
                        </p:cTn>
                        <p:tgtEl>
                          <p:spTgt spid="22"/>
                        </p:tgtEl>
                        <p:attrNameLst>
                          <p:attrName>style.visibility</p:attrName>
                        </p:attrNameLst>
                      </p:cBhvr>
                      <p:to>
                        <p:strVal val="visible"/>
                      </p:to>
                    </p:set>
                    <p:anim calcmode="lin" valueType="num">
                      <p:cBhvr additive="base">
                        <p:cTn dur="500" fill="hold"/>
                        <p:tgtEl>
                          <p:spTgt spid="22"/>
                        </p:tgtEl>
                        <p:attrNameLst>
                          <p:attrName>ppt_x</p:attrName>
                        </p:attrNameLst>
                      </p:cBhvr>
                      <p:tavLst>
                        <p:tav tm="0">
                          <p:val>
                            <p:strVal val="1+#ppt_w/2"/>
                          </p:val>
                        </p:tav>
                        <p:tav tm="100000">
                          <p:val>
                            <p:strVal val="#ppt_x"/>
                          </p:val>
                        </p:tav>
                      </p:tavLst>
                    </p:anim>
                    <p:anim calcmode="lin" valueType="num">
                      <p:cBhvr additive="base">
                        <p:cTn dur="500" fill="hold"/>
                        <p:tgtEl>
                          <p:spTgt spid="22"/>
                        </p:tgtEl>
                        <p:attrNameLst>
                          <p:attrName>ppt_y</p:attrName>
                        </p:attrNameLst>
                      </p:cBhvr>
                      <p:tavLst>
                        <p:tav tm="0">
                          <p:val>
                            <p:strVal val="#ppt_y"/>
                          </p:val>
                        </p:tav>
                        <p:tav tm="100000">
                          <p:val>
                            <p:strVal val="#ppt_y"/>
                          </p:val>
                        </p:tav>
                      </p:tavLst>
                    </p:anim>
                  </p:childTnLst>
                </p:cTn>
              </p:par>
            </p:tnLst>
          </p:tmpl>
        </p:tmplLst>
      </p:bldP>
      <p:bldP spid="23" grpId="0" build="p">
        <p:tmplLst>
          <p:tmpl lvl="1">
            <p:tnLst>
              <p:par>
                <p:cTn presetID="2" presetClass="entr" presetSubtype="2" decel="20000" fill="hold" nodeType="withEffect">
                  <p:stCondLst>
                    <p:cond delay="0"/>
                  </p:stCondLst>
                  <p:childTnLst>
                    <p:set>
                      <p:cBhvr>
                        <p:cTn dur="1" fill="hold">
                          <p:stCondLst>
                            <p:cond delay="0"/>
                          </p:stCondLst>
                        </p:cTn>
                        <p:tgtEl>
                          <p:spTgt spid="23"/>
                        </p:tgtEl>
                        <p:attrNameLst>
                          <p:attrName>style.visibility</p:attrName>
                        </p:attrNameLst>
                      </p:cBhvr>
                      <p:to>
                        <p:strVal val="visible"/>
                      </p:to>
                    </p:set>
                    <p:anim calcmode="lin" valueType="num">
                      <p:cBhvr additive="base">
                        <p:cTn dur="500" fill="hold"/>
                        <p:tgtEl>
                          <p:spTgt spid="23"/>
                        </p:tgtEl>
                        <p:attrNameLst>
                          <p:attrName>ppt_x</p:attrName>
                        </p:attrNameLst>
                      </p:cBhvr>
                      <p:tavLst>
                        <p:tav tm="0">
                          <p:val>
                            <p:strVal val="1+#ppt_w/2"/>
                          </p:val>
                        </p:tav>
                        <p:tav tm="100000">
                          <p:val>
                            <p:strVal val="#ppt_x"/>
                          </p:val>
                        </p:tav>
                      </p:tavLst>
                    </p:anim>
                    <p:anim calcmode="lin" valueType="num">
                      <p:cBhvr additive="base">
                        <p:cTn dur="500" fill="hold"/>
                        <p:tgtEl>
                          <p:spTgt spid="23"/>
                        </p:tgtEl>
                        <p:attrNameLst>
                          <p:attrName>ppt_y</p:attrName>
                        </p:attrNameLst>
                      </p:cBhvr>
                      <p:tavLst>
                        <p:tav tm="0">
                          <p:val>
                            <p:strVal val="#ppt_y"/>
                          </p:val>
                        </p:tav>
                        <p:tav tm="100000">
                          <p:val>
                            <p:strVal val="#ppt_y"/>
                          </p:val>
                        </p:tav>
                      </p:tavLst>
                    </p:anim>
                  </p:childTnLst>
                </p:cTn>
              </p:par>
            </p:tnLst>
          </p:tmpl>
        </p:tmplLst>
      </p:bldP>
      <p:bldP spid="24" grpId="0" build="p">
        <p:tmplLst>
          <p:tmpl lvl="1">
            <p:tnLst>
              <p:par>
                <p:cTn presetID="2" presetClass="entr" presetSubtype="2" decel="20000" fill="hold" nodeType="clickEffect">
                  <p:stCondLst>
                    <p:cond delay="0"/>
                  </p:stCondLst>
                  <p:childTnLst>
                    <p:set>
                      <p:cBhvr>
                        <p:cTn dur="1" fill="hold">
                          <p:stCondLst>
                            <p:cond delay="0"/>
                          </p:stCondLst>
                        </p:cTn>
                        <p:tgtEl>
                          <p:spTgt spid="24"/>
                        </p:tgtEl>
                        <p:attrNameLst>
                          <p:attrName>style.visibility</p:attrName>
                        </p:attrNameLst>
                      </p:cBhvr>
                      <p:to>
                        <p:strVal val="visible"/>
                      </p:to>
                    </p:set>
                    <p:anim calcmode="lin" valueType="num">
                      <p:cBhvr additive="base">
                        <p:cTn dur="500" fill="hold"/>
                        <p:tgtEl>
                          <p:spTgt spid="24"/>
                        </p:tgtEl>
                        <p:attrNameLst>
                          <p:attrName>ppt_x</p:attrName>
                        </p:attrNameLst>
                      </p:cBhvr>
                      <p:tavLst>
                        <p:tav tm="0">
                          <p:val>
                            <p:strVal val="1+#ppt_w/2"/>
                          </p:val>
                        </p:tav>
                        <p:tav tm="100000">
                          <p:val>
                            <p:strVal val="#ppt_x"/>
                          </p:val>
                        </p:tav>
                      </p:tavLst>
                    </p:anim>
                    <p:anim calcmode="lin" valueType="num">
                      <p:cBhvr additive="base">
                        <p:cTn dur="500" fill="hold"/>
                        <p:tgtEl>
                          <p:spTgt spid="24"/>
                        </p:tgtEl>
                        <p:attrNameLst>
                          <p:attrName>ppt_y</p:attrName>
                        </p:attrNameLst>
                      </p:cBhvr>
                      <p:tavLst>
                        <p:tav tm="0">
                          <p:val>
                            <p:strVal val="#ppt_y"/>
                          </p:val>
                        </p:tav>
                        <p:tav tm="100000">
                          <p:val>
                            <p:strVal val="#ppt_y"/>
                          </p:val>
                        </p:tav>
                      </p:tavLst>
                    </p:anim>
                  </p:childTnLst>
                </p:cTn>
              </p:par>
            </p:tnLst>
          </p:tmpl>
        </p:tmplLst>
      </p:bldP>
      <p:bldP spid="25" grpId="0" build="p">
        <p:tmplLst>
          <p:tmpl lvl="1">
            <p:tnLst>
              <p:par>
                <p:cTn presetID="2" presetClass="entr" presetSubtype="2" decel="20000" fill="hold" nodeType="withEffect">
                  <p:stCondLst>
                    <p:cond delay="0"/>
                  </p:stCondLst>
                  <p:childTnLst>
                    <p:set>
                      <p:cBhvr>
                        <p:cTn dur="1" fill="hold">
                          <p:stCondLst>
                            <p:cond delay="0"/>
                          </p:stCondLst>
                        </p:cTn>
                        <p:tgtEl>
                          <p:spTgt spid="25"/>
                        </p:tgtEl>
                        <p:attrNameLst>
                          <p:attrName>style.visibility</p:attrName>
                        </p:attrNameLst>
                      </p:cBhvr>
                      <p:to>
                        <p:strVal val="visible"/>
                      </p:to>
                    </p:set>
                    <p:anim calcmode="lin" valueType="num">
                      <p:cBhvr additive="base">
                        <p:cTn dur="500" fill="hold"/>
                        <p:tgtEl>
                          <p:spTgt spid="25"/>
                        </p:tgtEl>
                        <p:attrNameLst>
                          <p:attrName>ppt_x</p:attrName>
                        </p:attrNameLst>
                      </p:cBhvr>
                      <p:tavLst>
                        <p:tav tm="0">
                          <p:val>
                            <p:strVal val="1+#ppt_w/2"/>
                          </p:val>
                        </p:tav>
                        <p:tav tm="100000">
                          <p:val>
                            <p:strVal val="#ppt_x"/>
                          </p:val>
                        </p:tav>
                      </p:tavLst>
                    </p:anim>
                    <p:anim calcmode="lin" valueType="num">
                      <p:cBhvr additive="base">
                        <p:cTn dur="500" fill="hold"/>
                        <p:tgtEl>
                          <p:spTgt spid="25"/>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1_Three Icon - Horizontal - Purple">
    <p:spTree>
      <p:nvGrpSpPr>
        <p:cNvPr id="1" name=""/>
        <p:cNvGrpSpPr/>
        <p:nvPr/>
      </p:nvGrpSpPr>
      <p:grpSpPr>
        <a:xfrm>
          <a:off x="0" y="0"/>
          <a:ext cx="0" cy="0"/>
          <a:chOff x="0" y="0"/>
          <a:chExt cx="0" cy="0"/>
        </a:xfrm>
      </p:grpSpPr>
      <p:sp>
        <p:nvSpPr>
          <p:cNvPr id="10" name="BKG Rectangle">
            <a:extLst>
              <a:ext uri="{FF2B5EF4-FFF2-40B4-BE49-F238E27FC236}">
                <a16:creationId xmlns:a16="http://schemas.microsoft.com/office/drawing/2014/main" id="{EEE2E3E4-09C5-48F7-AA0C-61C0C3FD24C2}"/>
              </a:ext>
              <a:ext uri="{C183D7F6-B498-43B3-948B-1728B52AA6E4}">
                <adec:decorative xmlns:adec="http://schemas.microsoft.com/office/drawing/2017/decorative" val="1"/>
              </a:ext>
            </a:extLst>
          </p:cNvPr>
          <p:cNvSpPr/>
          <p:nvPr userDrawn="1"/>
        </p:nvSpPr>
        <p:spPr>
          <a:xfrm>
            <a:off x="-4" y="0"/>
            <a:ext cx="6094413" cy="6858000"/>
          </a:xfrm>
          <a:prstGeom prst="rect">
            <a:avLst/>
          </a:prstGeom>
          <a:solidFill>
            <a:schemeClr val="accent5">
              <a:alpha val="4927"/>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2" name="Title 1">
            <a:extLst>
              <a:ext uri="{FF2B5EF4-FFF2-40B4-BE49-F238E27FC236}">
                <a16:creationId xmlns:a16="http://schemas.microsoft.com/office/drawing/2014/main" id="{30A5567E-F548-4720-B611-7850ADCA900C}"/>
              </a:ext>
            </a:extLst>
          </p:cNvPr>
          <p:cNvSpPr>
            <a:spLocks noGrp="1"/>
          </p:cNvSpPr>
          <p:nvPr>
            <p:ph type="title"/>
          </p:nvPr>
        </p:nvSpPr>
        <p:spPr>
          <a:xfrm>
            <a:off x="667444" y="2376306"/>
            <a:ext cx="3630903" cy="2105388"/>
          </a:xfrm>
        </p:spPr>
        <p:txBody>
          <a:bodyPr wrap="square" anchor="ctr"/>
          <a:lstStyle>
            <a:lvl1pPr>
              <a:defRPr sz="3600">
                <a:solidFill>
                  <a:schemeClr val="accent5">
                    <a:lumMod val="75000"/>
                  </a:schemeClr>
                </a:solidFill>
              </a:defRPr>
            </a:lvl1pPr>
          </a:lstStyle>
          <a:p>
            <a:r>
              <a:rPr lang="en-GB" dirty="0"/>
              <a:t>Click to edit Master title style</a:t>
            </a:r>
            <a:endParaRPr lang="en-US" dirty="0"/>
          </a:p>
        </p:txBody>
      </p:sp>
      <p:sp>
        <p:nvSpPr>
          <p:cNvPr id="11" name="!! Oval Top">
            <a:extLst>
              <a:ext uri="{FF2B5EF4-FFF2-40B4-BE49-F238E27FC236}">
                <a16:creationId xmlns:a16="http://schemas.microsoft.com/office/drawing/2014/main" id="{B95A82A4-D00E-4BAE-97E0-52FA7B87C0D9}"/>
              </a:ext>
              <a:ext uri="{C183D7F6-B498-43B3-948B-1728B52AA6E4}">
                <adec:decorative xmlns:adec="http://schemas.microsoft.com/office/drawing/2017/decorative" val="1"/>
              </a:ext>
            </a:extLst>
          </p:cNvPr>
          <p:cNvSpPr/>
          <p:nvPr userDrawn="1"/>
        </p:nvSpPr>
        <p:spPr>
          <a:xfrm>
            <a:off x="5432325" y="2719433"/>
            <a:ext cx="1324173" cy="1324169"/>
          </a:xfrm>
          <a:prstGeom prst="ellipse">
            <a:avLst/>
          </a:prstGeom>
          <a:solidFill>
            <a:schemeClr val="bg1"/>
          </a:solidFill>
          <a:ln w="25400" cap="flat" cmpd="sng" algn="ctr">
            <a:solidFill>
              <a:schemeClr val="accent5"/>
            </a:solidFill>
            <a:prstDash val="solid"/>
          </a:ln>
          <a:effectLst/>
        </p:spPr>
        <p:txBody>
          <a:bodyPr rot="0" spcFirstLastPara="0" vertOverflow="overflow" horzOverflow="overflow" vert="horz" wrap="none" lIns="60896" tIns="30448" rIns="60896" bIns="30448" numCol="1" spcCol="0" rtlCol="0" fromWordArt="0" anchor="ctr" anchorCtr="0" forceAA="0" compatLnSpc="1">
            <a:prstTxWarp prst="textNoShape">
              <a:avLst/>
            </a:prstTxWarp>
            <a:noAutofit/>
          </a:bodyPr>
          <a:lstStyle/>
          <a:p>
            <a:pPr algn="ctr" defTabSz="913578"/>
            <a:endParaRPr lang="en-US" sz="1600" kern="0" dirty="0">
              <a:solidFill>
                <a:schemeClr val="tx2"/>
              </a:solidFill>
              <a:latin typeface="Arial" panose="020B0604020202020204" pitchFamily="34" charset="0"/>
            </a:endParaRPr>
          </a:p>
        </p:txBody>
      </p:sp>
      <p:sp>
        <p:nvSpPr>
          <p:cNvPr id="12" name="!! Oval Top">
            <a:extLst>
              <a:ext uri="{FF2B5EF4-FFF2-40B4-BE49-F238E27FC236}">
                <a16:creationId xmlns:a16="http://schemas.microsoft.com/office/drawing/2014/main" id="{332FAD7F-A532-4557-9487-947B2391D066}"/>
              </a:ext>
              <a:ext uri="{C183D7F6-B498-43B3-948B-1728B52AA6E4}">
                <adec:decorative xmlns:adec="http://schemas.microsoft.com/office/drawing/2017/decorative" val="1"/>
              </a:ext>
            </a:extLst>
          </p:cNvPr>
          <p:cNvSpPr/>
          <p:nvPr userDrawn="1"/>
        </p:nvSpPr>
        <p:spPr>
          <a:xfrm>
            <a:off x="5432324" y="4481694"/>
            <a:ext cx="1324173" cy="1324169"/>
          </a:xfrm>
          <a:prstGeom prst="ellipse">
            <a:avLst/>
          </a:prstGeom>
          <a:solidFill>
            <a:schemeClr val="bg1"/>
          </a:solidFill>
          <a:ln w="25400" cap="flat" cmpd="sng" algn="ctr">
            <a:solidFill>
              <a:schemeClr val="accent5"/>
            </a:solidFill>
            <a:prstDash val="solid"/>
          </a:ln>
          <a:effectLst/>
        </p:spPr>
        <p:txBody>
          <a:bodyPr rot="0" spcFirstLastPara="0" vertOverflow="overflow" horzOverflow="overflow" vert="horz" wrap="none" lIns="60896" tIns="30448" rIns="60896" bIns="30448" numCol="1" spcCol="0" rtlCol="0" fromWordArt="0" anchor="ctr" anchorCtr="0" forceAA="0" compatLnSpc="1">
            <a:prstTxWarp prst="textNoShape">
              <a:avLst/>
            </a:prstTxWarp>
            <a:noAutofit/>
          </a:bodyPr>
          <a:lstStyle/>
          <a:p>
            <a:pPr algn="ctr" defTabSz="913578"/>
            <a:endParaRPr lang="en-US" sz="1600" kern="0" dirty="0">
              <a:solidFill>
                <a:schemeClr val="tx2"/>
              </a:solidFill>
              <a:latin typeface="Arial" panose="020B0604020202020204" pitchFamily="34" charset="0"/>
            </a:endParaRPr>
          </a:p>
        </p:txBody>
      </p:sp>
      <p:sp>
        <p:nvSpPr>
          <p:cNvPr id="13" name="!! Oval Top">
            <a:extLst>
              <a:ext uri="{FF2B5EF4-FFF2-40B4-BE49-F238E27FC236}">
                <a16:creationId xmlns:a16="http://schemas.microsoft.com/office/drawing/2014/main" id="{5095E217-E63E-4FE6-9C8D-FB447A5BD47D}"/>
              </a:ext>
              <a:ext uri="{C183D7F6-B498-43B3-948B-1728B52AA6E4}">
                <adec:decorative xmlns:adec="http://schemas.microsoft.com/office/drawing/2017/decorative" val="1"/>
              </a:ext>
            </a:extLst>
          </p:cNvPr>
          <p:cNvSpPr/>
          <p:nvPr userDrawn="1"/>
        </p:nvSpPr>
        <p:spPr>
          <a:xfrm>
            <a:off x="5432323" y="957172"/>
            <a:ext cx="1324173" cy="1324169"/>
          </a:xfrm>
          <a:prstGeom prst="ellipse">
            <a:avLst/>
          </a:prstGeom>
          <a:solidFill>
            <a:schemeClr val="bg1"/>
          </a:solidFill>
          <a:ln w="25400" cap="flat" cmpd="sng" algn="ctr">
            <a:solidFill>
              <a:schemeClr val="accent5"/>
            </a:solidFill>
            <a:prstDash val="solid"/>
          </a:ln>
          <a:effectLst/>
        </p:spPr>
        <p:txBody>
          <a:bodyPr rot="0" spcFirstLastPara="0" vertOverflow="overflow" horzOverflow="overflow" vert="horz" wrap="none" lIns="60896" tIns="30448" rIns="60896" bIns="30448" numCol="1" spcCol="0" rtlCol="0" fromWordArt="0" anchor="ctr" anchorCtr="0" forceAA="0" compatLnSpc="1">
            <a:prstTxWarp prst="textNoShape">
              <a:avLst/>
            </a:prstTxWarp>
            <a:noAutofit/>
          </a:bodyPr>
          <a:lstStyle/>
          <a:p>
            <a:pPr algn="ctr" defTabSz="913578"/>
            <a:endParaRPr lang="en-US" sz="1600" kern="0" dirty="0">
              <a:solidFill>
                <a:schemeClr val="tx2"/>
              </a:solidFill>
              <a:latin typeface="Arial" panose="020B0604020202020204" pitchFamily="34" charset="0"/>
            </a:endParaRPr>
          </a:p>
        </p:txBody>
      </p:sp>
      <p:sp>
        <p:nvSpPr>
          <p:cNvPr id="18" name="Text Placeholder 17">
            <a:extLst>
              <a:ext uri="{FF2B5EF4-FFF2-40B4-BE49-F238E27FC236}">
                <a16:creationId xmlns:a16="http://schemas.microsoft.com/office/drawing/2014/main" id="{A8557501-25C3-4809-A7FA-8635CEF681FE}"/>
              </a:ext>
            </a:extLst>
          </p:cNvPr>
          <p:cNvSpPr>
            <a:spLocks noGrp="1"/>
          </p:cNvSpPr>
          <p:nvPr>
            <p:ph type="body" sz="quarter" idx="12" hasCustomPrompt="1"/>
          </p:nvPr>
        </p:nvSpPr>
        <p:spPr>
          <a:xfrm>
            <a:off x="7167433" y="2719433"/>
            <a:ext cx="4532442" cy="431800"/>
          </a:xfrm>
        </p:spPr>
        <p:txBody>
          <a:bodyPr/>
          <a:lstStyle>
            <a:lvl1pPr>
              <a:defRPr sz="2800">
                <a:solidFill>
                  <a:schemeClr val="accent5"/>
                </a:solidFill>
              </a:defRPr>
            </a:lvl1pPr>
            <a:lvl2pPr>
              <a:defRPr sz="2800"/>
            </a:lvl2pPr>
            <a:lvl3pPr>
              <a:defRPr sz="2800"/>
            </a:lvl3pPr>
            <a:lvl4pPr>
              <a:defRPr sz="2800"/>
            </a:lvl4pPr>
            <a:lvl5pPr>
              <a:defRPr sz="2800"/>
            </a:lvl5pPr>
          </a:lstStyle>
          <a:p>
            <a:pPr lvl="0"/>
            <a:r>
              <a:rPr lang="en-US" dirty="0"/>
              <a:t>Click to Edit</a:t>
            </a:r>
          </a:p>
        </p:txBody>
      </p:sp>
      <p:sp>
        <p:nvSpPr>
          <p:cNvPr id="20" name="Text Placeholder 19">
            <a:extLst>
              <a:ext uri="{FF2B5EF4-FFF2-40B4-BE49-F238E27FC236}">
                <a16:creationId xmlns:a16="http://schemas.microsoft.com/office/drawing/2014/main" id="{2A7333B4-78E3-4DDB-AF65-D0BD9DDB0B13}"/>
              </a:ext>
            </a:extLst>
          </p:cNvPr>
          <p:cNvSpPr>
            <a:spLocks noGrp="1"/>
          </p:cNvSpPr>
          <p:nvPr>
            <p:ph type="body" sz="quarter" idx="13"/>
          </p:nvPr>
        </p:nvSpPr>
        <p:spPr>
          <a:xfrm>
            <a:off x="7167433" y="3291127"/>
            <a:ext cx="4532442" cy="752475"/>
          </a:xfrm>
        </p:spPr>
        <p:txBody>
          <a:bodyPr/>
          <a:lstStyle>
            <a:lvl1pPr>
              <a:defRPr sz="1600"/>
            </a:lvl1pPr>
            <a:lvl2pPr marL="273050" indent="0">
              <a:buNone/>
              <a:defRPr/>
            </a:lvl2pPr>
          </a:lstStyle>
          <a:p>
            <a:pPr lvl="0"/>
            <a:r>
              <a:rPr lang="en-GB"/>
              <a:t>Click to edit Master text styles</a:t>
            </a:r>
          </a:p>
        </p:txBody>
      </p:sp>
      <p:sp>
        <p:nvSpPr>
          <p:cNvPr id="21" name="Text Placeholder 17">
            <a:extLst>
              <a:ext uri="{FF2B5EF4-FFF2-40B4-BE49-F238E27FC236}">
                <a16:creationId xmlns:a16="http://schemas.microsoft.com/office/drawing/2014/main" id="{3A04C10E-4C0A-4F1C-AF4B-9368D6EEE1D5}"/>
              </a:ext>
            </a:extLst>
          </p:cNvPr>
          <p:cNvSpPr>
            <a:spLocks noGrp="1"/>
          </p:cNvSpPr>
          <p:nvPr>
            <p:ph type="body" sz="quarter" idx="14" hasCustomPrompt="1"/>
          </p:nvPr>
        </p:nvSpPr>
        <p:spPr>
          <a:xfrm>
            <a:off x="7167433" y="962235"/>
            <a:ext cx="4532442" cy="431800"/>
          </a:xfrm>
        </p:spPr>
        <p:txBody>
          <a:bodyPr/>
          <a:lstStyle>
            <a:lvl1pPr>
              <a:defRPr sz="2800">
                <a:solidFill>
                  <a:schemeClr val="accent5"/>
                </a:solidFill>
              </a:defRPr>
            </a:lvl1pPr>
            <a:lvl2pPr>
              <a:defRPr sz="2800"/>
            </a:lvl2pPr>
            <a:lvl3pPr>
              <a:defRPr sz="2800"/>
            </a:lvl3pPr>
            <a:lvl4pPr>
              <a:defRPr sz="2800"/>
            </a:lvl4pPr>
            <a:lvl5pPr>
              <a:defRPr sz="2800"/>
            </a:lvl5pPr>
          </a:lstStyle>
          <a:p>
            <a:pPr lvl="0"/>
            <a:r>
              <a:rPr lang="en-US" dirty="0"/>
              <a:t>Click to Edit</a:t>
            </a:r>
          </a:p>
        </p:txBody>
      </p:sp>
      <p:sp>
        <p:nvSpPr>
          <p:cNvPr id="22" name="Text Placeholder 19">
            <a:extLst>
              <a:ext uri="{FF2B5EF4-FFF2-40B4-BE49-F238E27FC236}">
                <a16:creationId xmlns:a16="http://schemas.microsoft.com/office/drawing/2014/main" id="{DCD08270-3B84-4C0F-9D4B-B8C9B4451C98}"/>
              </a:ext>
            </a:extLst>
          </p:cNvPr>
          <p:cNvSpPr>
            <a:spLocks noGrp="1"/>
          </p:cNvSpPr>
          <p:nvPr>
            <p:ph type="body" sz="quarter" idx="15"/>
          </p:nvPr>
        </p:nvSpPr>
        <p:spPr>
          <a:xfrm>
            <a:off x="7167433" y="1533929"/>
            <a:ext cx="4532442" cy="752475"/>
          </a:xfrm>
        </p:spPr>
        <p:txBody>
          <a:bodyPr/>
          <a:lstStyle>
            <a:lvl1pPr>
              <a:defRPr sz="1600"/>
            </a:lvl1pPr>
            <a:lvl2pPr marL="273050" indent="0">
              <a:buNone/>
              <a:defRPr/>
            </a:lvl2pPr>
          </a:lstStyle>
          <a:p>
            <a:pPr lvl="0"/>
            <a:r>
              <a:rPr lang="en-GB"/>
              <a:t>Click to edit Master text styles</a:t>
            </a:r>
          </a:p>
        </p:txBody>
      </p:sp>
      <p:sp>
        <p:nvSpPr>
          <p:cNvPr id="23" name="Text Placeholder 17">
            <a:extLst>
              <a:ext uri="{FF2B5EF4-FFF2-40B4-BE49-F238E27FC236}">
                <a16:creationId xmlns:a16="http://schemas.microsoft.com/office/drawing/2014/main" id="{EF8022DB-38FA-4981-80AA-7A1F41B2303D}"/>
              </a:ext>
            </a:extLst>
          </p:cNvPr>
          <p:cNvSpPr>
            <a:spLocks noGrp="1"/>
          </p:cNvSpPr>
          <p:nvPr>
            <p:ph type="body" sz="quarter" idx="16" hasCustomPrompt="1"/>
          </p:nvPr>
        </p:nvSpPr>
        <p:spPr>
          <a:xfrm>
            <a:off x="7167433" y="4487077"/>
            <a:ext cx="4532442" cy="431800"/>
          </a:xfrm>
        </p:spPr>
        <p:txBody>
          <a:bodyPr/>
          <a:lstStyle>
            <a:lvl1pPr>
              <a:defRPr sz="2800">
                <a:solidFill>
                  <a:schemeClr val="accent5"/>
                </a:solidFill>
              </a:defRPr>
            </a:lvl1pPr>
            <a:lvl2pPr>
              <a:defRPr sz="2800"/>
            </a:lvl2pPr>
            <a:lvl3pPr>
              <a:defRPr sz="2800"/>
            </a:lvl3pPr>
            <a:lvl4pPr>
              <a:defRPr sz="2800"/>
            </a:lvl4pPr>
            <a:lvl5pPr>
              <a:defRPr sz="2800"/>
            </a:lvl5pPr>
          </a:lstStyle>
          <a:p>
            <a:pPr lvl="0"/>
            <a:r>
              <a:rPr lang="en-US" dirty="0"/>
              <a:t>Click to Edit</a:t>
            </a:r>
          </a:p>
        </p:txBody>
      </p:sp>
      <p:sp>
        <p:nvSpPr>
          <p:cNvPr id="24" name="Text Placeholder 19">
            <a:extLst>
              <a:ext uri="{FF2B5EF4-FFF2-40B4-BE49-F238E27FC236}">
                <a16:creationId xmlns:a16="http://schemas.microsoft.com/office/drawing/2014/main" id="{B6DC575F-9A95-44E0-9909-8EAD3FF0D8C6}"/>
              </a:ext>
            </a:extLst>
          </p:cNvPr>
          <p:cNvSpPr>
            <a:spLocks noGrp="1"/>
          </p:cNvSpPr>
          <p:nvPr>
            <p:ph type="body" sz="quarter" idx="17"/>
          </p:nvPr>
        </p:nvSpPr>
        <p:spPr>
          <a:xfrm>
            <a:off x="7167433" y="5058771"/>
            <a:ext cx="4532442" cy="752475"/>
          </a:xfrm>
        </p:spPr>
        <p:txBody>
          <a:bodyPr/>
          <a:lstStyle>
            <a:lvl1pPr>
              <a:defRPr sz="1600"/>
            </a:lvl1pPr>
            <a:lvl2pPr marL="273050" indent="0">
              <a:buNone/>
              <a:defRPr/>
            </a:lvl2pPr>
          </a:lstStyle>
          <a:p>
            <a:pPr lvl="0"/>
            <a:r>
              <a:rPr lang="en-GB"/>
              <a:t>Click to edit Master text styles</a:t>
            </a:r>
          </a:p>
        </p:txBody>
      </p:sp>
      <p:sp>
        <p:nvSpPr>
          <p:cNvPr id="35" name="page number">
            <a:extLst>
              <a:ext uri="{FF2B5EF4-FFF2-40B4-BE49-F238E27FC236}">
                <a16:creationId xmlns:a16="http://schemas.microsoft.com/office/drawing/2014/main" id="{ED191B88-6C9A-C2BD-3C36-38C61A1EADAE}"/>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marL="0" marR="0" lvl="0" indent="0" algn="r" defTabSz="914400" rtl="0" eaLnBrk="1" fontAlgn="auto" latinLnBrk="0" hangingPunct="1">
              <a:lnSpc>
                <a:spcPct val="90000"/>
              </a:lnSpc>
              <a:spcBef>
                <a:spcPts val="0"/>
              </a:spcBef>
              <a:spcAft>
                <a:spcPts val="0"/>
              </a:spcAft>
              <a:buClrTx/>
              <a:buSzTx/>
              <a:buFontTx/>
              <a:buNone/>
              <a:tabLst/>
              <a:defRPr/>
            </a:pPr>
            <a:fld id="{7A51DB15-7364-4F0B-A3A0-1309F8830053}" type="slidenum">
              <a:rPr kumimoji="0" lang="en-US" sz="800" b="0" i="0" u="none" strike="noStrike" kern="1200" cap="none" spc="0" normalizeH="0" baseline="0" noProof="0" smtClean="0">
                <a:ln>
                  <a:noFill/>
                </a:ln>
                <a:solidFill>
                  <a:srgbClr val="3F3F3F"/>
                </a:solidFill>
                <a:effectLst/>
                <a:uLnTx/>
                <a:uFillTx/>
                <a:latin typeface="Arial" panose="020B0604020202020204" pitchFamily="34" charset="0"/>
                <a:ea typeface="Arial" panose="020B0604020202020204" pitchFamily="34" charset="0"/>
              </a:rPr>
              <a:pPr marL="0" marR="0" lvl="0" indent="0" algn="r" defTabSz="914400" rtl="0" eaLnBrk="1" fontAlgn="auto" latinLnBrk="0" hangingPunct="1">
                <a:lnSpc>
                  <a:spcPct val="90000"/>
                </a:lnSpc>
                <a:spcBef>
                  <a:spcPts val="0"/>
                </a:spcBef>
                <a:spcAft>
                  <a:spcPts val="0"/>
                </a:spcAft>
                <a:buClrTx/>
                <a:buSzTx/>
                <a:buFontTx/>
                <a:buNone/>
                <a:tabLst/>
                <a:defRPr/>
              </a:pPr>
              <a:t>‹#›</a:t>
            </a:fld>
            <a:endParaRPr kumimoji="0" lang="en-US" sz="800" b="0" i="0" u="none" strike="noStrike" kern="1200" cap="none" spc="0" normalizeH="0" baseline="0" noProof="0" dirty="0">
              <a:ln>
                <a:noFill/>
              </a:ln>
              <a:solidFill>
                <a:srgbClr val="3F3F3F"/>
              </a:solidFill>
              <a:effectLst/>
              <a:uLnTx/>
              <a:uFillTx/>
              <a:latin typeface="Arial" panose="020B0604020202020204" pitchFamily="34" charset="0"/>
              <a:ea typeface="Arial" panose="020B0604020202020204" pitchFamily="34" charset="0"/>
            </a:endParaRPr>
          </a:p>
        </p:txBody>
      </p:sp>
      <p:sp>
        <p:nvSpPr>
          <p:cNvPr id="3" name="TextBox 2">
            <a:extLst>
              <a:ext uri="{FF2B5EF4-FFF2-40B4-BE49-F238E27FC236}">
                <a16:creationId xmlns:a16="http://schemas.microsoft.com/office/drawing/2014/main" id="{ABFEBF4A-E3D2-6BEC-564E-428949A12BCD}"/>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5" name="Graphic 8">
            <a:extLst>
              <a:ext uri="{FF2B5EF4-FFF2-40B4-BE49-F238E27FC236}">
                <a16:creationId xmlns:a16="http://schemas.microsoft.com/office/drawing/2014/main" id="{6BA86662-8169-AAF0-A3F0-CB5A0B312842}"/>
              </a:ext>
            </a:extLst>
          </p:cNvPr>
          <p:cNvGrpSpPr/>
          <p:nvPr userDrawn="1"/>
        </p:nvGrpSpPr>
        <p:grpSpPr>
          <a:xfrm>
            <a:off x="265625" y="6323271"/>
            <a:ext cx="1249223" cy="369648"/>
            <a:chOff x="265625" y="6323271"/>
            <a:chExt cx="1249223" cy="369648"/>
          </a:xfrm>
          <a:solidFill>
            <a:srgbClr val="000000"/>
          </a:solidFill>
        </p:grpSpPr>
        <p:grpSp>
          <p:nvGrpSpPr>
            <p:cNvPr id="6" name="Graphic 8">
              <a:extLst>
                <a:ext uri="{FF2B5EF4-FFF2-40B4-BE49-F238E27FC236}">
                  <a16:creationId xmlns:a16="http://schemas.microsoft.com/office/drawing/2014/main" id="{E2525186-F784-9B5A-A70E-3EA82CB899C8}"/>
                </a:ext>
              </a:extLst>
            </p:cNvPr>
            <p:cNvGrpSpPr/>
            <p:nvPr/>
          </p:nvGrpSpPr>
          <p:grpSpPr>
            <a:xfrm>
              <a:off x="745455" y="6594444"/>
              <a:ext cx="722662" cy="98475"/>
              <a:chOff x="745455" y="6594444"/>
              <a:chExt cx="722662" cy="98475"/>
            </a:xfrm>
            <a:solidFill>
              <a:srgbClr val="000000"/>
            </a:solidFill>
          </p:grpSpPr>
          <p:sp>
            <p:nvSpPr>
              <p:cNvPr id="25" name="Freeform 49">
                <a:extLst>
                  <a:ext uri="{FF2B5EF4-FFF2-40B4-BE49-F238E27FC236}">
                    <a16:creationId xmlns:a16="http://schemas.microsoft.com/office/drawing/2014/main" id="{A54E3871-3565-7B33-5957-068211F3749B}"/>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26" name="Freeform 50">
                <a:extLst>
                  <a:ext uri="{FF2B5EF4-FFF2-40B4-BE49-F238E27FC236}">
                    <a16:creationId xmlns:a16="http://schemas.microsoft.com/office/drawing/2014/main" id="{D4246DC1-3021-5AC0-AB95-7FCE49A522B4}"/>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27" name="Freeform 51">
                <a:extLst>
                  <a:ext uri="{FF2B5EF4-FFF2-40B4-BE49-F238E27FC236}">
                    <a16:creationId xmlns:a16="http://schemas.microsoft.com/office/drawing/2014/main" id="{51D7E616-C7EE-30EC-E082-73FB60DEE60B}"/>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28" name="Freeform 52">
                <a:extLst>
                  <a:ext uri="{FF2B5EF4-FFF2-40B4-BE49-F238E27FC236}">
                    <a16:creationId xmlns:a16="http://schemas.microsoft.com/office/drawing/2014/main" id="{BB968BD3-ADAA-5870-150F-B6A04933C575}"/>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29" name="Freeform 53">
                <a:extLst>
                  <a:ext uri="{FF2B5EF4-FFF2-40B4-BE49-F238E27FC236}">
                    <a16:creationId xmlns:a16="http://schemas.microsoft.com/office/drawing/2014/main" id="{B40FA98B-DCC3-3B07-8D19-133A3E63759F}"/>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30" name="Freeform 54">
                <a:extLst>
                  <a:ext uri="{FF2B5EF4-FFF2-40B4-BE49-F238E27FC236}">
                    <a16:creationId xmlns:a16="http://schemas.microsoft.com/office/drawing/2014/main" id="{03AF07CE-086F-4B96-726C-1A76872EAF3D}"/>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31" name="Freeform 55">
                <a:extLst>
                  <a:ext uri="{FF2B5EF4-FFF2-40B4-BE49-F238E27FC236}">
                    <a16:creationId xmlns:a16="http://schemas.microsoft.com/office/drawing/2014/main" id="{432DEB24-1557-1C8C-D368-4EF690C3BB03}"/>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32" name="Freeform 56">
                <a:extLst>
                  <a:ext uri="{FF2B5EF4-FFF2-40B4-BE49-F238E27FC236}">
                    <a16:creationId xmlns:a16="http://schemas.microsoft.com/office/drawing/2014/main" id="{411AECA4-7145-94EE-6038-F58A7E516739}"/>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33" name="Freeform 57">
                <a:extLst>
                  <a:ext uri="{FF2B5EF4-FFF2-40B4-BE49-F238E27FC236}">
                    <a16:creationId xmlns:a16="http://schemas.microsoft.com/office/drawing/2014/main" id="{936296B4-3FD3-C785-87F7-560E5B2C2E29}"/>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34" name="Freeform 58">
                <a:extLst>
                  <a:ext uri="{FF2B5EF4-FFF2-40B4-BE49-F238E27FC236}">
                    <a16:creationId xmlns:a16="http://schemas.microsoft.com/office/drawing/2014/main" id="{24E5779D-8092-750B-5E6E-25172964BA99}"/>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7" name="Graphic 8">
              <a:extLst>
                <a:ext uri="{FF2B5EF4-FFF2-40B4-BE49-F238E27FC236}">
                  <a16:creationId xmlns:a16="http://schemas.microsoft.com/office/drawing/2014/main" id="{93369AB6-F65A-BD4A-097E-0132432D4CB5}"/>
                </a:ext>
              </a:extLst>
            </p:cNvPr>
            <p:cNvGrpSpPr/>
            <p:nvPr/>
          </p:nvGrpSpPr>
          <p:grpSpPr>
            <a:xfrm>
              <a:off x="265625" y="6323271"/>
              <a:ext cx="1249223" cy="190348"/>
              <a:chOff x="265625" y="6323271"/>
              <a:chExt cx="1249223" cy="190348"/>
            </a:xfrm>
            <a:solidFill>
              <a:srgbClr val="000000"/>
            </a:solidFill>
          </p:grpSpPr>
          <p:sp>
            <p:nvSpPr>
              <p:cNvPr id="8" name="Freeform 60">
                <a:extLst>
                  <a:ext uri="{FF2B5EF4-FFF2-40B4-BE49-F238E27FC236}">
                    <a16:creationId xmlns:a16="http://schemas.microsoft.com/office/drawing/2014/main" id="{1B7028E7-5607-C3FF-B707-EE81ACB4892E}"/>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9" name="Freeform 61">
                <a:extLst>
                  <a:ext uri="{FF2B5EF4-FFF2-40B4-BE49-F238E27FC236}">
                    <a16:creationId xmlns:a16="http://schemas.microsoft.com/office/drawing/2014/main" id="{12D107A8-DE85-ACF0-3C67-2F320844F2B1}"/>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14" name="Freeform 62">
                <a:extLst>
                  <a:ext uri="{FF2B5EF4-FFF2-40B4-BE49-F238E27FC236}">
                    <a16:creationId xmlns:a16="http://schemas.microsoft.com/office/drawing/2014/main" id="{8D453B72-6198-4D25-FD3D-28D293C9488B}"/>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15" name="Freeform 63">
                <a:extLst>
                  <a:ext uri="{FF2B5EF4-FFF2-40B4-BE49-F238E27FC236}">
                    <a16:creationId xmlns:a16="http://schemas.microsoft.com/office/drawing/2014/main" id="{BAFF6053-79AF-A1B5-16C0-20AFB064D7E0}"/>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16" name="Freeform 64">
                <a:extLst>
                  <a:ext uri="{FF2B5EF4-FFF2-40B4-BE49-F238E27FC236}">
                    <a16:creationId xmlns:a16="http://schemas.microsoft.com/office/drawing/2014/main" id="{5A1131A3-9C80-0343-D70F-C50686F9D592}"/>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17" name="Freeform 65">
                <a:extLst>
                  <a:ext uri="{FF2B5EF4-FFF2-40B4-BE49-F238E27FC236}">
                    <a16:creationId xmlns:a16="http://schemas.microsoft.com/office/drawing/2014/main" id="{46946097-27E4-D4A8-131D-759E4E4727F6}"/>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19" name="Freeform 66">
                <a:extLst>
                  <a:ext uri="{FF2B5EF4-FFF2-40B4-BE49-F238E27FC236}">
                    <a16:creationId xmlns:a16="http://schemas.microsoft.com/office/drawing/2014/main" id="{A6F128C5-FDBB-0966-3231-F4977E609AF9}"/>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4" name="TextBox 3">
            <a:extLst>
              <a:ext uri="{FF2B5EF4-FFF2-40B4-BE49-F238E27FC236}">
                <a16:creationId xmlns:a16="http://schemas.microsoft.com/office/drawing/2014/main" id="{682E21C9-CB80-85B2-69A0-72D5904A2736}"/>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40117374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750"/>
                                        <p:tgtEl>
                                          <p:spTgt spid="13"/>
                                        </p:tgtEl>
                                      </p:cBhvr>
                                    </p:animEffect>
                                  </p:childTnLst>
                                </p:cTn>
                              </p:par>
                              <p:par>
                                <p:cTn id="8" presetID="6" presetClass="emph" presetSubtype="0" fill="hold" grpId="1" nodeType="withEffect">
                                  <p:stCondLst>
                                    <p:cond delay="0"/>
                                  </p:stCondLst>
                                  <p:childTnLst>
                                    <p:animScale>
                                      <p:cBhvr>
                                        <p:cTn id="9" dur="10" fill="hold"/>
                                        <p:tgtEl>
                                          <p:spTgt spid="13"/>
                                        </p:tgtEl>
                                      </p:cBhvr>
                                      <p:by x="1000" y="1000"/>
                                    </p:animScale>
                                  </p:childTnLst>
                                </p:cTn>
                              </p:par>
                              <p:par>
                                <p:cTn id="10" presetID="6" presetClass="emph" presetSubtype="0" accel="33333" decel="66667" fill="hold" grpId="2" nodeType="withEffect">
                                  <p:stCondLst>
                                    <p:cond delay="0"/>
                                  </p:stCondLst>
                                  <p:childTnLst>
                                    <p:animScale>
                                      <p:cBhvr>
                                        <p:cTn id="11" dur="750" fill="hold"/>
                                        <p:tgtEl>
                                          <p:spTgt spid="13"/>
                                        </p:tgtEl>
                                      </p:cBhvr>
                                      <p:by x="9999000" y="9999000"/>
                                    </p:animScale>
                                  </p:childTnLst>
                                </p:cTn>
                              </p:par>
                              <p:par>
                                <p:cTn id="12" presetID="10" presetClass="entr" presetSubtype="0" fill="hold" grpId="0" nodeType="with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750"/>
                                        <p:tgtEl>
                                          <p:spTgt spid="11"/>
                                        </p:tgtEl>
                                      </p:cBhvr>
                                    </p:animEffect>
                                  </p:childTnLst>
                                </p:cTn>
                              </p:par>
                              <p:par>
                                <p:cTn id="15" presetID="6" presetClass="emph" presetSubtype="0" fill="hold" grpId="1" nodeType="withEffect">
                                  <p:stCondLst>
                                    <p:cond delay="0"/>
                                  </p:stCondLst>
                                  <p:childTnLst>
                                    <p:animScale>
                                      <p:cBhvr>
                                        <p:cTn id="16" dur="10" fill="hold"/>
                                        <p:tgtEl>
                                          <p:spTgt spid="11"/>
                                        </p:tgtEl>
                                      </p:cBhvr>
                                      <p:by x="1000" y="1000"/>
                                    </p:animScale>
                                  </p:childTnLst>
                                </p:cTn>
                              </p:par>
                              <p:par>
                                <p:cTn id="17" presetID="6" presetClass="emph" presetSubtype="0" accel="33333" decel="66667" fill="hold" grpId="2" nodeType="withEffect">
                                  <p:stCondLst>
                                    <p:cond delay="0"/>
                                  </p:stCondLst>
                                  <p:childTnLst>
                                    <p:animScale>
                                      <p:cBhvr>
                                        <p:cTn id="18" dur="750" fill="hold"/>
                                        <p:tgtEl>
                                          <p:spTgt spid="11"/>
                                        </p:tgtEl>
                                      </p:cBhvr>
                                      <p:by x="9999000" y="9999000"/>
                                    </p:animScale>
                                  </p:childTnLst>
                                </p:cTn>
                              </p:par>
                              <p:par>
                                <p:cTn id="19" presetID="10"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750"/>
                                        <p:tgtEl>
                                          <p:spTgt spid="12"/>
                                        </p:tgtEl>
                                      </p:cBhvr>
                                    </p:animEffect>
                                  </p:childTnLst>
                                </p:cTn>
                              </p:par>
                              <p:par>
                                <p:cTn id="22" presetID="6" presetClass="emph" presetSubtype="0" fill="hold" grpId="1" nodeType="withEffect">
                                  <p:stCondLst>
                                    <p:cond delay="0"/>
                                  </p:stCondLst>
                                  <p:childTnLst>
                                    <p:animScale>
                                      <p:cBhvr>
                                        <p:cTn id="23" dur="10" fill="hold"/>
                                        <p:tgtEl>
                                          <p:spTgt spid="12"/>
                                        </p:tgtEl>
                                      </p:cBhvr>
                                      <p:by x="1000" y="1000"/>
                                    </p:animScale>
                                  </p:childTnLst>
                                </p:cTn>
                              </p:par>
                              <p:par>
                                <p:cTn id="24" presetID="6" presetClass="emph" presetSubtype="0" accel="33333" decel="66667" fill="hold" grpId="2" nodeType="withEffect">
                                  <p:stCondLst>
                                    <p:cond delay="0"/>
                                  </p:stCondLst>
                                  <p:childTnLst>
                                    <p:animScale>
                                      <p:cBhvr>
                                        <p:cTn id="25" dur="750" fill="hold"/>
                                        <p:tgtEl>
                                          <p:spTgt spid="12"/>
                                        </p:tgtEl>
                                      </p:cBhvr>
                                      <p:by x="9999000" y="9999000"/>
                                    </p:animScale>
                                  </p:childTnLst>
                                </p:cTn>
                              </p:par>
                            </p:childTnLst>
                          </p:cTn>
                        </p:par>
                      </p:childTnLst>
                    </p:cTn>
                  </p:par>
                  <p:par>
                    <p:cTn id="26" fill="hold">
                      <p:stCondLst>
                        <p:cond delay="indefinite"/>
                      </p:stCondLst>
                      <p:childTnLst>
                        <p:par>
                          <p:cTn id="27" fill="hold">
                            <p:stCondLst>
                              <p:cond delay="0"/>
                            </p:stCondLst>
                            <p:childTnLst>
                              <p:par>
                                <p:cTn id="28" presetID="2" presetClass="entr" presetSubtype="2" decel="20000" fill="hold" grpId="0" nodeType="clickEffect">
                                  <p:stCondLst>
                                    <p:cond delay="0"/>
                                  </p:stCondLst>
                                  <p:childTnLst>
                                    <p:set>
                                      <p:cBhvr>
                                        <p:cTn id="29" dur="1" fill="hold">
                                          <p:stCondLst>
                                            <p:cond delay="0"/>
                                          </p:stCondLst>
                                        </p:cTn>
                                        <p:tgtEl>
                                          <p:spTgt spid="21">
                                            <p:txEl>
                                              <p:pRg st="0" end="0"/>
                                            </p:txEl>
                                          </p:spTgt>
                                        </p:tgtEl>
                                        <p:attrNameLst>
                                          <p:attrName>style.visibility</p:attrName>
                                        </p:attrNameLst>
                                      </p:cBhvr>
                                      <p:to>
                                        <p:strVal val="visible"/>
                                      </p:to>
                                    </p:set>
                                    <p:anim calcmode="lin" valueType="num">
                                      <p:cBhvr additive="base">
                                        <p:cTn id="30" dur="500" fill="hold"/>
                                        <p:tgtEl>
                                          <p:spTgt spid="21">
                                            <p:txEl>
                                              <p:pRg st="0" end="0"/>
                                            </p:txEl>
                                          </p:spTgt>
                                        </p:tgtEl>
                                        <p:attrNameLst>
                                          <p:attrName>ppt_x</p:attrName>
                                        </p:attrNameLst>
                                      </p:cBhvr>
                                      <p:tavLst>
                                        <p:tav tm="0">
                                          <p:val>
                                            <p:strVal val="1+#ppt_w/2"/>
                                          </p:val>
                                        </p:tav>
                                        <p:tav tm="100000">
                                          <p:val>
                                            <p:strVal val="#ppt_x"/>
                                          </p:val>
                                        </p:tav>
                                      </p:tavLst>
                                    </p:anim>
                                    <p:anim calcmode="lin" valueType="num">
                                      <p:cBhvr additive="base">
                                        <p:cTn id="31" dur="500" fill="hold"/>
                                        <p:tgtEl>
                                          <p:spTgt spid="21">
                                            <p:txEl>
                                              <p:pRg st="0" end="0"/>
                                            </p:txEl>
                                          </p:spTgt>
                                        </p:tgtEl>
                                        <p:attrNameLst>
                                          <p:attrName>ppt_y</p:attrName>
                                        </p:attrNameLst>
                                      </p:cBhvr>
                                      <p:tavLst>
                                        <p:tav tm="0">
                                          <p:val>
                                            <p:strVal val="#ppt_y"/>
                                          </p:val>
                                        </p:tav>
                                        <p:tav tm="100000">
                                          <p:val>
                                            <p:strVal val="#ppt_y"/>
                                          </p:val>
                                        </p:tav>
                                      </p:tavLst>
                                    </p:anim>
                                  </p:childTnLst>
                                </p:cTn>
                              </p:par>
                              <p:par>
                                <p:cTn id="32" presetID="2" presetClass="entr" presetSubtype="2" decel="20000" fill="hold" grpId="0" nodeType="withEffect">
                                  <p:stCondLst>
                                    <p:cond delay="0"/>
                                  </p:stCondLst>
                                  <p:childTnLst>
                                    <p:set>
                                      <p:cBhvr>
                                        <p:cTn id="33" dur="1" fill="hold">
                                          <p:stCondLst>
                                            <p:cond delay="0"/>
                                          </p:stCondLst>
                                        </p:cTn>
                                        <p:tgtEl>
                                          <p:spTgt spid="22">
                                            <p:txEl>
                                              <p:pRg st="0" end="0"/>
                                            </p:txEl>
                                          </p:spTgt>
                                        </p:tgtEl>
                                        <p:attrNameLst>
                                          <p:attrName>style.visibility</p:attrName>
                                        </p:attrNameLst>
                                      </p:cBhvr>
                                      <p:to>
                                        <p:strVal val="visible"/>
                                      </p:to>
                                    </p:set>
                                    <p:anim calcmode="lin" valueType="num">
                                      <p:cBhvr additive="base">
                                        <p:cTn id="34" dur="500" fill="hold"/>
                                        <p:tgtEl>
                                          <p:spTgt spid="22">
                                            <p:txEl>
                                              <p:pRg st="0" end="0"/>
                                            </p:txEl>
                                          </p:spTgt>
                                        </p:tgtEl>
                                        <p:attrNameLst>
                                          <p:attrName>ppt_x</p:attrName>
                                        </p:attrNameLst>
                                      </p:cBhvr>
                                      <p:tavLst>
                                        <p:tav tm="0">
                                          <p:val>
                                            <p:strVal val="1+#ppt_w/2"/>
                                          </p:val>
                                        </p:tav>
                                        <p:tav tm="100000">
                                          <p:val>
                                            <p:strVal val="#ppt_x"/>
                                          </p:val>
                                        </p:tav>
                                      </p:tavLst>
                                    </p:anim>
                                    <p:anim calcmode="lin" valueType="num">
                                      <p:cBhvr additive="base">
                                        <p:cTn id="35" dur="500" fill="hold"/>
                                        <p:tgtEl>
                                          <p:spTgt spid="22">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8" presetID="2" presetClass="entr" presetSubtype="2" decel="20000" fill="hold" grpId="0" nodeType="clickEffect">
                                  <p:stCondLst>
                                    <p:cond delay="0"/>
                                  </p:stCondLst>
                                  <p:childTnLst>
                                    <p:set>
                                      <p:cBhvr>
                                        <p:cTn id="39" dur="1" fill="hold">
                                          <p:stCondLst>
                                            <p:cond delay="0"/>
                                          </p:stCondLst>
                                        </p:cTn>
                                        <p:tgtEl>
                                          <p:spTgt spid="18">
                                            <p:txEl>
                                              <p:pRg st="0" end="0"/>
                                            </p:txEl>
                                          </p:spTgt>
                                        </p:tgtEl>
                                        <p:attrNameLst>
                                          <p:attrName>style.visibility</p:attrName>
                                        </p:attrNameLst>
                                      </p:cBhvr>
                                      <p:to>
                                        <p:strVal val="visible"/>
                                      </p:to>
                                    </p:set>
                                    <p:anim calcmode="lin" valueType="num">
                                      <p:cBhvr additive="base">
                                        <p:cTn id="40" dur="500" fill="hold"/>
                                        <p:tgtEl>
                                          <p:spTgt spid="18">
                                            <p:txEl>
                                              <p:pRg st="0" end="0"/>
                                            </p:txEl>
                                          </p:spTgt>
                                        </p:tgtEl>
                                        <p:attrNameLst>
                                          <p:attrName>ppt_x</p:attrName>
                                        </p:attrNameLst>
                                      </p:cBhvr>
                                      <p:tavLst>
                                        <p:tav tm="0">
                                          <p:val>
                                            <p:strVal val="1+#ppt_w/2"/>
                                          </p:val>
                                        </p:tav>
                                        <p:tav tm="100000">
                                          <p:val>
                                            <p:strVal val="#ppt_x"/>
                                          </p:val>
                                        </p:tav>
                                      </p:tavLst>
                                    </p:anim>
                                    <p:anim calcmode="lin" valueType="num">
                                      <p:cBhvr additive="base">
                                        <p:cTn id="41" dur="500" fill="hold"/>
                                        <p:tgtEl>
                                          <p:spTgt spid="18">
                                            <p:txEl>
                                              <p:pRg st="0" end="0"/>
                                            </p:txEl>
                                          </p:spTgt>
                                        </p:tgtEl>
                                        <p:attrNameLst>
                                          <p:attrName>ppt_y</p:attrName>
                                        </p:attrNameLst>
                                      </p:cBhvr>
                                      <p:tavLst>
                                        <p:tav tm="0">
                                          <p:val>
                                            <p:strVal val="#ppt_y"/>
                                          </p:val>
                                        </p:tav>
                                        <p:tav tm="100000">
                                          <p:val>
                                            <p:strVal val="#ppt_y"/>
                                          </p:val>
                                        </p:tav>
                                      </p:tavLst>
                                    </p:anim>
                                  </p:childTnLst>
                                </p:cTn>
                              </p:par>
                              <p:par>
                                <p:cTn id="42" presetID="2" presetClass="entr" presetSubtype="2" decel="20000" fill="hold" grpId="0" nodeType="withEffect">
                                  <p:stCondLst>
                                    <p:cond delay="0"/>
                                  </p:stCondLst>
                                  <p:childTnLst>
                                    <p:set>
                                      <p:cBhvr>
                                        <p:cTn id="43" dur="1" fill="hold">
                                          <p:stCondLst>
                                            <p:cond delay="0"/>
                                          </p:stCondLst>
                                        </p:cTn>
                                        <p:tgtEl>
                                          <p:spTgt spid="20">
                                            <p:txEl>
                                              <p:pRg st="0" end="0"/>
                                            </p:txEl>
                                          </p:spTgt>
                                        </p:tgtEl>
                                        <p:attrNameLst>
                                          <p:attrName>style.visibility</p:attrName>
                                        </p:attrNameLst>
                                      </p:cBhvr>
                                      <p:to>
                                        <p:strVal val="visible"/>
                                      </p:to>
                                    </p:set>
                                    <p:anim calcmode="lin" valueType="num">
                                      <p:cBhvr additive="base">
                                        <p:cTn id="44" dur="500" fill="hold"/>
                                        <p:tgtEl>
                                          <p:spTgt spid="20">
                                            <p:txEl>
                                              <p:pRg st="0" end="0"/>
                                            </p:txEl>
                                          </p:spTgt>
                                        </p:tgtEl>
                                        <p:attrNameLst>
                                          <p:attrName>ppt_x</p:attrName>
                                        </p:attrNameLst>
                                      </p:cBhvr>
                                      <p:tavLst>
                                        <p:tav tm="0">
                                          <p:val>
                                            <p:strVal val="1+#ppt_w/2"/>
                                          </p:val>
                                        </p:tav>
                                        <p:tav tm="100000">
                                          <p:val>
                                            <p:strVal val="#ppt_x"/>
                                          </p:val>
                                        </p:tav>
                                      </p:tavLst>
                                    </p:anim>
                                    <p:anim calcmode="lin" valueType="num">
                                      <p:cBhvr additive="base">
                                        <p:cTn id="45" dur="500" fill="hold"/>
                                        <p:tgtEl>
                                          <p:spTgt spid="20">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8" presetID="2" presetClass="entr" presetSubtype="2" decel="20000" fill="hold" grpId="0" nodeType="clickEffect">
                                  <p:stCondLst>
                                    <p:cond delay="0"/>
                                  </p:stCondLst>
                                  <p:childTnLst>
                                    <p:set>
                                      <p:cBhvr>
                                        <p:cTn id="49" dur="1" fill="hold">
                                          <p:stCondLst>
                                            <p:cond delay="0"/>
                                          </p:stCondLst>
                                        </p:cTn>
                                        <p:tgtEl>
                                          <p:spTgt spid="23">
                                            <p:txEl>
                                              <p:pRg st="0" end="0"/>
                                            </p:txEl>
                                          </p:spTgt>
                                        </p:tgtEl>
                                        <p:attrNameLst>
                                          <p:attrName>style.visibility</p:attrName>
                                        </p:attrNameLst>
                                      </p:cBhvr>
                                      <p:to>
                                        <p:strVal val="visible"/>
                                      </p:to>
                                    </p:set>
                                    <p:anim calcmode="lin" valueType="num">
                                      <p:cBhvr additive="base">
                                        <p:cTn id="50" dur="500" fill="hold"/>
                                        <p:tgtEl>
                                          <p:spTgt spid="23">
                                            <p:txEl>
                                              <p:pRg st="0" end="0"/>
                                            </p:txEl>
                                          </p:spTgt>
                                        </p:tgtEl>
                                        <p:attrNameLst>
                                          <p:attrName>ppt_x</p:attrName>
                                        </p:attrNameLst>
                                      </p:cBhvr>
                                      <p:tavLst>
                                        <p:tav tm="0">
                                          <p:val>
                                            <p:strVal val="1+#ppt_w/2"/>
                                          </p:val>
                                        </p:tav>
                                        <p:tav tm="100000">
                                          <p:val>
                                            <p:strVal val="#ppt_x"/>
                                          </p:val>
                                        </p:tav>
                                      </p:tavLst>
                                    </p:anim>
                                    <p:anim calcmode="lin" valueType="num">
                                      <p:cBhvr additive="base">
                                        <p:cTn id="51" dur="500" fill="hold"/>
                                        <p:tgtEl>
                                          <p:spTgt spid="23">
                                            <p:txEl>
                                              <p:pRg st="0" end="0"/>
                                            </p:txEl>
                                          </p:spTgt>
                                        </p:tgtEl>
                                        <p:attrNameLst>
                                          <p:attrName>ppt_y</p:attrName>
                                        </p:attrNameLst>
                                      </p:cBhvr>
                                      <p:tavLst>
                                        <p:tav tm="0">
                                          <p:val>
                                            <p:strVal val="#ppt_y"/>
                                          </p:val>
                                        </p:tav>
                                        <p:tav tm="100000">
                                          <p:val>
                                            <p:strVal val="#ppt_y"/>
                                          </p:val>
                                        </p:tav>
                                      </p:tavLst>
                                    </p:anim>
                                  </p:childTnLst>
                                </p:cTn>
                              </p:par>
                              <p:par>
                                <p:cTn id="52" presetID="2" presetClass="entr" presetSubtype="2" decel="20000" fill="hold" grpId="0" nodeType="withEffect">
                                  <p:stCondLst>
                                    <p:cond delay="0"/>
                                  </p:stCondLst>
                                  <p:childTnLst>
                                    <p:set>
                                      <p:cBhvr>
                                        <p:cTn id="53" dur="1" fill="hold">
                                          <p:stCondLst>
                                            <p:cond delay="0"/>
                                          </p:stCondLst>
                                        </p:cTn>
                                        <p:tgtEl>
                                          <p:spTgt spid="24">
                                            <p:txEl>
                                              <p:pRg st="0" end="0"/>
                                            </p:txEl>
                                          </p:spTgt>
                                        </p:tgtEl>
                                        <p:attrNameLst>
                                          <p:attrName>style.visibility</p:attrName>
                                        </p:attrNameLst>
                                      </p:cBhvr>
                                      <p:to>
                                        <p:strVal val="visible"/>
                                      </p:to>
                                    </p:set>
                                    <p:anim calcmode="lin" valueType="num">
                                      <p:cBhvr additive="base">
                                        <p:cTn id="54" dur="500" fill="hold"/>
                                        <p:tgtEl>
                                          <p:spTgt spid="24">
                                            <p:txEl>
                                              <p:pRg st="0" end="0"/>
                                            </p:txEl>
                                          </p:spTgt>
                                        </p:tgtEl>
                                        <p:attrNameLst>
                                          <p:attrName>ppt_x</p:attrName>
                                        </p:attrNameLst>
                                      </p:cBhvr>
                                      <p:tavLst>
                                        <p:tav tm="0">
                                          <p:val>
                                            <p:strVal val="1+#ppt_w/2"/>
                                          </p:val>
                                        </p:tav>
                                        <p:tav tm="100000">
                                          <p:val>
                                            <p:strVal val="#ppt_x"/>
                                          </p:val>
                                        </p:tav>
                                      </p:tavLst>
                                    </p:anim>
                                    <p:anim calcmode="lin" valueType="num">
                                      <p:cBhvr additive="base">
                                        <p:cTn id="55" dur="500" fill="hold"/>
                                        <p:tgtEl>
                                          <p:spTgt spid="24">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1" grpId="1" animBg="1"/>
      <p:bldP spid="11" grpId="2" animBg="1"/>
      <p:bldP spid="12" grpId="0" animBg="1"/>
      <p:bldP spid="12" grpId="1" animBg="1"/>
      <p:bldP spid="12" grpId="2" animBg="1"/>
      <p:bldP spid="13" grpId="0" animBg="1"/>
      <p:bldP spid="13" grpId="1" animBg="1"/>
      <p:bldP spid="13" grpId="2" animBg="1"/>
      <p:bldP spid="18" grpId="0" build="p">
        <p:tmplLst>
          <p:tmpl lvl="1">
            <p:tnLst>
              <p:par>
                <p:cTn presetID="2" presetClass="entr" presetSubtype="2" decel="20000" fill="hold" nodeType="clickEffect">
                  <p:stCondLst>
                    <p:cond delay="0"/>
                  </p:stCondLst>
                  <p:childTnLst>
                    <p:set>
                      <p:cBhvr>
                        <p:cTn dur="1" fill="hold">
                          <p:stCondLst>
                            <p:cond delay="0"/>
                          </p:stCondLst>
                        </p:cTn>
                        <p:tgtEl>
                          <p:spTgt spid="18"/>
                        </p:tgtEl>
                        <p:attrNameLst>
                          <p:attrName>style.visibility</p:attrName>
                        </p:attrNameLst>
                      </p:cBhvr>
                      <p:to>
                        <p:strVal val="visible"/>
                      </p:to>
                    </p:set>
                    <p:anim calcmode="lin" valueType="num">
                      <p:cBhvr additive="base">
                        <p:cTn dur="500" fill="hold"/>
                        <p:tgtEl>
                          <p:spTgt spid="18"/>
                        </p:tgtEl>
                        <p:attrNameLst>
                          <p:attrName>ppt_x</p:attrName>
                        </p:attrNameLst>
                      </p:cBhvr>
                      <p:tavLst>
                        <p:tav tm="0">
                          <p:val>
                            <p:strVal val="1+#ppt_w/2"/>
                          </p:val>
                        </p:tav>
                        <p:tav tm="100000">
                          <p:val>
                            <p:strVal val="#ppt_x"/>
                          </p:val>
                        </p:tav>
                      </p:tavLst>
                    </p:anim>
                    <p:anim calcmode="lin" valueType="num">
                      <p:cBhvr additive="base">
                        <p:cTn dur="500" fill="hold"/>
                        <p:tgtEl>
                          <p:spTgt spid="18"/>
                        </p:tgtEl>
                        <p:attrNameLst>
                          <p:attrName>ppt_y</p:attrName>
                        </p:attrNameLst>
                      </p:cBhvr>
                      <p:tavLst>
                        <p:tav tm="0">
                          <p:val>
                            <p:strVal val="#ppt_y"/>
                          </p:val>
                        </p:tav>
                        <p:tav tm="100000">
                          <p:val>
                            <p:strVal val="#ppt_y"/>
                          </p:val>
                        </p:tav>
                      </p:tavLst>
                    </p:anim>
                  </p:childTnLst>
                </p:cTn>
              </p:par>
            </p:tnLst>
          </p:tmpl>
        </p:tmplLst>
      </p:bldP>
      <p:bldP spid="20" grpId="0" build="p">
        <p:tmplLst>
          <p:tmpl lvl="1">
            <p:tnLst>
              <p:par>
                <p:cTn presetID="2" presetClass="entr" presetSubtype="2" decel="20000" fill="hold" nodeType="withEffect">
                  <p:stCondLst>
                    <p:cond delay="0"/>
                  </p:stCondLst>
                  <p:childTnLst>
                    <p:set>
                      <p:cBhvr>
                        <p:cTn dur="1" fill="hold">
                          <p:stCondLst>
                            <p:cond delay="0"/>
                          </p:stCondLst>
                        </p:cTn>
                        <p:tgtEl>
                          <p:spTgt spid="20"/>
                        </p:tgtEl>
                        <p:attrNameLst>
                          <p:attrName>style.visibility</p:attrName>
                        </p:attrNameLst>
                      </p:cBhvr>
                      <p:to>
                        <p:strVal val="visible"/>
                      </p:to>
                    </p:set>
                    <p:anim calcmode="lin" valueType="num">
                      <p:cBhvr additive="base">
                        <p:cTn dur="500" fill="hold"/>
                        <p:tgtEl>
                          <p:spTgt spid="20"/>
                        </p:tgtEl>
                        <p:attrNameLst>
                          <p:attrName>ppt_x</p:attrName>
                        </p:attrNameLst>
                      </p:cBhvr>
                      <p:tavLst>
                        <p:tav tm="0">
                          <p:val>
                            <p:strVal val="1+#ppt_w/2"/>
                          </p:val>
                        </p:tav>
                        <p:tav tm="100000">
                          <p:val>
                            <p:strVal val="#ppt_x"/>
                          </p:val>
                        </p:tav>
                      </p:tavLst>
                    </p:anim>
                    <p:anim calcmode="lin" valueType="num">
                      <p:cBhvr additive="base">
                        <p:cTn dur="500" fill="hold"/>
                        <p:tgtEl>
                          <p:spTgt spid="20"/>
                        </p:tgtEl>
                        <p:attrNameLst>
                          <p:attrName>ppt_y</p:attrName>
                        </p:attrNameLst>
                      </p:cBhvr>
                      <p:tavLst>
                        <p:tav tm="0">
                          <p:val>
                            <p:strVal val="#ppt_y"/>
                          </p:val>
                        </p:tav>
                        <p:tav tm="100000">
                          <p:val>
                            <p:strVal val="#ppt_y"/>
                          </p:val>
                        </p:tav>
                      </p:tavLst>
                    </p:anim>
                  </p:childTnLst>
                </p:cTn>
              </p:par>
            </p:tnLst>
          </p:tmpl>
        </p:tmplLst>
      </p:bldP>
      <p:bldP spid="21" grpId="0" build="p">
        <p:tmplLst>
          <p:tmpl lvl="1">
            <p:tnLst>
              <p:par>
                <p:cTn presetID="2" presetClass="entr" presetSubtype="2" decel="20000" fill="hold" nodeType="clickEffect">
                  <p:stCondLst>
                    <p:cond delay="0"/>
                  </p:stCondLst>
                  <p:childTnLst>
                    <p:set>
                      <p:cBhvr>
                        <p:cTn dur="1" fill="hold">
                          <p:stCondLst>
                            <p:cond delay="0"/>
                          </p:stCondLst>
                        </p:cTn>
                        <p:tgtEl>
                          <p:spTgt spid="21"/>
                        </p:tgtEl>
                        <p:attrNameLst>
                          <p:attrName>style.visibility</p:attrName>
                        </p:attrNameLst>
                      </p:cBhvr>
                      <p:to>
                        <p:strVal val="visible"/>
                      </p:to>
                    </p:set>
                    <p:anim calcmode="lin" valueType="num">
                      <p:cBhvr additive="base">
                        <p:cTn dur="500" fill="hold"/>
                        <p:tgtEl>
                          <p:spTgt spid="21"/>
                        </p:tgtEl>
                        <p:attrNameLst>
                          <p:attrName>ppt_x</p:attrName>
                        </p:attrNameLst>
                      </p:cBhvr>
                      <p:tavLst>
                        <p:tav tm="0">
                          <p:val>
                            <p:strVal val="1+#ppt_w/2"/>
                          </p:val>
                        </p:tav>
                        <p:tav tm="100000">
                          <p:val>
                            <p:strVal val="#ppt_x"/>
                          </p:val>
                        </p:tav>
                      </p:tavLst>
                    </p:anim>
                    <p:anim calcmode="lin" valueType="num">
                      <p:cBhvr additive="base">
                        <p:cTn dur="500" fill="hold"/>
                        <p:tgtEl>
                          <p:spTgt spid="21"/>
                        </p:tgtEl>
                        <p:attrNameLst>
                          <p:attrName>ppt_y</p:attrName>
                        </p:attrNameLst>
                      </p:cBhvr>
                      <p:tavLst>
                        <p:tav tm="0">
                          <p:val>
                            <p:strVal val="#ppt_y"/>
                          </p:val>
                        </p:tav>
                        <p:tav tm="100000">
                          <p:val>
                            <p:strVal val="#ppt_y"/>
                          </p:val>
                        </p:tav>
                      </p:tavLst>
                    </p:anim>
                  </p:childTnLst>
                </p:cTn>
              </p:par>
            </p:tnLst>
          </p:tmpl>
        </p:tmplLst>
      </p:bldP>
      <p:bldP spid="22" grpId="0" build="p">
        <p:tmplLst>
          <p:tmpl lvl="1">
            <p:tnLst>
              <p:par>
                <p:cTn presetID="2" presetClass="entr" presetSubtype="2" decel="20000" fill="hold" nodeType="withEffect">
                  <p:stCondLst>
                    <p:cond delay="0"/>
                  </p:stCondLst>
                  <p:childTnLst>
                    <p:set>
                      <p:cBhvr>
                        <p:cTn dur="1" fill="hold">
                          <p:stCondLst>
                            <p:cond delay="0"/>
                          </p:stCondLst>
                        </p:cTn>
                        <p:tgtEl>
                          <p:spTgt spid="22"/>
                        </p:tgtEl>
                        <p:attrNameLst>
                          <p:attrName>style.visibility</p:attrName>
                        </p:attrNameLst>
                      </p:cBhvr>
                      <p:to>
                        <p:strVal val="visible"/>
                      </p:to>
                    </p:set>
                    <p:anim calcmode="lin" valueType="num">
                      <p:cBhvr additive="base">
                        <p:cTn dur="500" fill="hold"/>
                        <p:tgtEl>
                          <p:spTgt spid="22"/>
                        </p:tgtEl>
                        <p:attrNameLst>
                          <p:attrName>ppt_x</p:attrName>
                        </p:attrNameLst>
                      </p:cBhvr>
                      <p:tavLst>
                        <p:tav tm="0">
                          <p:val>
                            <p:strVal val="1+#ppt_w/2"/>
                          </p:val>
                        </p:tav>
                        <p:tav tm="100000">
                          <p:val>
                            <p:strVal val="#ppt_x"/>
                          </p:val>
                        </p:tav>
                      </p:tavLst>
                    </p:anim>
                    <p:anim calcmode="lin" valueType="num">
                      <p:cBhvr additive="base">
                        <p:cTn dur="500" fill="hold"/>
                        <p:tgtEl>
                          <p:spTgt spid="22"/>
                        </p:tgtEl>
                        <p:attrNameLst>
                          <p:attrName>ppt_y</p:attrName>
                        </p:attrNameLst>
                      </p:cBhvr>
                      <p:tavLst>
                        <p:tav tm="0">
                          <p:val>
                            <p:strVal val="#ppt_y"/>
                          </p:val>
                        </p:tav>
                        <p:tav tm="100000">
                          <p:val>
                            <p:strVal val="#ppt_y"/>
                          </p:val>
                        </p:tav>
                      </p:tavLst>
                    </p:anim>
                  </p:childTnLst>
                </p:cTn>
              </p:par>
            </p:tnLst>
          </p:tmpl>
        </p:tmplLst>
      </p:bldP>
      <p:bldP spid="23" grpId="0" build="p">
        <p:tmplLst>
          <p:tmpl lvl="1">
            <p:tnLst>
              <p:par>
                <p:cTn presetID="2" presetClass="entr" presetSubtype="2" decel="20000" fill="hold" nodeType="clickEffect">
                  <p:stCondLst>
                    <p:cond delay="0"/>
                  </p:stCondLst>
                  <p:childTnLst>
                    <p:set>
                      <p:cBhvr>
                        <p:cTn dur="1" fill="hold">
                          <p:stCondLst>
                            <p:cond delay="0"/>
                          </p:stCondLst>
                        </p:cTn>
                        <p:tgtEl>
                          <p:spTgt spid="23"/>
                        </p:tgtEl>
                        <p:attrNameLst>
                          <p:attrName>style.visibility</p:attrName>
                        </p:attrNameLst>
                      </p:cBhvr>
                      <p:to>
                        <p:strVal val="visible"/>
                      </p:to>
                    </p:set>
                    <p:anim calcmode="lin" valueType="num">
                      <p:cBhvr additive="base">
                        <p:cTn dur="500" fill="hold"/>
                        <p:tgtEl>
                          <p:spTgt spid="23"/>
                        </p:tgtEl>
                        <p:attrNameLst>
                          <p:attrName>ppt_x</p:attrName>
                        </p:attrNameLst>
                      </p:cBhvr>
                      <p:tavLst>
                        <p:tav tm="0">
                          <p:val>
                            <p:strVal val="1+#ppt_w/2"/>
                          </p:val>
                        </p:tav>
                        <p:tav tm="100000">
                          <p:val>
                            <p:strVal val="#ppt_x"/>
                          </p:val>
                        </p:tav>
                      </p:tavLst>
                    </p:anim>
                    <p:anim calcmode="lin" valueType="num">
                      <p:cBhvr additive="base">
                        <p:cTn dur="500" fill="hold"/>
                        <p:tgtEl>
                          <p:spTgt spid="23"/>
                        </p:tgtEl>
                        <p:attrNameLst>
                          <p:attrName>ppt_y</p:attrName>
                        </p:attrNameLst>
                      </p:cBhvr>
                      <p:tavLst>
                        <p:tav tm="0">
                          <p:val>
                            <p:strVal val="#ppt_y"/>
                          </p:val>
                        </p:tav>
                        <p:tav tm="100000">
                          <p:val>
                            <p:strVal val="#ppt_y"/>
                          </p:val>
                        </p:tav>
                      </p:tavLst>
                    </p:anim>
                  </p:childTnLst>
                </p:cTn>
              </p:par>
            </p:tnLst>
          </p:tmpl>
        </p:tmplLst>
      </p:bldP>
      <p:bldP spid="24" grpId="0" build="p">
        <p:tmplLst>
          <p:tmpl lvl="1">
            <p:tnLst>
              <p:par>
                <p:cTn presetID="2" presetClass="entr" presetSubtype="2" decel="20000" fill="hold" nodeType="withEffect">
                  <p:stCondLst>
                    <p:cond delay="0"/>
                  </p:stCondLst>
                  <p:childTnLst>
                    <p:set>
                      <p:cBhvr>
                        <p:cTn dur="1" fill="hold">
                          <p:stCondLst>
                            <p:cond delay="0"/>
                          </p:stCondLst>
                        </p:cTn>
                        <p:tgtEl>
                          <p:spTgt spid="24"/>
                        </p:tgtEl>
                        <p:attrNameLst>
                          <p:attrName>style.visibility</p:attrName>
                        </p:attrNameLst>
                      </p:cBhvr>
                      <p:to>
                        <p:strVal val="visible"/>
                      </p:to>
                    </p:set>
                    <p:anim calcmode="lin" valueType="num">
                      <p:cBhvr additive="base">
                        <p:cTn dur="500" fill="hold"/>
                        <p:tgtEl>
                          <p:spTgt spid="24"/>
                        </p:tgtEl>
                        <p:attrNameLst>
                          <p:attrName>ppt_x</p:attrName>
                        </p:attrNameLst>
                      </p:cBhvr>
                      <p:tavLst>
                        <p:tav tm="0">
                          <p:val>
                            <p:strVal val="1+#ppt_w/2"/>
                          </p:val>
                        </p:tav>
                        <p:tav tm="100000">
                          <p:val>
                            <p:strVal val="#ppt_x"/>
                          </p:val>
                        </p:tav>
                      </p:tavLst>
                    </p:anim>
                    <p:anim calcmode="lin" valueType="num">
                      <p:cBhvr additive="base">
                        <p:cTn dur="500" fill="hold"/>
                        <p:tgtEl>
                          <p:spTgt spid="24"/>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Three Icon - Horizontal - Teal 2">
    <p:spTree>
      <p:nvGrpSpPr>
        <p:cNvPr id="1" name=""/>
        <p:cNvGrpSpPr/>
        <p:nvPr/>
      </p:nvGrpSpPr>
      <p:grpSpPr>
        <a:xfrm>
          <a:off x="0" y="0"/>
          <a:ext cx="0" cy="0"/>
          <a:chOff x="0" y="0"/>
          <a:chExt cx="0" cy="0"/>
        </a:xfrm>
      </p:grpSpPr>
      <p:sp>
        <p:nvSpPr>
          <p:cNvPr id="10" name="BKG Rectangle">
            <a:extLst>
              <a:ext uri="{FF2B5EF4-FFF2-40B4-BE49-F238E27FC236}">
                <a16:creationId xmlns:a16="http://schemas.microsoft.com/office/drawing/2014/main" id="{EEE2E3E4-09C5-48F7-AA0C-61C0C3FD24C2}"/>
              </a:ext>
              <a:ext uri="{C183D7F6-B498-43B3-948B-1728B52AA6E4}">
                <adec:decorative xmlns:adec="http://schemas.microsoft.com/office/drawing/2017/decorative" val="1"/>
              </a:ext>
            </a:extLst>
          </p:cNvPr>
          <p:cNvSpPr/>
          <p:nvPr userDrawn="1"/>
        </p:nvSpPr>
        <p:spPr>
          <a:xfrm>
            <a:off x="-4" y="0"/>
            <a:ext cx="6094413" cy="6858000"/>
          </a:xfrm>
          <a:prstGeom prst="rect">
            <a:avLst/>
          </a:prstGeom>
          <a:solidFill>
            <a:schemeClr val="accent2">
              <a:lumMod val="75000"/>
              <a:alpha val="5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2" name="Title 1">
            <a:extLst>
              <a:ext uri="{FF2B5EF4-FFF2-40B4-BE49-F238E27FC236}">
                <a16:creationId xmlns:a16="http://schemas.microsoft.com/office/drawing/2014/main" id="{30A5567E-F548-4720-B611-7850ADCA900C}"/>
              </a:ext>
            </a:extLst>
          </p:cNvPr>
          <p:cNvSpPr>
            <a:spLocks noGrp="1"/>
          </p:cNvSpPr>
          <p:nvPr>
            <p:ph type="title"/>
          </p:nvPr>
        </p:nvSpPr>
        <p:spPr>
          <a:xfrm>
            <a:off x="667444" y="2376306"/>
            <a:ext cx="3630903" cy="2105388"/>
          </a:xfrm>
        </p:spPr>
        <p:txBody>
          <a:bodyPr wrap="square" anchor="ctr"/>
          <a:lstStyle>
            <a:lvl1pPr>
              <a:defRPr sz="3600">
                <a:solidFill>
                  <a:schemeClr val="accent2">
                    <a:lumMod val="75000"/>
                  </a:schemeClr>
                </a:solidFill>
              </a:defRPr>
            </a:lvl1pPr>
          </a:lstStyle>
          <a:p>
            <a:r>
              <a:rPr lang="en-GB" dirty="0"/>
              <a:t>Click to edit Master title style</a:t>
            </a:r>
            <a:endParaRPr lang="en-US" dirty="0"/>
          </a:p>
        </p:txBody>
      </p:sp>
      <p:sp>
        <p:nvSpPr>
          <p:cNvPr id="11" name="!! Oval Top">
            <a:extLst>
              <a:ext uri="{FF2B5EF4-FFF2-40B4-BE49-F238E27FC236}">
                <a16:creationId xmlns:a16="http://schemas.microsoft.com/office/drawing/2014/main" id="{B95A82A4-D00E-4BAE-97E0-52FA7B87C0D9}"/>
              </a:ext>
              <a:ext uri="{C183D7F6-B498-43B3-948B-1728B52AA6E4}">
                <adec:decorative xmlns:adec="http://schemas.microsoft.com/office/drawing/2017/decorative" val="1"/>
              </a:ext>
            </a:extLst>
          </p:cNvPr>
          <p:cNvSpPr/>
          <p:nvPr userDrawn="1"/>
        </p:nvSpPr>
        <p:spPr>
          <a:xfrm>
            <a:off x="5432325" y="2719433"/>
            <a:ext cx="1324173" cy="1324169"/>
          </a:xfrm>
          <a:prstGeom prst="ellipse">
            <a:avLst/>
          </a:prstGeom>
          <a:solidFill>
            <a:schemeClr val="bg1"/>
          </a:solidFill>
          <a:ln w="25400" cap="flat" cmpd="sng" algn="ctr">
            <a:solidFill>
              <a:schemeClr val="accent2"/>
            </a:solidFill>
            <a:prstDash val="solid"/>
          </a:ln>
          <a:effectLst/>
        </p:spPr>
        <p:txBody>
          <a:bodyPr rot="0" spcFirstLastPara="0" vertOverflow="overflow" horzOverflow="overflow" vert="horz" wrap="none" lIns="60896" tIns="30448" rIns="60896" bIns="30448" numCol="1" spcCol="0" rtlCol="0" fromWordArt="0" anchor="ctr" anchorCtr="0" forceAA="0" compatLnSpc="1">
            <a:prstTxWarp prst="textNoShape">
              <a:avLst/>
            </a:prstTxWarp>
            <a:noAutofit/>
          </a:bodyPr>
          <a:lstStyle/>
          <a:p>
            <a:pPr algn="ctr" defTabSz="913578"/>
            <a:endParaRPr lang="en-US" sz="1600" kern="0" dirty="0">
              <a:solidFill>
                <a:schemeClr val="tx2"/>
              </a:solidFill>
              <a:latin typeface="Arial" panose="020B0604020202020204" pitchFamily="34" charset="0"/>
            </a:endParaRPr>
          </a:p>
        </p:txBody>
      </p:sp>
      <p:sp>
        <p:nvSpPr>
          <p:cNvPr id="12" name="!! Oval Top">
            <a:extLst>
              <a:ext uri="{FF2B5EF4-FFF2-40B4-BE49-F238E27FC236}">
                <a16:creationId xmlns:a16="http://schemas.microsoft.com/office/drawing/2014/main" id="{332FAD7F-A532-4557-9487-947B2391D066}"/>
              </a:ext>
              <a:ext uri="{C183D7F6-B498-43B3-948B-1728B52AA6E4}">
                <adec:decorative xmlns:adec="http://schemas.microsoft.com/office/drawing/2017/decorative" val="1"/>
              </a:ext>
            </a:extLst>
          </p:cNvPr>
          <p:cNvSpPr/>
          <p:nvPr userDrawn="1"/>
        </p:nvSpPr>
        <p:spPr>
          <a:xfrm>
            <a:off x="5432324" y="4481694"/>
            <a:ext cx="1324173" cy="1324169"/>
          </a:xfrm>
          <a:prstGeom prst="ellipse">
            <a:avLst/>
          </a:prstGeom>
          <a:solidFill>
            <a:schemeClr val="bg1"/>
          </a:solidFill>
          <a:ln w="25400" cap="flat" cmpd="sng" algn="ctr">
            <a:solidFill>
              <a:schemeClr val="accent2"/>
            </a:solidFill>
            <a:prstDash val="solid"/>
          </a:ln>
          <a:effectLst/>
        </p:spPr>
        <p:txBody>
          <a:bodyPr rot="0" spcFirstLastPara="0" vertOverflow="overflow" horzOverflow="overflow" vert="horz" wrap="none" lIns="60896" tIns="30448" rIns="60896" bIns="30448" numCol="1" spcCol="0" rtlCol="0" fromWordArt="0" anchor="ctr" anchorCtr="0" forceAA="0" compatLnSpc="1">
            <a:prstTxWarp prst="textNoShape">
              <a:avLst/>
            </a:prstTxWarp>
            <a:noAutofit/>
          </a:bodyPr>
          <a:lstStyle/>
          <a:p>
            <a:pPr algn="ctr" defTabSz="913578"/>
            <a:endParaRPr lang="en-US" sz="1600" kern="0" dirty="0">
              <a:solidFill>
                <a:schemeClr val="tx2"/>
              </a:solidFill>
              <a:latin typeface="Arial" panose="020B0604020202020204" pitchFamily="34" charset="0"/>
            </a:endParaRPr>
          </a:p>
        </p:txBody>
      </p:sp>
      <p:sp>
        <p:nvSpPr>
          <p:cNvPr id="13" name="!! Oval Top">
            <a:extLst>
              <a:ext uri="{FF2B5EF4-FFF2-40B4-BE49-F238E27FC236}">
                <a16:creationId xmlns:a16="http://schemas.microsoft.com/office/drawing/2014/main" id="{5095E217-E63E-4FE6-9C8D-FB447A5BD47D}"/>
              </a:ext>
              <a:ext uri="{C183D7F6-B498-43B3-948B-1728B52AA6E4}">
                <adec:decorative xmlns:adec="http://schemas.microsoft.com/office/drawing/2017/decorative" val="1"/>
              </a:ext>
            </a:extLst>
          </p:cNvPr>
          <p:cNvSpPr/>
          <p:nvPr userDrawn="1"/>
        </p:nvSpPr>
        <p:spPr>
          <a:xfrm>
            <a:off x="5432323" y="957172"/>
            <a:ext cx="1324173" cy="1324169"/>
          </a:xfrm>
          <a:prstGeom prst="ellipse">
            <a:avLst/>
          </a:prstGeom>
          <a:solidFill>
            <a:schemeClr val="bg1"/>
          </a:solidFill>
          <a:ln w="25400" cap="flat" cmpd="sng" algn="ctr">
            <a:solidFill>
              <a:schemeClr val="accent2"/>
            </a:solidFill>
            <a:prstDash val="solid"/>
          </a:ln>
          <a:effectLst/>
        </p:spPr>
        <p:txBody>
          <a:bodyPr rot="0" spcFirstLastPara="0" vertOverflow="overflow" horzOverflow="overflow" vert="horz" wrap="none" lIns="60896" tIns="30448" rIns="60896" bIns="30448" numCol="1" spcCol="0" rtlCol="0" fromWordArt="0" anchor="ctr" anchorCtr="0" forceAA="0" compatLnSpc="1">
            <a:prstTxWarp prst="textNoShape">
              <a:avLst/>
            </a:prstTxWarp>
            <a:noAutofit/>
          </a:bodyPr>
          <a:lstStyle/>
          <a:p>
            <a:pPr algn="ctr" defTabSz="913578"/>
            <a:endParaRPr lang="en-US" sz="1600" kern="0" dirty="0">
              <a:solidFill>
                <a:schemeClr val="tx2"/>
              </a:solidFill>
              <a:latin typeface="Arial" panose="020B0604020202020204" pitchFamily="34" charset="0"/>
            </a:endParaRPr>
          </a:p>
        </p:txBody>
      </p:sp>
      <p:sp>
        <p:nvSpPr>
          <p:cNvPr id="18" name="Text Placeholder 17">
            <a:extLst>
              <a:ext uri="{FF2B5EF4-FFF2-40B4-BE49-F238E27FC236}">
                <a16:creationId xmlns:a16="http://schemas.microsoft.com/office/drawing/2014/main" id="{A8557501-25C3-4809-A7FA-8635CEF681FE}"/>
              </a:ext>
            </a:extLst>
          </p:cNvPr>
          <p:cNvSpPr>
            <a:spLocks noGrp="1"/>
          </p:cNvSpPr>
          <p:nvPr>
            <p:ph type="body" sz="quarter" idx="12" hasCustomPrompt="1"/>
          </p:nvPr>
        </p:nvSpPr>
        <p:spPr>
          <a:xfrm>
            <a:off x="7167433" y="2719433"/>
            <a:ext cx="4532442" cy="431800"/>
          </a:xfrm>
        </p:spPr>
        <p:txBody>
          <a:bodyPr/>
          <a:lstStyle>
            <a:lvl1pPr>
              <a:defRPr sz="2800">
                <a:solidFill>
                  <a:schemeClr val="accent2"/>
                </a:solidFill>
              </a:defRPr>
            </a:lvl1pPr>
            <a:lvl2pPr>
              <a:defRPr sz="2800"/>
            </a:lvl2pPr>
            <a:lvl3pPr>
              <a:defRPr sz="2800"/>
            </a:lvl3pPr>
            <a:lvl4pPr>
              <a:defRPr sz="2800"/>
            </a:lvl4pPr>
            <a:lvl5pPr>
              <a:defRPr sz="2800"/>
            </a:lvl5pPr>
          </a:lstStyle>
          <a:p>
            <a:pPr lvl="0"/>
            <a:r>
              <a:rPr lang="en-US" dirty="0"/>
              <a:t>Click to Edit</a:t>
            </a:r>
          </a:p>
        </p:txBody>
      </p:sp>
      <p:sp>
        <p:nvSpPr>
          <p:cNvPr id="20" name="Text Placeholder 19">
            <a:extLst>
              <a:ext uri="{FF2B5EF4-FFF2-40B4-BE49-F238E27FC236}">
                <a16:creationId xmlns:a16="http://schemas.microsoft.com/office/drawing/2014/main" id="{2A7333B4-78E3-4DDB-AF65-D0BD9DDB0B13}"/>
              </a:ext>
            </a:extLst>
          </p:cNvPr>
          <p:cNvSpPr>
            <a:spLocks noGrp="1"/>
          </p:cNvSpPr>
          <p:nvPr>
            <p:ph type="body" sz="quarter" idx="13"/>
          </p:nvPr>
        </p:nvSpPr>
        <p:spPr>
          <a:xfrm>
            <a:off x="7167433" y="3291127"/>
            <a:ext cx="4532442" cy="752475"/>
          </a:xfrm>
        </p:spPr>
        <p:txBody>
          <a:bodyPr/>
          <a:lstStyle>
            <a:lvl1pPr>
              <a:defRPr sz="1600"/>
            </a:lvl1pPr>
            <a:lvl2pPr marL="273050" indent="0">
              <a:buNone/>
              <a:defRPr/>
            </a:lvl2pPr>
          </a:lstStyle>
          <a:p>
            <a:pPr lvl="0"/>
            <a:r>
              <a:rPr lang="en-GB"/>
              <a:t>Click to edit Master text styles</a:t>
            </a:r>
          </a:p>
        </p:txBody>
      </p:sp>
      <p:sp>
        <p:nvSpPr>
          <p:cNvPr id="21" name="Text Placeholder 17">
            <a:extLst>
              <a:ext uri="{FF2B5EF4-FFF2-40B4-BE49-F238E27FC236}">
                <a16:creationId xmlns:a16="http://schemas.microsoft.com/office/drawing/2014/main" id="{3A04C10E-4C0A-4F1C-AF4B-9368D6EEE1D5}"/>
              </a:ext>
            </a:extLst>
          </p:cNvPr>
          <p:cNvSpPr>
            <a:spLocks noGrp="1"/>
          </p:cNvSpPr>
          <p:nvPr>
            <p:ph type="body" sz="quarter" idx="14" hasCustomPrompt="1"/>
          </p:nvPr>
        </p:nvSpPr>
        <p:spPr>
          <a:xfrm>
            <a:off x="7167433" y="962235"/>
            <a:ext cx="4532442" cy="431800"/>
          </a:xfrm>
        </p:spPr>
        <p:txBody>
          <a:bodyPr/>
          <a:lstStyle>
            <a:lvl1pPr>
              <a:defRPr sz="2800">
                <a:solidFill>
                  <a:schemeClr val="accent2"/>
                </a:solidFill>
              </a:defRPr>
            </a:lvl1pPr>
            <a:lvl2pPr>
              <a:defRPr sz="2800"/>
            </a:lvl2pPr>
            <a:lvl3pPr>
              <a:defRPr sz="2800"/>
            </a:lvl3pPr>
            <a:lvl4pPr>
              <a:defRPr sz="2800"/>
            </a:lvl4pPr>
            <a:lvl5pPr>
              <a:defRPr sz="2800"/>
            </a:lvl5pPr>
          </a:lstStyle>
          <a:p>
            <a:pPr lvl="0"/>
            <a:r>
              <a:rPr lang="en-US" dirty="0"/>
              <a:t>Click to Edit</a:t>
            </a:r>
          </a:p>
        </p:txBody>
      </p:sp>
      <p:sp>
        <p:nvSpPr>
          <p:cNvPr id="22" name="Text Placeholder 19">
            <a:extLst>
              <a:ext uri="{FF2B5EF4-FFF2-40B4-BE49-F238E27FC236}">
                <a16:creationId xmlns:a16="http://schemas.microsoft.com/office/drawing/2014/main" id="{DCD08270-3B84-4C0F-9D4B-B8C9B4451C98}"/>
              </a:ext>
            </a:extLst>
          </p:cNvPr>
          <p:cNvSpPr>
            <a:spLocks noGrp="1"/>
          </p:cNvSpPr>
          <p:nvPr>
            <p:ph type="body" sz="quarter" idx="15"/>
          </p:nvPr>
        </p:nvSpPr>
        <p:spPr>
          <a:xfrm>
            <a:off x="7167433" y="1533929"/>
            <a:ext cx="4532442" cy="752475"/>
          </a:xfrm>
        </p:spPr>
        <p:txBody>
          <a:bodyPr/>
          <a:lstStyle>
            <a:lvl1pPr>
              <a:defRPr sz="1600"/>
            </a:lvl1pPr>
            <a:lvl2pPr marL="273050" indent="0">
              <a:buNone/>
              <a:defRPr/>
            </a:lvl2pPr>
          </a:lstStyle>
          <a:p>
            <a:pPr lvl="0"/>
            <a:r>
              <a:rPr lang="en-GB"/>
              <a:t>Click to edit Master text styles</a:t>
            </a:r>
          </a:p>
        </p:txBody>
      </p:sp>
      <p:sp>
        <p:nvSpPr>
          <p:cNvPr id="23" name="Text Placeholder 17">
            <a:extLst>
              <a:ext uri="{FF2B5EF4-FFF2-40B4-BE49-F238E27FC236}">
                <a16:creationId xmlns:a16="http://schemas.microsoft.com/office/drawing/2014/main" id="{EF8022DB-38FA-4981-80AA-7A1F41B2303D}"/>
              </a:ext>
            </a:extLst>
          </p:cNvPr>
          <p:cNvSpPr>
            <a:spLocks noGrp="1"/>
          </p:cNvSpPr>
          <p:nvPr>
            <p:ph type="body" sz="quarter" idx="16" hasCustomPrompt="1"/>
          </p:nvPr>
        </p:nvSpPr>
        <p:spPr>
          <a:xfrm>
            <a:off x="7167433" y="4487077"/>
            <a:ext cx="4532442" cy="431800"/>
          </a:xfrm>
        </p:spPr>
        <p:txBody>
          <a:bodyPr/>
          <a:lstStyle>
            <a:lvl1pPr>
              <a:defRPr sz="2800">
                <a:solidFill>
                  <a:schemeClr val="accent2"/>
                </a:solidFill>
              </a:defRPr>
            </a:lvl1pPr>
            <a:lvl2pPr>
              <a:defRPr sz="2800"/>
            </a:lvl2pPr>
            <a:lvl3pPr>
              <a:defRPr sz="2800"/>
            </a:lvl3pPr>
            <a:lvl4pPr>
              <a:defRPr sz="2800"/>
            </a:lvl4pPr>
            <a:lvl5pPr>
              <a:defRPr sz="2800"/>
            </a:lvl5pPr>
          </a:lstStyle>
          <a:p>
            <a:pPr lvl="0"/>
            <a:r>
              <a:rPr lang="en-US" dirty="0"/>
              <a:t>Click to Edit</a:t>
            </a:r>
          </a:p>
        </p:txBody>
      </p:sp>
      <p:sp>
        <p:nvSpPr>
          <p:cNvPr id="24" name="Text Placeholder 19">
            <a:extLst>
              <a:ext uri="{FF2B5EF4-FFF2-40B4-BE49-F238E27FC236}">
                <a16:creationId xmlns:a16="http://schemas.microsoft.com/office/drawing/2014/main" id="{B6DC575F-9A95-44E0-9909-8EAD3FF0D8C6}"/>
              </a:ext>
            </a:extLst>
          </p:cNvPr>
          <p:cNvSpPr>
            <a:spLocks noGrp="1"/>
          </p:cNvSpPr>
          <p:nvPr>
            <p:ph type="body" sz="quarter" idx="17"/>
          </p:nvPr>
        </p:nvSpPr>
        <p:spPr>
          <a:xfrm>
            <a:off x="7167433" y="5058771"/>
            <a:ext cx="4532442" cy="752475"/>
          </a:xfrm>
        </p:spPr>
        <p:txBody>
          <a:bodyPr/>
          <a:lstStyle>
            <a:lvl1pPr>
              <a:defRPr sz="1600"/>
            </a:lvl1pPr>
            <a:lvl2pPr marL="273050" indent="0">
              <a:buNone/>
              <a:defRPr/>
            </a:lvl2pPr>
          </a:lstStyle>
          <a:p>
            <a:pPr lvl="0"/>
            <a:r>
              <a:rPr lang="en-GB"/>
              <a:t>Click to edit Master text styles</a:t>
            </a:r>
          </a:p>
        </p:txBody>
      </p:sp>
      <p:sp>
        <p:nvSpPr>
          <p:cNvPr id="35" name="page number">
            <a:extLst>
              <a:ext uri="{FF2B5EF4-FFF2-40B4-BE49-F238E27FC236}">
                <a16:creationId xmlns:a16="http://schemas.microsoft.com/office/drawing/2014/main" id="{91E9769B-8BED-31C2-BCC5-5ED788A8862F}"/>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marL="0" marR="0" lvl="0" indent="0" algn="r" defTabSz="914400" rtl="0" eaLnBrk="1" fontAlgn="auto" latinLnBrk="0" hangingPunct="1">
              <a:lnSpc>
                <a:spcPct val="90000"/>
              </a:lnSpc>
              <a:spcBef>
                <a:spcPts val="0"/>
              </a:spcBef>
              <a:spcAft>
                <a:spcPts val="0"/>
              </a:spcAft>
              <a:buClrTx/>
              <a:buSzTx/>
              <a:buFontTx/>
              <a:buNone/>
              <a:tabLst/>
              <a:defRPr/>
            </a:pPr>
            <a:fld id="{7A51DB15-7364-4F0B-A3A0-1309F8830053}" type="slidenum">
              <a:rPr kumimoji="0" lang="en-US" sz="800" b="0" i="0" u="none" strike="noStrike" kern="1200" cap="none" spc="0" normalizeH="0" baseline="0" noProof="0" smtClean="0">
                <a:ln>
                  <a:noFill/>
                </a:ln>
                <a:solidFill>
                  <a:srgbClr val="3F3F3F"/>
                </a:solidFill>
                <a:effectLst/>
                <a:uLnTx/>
                <a:uFillTx/>
                <a:latin typeface="Arial" panose="020B0604020202020204" pitchFamily="34" charset="0"/>
                <a:ea typeface="Arial" panose="020B0604020202020204" pitchFamily="34" charset="0"/>
              </a:rPr>
              <a:pPr marL="0" marR="0" lvl="0" indent="0" algn="r" defTabSz="914400" rtl="0" eaLnBrk="1" fontAlgn="auto" latinLnBrk="0" hangingPunct="1">
                <a:lnSpc>
                  <a:spcPct val="90000"/>
                </a:lnSpc>
                <a:spcBef>
                  <a:spcPts val="0"/>
                </a:spcBef>
                <a:spcAft>
                  <a:spcPts val="0"/>
                </a:spcAft>
                <a:buClrTx/>
                <a:buSzTx/>
                <a:buFontTx/>
                <a:buNone/>
                <a:tabLst/>
                <a:defRPr/>
              </a:pPr>
              <a:t>‹#›</a:t>
            </a:fld>
            <a:endParaRPr kumimoji="0" lang="en-US" sz="800" b="0" i="0" u="none" strike="noStrike" kern="1200" cap="none" spc="0" normalizeH="0" baseline="0" noProof="0" dirty="0">
              <a:ln>
                <a:noFill/>
              </a:ln>
              <a:solidFill>
                <a:srgbClr val="3F3F3F"/>
              </a:solidFill>
              <a:effectLst/>
              <a:uLnTx/>
              <a:uFillTx/>
              <a:latin typeface="Arial" panose="020B0604020202020204" pitchFamily="34" charset="0"/>
              <a:ea typeface="Arial" panose="020B0604020202020204" pitchFamily="34" charset="0"/>
            </a:endParaRPr>
          </a:p>
        </p:txBody>
      </p:sp>
      <p:sp>
        <p:nvSpPr>
          <p:cNvPr id="3" name="TextBox 2">
            <a:extLst>
              <a:ext uri="{FF2B5EF4-FFF2-40B4-BE49-F238E27FC236}">
                <a16:creationId xmlns:a16="http://schemas.microsoft.com/office/drawing/2014/main" id="{E5BD7664-B488-7E4F-4D3B-ABAB755733E7}"/>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5" name="Graphic 8">
            <a:extLst>
              <a:ext uri="{FF2B5EF4-FFF2-40B4-BE49-F238E27FC236}">
                <a16:creationId xmlns:a16="http://schemas.microsoft.com/office/drawing/2014/main" id="{D0F9EA36-BB70-5313-044B-80807DA9CCD3}"/>
              </a:ext>
            </a:extLst>
          </p:cNvPr>
          <p:cNvGrpSpPr/>
          <p:nvPr userDrawn="1"/>
        </p:nvGrpSpPr>
        <p:grpSpPr>
          <a:xfrm>
            <a:off x="265625" y="6323271"/>
            <a:ext cx="1249223" cy="369648"/>
            <a:chOff x="265625" y="6323271"/>
            <a:chExt cx="1249223" cy="369648"/>
          </a:xfrm>
          <a:solidFill>
            <a:srgbClr val="000000"/>
          </a:solidFill>
        </p:grpSpPr>
        <p:grpSp>
          <p:nvGrpSpPr>
            <p:cNvPr id="6" name="Graphic 8">
              <a:extLst>
                <a:ext uri="{FF2B5EF4-FFF2-40B4-BE49-F238E27FC236}">
                  <a16:creationId xmlns:a16="http://schemas.microsoft.com/office/drawing/2014/main" id="{C2685E30-24AA-7761-80C0-48E5848DA42B}"/>
                </a:ext>
              </a:extLst>
            </p:cNvPr>
            <p:cNvGrpSpPr/>
            <p:nvPr/>
          </p:nvGrpSpPr>
          <p:grpSpPr>
            <a:xfrm>
              <a:off x="745455" y="6594444"/>
              <a:ext cx="722662" cy="98475"/>
              <a:chOff x="745455" y="6594444"/>
              <a:chExt cx="722662" cy="98475"/>
            </a:xfrm>
            <a:solidFill>
              <a:srgbClr val="000000"/>
            </a:solidFill>
          </p:grpSpPr>
          <p:sp>
            <p:nvSpPr>
              <p:cNvPr id="25" name="Freeform 49">
                <a:extLst>
                  <a:ext uri="{FF2B5EF4-FFF2-40B4-BE49-F238E27FC236}">
                    <a16:creationId xmlns:a16="http://schemas.microsoft.com/office/drawing/2014/main" id="{E99FBFD3-FC96-695C-66D3-862CB40AC301}"/>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26" name="Freeform 50">
                <a:extLst>
                  <a:ext uri="{FF2B5EF4-FFF2-40B4-BE49-F238E27FC236}">
                    <a16:creationId xmlns:a16="http://schemas.microsoft.com/office/drawing/2014/main" id="{6CDEBF1C-4273-612B-EE4B-68FA2CD80F6E}"/>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27" name="Freeform 51">
                <a:extLst>
                  <a:ext uri="{FF2B5EF4-FFF2-40B4-BE49-F238E27FC236}">
                    <a16:creationId xmlns:a16="http://schemas.microsoft.com/office/drawing/2014/main" id="{0AFBAC62-9E83-6584-B456-AD66A2F13638}"/>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28" name="Freeform 52">
                <a:extLst>
                  <a:ext uri="{FF2B5EF4-FFF2-40B4-BE49-F238E27FC236}">
                    <a16:creationId xmlns:a16="http://schemas.microsoft.com/office/drawing/2014/main" id="{7AE67FF2-752E-D8BD-6B17-68A624B2764F}"/>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29" name="Freeform 53">
                <a:extLst>
                  <a:ext uri="{FF2B5EF4-FFF2-40B4-BE49-F238E27FC236}">
                    <a16:creationId xmlns:a16="http://schemas.microsoft.com/office/drawing/2014/main" id="{F274C2D8-E9AD-F8CF-758D-E76DE4236FF2}"/>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30" name="Freeform 54">
                <a:extLst>
                  <a:ext uri="{FF2B5EF4-FFF2-40B4-BE49-F238E27FC236}">
                    <a16:creationId xmlns:a16="http://schemas.microsoft.com/office/drawing/2014/main" id="{8D25EEE2-4428-09D0-2C2E-A4671B9BE448}"/>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31" name="Freeform 55">
                <a:extLst>
                  <a:ext uri="{FF2B5EF4-FFF2-40B4-BE49-F238E27FC236}">
                    <a16:creationId xmlns:a16="http://schemas.microsoft.com/office/drawing/2014/main" id="{F812BB8E-233F-3979-A51B-8634E7DB54CE}"/>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32" name="Freeform 56">
                <a:extLst>
                  <a:ext uri="{FF2B5EF4-FFF2-40B4-BE49-F238E27FC236}">
                    <a16:creationId xmlns:a16="http://schemas.microsoft.com/office/drawing/2014/main" id="{AAA3E88A-2807-2D3B-8F46-54C67622DCB1}"/>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33" name="Freeform 57">
                <a:extLst>
                  <a:ext uri="{FF2B5EF4-FFF2-40B4-BE49-F238E27FC236}">
                    <a16:creationId xmlns:a16="http://schemas.microsoft.com/office/drawing/2014/main" id="{04F62A2C-C883-D52B-C7F2-32F5EF8E781C}"/>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34" name="Freeform 58">
                <a:extLst>
                  <a:ext uri="{FF2B5EF4-FFF2-40B4-BE49-F238E27FC236}">
                    <a16:creationId xmlns:a16="http://schemas.microsoft.com/office/drawing/2014/main" id="{D399ED2E-7F86-EDD9-F686-2BD5A307732C}"/>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7" name="Graphic 8">
              <a:extLst>
                <a:ext uri="{FF2B5EF4-FFF2-40B4-BE49-F238E27FC236}">
                  <a16:creationId xmlns:a16="http://schemas.microsoft.com/office/drawing/2014/main" id="{965D35B2-5C93-A6A0-129B-3451010F0999}"/>
                </a:ext>
              </a:extLst>
            </p:cNvPr>
            <p:cNvGrpSpPr/>
            <p:nvPr/>
          </p:nvGrpSpPr>
          <p:grpSpPr>
            <a:xfrm>
              <a:off x="265625" y="6323271"/>
              <a:ext cx="1249223" cy="190348"/>
              <a:chOff x="265625" y="6323271"/>
              <a:chExt cx="1249223" cy="190348"/>
            </a:xfrm>
            <a:solidFill>
              <a:srgbClr val="000000"/>
            </a:solidFill>
          </p:grpSpPr>
          <p:sp>
            <p:nvSpPr>
              <p:cNvPr id="8" name="Freeform 60">
                <a:extLst>
                  <a:ext uri="{FF2B5EF4-FFF2-40B4-BE49-F238E27FC236}">
                    <a16:creationId xmlns:a16="http://schemas.microsoft.com/office/drawing/2014/main" id="{E0FFA6EF-56B4-D322-134D-C0560EC0235D}"/>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9" name="Freeform 61">
                <a:extLst>
                  <a:ext uri="{FF2B5EF4-FFF2-40B4-BE49-F238E27FC236}">
                    <a16:creationId xmlns:a16="http://schemas.microsoft.com/office/drawing/2014/main" id="{5E208487-B1C7-8686-5965-DD8E1AF8ABB5}"/>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14" name="Freeform 62">
                <a:extLst>
                  <a:ext uri="{FF2B5EF4-FFF2-40B4-BE49-F238E27FC236}">
                    <a16:creationId xmlns:a16="http://schemas.microsoft.com/office/drawing/2014/main" id="{40722565-B854-AEC2-6FDD-4F8379CDFC61}"/>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15" name="Freeform 63">
                <a:extLst>
                  <a:ext uri="{FF2B5EF4-FFF2-40B4-BE49-F238E27FC236}">
                    <a16:creationId xmlns:a16="http://schemas.microsoft.com/office/drawing/2014/main" id="{AD2CAD7B-FFD3-87BD-81A9-89308D8D3538}"/>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16" name="Freeform 64">
                <a:extLst>
                  <a:ext uri="{FF2B5EF4-FFF2-40B4-BE49-F238E27FC236}">
                    <a16:creationId xmlns:a16="http://schemas.microsoft.com/office/drawing/2014/main" id="{2E1E1374-E627-8B13-838C-C8E843CA72B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17" name="Freeform 65">
                <a:extLst>
                  <a:ext uri="{FF2B5EF4-FFF2-40B4-BE49-F238E27FC236}">
                    <a16:creationId xmlns:a16="http://schemas.microsoft.com/office/drawing/2014/main" id="{3D1EB2FF-6096-0636-BB9E-03CEF2B07E88}"/>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19" name="Freeform 66">
                <a:extLst>
                  <a:ext uri="{FF2B5EF4-FFF2-40B4-BE49-F238E27FC236}">
                    <a16:creationId xmlns:a16="http://schemas.microsoft.com/office/drawing/2014/main" id="{A9F2620B-E7EA-2199-0614-41C3DC49F399}"/>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4" name="TextBox 3">
            <a:extLst>
              <a:ext uri="{FF2B5EF4-FFF2-40B4-BE49-F238E27FC236}">
                <a16:creationId xmlns:a16="http://schemas.microsoft.com/office/drawing/2014/main" id="{D509BAC9-1014-CADB-5852-96D2DBA9D8F9}"/>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28468515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750"/>
                                        <p:tgtEl>
                                          <p:spTgt spid="13"/>
                                        </p:tgtEl>
                                      </p:cBhvr>
                                    </p:animEffect>
                                  </p:childTnLst>
                                </p:cTn>
                              </p:par>
                              <p:par>
                                <p:cTn id="8" presetID="6" presetClass="emph" presetSubtype="0" fill="hold" grpId="1" nodeType="withEffect">
                                  <p:stCondLst>
                                    <p:cond delay="0"/>
                                  </p:stCondLst>
                                  <p:childTnLst>
                                    <p:animScale>
                                      <p:cBhvr>
                                        <p:cTn id="9" dur="10" fill="hold"/>
                                        <p:tgtEl>
                                          <p:spTgt spid="13"/>
                                        </p:tgtEl>
                                      </p:cBhvr>
                                      <p:by x="1000" y="1000"/>
                                    </p:animScale>
                                  </p:childTnLst>
                                </p:cTn>
                              </p:par>
                              <p:par>
                                <p:cTn id="10" presetID="6" presetClass="emph" presetSubtype="0" accel="33333" decel="66667" fill="hold" grpId="2" nodeType="withEffect">
                                  <p:stCondLst>
                                    <p:cond delay="0"/>
                                  </p:stCondLst>
                                  <p:childTnLst>
                                    <p:animScale>
                                      <p:cBhvr>
                                        <p:cTn id="11" dur="750" fill="hold"/>
                                        <p:tgtEl>
                                          <p:spTgt spid="13"/>
                                        </p:tgtEl>
                                      </p:cBhvr>
                                      <p:by x="9999000" y="9999000"/>
                                    </p:animScale>
                                  </p:childTnLst>
                                </p:cTn>
                              </p:par>
                              <p:par>
                                <p:cTn id="12" presetID="10" presetClass="entr" presetSubtype="0" fill="hold" grpId="0" nodeType="with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750"/>
                                        <p:tgtEl>
                                          <p:spTgt spid="11"/>
                                        </p:tgtEl>
                                      </p:cBhvr>
                                    </p:animEffect>
                                  </p:childTnLst>
                                </p:cTn>
                              </p:par>
                              <p:par>
                                <p:cTn id="15" presetID="6" presetClass="emph" presetSubtype="0" fill="hold" grpId="1" nodeType="withEffect">
                                  <p:stCondLst>
                                    <p:cond delay="0"/>
                                  </p:stCondLst>
                                  <p:childTnLst>
                                    <p:animScale>
                                      <p:cBhvr>
                                        <p:cTn id="16" dur="10" fill="hold"/>
                                        <p:tgtEl>
                                          <p:spTgt spid="11"/>
                                        </p:tgtEl>
                                      </p:cBhvr>
                                      <p:by x="1000" y="1000"/>
                                    </p:animScale>
                                  </p:childTnLst>
                                </p:cTn>
                              </p:par>
                              <p:par>
                                <p:cTn id="17" presetID="6" presetClass="emph" presetSubtype="0" accel="33333" decel="66667" fill="hold" grpId="2" nodeType="withEffect">
                                  <p:stCondLst>
                                    <p:cond delay="0"/>
                                  </p:stCondLst>
                                  <p:childTnLst>
                                    <p:animScale>
                                      <p:cBhvr>
                                        <p:cTn id="18" dur="750" fill="hold"/>
                                        <p:tgtEl>
                                          <p:spTgt spid="11"/>
                                        </p:tgtEl>
                                      </p:cBhvr>
                                      <p:by x="9999000" y="9999000"/>
                                    </p:animScale>
                                  </p:childTnLst>
                                </p:cTn>
                              </p:par>
                              <p:par>
                                <p:cTn id="19" presetID="10"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750"/>
                                        <p:tgtEl>
                                          <p:spTgt spid="12"/>
                                        </p:tgtEl>
                                      </p:cBhvr>
                                    </p:animEffect>
                                  </p:childTnLst>
                                </p:cTn>
                              </p:par>
                              <p:par>
                                <p:cTn id="22" presetID="6" presetClass="emph" presetSubtype="0" fill="hold" grpId="1" nodeType="withEffect">
                                  <p:stCondLst>
                                    <p:cond delay="0"/>
                                  </p:stCondLst>
                                  <p:childTnLst>
                                    <p:animScale>
                                      <p:cBhvr>
                                        <p:cTn id="23" dur="10" fill="hold"/>
                                        <p:tgtEl>
                                          <p:spTgt spid="12"/>
                                        </p:tgtEl>
                                      </p:cBhvr>
                                      <p:by x="1000" y="1000"/>
                                    </p:animScale>
                                  </p:childTnLst>
                                </p:cTn>
                              </p:par>
                              <p:par>
                                <p:cTn id="24" presetID="6" presetClass="emph" presetSubtype="0" accel="33333" decel="66667" fill="hold" grpId="2" nodeType="withEffect">
                                  <p:stCondLst>
                                    <p:cond delay="0"/>
                                  </p:stCondLst>
                                  <p:childTnLst>
                                    <p:animScale>
                                      <p:cBhvr>
                                        <p:cTn id="25" dur="750" fill="hold"/>
                                        <p:tgtEl>
                                          <p:spTgt spid="12"/>
                                        </p:tgtEl>
                                      </p:cBhvr>
                                      <p:by x="9999000" y="9999000"/>
                                    </p:animScale>
                                  </p:childTnLst>
                                </p:cTn>
                              </p:par>
                            </p:childTnLst>
                          </p:cTn>
                        </p:par>
                      </p:childTnLst>
                    </p:cTn>
                  </p:par>
                  <p:par>
                    <p:cTn id="26" fill="hold">
                      <p:stCondLst>
                        <p:cond delay="indefinite"/>
                      </p:stCondLst>
                      <p:childTnLst>
                        <p:par>
                          <p:cTn id="27" fill="hold">
                            <p:stCondLst>
                              <p:cond delay="0"/>
                            </p:stCondLst>
                            <p:childTnLst>
                              <p:par>
                                <p:cTn id="28" presetID="2" presetClass="entr" presetSubtype="2" decel="20000" fill="hold" grpId="0" nodeType="clickEffect">
                                  <p:stCondLst>
                                    <p:cond delay="0"/>
                                  </p:stCondLst>
                                  <p:childTnLst>
                                    <p:set>
                                      <p:cBhvr>
                                        <p:cTn id="29" dur="1" fill="hold">
                                          <p:stCondLst>
                                            <p:cond delay="0"/>
                                          </p:stCondLst>
                                        </p:cTn>
                                        <p:tgtEl>
                                          <p:spTgt spid="21">
                                            <p:txEl>
                                              <p:pRg st="0" end="0"/>
                                            </p:txEl>
                                          </p:spTgt>
                                        </p:tgtEl>
                                        <p:attrNameLst>
                                          <p:attrName>style.visibility</p:attrName>
                                        </p:attrNameLst>
                                      </p:cBhvr>
                                      <p:to>
                                        <p:strVal val="visible"/>
                                      </p:to>
                                    </p:set>
                                    <p:anim calcmode="lin" valueType="num">
                                      <p:cBhvr additive="base">
                                        <p:cTn id="30" dur="500" fill="hold"/>
                                        <p:tgtEl>
                                          <p:spTgt spid="21">
                                            <p:txEl>
                                              <p:pRg st="0" end="0"/>
                                            </p:txEl>
                                          </p:spTgt>
                                        </p:tgtEl>
                                        <p:attrNameLst>
                                          <p:attrName>ppt_x</p:attrName>
                                        </p:attrNameLst>
                                      </p:cBhvr>
                                      <p:tavLst>
                                        <p:tav tm="0">
                                          <p:val>
                                            <p:strVal val="1+#ppt_w/2"/>
                                          </p:val>
                                        </p:tav>
                                        <p:tav tm="100000">
                                          <p:val>
                                            <p:strVal val="#ppt_x"/>
                                          </p:val>
                                        </p:tav>
                                      </p:tavLst>
                                    </p:anim>
                                    <p:anim calcmode="lin" valueType="num">
                                      <p:cBhvr additive="base">
                                        <p:cTn id="31" dur="500" fill="hold"/>
                                        <p:tgtEl>
                                          <p:spTgt spid="21">
                                            <p:txEl>
                                              <p:pRg st="0" end="0"/>
                                            </p:txEl>
                                          </p:spTgt>
                                        </p:tgtEl>
                                        <p:attrNameLst>
                                          <p:attrName>ppt_y</p:attrName>
                                        </p:attrNameLst>
                                      </p:cBhvr>
                                      <p:tavLst>
                                        <p:tav tm="0">
                                          <p:val>
                                            <p:strVal val="#ppt_y"/>
                                          </p:val>
                                        </p:tav>
                                        <p:tav tm="100000">
                                          <p:val>
                                            <p:strVal val="#ppt_y"/>
                                          </p:val>
                                        </p:tav>
                                      </p:tavLst>
                                    </p:anim>
                                  </p:childTnLst>
                                </p:cTn>
                              </p:par>
                              <p:par>
                                <p:cTn id="32" presetID="2" presetClass="entr" presetSubtype="2" decel="20000" fill="hold" grpId="0" nodeType="withEffect">
                                  <p:stCondLst>
                                    <p:cond delay="0"/>
                                  </p:stCondLst>
                                  <p:childTnLst>
                                    <p:set>
                                      <p:cBhvr>
                                        <p:cTn id="33" dur="1" fill="hold">
                                          <p:stCondLst>
                                            <p:cond delay="0"/>
                                          </p:stCondLst>
                                        </p:cTn>
                                        <p:tgtEl>
                                          <p:spTgt spid="22">
                                            <p:txEl>
                                              <p:pRg st="0" end="0"/>
                                            </p:txEl>
                                          </p:spTgt>
                                        </p:tgtEl>
                                        <p:attrNameLst>
                                          <p:attrName>style.visibility</p:attrName>
                                        </p:attrNameLst>
                                      </p:cBhvr>
                                      <p:to>
                                        <p:strVal val="visible"/>
                                      </p:to>
                                    </p:set>
                                    <p:anim calcmode="lin" valueType="num">
                                      <p:cBhvr additive="base">
                                        <p:cTn id="34" dur="500" fill="hold"/>
                                        <p:tgtEl>
                                          <p:spTgt spid="22">
                                            <p:txEl>
                                              <p:pRg st="0" end="0"/>
                                            </p:txEl>
                                          </p:spTgt>
                                        </p:tgtEl>
                                        <p:attrNameLst>
                                          <p:attrName>ppt_x</p:attrName>
                                        </p:attrNameLst>
                                      </p:cBhvr>
                                      <p:tavLst>
                                        <p:tav tm="0">
                                          <p:val>
                                            <p:strVal val="1+#ppt_w/2"/>
                                          </p:val>
                                        </p:tav>
                                        <p:tav tm="100000">
                                          <p:val>
                                            <p:strVal val="#ppt_x"/>
                                          </p:val>
                                        </p:tav>
                                      </p:tavLst>
                                    </p:anim>
                                    <p:anim calcmode="lin" valueType="num">
                                      <p:cBhvr additive="base">
                                        <p:cTn id="35" dur="500" fill="hold"/>
                                        <p:tgtEl>
                                          <p:spTgt spid="22">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8" presetID="2" presetClass="entr" presetSubtype="2" decel="20000" fill="hold" grpId="0" nodeType="clickEffect">
                                  <p:stCondLst>
                                    <p:cond delay="0"/>
                                  </p:stCondLst>
                                  <p:childTnLst>
                                    <p:set>
                                      <p:cBhvr>
                                        <p:cTn id="39" dur="1" fill="hold">
                                          <p:stCondLst>
                                            <p:cond delay="0"/>
                                          </p:stCondLst>
                                        </p:cTn>
                                        <p:tgtEl>
                                          <p:spTgt spid="18">
                                            <p:txEl>
                                              <p:pRg st="0" end="0"/>
                                            </p:txEl>
                                          </p:spTgt>
                                        </p:tgtEl>
                                        <p:attrNameLst>
                                          <p:attrName>style.visibility</p:attrName>
                                        </p:attrNameLst>
                                      </p:cBhvr>
                                      <p:to>
                                        <p:strVal val="visible"/>
                                      </p:to>
                                    </p:set>
                                    <p:anim calcmode="lin" valueType="num">
                                      <p:cBhvr additive="base">
                                        <p:cTn id="40" dur="500" fill="hold"/>
                                        <p:tgtEl>
                                          <p:spTgt spid="18">
                                            <p:txEl>
                                              <p:pRg st="0" end="0"/>
                                            </p:txEl>
                                          </p:spTgt>
                                        </p:tgtEl>
                                        <p:attrNameLst>
                                          <p:attrName>ppt_x</p:attrName>
                                        </p:attrNameLst>
                                      </p:cBhvr>
                                      <p:tavLst>
                                        <p:tav tm="0">
                                          <p:val>
                                            <p:strVal val="1+#ppt_w/2"/>
                                          </p:val>
                                        </p:tav>
                                        <p:tav tm="100000">
                                          <p:val>
                                            <p:strVal val="#ppt_x"/>
                                          </p:val>
                                        </p:tav>
                                      </p:tavLst>
                                    </p:anim>
                                    <p:anim calcmode="lin" valueType="num">
                                      <p:cBhvr additive="base">
                                        <p:cTn id="41" dur="500" fill="hold"/>
                                        <p:tgtEl>
                                          <p:spTgt spid="18">
                                            <p:txEl>
                                              <p:pRg st="0" end="0"/>
                                            </p:txEl>
                                          </p:spTgt>
                                        </p:tgtEl>
                                        <p:attrNameLst>
                                          <p:attrName>ppt_y</p:attrName>
                                        </p:attrNameLst>
                                      </p:cBhvr>
                                      <p:tavLst>
                                        <p:tav tm="0">
                                          <p:val>
                                            <p:strVal val="#ppt_y"/>
                                          </p:val>
                                        </p:tav>
                                        <p:tav tm="100000">
                                          <p:val>
                                            <p:strVal val="#ppt_y"/>
                                          </p:val>
                                        </p:tav>
                                      </p:tavLst>
                                    </p:anim>
                                  </p:childTnLst>
                                </p:cTn>
                              </p:par>
                              <p:par>
                                <p:cTn id="42" presetID="2" presetClass="entr" presetSubtype="2" decel="20000" fill="hold" grpId="0" nodeType="withEffect">
                                  <p:stCondLst>
                                    <p:cond delay="0"/>
                                  </p:stCondLst>
                                  <p:childTnLst>
                                    <p:set>
                                      <p:cBhvr>
                                        <p:cTn id="43" dur="1" fill="hold">
                                          <p:stCondLst>
                                            <p:cond delay="0"/>
                                          </p:stCondLst>
                                        </p:cTn>
                                        <p:tgtEl>
                                          <p:spTgt spid="20">
                                            <p:txEl>
                                              <p:pRg st="0" end="0"/>
                                            </p:txEl>
                                          </p:spTgt>
                                        </p:tgtEl>
                                        <p:attrNameLst>
                                          <p:attrName>style.visibility</p:attrName>
                                        </p:attrNameLst>
                                      </p:cBhvr>
                                      <p:to>
                                        <p:strVal val="visible"/>
                                      </p:to>
                                    </p:set>
                                    <p:anim calcmode="lin" valueType="num">
                                      <p:cBhvr additive="base">
                                        <p:cTn id="44" dur="500" fill="hold"/>
                                        <p:tgtEl>
                                          <p:spTgt spid="20">
                                            <p:txEl>
                                              <p:pRg st="0" end="0"/>
                                            </p:txEl>
                                          </p:spTgt>
                                        </p:tgtEl>
                                        <p:attrNameLst>
                                          <p:attrName>ppt_x</p:attrName>
                                        </p:attrNameLst>
                                      </p:cBhvr>
                                      <p:tavLst>
                                        <p:tav tm="0">
                                          <p:val>
                                            <p:strVal val="1+#ppt_w/2"/>
                                          </p:val>
                                        </p:tav>
                                        <p:tav tm="100000">
                                          <p:val>
                                            <p:strVal val="#ppt_x"/>
                                          </p:val>
                                        </p:tav>
                                      </p:tavLst>
                                    </p:anim>
                                    <p:anim calcmode="lin" valueType="num">
                                      <p:cBhvr additive="base">
                                        <p:cTn id="45" dur="500" fill="hold"/>
                                        <p:tgtEl>
                                          <p:spTgt spid="20">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8" presetID="2" presetClass="entr" presetSubtype="2" decel="20000" fill="hold" grpId="0" nodeType="clickEffect">
                                  <p:stCondLst>
                                    <p:cond delay="0"/>
                                  </p:stCondLst>
                                  <p:childTnLst>
                                    <p:set>
                                      <p:cBhvr>
                                        <p:cTn id="49" dur="1" fill="hold">
                                          <p:stCondLst>
                                            <p:cond delay="0"/>
                                          </p:stCondLst>
                                        </p:cTn>
                                        <p:tgtEl>
                                          <p:spTgt spid="23">
                                            <p:txEl>
                                              <p:pRg st="0" end="0"/>
                                            </p:txEl>
                                          </p:spTgt>
                                        </p:tgtEl>
                                        <p:attrNameLst>
                                          <p:attrName>style.visibility</p:attrName>
                                        </p:attrNameLst>
                                      </p:cBhvr>
                                      <p:to>
                                        <p:strVal val="visible"/>
                                      </p:to>
                                    </p:set>
                                    <p:anim calcmode="lin" valueType="num">
                                      <p:cBhvr additive="base">
                                        <p:cTn id="50" dur="500" fill="hold"/>
                                        <p:tgtEl>
                                          <p:spTgt spid="23">
                                            <p:txEl>
                                              <p:pRg st="0" end="0"/>
                                            </p:txEl>
                                          </p:spTgt>
                                        </p:tgtEl>
                                        <p:attrNameLst>
                                          <p:attrName>ppt_x</p:attrName>
                                        </p:attrNameLst>
                                      </p:cBhvr>
                                      <p:tavLst>
                                        <p:tav tm="0">
                                          <p:val>
                                            <p:strVal val="1+#ppt_w/2"/>
                                          </p:val>
                                        </p:tav>
                                        <p:tav tm="100000">
                                          <p:val>
                                            <p:strVal val="#ppt_x"/>
                                          </p:val>
                                        </p:tav>
                                      </p:tavLst>
                                    </p:anim>
                                    <p:anim calcmode="lin" valueType="num">
                                      <p:cBhvr additive="base">
                                        <p:cTn id="51" dur="500" fill="hold"/>
                                        <p:tgtEl>
                                          <p:spTgt spid="23">
                                            <p:txEl>
                                              <p:pRg st="0" end="0"/>
                                            </p:txEl>
                                          </p:spTgt>
                                        </p:tgtEl>
                                        <p:attrNameLst>
                                          <p:attrName>ppt_y</p:attrName>
                                        </p:attrNameLst>
                                      </p:cBhvr>
                                      <p:tavLst>
                                        <p:tav tm="0">
                                          <p:val>
                                            <p:strVal val="#ppt_y"/>
                                          </p:val>
                                        </p:tav>
                                        <p:tav tm="100000">
                                          <p:val>
                                            <p:strVal val="#ppt_y"/>
                                          </p:val>
                                        </p:tav>
                                      </p:tavLst>
                                    </p:anim>
                                  </p:childTnLst>
                                </p:cTn>
                              </p:par>
                              <p:par>
                                <p:cTn id="52" presetID="2" presetClass="entr" presetSubtype="2" decel="20000" fill="hold" grpId="0" nodeType="withEffect">
                                  <p:stCondLst>
                                    <p:cond delay="0"/>
                                  </p:stCondLst>
                                  <p:childTnLst>
                                    <p:set>
                                      <p:cBhvr>
                                        <p:cTn id="53" dur="1" fill="hold">
                                          <p:stCondLst>
                                            <p:cond delay="0"/>
                                          </p:stCondLst>
                                        </p:cTn>
                                        <p:tgtEl>
                                          <p:spTgt spid="24">
                                            <p:txEl>
                                              <p:pRg st="0" end="0"/>
                                            </p:txEl>
                                          </p:spTgt>
                                        </p:tgtEl>
                                        <p:attrNameLst>
                                          <p:attrName>style.visibility</p:attrName>
                                        </p:attrNameLst>
                                      </p:cBhvr>
                                      <p:to>
                                        <p:strVal val="visible"/>
                                      </p:to>
                                    </p:set>
                                    <p:anim calcmode="lin" valueType="num">
                                      <p:cBhvr additive="base">
                                        <p:cTn id="54" dur="500" fill="hold"/>
                                        <p:tgtEl>
                                          <p:spTgt spid="24">
                                            <p:txEl>
                                              <p:pRg st="0" end="0"/>
                                            </p:txEl>
                                          </p:spTgt>
                                        </p:tgtEl>
                                        <p:attrNameLst>
                                          <p:attrName>ppt_x</p:attrName>
                                        </p:attrNameLst>
                                      </p:cBhvr>
                                      <p:tavLst>
                                        <p:tav tm="0">
                                          <p:val>
                                            <p:strVal val="1+#ppt_w/2"/>
                                          </p:val>
                                        </p:tav>
                                        <p:tav tm="100000">
                                          <p:val>
                                            <p:strVal val="#ppt_x"/>
                                          </p:val>
                                        </p:tav>
                                      </p:tavLst>
                                    </p:anim>
                                    <p:anim calcmode="lin" valueType="num">
                                      <p:cBhvr additive="base">
                                        <p:cTn id="55" dur="500" fill="hold"/>
                                        <p:tgtEl>
                                          <p:spTgt spid="24">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1" grpId="1" animBg="1"/>
      <p:bldP spid="11" grpId="2" animBg="1"/>
      <p:bldP spid="12" grpId="0" animBg="1"/>
      <p:bldP spid="12" grpId="1" animBg="1"/>
      <p:bldP spid="12" grpId="2" animBg="1"/>
      <p:bldP spid="13" grpId="0" animBg="1"/>
      <p:bldP spid="13" grpId="1" animBg="1"/>
      <p:bldP spid="13" grpId="2" animBg="1"/>
      <p:bldP spid="18" grpId="0" build="p">
        <p:tmplLst>
          <p:tmpl lvl="1">
            <p:tnLst>
              <p:par>
                <p:cTn presetID="2" presetClass="entr" presetSubtype="2" decel="20000" fill="hold" nodeType="clickEffect">
                  <p:stCondLst>
                    <p:cond delay="0"/>
                  </p:stCondLst>
                  <p:childTnLst>
                    <p:set>
                      <p:cBhvr>
                        <p:cTn dur="1" fill="hold">
                          <p:stCondLst>
                            <p:cond delay="0"/>
                          </p:stCondLst>
                        </p:cTn>
                        <p:tgtEl>
                          <p:spTgt spid="18"/>
                        </p:tgtEl>
                        <p:attrNameLst>
                          <p:attrName>style.visibility</p:attrName>
                        </p:attrNameLst>
                      </p:cBhvr>
                      <p:to>
                        <p:strVal val="visible"/>
                      </p:to>
                    </p:set>
                    <p:anim calcmode="lin" valueType="num">
                      <p:cBhvr additive="base">
                        <p:cTn dur="500" fill="hold"/>
                        <p:tgtEl>
                          <p:spTgt spid="18"/>
                        </p:tgtEl>
                        <p:attrNameLst>
                          <p:attrName>ppt_x</p:attrName>
                        </p:attrNameLst>
                      </p:cBhvr>
                      <p:tavLst>
                        <p:tav tm="0">
                          <p:val>
                            <p:strVal val="1+#ppt_w/2"/>
                          </p:val>
                        </p:tav>
                        <p:tav tm="100000">
                          <p:val>
                            <p:strVal val="#ppt_x"/>
                          </p:val>
                        </p:tav>
                      </p:tavLst>
                    </p:anim>
                    <p:anim calcmode="lin" valueType="num">
                      <p:cBhvr additive="base">
                        <p:cTn dur="500" fill="hold"/>
                        <p:tgtEl>
                          <p:spTgt spid="18"/>
                        </p:tgtEl>
                        <p:attrNameLst>
                          <p:attrName>ppt_y</p:attrName>
                        </p:attrNameLst>
                      </p:cBhvr>
                      <p:tavLst>
                        <p:tav tm="0">
                          <p:val>
                            <p:strVal val="#ppt_y"/>
                          </p:val>
                        </p:tav>
                        <p:tav tm="100000">
                          <p:val>
                            <p:strVal val="#ppt_y"/>
                          </p:val>
                        </p:tav>
                      </p:tavLst>
                    </p:anim>
                  </p:childTnLst>
                </p:cTn>
              </p:par>
            </p:tnLst>
          </p:tmpl>
        </p:tmplLst>
      </p:bldP>
      <p:bldP spid="20" grpId="0" build="p">
        <p:tmplLst>
          <p:tmpl lvl="1">
            <p:tnLst>
              <p:par>
                <p:cTn presetID="2" presetClass="entr" presetSubtype="2" decel="20000" fill="hold" nodeType="withEffect">
                  <p:stCondLst>
                    <p:cond delay="0"/>
                  </p:stCondLst>
                  <p:childTnLst>
                    <p:set>
                      <p:cBhvr>
                        <p:cTn dur="1" fill="hold">
                          <p:stCondLst>
                            <p:cond delay="0"/>
                          </p:stCondLst>
                        </p:cTn>
                        <p:tgtEl>
                          <p:spTgt spid="20"/>
                        </p:tgtEl>
                        <p:attrNameLst>
                          <p:attrName>style.visibility</p:attrName>
                        </p:attrNameLst>
                      </p:cBhvr>
                      <p:to>
                        <p:strVal val="visible"/>
                      </p:to>
                    </p:set>
                    <p:anim calcmode="lin" valueType="num">
                      <p:cBhvr additive="base">
                        <p:cTn dur="500" fill="hold"/>
                        <p:tgtEl>
                          <p:spTgt spid="20"/>
                        </p:tgtEl>
                        <p:attrNameLst>
                          <p:attrName>ppt_x</p:attrName>
                        </p:attrNameLst>
                      </p:cBhvr>
                      <p:tavLst>
                        <p:tav tm="0">
                          <p:val>
                            <p:strVal val="1+#ppt_w/2"/>
                          </p:val>
                        </p:tav>
                        <p:tav tm="100000">
                          <p:val>
                            <p:strVal val="#ppt_x"/>
                          </p:val>
                        </p:tav>
                      </p:tavLst>
                    </p:anim>
                    <p:anim calcmode="lin" valueType="num">
                      <p:cBhvr additive="base">
                        <p:cTn dur="500" fill="hold"/>
                        <p:tgtEl>
                          <p:spTgt spid="20"/>
                        </p:tgtEl>
                        <p:attrNameLst>
                          <p:attrName>ppt_y</p:attrName>
                        </p:attrNameLst>
                      </p:cBhvr>
                      <p:tavLst>
                        <p:tav tm="0">
                          <p:val>
                            <p:strVal val="#ppt_y"/>
                          </p:val>
                        </p:tav>
                        <p:tav tm="100000">
                          <p:val>
                            <p:strVal val="#ppt_y"/>
                          </p:val>
                        </p:tav>
                      </p:tavLst>
                    </p:anim>
                  </p:childTnLst>
                </p:cTn>
              </p:par>
            </p:tnLst>
          </p:tmpl>
        </p:tmplLst>
      </p:bldP>
      <p:bldP spid="21" grpId="0" build="p">
        <p:tmplLst>
          <p:tmpl lvl="1">
            <p:tnLst>
              <p:par>
                <p:cTn presetID="2" presetClass="entr" presetSubtype="2" decel="20000" fill="hold" nodeType="clickEffect">
                  <p:stCondLst>
                    <p:cond delay="0"/>
                  </p:stCondLst>
                  <p:childTnLst>
                    <p:set>
                      <p:cBhvr>
                        <p:cTn dur="1" fill="hold">
                          <p:stCondLst>
                            <p:cond delay="0"/>
                          </p:stCondLst>
                        </p:cTn>
                        <p:tgtEl>
                          <p:spTgt spid="21"/>
                        </p:tgtEl>
                        <p:attrNameLst>
                          <p:attrName>style.visibility</p:attrName>
                        </p:attrNameLst>
                      </p:cBhvr>
                      <p:to>
                        <p:strVal val="visible"/>
                      </p:to>
                    </p:set>
                    <p:anim calcmode="lin" valueType="num">
                      <p:cBhvr additive="base">
                        <p:cTn dur="500" fill="hold"/>
                        <p:tgtEl>
                          <p:spTgt spid="21"/>
                        </p:tgtEl>
                        <p:attrNameLst>
                          <p:attrName>ppt_x</p:attrName>
                        </p:attrNameLst>
                      </p:cBhvr>
                      <p:tavLst>
                        <p:tav tm="0">
                          <p:val>
                            <p:strVal val="1+#ppt_w/2"/>
                          </p:val>
                        </p:tav>
                        <p:tav tm="100000">
                          <p:val>
                            <p:strVal val="#ppt_x"/>
                          </p:val>
                        </p:tav>
                      </p:tavLst>
                    </p:anim>
                    <p:anim calcmode="lin" valueType="num">
                      <p:cBhvr additive="base">
                        <p:cTn dur="500" fill="hold"/>
                        <p:tgtEl>
                          <p:spTgt spid="21"/>
                        </p:tgtEl>
                        <p:attrNameLst>
                          <p:attrName>ppt_y</p:attrName>
                        </p:attrNameLst>
                      </p:cBhvr>
                      <p:tavLst>
                        <p:tav tm="0">
                          <p:val>
                            <p:strVal val="#ppt_y"/>
                          </p:val>
                        </p:tav>
                        <p:tav tm="100000">
                          <p:val>
                            <p:strVal val="#ppt_y"/>
                          </p:val>
                        </p:tav>
                      </p:tavLst>
                    </p:anim>
                  </p:childTnLst>
                </p:cTn>
              </p:par>
            </p:tnLst>
          </p:tmpl>
        </p:tmplLst>
      </p:bldP>
      <p:bldP spid="22" grpId="0" build="p">
        <p:tmplLst>
          <p:tmpl lvl="1">
            <p:tnLst>
              <p:par>
                <p:cTn presetID="2" presetClass="entr" presetSubtype="2" decel="20000" fill="hold" nodeType="withEffect">
                  <p:stCondLst>
                    <p:cond delay="0"/>
                  </p:stCondLst>
                  <p:childTnLst>
                    <p:set>
                      <p:cBhvr>
                        <p:cTn dur="1" fill="hold">
                          <p:stCondLst>
                            <p:cond delay="0"/>
                          </p:stCondLst>
                        </p:cTn>
                        <p:tgtEl>
                          <p:spTgt spid="22"/>
                        </p:tgtEl>
                        <p:attrNameLst>
                          <p:attrName>style.visibility</p:attrName>
                        </p:attrNameLst>
                      </p:cBhvr>
                      <p:to>
                        <p:strVal val="visible"/>
                      </p:to>
                    </p:set>
                    <p:anim calcmode="lin" valueType="num">
                      <p:cBhvr additive="base">
                        <p:cTn dur="500" fill="hold"/>
                        <p:tgtEl>
                          <p:spTgt spid="22"/>
                        </p:tgtEl>
                        <p:attrNameLst>
                          <p:attrName>ppt_x</p:attrName>
                        </p:attrNameLst>
                      </p:cBhvr>
                      <p:tavLst>
                        <p:tav tm="0">
                          <p:val>
                            <p:strVal val="1+#ppt_w/2"/>
                          </p:val>
                        </p:tav>
                        <p:tav tm="100000">
                          <p:val>
                            <p:strVal val="#ppt_x"/>
                          </p:val>
                        </p:tav>
                      </p:tavLst>
                    </p:anim>
                    <p:anim calcmode="lin" valueType="num">
                      <p:cBhvr additive="base">
                        <p:cTn dur="500" fill="hold"/>
                        <p:tgtEl>
                          <p:spTgt spid="22"/>
                        </p:tgtEl>
                        <p:attrNameLst>
                          <p:attrName>ppt_y</p:attrName>
                        </p:attrNameLst>
                      </p:cBhvr>
                      <p:tavLst>
                        <p:tav tm="0">
                          <p:val>
                            <p:strVal val="#ppt_y"/>
                          </p:val>
                        </p:tav>
                        <p:tav tm="100000">
                          <p:val>
                            <p:strVal val="#ppt_y"/>
                          </p:val>
                        </p:tav>
                      </p:tavLst>
                    </p:anim>
                  </p:childTnLst>
                </p:cTn>
              </p:par>
            </p:tnLst>
          </p:tmpl>
        </p:tmplLst>
      </p:bldP>
      <p:bldP spid="23" grpId="0" build="p">
        <p:tmplLst>
          <p:tmpl lvl="1">
            <p:tnLst>
              <p:par>
                <p:cTn presetID="2" presetClass="entr" presetSubtype="2" decel="20000" fill="hold" nodeType="clickEffect">
                  <p:stCondLst>
                    <p:cond delay="0"/>
                  </p:stCondLst>
                  <p:childTnLst>
                    <p:set>
                      <p:cBhvr>
                        <p:cTn dur="1" fill="hold">
                          <p:stCondLst>
                            <p:cond delay="0"/>
                          </p:stCondLst>
                        </p:cTn>
                        <p:tgtEl>
                          <p:spTgt spid="23"/>
                        </p:tgtEl>
                        <p:attrNameLst>
                          <p:attrName>style.visibility</p:attrName>
                        </p:attrNameLst>
                      </p:cBhvr>
                      <p:to>
                        <p:strVal val="visible"/>
                      </p:to>
                    </p:set>
                    <p:anim calcmode="lin" valueType="num">
                      <p:cBhvr additive="base">
                        <p:cTn dur="500" fill="hold"/>
                        <p:tgtEl>
                          <p:spTgt spid="23"/>
                        </p:tgtEl>
                        <p:attrNameLst>
                          <p:attrName>ppt_x</p:attrName>
                        </p:attrNameLst>
                      </p:cBhvr>
                      <p:tavLst>
                        <p:tav tm="0">
                          <p:val>
                            <p:strVal val="1+#ppt_w/2"/>
                          </p:val>
                        </p:tav>
                        <p:tav tm="100000">
                          <p:val>
                            <p:strVal val="#ppt_x"/>
                          </p:val>
                        </p:tav>
                      </p:tavLst>
                    </p:anim>
                    <p:anim calcmode="lin" valueType="num">
                      <p:cBhvr additive="base">
                        <p:cTn dur="500" fill="hold"/>
                        <p:tgtEl>
                          <p:spTgt spid="23"/>
                        </p:tgtEl>
                        <p:attrNameLst>
                          <p:attrName>ppt_y</p:attrName>
                        </p:attrNameLst>
                      </p:cBhvr>
                      <p:tavLst>
                        <p:tav tm="0">
                          <p:val>
                            <p:strVal val="#ppt_y"/>
                          </p:val>
                        </p:tav>
                        <p:tav tm="100000">
                          <p:val>
                            <p:strVal val="#ppt_y"/>
                          </p:val>
                        </p:tav>
                      </p:tavLst>
                    </p:anim>
                  </p:childTnLst>
                </p:cTn>
              </p:par>
            </p:tnLst>
          </p:tmpl>
        </p:tmplLst>
      </p:bldP>
      <p:bldP spid="24" grpId="0" build="p">
        <p:tmplLst>
          <p:tmpl lvl="1">
            <p:tnLst>
              <p:par>
                <p:cTn presetID="2" presetClass="entr" presetSubtype="2" decel="20000" fill="hold" nodeType="withEffect">
                  <p:stCondLst>
                    <p:cond delay="0"/>
                  </p:stCondLst>
                  <p:childTnLst>
                    <p:set>
                      <p:cBhvr>
                        <p:cTn dur="1" fill="hold">
                          <p:stCondLst>
                            <p:cond delay="0"/>
                          </p:stCondLst>
                        </p:cTn>
                        <p:tgtEl>
                          <p:spTgt spid="24"/>
                        </p:tgtEl>
                        <p:attrNameLst>
                          <p:attrName>style.visibility</p:attrName>
                        </p:attrNameLst>
                      </p:cBhvr>
                      <p:to>
                        <p:strVal val="visible"/>
                      </p:to>
                    </p:set>
                    <p:anim calcmode="lin" valueType="num">
                      <p:cBhvr additive="base">
                        <p:cTn dur="500" fill="hold"/>
                        <p:tgtEl>
                          <p:spTgt spid="24"/>
                        </p:tgtEl>
                        <p:attrNameLst>
                          <p:attrName>ppt_x</p:attrName>
                        </p:attrNameLst>
                      </p:cBhvr>
                      <p:tavLst>
                        <p:tav tm="0">
                          <p:val>
                            <p:strVal val="1+#ppt_w/2"/>
                          </p:val>
                        </p:tav>
                        <p:tav tm="100000">
                          <p:val>
                            <p:strVal val="#ppt_x"/>
                          </p:val>
                        </p:tav>
                      </p:tavLst>
                    </p:anim>
                    <p:anim calcmode="lin" valueType="num">
                      <p:cBhvr additive="base">
                        <p:cTn dur="500" fill="hold"/>
                        <p:tgtEl>
                          <p:spTgt spid="24"/>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Three Icon - Horizontal - Green">
    <p:spTree>
      <p:nvGrpSpPr>
        <p:cNvPr id="1" name=""/>
        <p:cNvGrpSpPr/>
        <p:nvPr/>
      </p:nvGrpSpPr>
      <p:grpSpPr>
        <a:xfrm>
          <a:off x="0" y="0"/>
          <a:ext cx="0" cy="0"/>
          <a:chOff x="0" y="0"/>
          <a:chExt cx="0" cy="0"/>
        </a:xfrm>
      </p:grpSpPr>
      <p:sp>
        <p:nvSpPr>
          <p:cNvPr id="10" name="BKG Rectangle">
            <a:extLst>
              <a:ext uri="{FF2B5EF4-FFF2-40B4-BE49-F238E27FC236}">
                <a16:creationId xmlns:a16="http://schemas.microsoft.com/office/drawing/2014/main" id="{EEE2E3E4-09C5-48F7-AA0C-61C0C3FD24C2}"/>
              </a:ext>
              <a:ext uri="{C183D7F6-B498-43B3-948B-1728B52AA6E4}">
                <adec:decorative xmlns:adec="http://schemas.microsoft.com/office/drawing/2017/decorative" val="1"/>
              </a:ext>
            </a:extLst>
          </p:cNvPr>
          <p:cNvSpPr/>
          <p:nvPr userDrawn="1"/>
        </p:nvSpPr>
        <p:spPr>
          <a:xfrm>
            <a:off x="-4" y="0"/>
            <a:ext cx="6094413" cy="6858000"/>
          </a:xfrm>
          <a:prstGeom prst="rect">
            <a:avLst/>
          </a:prstGeom>
          <a:solidFill>
            <a:schemeClr val="accent1">
              <a:alpha val="5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2" name="Title 1">
            <a:extLst>
              <a:ext uri="{FF2B5EF4-FFF2-40B4-BE49-F238E27FC236}">
                <a16:creationId xmlns:a16="http://schemas.microsoft.com/office/drawing/2014/main" id="{30A5567E-F548-4720-B611-7850ADCA900C}"/>
              </a:ext>
            </a:extLst>
          </p:cNvPr>
          <p:cNvSpPr>
            <a:spLocks noGrp="1"/>
          </p:cNvSpPr>
          <p:nvPr>
            <p:ph type="title"/>
          </p:nvPr>
        </p:nvSpPr>
        <p:spPr>
          <a:xfrm>
            <a:off x="667444" y="2376306"/>
            <a:ext cx="3630903" cy="2105388"/>
          </a:xfrm>
        </p:spPr>
        <p:txBody>
          <a:bodyPr wrap="square" anchor="ctr"/>
          <a:lstStyle>
            <a:lvl1pPr>
              <a:defRPr sz="3600">
                <a:solidFill>
                  <a:schemeClr val="accent2">
                    <a:lumMod val="75000"/>
                  </a:schemeClr>
                </a:solidFill>
              </a:defRPr>
            </a:lvl1pPr>
          </a:lstStyle>
          <a:p>
            <a:r>
              <a:rPr lang="en-GB" dirty="0"/>
              <a:t>Click to edit Master title style</a:t>
            </a:r>
            <a:endParaRPr lang="en-US" dirty="0"/>
          </a:p>
        </p:txBody>
      </p:sp>
      <p:sp>
        <p:nvSpPr>
          <p:cNvPr id="11" name="!! Oval Top">
            <a:extLst>
              <a:ext uri="{FF2B5EF4-FFF2-40B4-BE49-F238E27FC236}">
                <a16:creationId xmlns:a16="http://schemas.microsoft.com/office/drawing/2014/main" id="{B95A82A4-D00E-4BAE-97E0-52FA7B87C0D9}"/>
              </a:ext>
              <a:ext uri="{C183D7F6-B498-43B3-948B-1728B52AA6E4}">
                <adec:decorative xmlns:adec="http://schemas.microsoft.com/office/drawing/2017/decorative" val="1"/>
              </a:ext>
            </a:extLst>
          </p:cNvPr>
          <p:cNvSpPr/>
          <p:nvPr userDrawn="1"/>
        </p:nvSpPr>
        <p:spPr>
          <a:xfrm>
            <a:off x="5432325" y="2719433"/>
            <a:ext cx="1324173" cy="1324169"/>
          </a:xfrm>
          <a:prstGeom prst="ellipse">
            <a:avLst/>
          </a:prstGeom>
          <a:solidFill>
            <a:schemeClr val="bg1"/>
          </a:solidFill>
          <a:ln w="25400" cap="flat" cmpd="sng" algn="ctr">
            <a:solidFill>
              <a:schemeClr val="accent1"/>
            </a:solidFill>
            <a:prstDash val="solid"/>
          </a:ln>
          <a:effectLst/>
        </p:spPr>
        <p:txBody>
          <a:bodyPr rot="0" spcFirstLastPara="0" vertOverflow="overflow" horzOverflow="overflow" vert="horz" wrap="none" lIns="60896" tIns="30448" rIns="60896" bIns="30448" numCol="1" spcCol="0" rtlCol="0" fromWordArt="0" anchor="ctr" anchorCtr="0" forceAA="0" compatLnSpc="1">
            <a:prstTxWarp prst="textNoShape">
              <a:avLst/>
            </a:prstTxWarp>
            <a:noAutofit/>
          </a:bodyPr>
          <a:lstStyle/>
          <a:p>
            <a:pPr algn="ctr" defTabSz="913578"/>
            <a:endParaRPr lang="en-US" sz="1600" kern="0" dirty="0">
              <a:solidFill>
                <a:schemeClr val="tx2"/>
              </a:solidFill>
              <a:latin typeface="Arial" panose="020B0604020202020204" pitchFamily="34" charset="0"/>
            </a:endParaRPr>
          </a:p>
        </p:txBody>
      </p:sp>
      <p:sp>
        <p:nvSpPr>
          <p:cNvPr id="12" name="!! Oval Top">
            <a:extLst>
              <a:ext uri="{FF2B5EF4-FFF2-40B4-BE49-F238E27FC236}">
                <a16:creationId xmlns:a16="http://schemas.microsoft.com/office/drawing/2014/main" id="{332FAD7F-A532-4557-9487-947B2391D066}"/>
              </a:ext>
              <a:ext uri="{C183D7F6-B498-43B3-948B-1728B52AA6E4}">
                <adec:decorative xmlns:adec="http://schemas.microsoft.com/office/drawing/2017/decorative" val="1"/>
              </a:ext>
            </a:extLst>
          </p:cNvPr>
          <p:cNvSpPr/>
          <p:nvPr userDrawn="1"/>
        </p:nvSpPr>
        <p:spPr>
          <a:xfrm>
            <a:off x="5432324" y="4481694"/>
            <a:ext cx="1324173" cy="1324169"/>
          </a:xfrm>
          <a:prstGeom prst="ellipse">
            <a:avLst/>
          </a:prstGeom>
          <a:solidFill>
            <a:schemeClr val="bg1"/>
          </a:solidFill>
          <a:ln w="25400" cap="flat" cmpd="sng" algn="ctr">
            <a:solidFill>
              <a:schemeClr val="accent1"/>
            </a:solidFill>
            <a:prstDash val="solid"/>
          </a:ln>
          <a:effectLst/>
        </p:spPr>
        <p:txBody>
          <a:bodyPr rot="0" spcFirstLastPara="0" vertOverflow="overflow" horzOverflow="overflow" vert="horz" wrap="none" lIns="60896" tIns="30448" rIns="60896" bIns="30448" numCol="1" spcCol="0" rtlCol="0" fromWordArt="0" anchor="ctr" anchorCtr="0" forceAA="0" compatLnSpc="1">
            <a:prstTxWarp prst="textNoShape">
              <a:avLst/>
            </a:prstTxWarp>
            <a:noAutofit/>
          </a:bodyPr>
          <a:lstStyle/>
          <a:p>
            <a:pPr algn="ctr" defTabSz="913578"/>
            <a:endParaRPr lang="en-US" sz="1600" kern="0" dirty="0">
              <a:solidFill>
                <a:schemeClr val="tx2"/>
              </a:solidFill>
              <a:latin typeface="Arial" panose="020B0604020202020204" pitchFamily="34" charset="0"/>
            </a:endParaRPr>
          </a:p>
        </p:txBody>
      </p:sp>
      <p:sp>
        <p:nvSpPr>
          <p:cNvPr id="13" name="!! Oval Top">
            <a:extLst>
              <a:ext uri="{FF2B5EF4-FFF2-40B4-BE49-F238E27FC236}">
                <a16:creationId xmlns:a16="http://schemas.microsoft.com/office/drawing/2014/main" id="{5095E217-E63E-4FE6-9C8D-FB447A5BD47D}"/>
              </a:ext>
              <a:ext uri="{C183D7F6-B498-43B3-948B-1728B52AA6E4}">
                <adec:decorative xmlns:adec="http://schemas.microsoft.com/office/drawing/2017/decorative" val="1"/>
              </a:ext>
            </a:extLst>
          </p:cNvPr>
          <p:cNvSpPr/>
          <p:nvPr userDrawn="1"/>
        </p:nvSpPr>
        <p:spPr>
          <a:xfrm>
            <a:off x="5432323" y="957172"/>
            <a:ext cx="1324173" cy="1324169"/>
          </a:xfrm>
          <a:prstGeom prst="ellipse">
            <a:avLst/>
          </a:prstGeom>
          <a:solidFill>
            <a:schemeClr val="bg1"/>
          </a:solidFill>
          <a:ln w="25400" cap="flat" cmpd="sng" algn="ctr">
            <a:solidFill>
              <a:schemeClr val="accent1"/>
            </a:solidFill>
            <a:prstDash val="solid"/>
          </a:ln>
          <a:effectLst/>
        </p:spPr>
        <p:txBody>
          <a:bodyPr rot="0" spcFirstLastPara="0" vertOverflow="overflow" horzOverflow="overflow" vert="horz" wrap="none" lIns="60896" tIns="30448" rIns="60896" bIns="30448" numCol="1" spcCol="0" rtlCol="0" fromWordArt="0" anchor="ctr" anchorCtr="0" forceAA="0" compatLnSpc="1">
            <a:prstTxWarp prst="textNoShape">
              <a:avLst/>
            </a:prstTxWarp>
            <a:noAutofit/>
          </a:bodyPr>
          <a:lstStyle/>
          <a:p>
            <a:pPr algn="ctr" defTabSz="913578"/>
            <a:endParaRPr lang="en-US" sz="1600" kern="0" dirty="0">
              <a:solidFill>
                <a:schemeClr val="tx2"/>
              </a:solidFill>
              <a:latin typeface="Arial" panose="020B0604020202020204" pitchFamily="34" charset="0"/>
            </a:endParaRPr>
          </a:p>
        </p:txBody>
      </p:sp>
      <p:sp>
        <p:nvSpPr>
          <p:cNvPr id="18" name="Text Placeholder 17">
            <a:extLst>
              <a:ext uri="{FF2B5EF4-FFF2-40B4-BE49-F238E27FC236}">
                <a16:creationId xmlns:a16="http://schemas.microsoft.com/office/drawing/2014/main" id="{A8557501-25C3-4809-A7FA-8635CEF681FE}"/>
              </a:ext>
            </a:extLst>
          </p:cNvPr>
          <p:cNvSpPr>
            <a:spLocks noGrp="1"/>
          </p:cNvSpPr>
          <p:nvPr>
            <p:ph type="body" sz="quarter" idx="12" hasCustomPrompt="1"/>
          </p:nvPr>
        </p:nvSpPr>
        <p:spPr>
          <a:xfrm>
            <a:off x="7167433" y="2719433"/>
            <a:ext cx="4532442" cy="431800"/>
          </a:xfrm>
        </p:spPr>
        <p:txBody>
          <a:bodyPr/>
          <a:lstStyle>
            <a:lvl1pPr>
              <a:defRPr sz="2800">
                <a:solidFill>
                  <a:schemeClr val="accent1"/>
                </a:solidFill>
              </a:defRPr>
            </a:lvl1pPr>
            <a:lvl2pPr>
              <a:defRPr sz="2800"/>
            </a:lvl2pPr>
            <a:lvl3pPr>
              <a:defRPr sz="2800"/>
            </a:lvl3pPr>
            <a:lvl4pPr>
              <a:defRPr sz="2800"/>
            </a:lvl4pPr>
            <a:lvl5pPr>
              <a:defRPr sz="2800"/>
            </a:lvl5pPr>
          </a:lstStyle>
          <a:p>
            <a:pPr lvl="0"/>
            <a:r>
              <a:rPr lang="en-US" dirty="0"/>
              <a:t>Click to Edit</a:t>
            </a:r>
          </a:p>
        </p:txBody>
      </p:sp>
      <p:sp>
        <p:nvSpPr>
          <p:cNvPr id="20" name="Text Placeholder 19">
            <a:extLst>
              <a:ext uri="{FF2B5EF4-FFF2-40B4-BE49-F238E27FC236}">
                <a16:creationId xmlns:a16="http://schemas.microsoft.com/office/drawing/2014/main" id="{2A7333B4-78E3-4DDB-AF65-D0BD9DDB0B13}"/>
              </a:ext>
            </a:extLst>
          </p:cNvPr>
          <p:cNvSpPr>
            <a:spLocks noGrp="1"/>
          </p:cNvSpPr>
          <p:nvPr>
            <p:ph type="body" sz="quarter" idx="13"/>
          </p:nvPr>
        </p:nvSpPr>
        <p:spPr>
          <a:xfrm>
            <a:off x="7167433" y="3291127"/>
            <a:ext cx="4532442" cy="752475"/>
          </a:xfrm>
        </p:spPr>
        <p:txBody>
          <a:bodyPr/>
          <a:lstStyle>
            <a:lvl1pPr>
              <a:defRPr sz="1600"/>
            </a:lvl1pPr>
            <a:lvl2pPr marL="273050" indent="0">
              <a:buNone/>
              <a:defRPr/>
            </a:lvl2pPr>
          </a:lstStyle>
          <a:p>
            <a:pPr lvl="0"/>
            <a:r>
              <a:rPr lang="en-GB"/>
              <a:t>Click to edit Master text styles</a:t>
            </a:r>
          </a:p>
        </p:txBody>
      </p:sp>
      <p:sp>
        <p:nvSpPr>
          <p:cNvPr id="21" name="Text Placeholder 17">
            <a:extLst>
              <a:ext uri="{FF2B5EF4-FFF2-40B4-BE49-F238E27FC236}">
                <a16:creationId xmlns:a16="http://schemas.microsoft.com/office/drawing/2014/main" id="{3A04C10E-4C0A-4F1C-AF4B-9368D6EEE1D5}"/>
              </a:ext>
            </a:extLst>
          </p:cNvPr>
          <p:cNvSpPr>
            <a:spLocks noGrp="1"/>
          </p:cNvSpPr>
          <p:nvPr>
            <p:ph type="body" sz="quarter" idx="14" hasCustomPrompt="1"/>
          </p:nvPr>
        </p:nvSpPr>
        <p:spPr>
          <a:xfrm>
            <a:off x="7167433" y="962235"/>
            <a:ext cx="4532442" cy="431800"/>
          </a:xfrm>
        </p:spPr>
        <p:txBody>
          <a:bodyPr/>
          <a:lstStyle>
            <a:lvl1pPr>
              <a:defRPr sz="2800">
                <a:solidFill>
                  <a:schemeClr val="accent1"/>
                </a:solidFill>
              </a:defRPr>
            </a:lvl1pPr>
            <a:lvl2pPr>
              <a:defRPr sz="2800"/>
            </a:lvl2pPr>
            <a:lvl3pPr>
              <a:defRPr sz="2800"/>
            </a:lvl3pPr>
            <a:lvl4pPr>
              <a:defRPr sz="2800"/>
            </a:lvl4pPr>
            <a:lvl5pPr>
              <a:defRPr sz="2800"/>
            </a:lvl5pPr>
          </a:lstStyle>
          <a:p>
            <a:pPr lvl="0"/>
            <a:r>
              <a:rPr lang="en-US" dirty="0"/>
              <a:t>Click to Edit</a:t>
            </a:r>
          </a:p>
        </p:txBody>
      </p:sp>
      <p:sp>
        <p:nvSpPr>
          <p:cNvPr id="22" name="Text Placeholder 19">
            <a:extLst>
              <a:ext uri="{FF2B5EF4-FFF2-40B4-BE49-F238E27FC236}">
                <a16:creationId xmlns:a16="http://schemas.microsoft.com/office/drawing/2014/main" id="{DCD08270-3B84-4C0F-9D4B-B8C9B4451C98}"/>
              </a:ext>
            </a:extLst>
          </p:cNvPr>
          <p:cNvSpPr>
            <a:spLocks noGrp="1"/>
          </p:cNvSpPr>
          <p:nvPr>
            <p:ph type="body" sz="quarter" idx="15"/>
          </p:nvPr>
        </p:nvSpPr>
        <p:spPr>
          <a:xfrm>
            <a:off x="7167433" y="1533929"/>
            <a:ext cx="4532442" cy="752475"/>
          </a:xfrm>
        </p:spPr>
        <p:txBody>
          <a:bodyPr/>
          <a:lstStyle>
            <a:lvl1pPr>
              <a:defRPr sz="1600"/>
            </a:lvl1pPr>
            <a:lvl2pPr marL="273050" indent="0">
              <a:buNone/>
              <a:defRPr/>
            </a:lvl2pPr>
          </a:lstStyle>
          <a:p>
            <a:pPr lvl="0"/>
            <a:r>
              <a:rPr lang="en-GB"/>
              <a:t>Click to edit Master text styles</a:t>
            </a:r>
          </a:p>
        </p:txBody>
      </p:sp>
      <p:sp>
        <p:nvSpPr>
          <p:cNvPr id="23" name="Text Placeholder 17">
            <a:extLst>
              <a:ext uri="{FF2B5EF4-FFF2-40B4-BE49-F238E27FC236}">
                <a16:creationId xmlns:a16="http://schemas.microsoft.com/office/drawing/2014/main" id="{EF8022DB-38FA-4981-80AA-7A1F41B2303D}"/>
              </a:ext>
            </a:extLst>
          </p:cNvPr>
          <p:cNvSpPr>
            <a:spLocks noGrp="1"/>
          </p:cNvSpPr>
          <p:nvPr>
            <p:ph type="body" sz="quarter" idx="16" hasCustomPrompt="1"/>
          </p:nvPr>
        </p:nvSpPr>
        <p:spPr>
          <a:xfrm>
            <a:off x="7167433" y="4487077"/>
            <a:ext cx="4532442" cy="431800"/>
          </a:xfrm>
        </p:spPr>
        <p:txBody>
          <a:bodyPr/>
          <a:lstStyle>
            <a:lvl1pPr>
              <a:defRPr sz="2800">
                <a:solidFill>
                  <a:schemeClr val="accent1"/>
                </a:solidFill>
              </a:defRPr>
            </a:lvl1pPr>
            <a:lvl2pPr>
              <a:defRPr sz="2800"/>
            </a:lvl2pPr>
            <a:lvl3pPr>
              <a:defRPr sz="2800"/>
            </a:lvl3pPr>
            <a:lvl4pPr>
              <a:defRPr sz="2800"/>
            </a:lvl4pPr>
            <a:lvl5pPr>
              <a:defRPr sz="2800"/>
            </a:lvl5pPr>
          </a:lstStyle>
          <a:p>
            <a:pPr lvl="0"/>
            <a:r>
              <a:rPr lang="en-US" dirty="0"/>
              <a:t>Click to Edit</a:t>
            </a:r>
          </a:p>
        </p:txBody>
      </p:sp>
      <p:sp>
        <p:nvSpPr>
          <p:cNvPr id="24" name="Text Placeholder 19">
            <a:extLst>
              <a:ext uri="{FF2B5EF4-FFF2-40B4-BE49-F238E27FC236}">
                <a16:creationId xmlns:a16="http://schemas.microsoft.com/office/drawing/2014/main" id="{B6DC575F-9A95-44E0-9909-8EAD3FF0D8C6}"/>
              </a:ext>
            </a:extLst>
          </p:cNvPr>
          <p:cNvSpPr>
            <a:spLocks noGrp="1"/>
          </p:cNvSpPr>
          <p:nvPr>
            <p:ph type="body" sz="quarter" idx="17"/>
          </p:nvPr>
        </p:nvSpPr>
        <p:spPr>
          <a:xfrm>
            <a:off x="7167433" y="5058771"/>
            <a:ext cx="4532442" cy="752475"/>
          </a:xfrm>
        </p:spPr>
        <p:txBody>
          <a:bodyPr/>
          <a:lstStyle>
            <a:lvl1pPr>
              <a:defRPr sz="1600"/>
            </a:lvl1pPr>
            <a:lvl2pPr marL="273050" indent="0">
              <a:buNone/>
              <a:defRPr/>
            </a:lvl2pPr>
          </a:lstStyle>
          <a:p>
            <a:pPr lvl="0"/>
            <a:r>
              <a:rPr lang="en-GB"/>
              <a:t>Click to edit Master text styles</a:t>
            </a:r>
          </a:p>
        </p:txBody>
      </p:sp>
      <p:sp>
        <p:nvSpPr>
          <p:cNvPr id="35" name="page number">
            <a:extLst>
              <a:ext uri="{FF2B5EF4-FFF2-40B4-BE49-F238E27FC236}">
                <a16:creationId xmlns:a16="http://schemas.microsoft.com/office/drawing/2014/main" id="{ECE5CC55-AFD3-07F6-E92E-41F15057C9A6}"/>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marL="0" marR="0" lvl="0" indent="0" algn="r" defTabSz="914400" rtl="0" eaLnBrk="1" fontAlgn="auto" latinLnBrk="0" hangingPunct="1">
              <a:lnSpc>
                <a:spcPct val="90000"/>
              </a:lnSpc>
              <a:spcBef>
                <a:spcPts val="0"/>
              </a:spcBef>
              <a:spcAft>
                <a:spcPts val="0"/>
              </a:spcAft>
              <a:buClrTx/>
              <a:buSzTx/>
              <a:buFontTx/>
              <a:buNone/>
              <a:tabLst/>
              <a:defRPr/>
            </a:pPr>
            <a:fld id="{7A51DB15-7364-4F0B-A3A0-1309F8830053}" type="slidenum">
              <a:rPr kumimoji="0" lang="en-US" sz="800" b="0" i="0" u="none" strike="noStrike" kern="1200" cap="none" spc="0" normalizeH="0" baseline="0" noProof="0" smtClean="0">
                <a:ln>
                  <a:noFill/>
                </a:ln>
                <a:solidFill>
                  <a:srgbClr val="3F3F3F"/>
                </a:solidFill>
                <a:effectLst/>
                <a:uLnTx/>
                <a:uFillTx/>
                <a:latin typeface="Arial" panose="020B0604020202020204" pitchFamily="34" charset="0"/>
                <a:ea typeface="Arial" panose="020B0604020202020204" pitchFamily="34" charset="0"/>
              </a:rPr>
              <a:pPr marL="0" marR="0" lvl="0" indent="0" algn="r" defTabSz="914400" rtl="0" eaLnBrk="1" fontAlgn="auto" latinLnBrk="0" hangingPunct="1">
                <a:lnSpc>
                  <a:spcPct val="90000"/>
                </a:lnSpc>
                <a:spcBef>
                  <a:spcPts val="0"/>
                </a:spcBef>
                <a:spcAft>
                  <a:spcPts val="0"/>
                </a:spcAft>
                <a:buClrTx/>
                <a:buSzTx/>
                <a:buFontTx/>
                <a:buNone/>
                <a:tabLst/>
                <a:defRPr/>
              </a:pPr>
              <a:t>‹#›</a:t>
            </a:fld>
            <a:endParaRPr kumimoji="0" lang="en-US" sz="800" b="0" i="0" u="none" strike="noStrike" kern="1200" cap="none" spc="0" normalizeH="0" baseline="0" noProof="0" dirty="0">
              <a:ln>
                <a:noFill/>
              </a:ln>
              <a:solidFill>
                <a:srgbClr val="3F3F3F"/>
              </a:solidFill>
              <a:effectLst/>
              <a:uLnTx/>
              <a:uFillTx/>
              <a:latin typeface="Arial" panose="020B0604020202020204" pitchFamily="34" charset="0"/>
              <a:ea typeface="Arial" panose="020B0604020202020204" pitchFamily="34" charset="0"/>
            </a:endParaRPr>
          </a:p>
        </p:txBody>
      </p:sp>
      <p:sp>
        <p:nvSpPr>
          <p:cNvPr id="3" name="TextBox 2">
            <a:extLst>
              <a:ext uri="{FF2B5EF4-FFF2-40B4-BE49-F238E27FC236}">
                <a16:creationId xmlns:a16="http://schemas.microsoft.com/office/drawing/2014/main" id="{EB82E6B6-31E6-3594-BC96-4D58BF8FED73}"/>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5" name="Graphic 8">
            <a:extLst>
              <a:ext uri="{FF2B5EF4-FFF2-40B4-BE49-F238E27FC236}">
                <a16:creationId xmlns:a16="http://schemas.microsoft.com/office/drawing/2014/main" id="{7E14BCC4-F87C-D8A8-4B00-224B5757A249}"/>
              </a:ext>
            </a:extLst>
          </p:cNvPr>
          <p:cNvGrpSpPr/>
          <p:nvPr userDrawn="1"/>
        </p:nvGrpSpPr>
        <p:grpSpPr>
          <a:xfrm>
            <a:off x="265625" y="6323271"/>
            <a:ext cx="1249223" cy="369648"/>
            <a:chOff x="265625" y="6323271"/>
            <a:chExt cx="1249223" cy="369648"/>
          </a:xfrm>
          <a:solidFill>
            <a:srgbClr val="000000"/>
          </a:solidFill>
        </p:grpSpPr>
        <p:grpSp>
          <p:nvGrpSpPr>
            <p:cNvPr id="6" name="Graphic 8">
              <a:extLst>
                <a:ext uri="{FF2B5EF4-FFF2-40B4-BE49-F238E27FC236}">
                  <a16:creationId xmlns:a16="http://schemas.microsoft.com/office/drawing/2014/main" id="{34220D2F-65A4-AE6E-936B-1A5AB8461DED}"/>
                </a:ext>
              </a:extLst>
            </p:cNvPr>
            <p:cNvGrpSpPr/>
            <p:nvPr/>
          </p:nvGrpSpPr>
          <p:grpSpPr>
            <a:xfrm>
              <a:off x="745455" y="6594444"/>
              <a:ext cx="722662" cy="98475"/>
              <a:chOff x="745455" y="6594444"/>
              <a:chExt cx="722662" cy="98475"/>
            </a:xfrm>
            <a:solidFill>
              <a:srgbClr val="000000"/>
            </a:solidFill>
          </p:grpSpPr>
          <p:sp>
            <p:nvSpPr>
              <p:cNvPr id="25" name="Freeform 49">
                <a:extLst>
                  <a:ext uri="{FF2B5EF4-FFF2-40B4-BE49-F238E27FC236}">
                    <a16:creationId xmlns:a16="http://schemas.microsoft.com/office/drawing/2014/main" id="{7872564D-06ED-10C9-1D10-19A1856FEDA4}"/>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26" name="Freeform 50">
                <a:extLst>
                  <a:ext uri="{FF2B5EF4-FFF2-40B4-BE49-F238E27FC236}">
                    <a16:creationId xmlns:a16="http://schemas.microsoft.com/office/drawing/2014/main" id="{F7EE18CD-0E2F-9EDF-846E-182A638AAC9D}"/>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27" name="Freeform 51">
                <a:extLst>
                  <a:ext uri="{FF2B5EF4-FFF2-40B4-BE49-F238E27FC236}">
                    <a16:creationId xmlns:a16="http://schemas.microsoft.com/office/drawing/2014/main" id="{504480C8-7AFB-3C23-8ECD-71C57D45778A}"/>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28" name="Freeform 52">
                <a:extLst>
                  <a:ext uri="{FF2B5EF4-FFF2-40B4-BE49-F238E27FC236}">
                    <a16:creationId xmlns:a16="http://schemas.microsoft.com/office/drawing/2014/main" id="{91F3EEAF-7439-286E-4B06-AA62FF20504C}"/>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29" name="Freeform 53">
                <a:extLst>
                  <a:ext uri="{FF2B5EF4-FFF2-40B4-BE49-F238E27FC236}">
                    <a16:creationId xmlns:a16="http://schemas.microsoft.com/office/drawing/2014/main" id="{779F3764-4639-F6CD-65D1-8A2A78731D25}"/>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30" name="Freeform 54">
                <a:extLst>
                  <a:ext uri="{FF2B5EF4-FFF2-40B4-BE49-F238E27FC236}">
                    <a16:creationId xmlns:a16="http://schemas.microsoft.com/office/drawing/2014/main" id="{E7A96EC0-5F31-689A-B6BA-4577F518C653}"/>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31" name="Freeform 55">
                <a:extLst>
                  <a:ext uri="{FF2B5EF4-FFF2-40B4-BE49-F238E27FC236}">
                    <a16:creationId xmlns:a16="http://schemas.microsoft.com/office/drawing/2014/main" id="{47532263-02D9-472F-4533-58DF92EB8F37}"/>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32" name="Freeform 56">
                <a:extLst>
                  <a:ext uri="{FF2B5EF4-FFF2-40B4-BE49-F238E27FC236}">
                    <a16:creationId xmlns:a16="http://schemas.microsoft.com/office/drawing/2014/main" id="{68A2D90D-5AAD-D59E-9155-39E411BB54F8}"/>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33" name="Freeform 57">
                <a:extLst>
                  <a:ext uri="{FF2B5EF4-FFF2-40B4-BE49-F238E27FC236}">
                    <a16:creationId xmlns:a16="http://schemas.microsoft.com/office/drawing/2014/main" id="{0EA84E3A-31BA-1045-CF14-BE3C899626C2}"/>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34" name="Freeform 58">
                <a:extLst>
                  <a:ext uri="{FF2B5EF4-FFF2-40B4-BE49-F238E27FC236}">
                    <a16:creationId xmlns:a16="http://schemas.microsoft.com/office/drawing/2014/main" id="{7A354B37-DBF1-7A15-4C62-CCACE1416598}"/>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7" name="Graphic 8">
              <a:extLst>
                <a:ext uri="{FF2B5EF4-FFF2-40B4-BE49-F238E27FC236}">
                  <a16:creationId xmlns:a16="http://schemas.microsoft.com/office/drawing/2014/main" id="{D2981FCD-FE8B-E54E-CECF-046FEAE0B69D}"/>
                </a:ext>
              </a:extLst>
            </p:cNvPr>
            <p:cNvGrpSpPr/>
            <p:nvPr/>
          </p:nvGrpSpPr>
          <p:grpSpPr>
            <a:xfrm>
              <a:off x="265625" y="6323271"/>
              <a:ext cx="1249223" cy="190348"/>
              <a:chOff x="265625" y="6323271"/>
              <a:chExt cx="1249223" cy="190348"/>
            </a:xfrm>
            <a:solidFill>
              <a:srgbClr val="000000"/>
            </a:solidFill>
          </p:grpSpPr>
          <p:sp>
            <p:nvSpPr>
              <p:cNvPr id="8" name="Freeform 60">
                <a:extLst>
                  <a:ext uri="{FF2B5EF4-FFF2-40B4-BE49-F238E27FC236}">
                    <a16:creationId xmlns:a16="http://schemas.microsoft.com/office/drawing/2014/main" id="{44B1B223-BF12-C293-B25B-435D3410160C}"/>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9" name="Freeform 61">
                <a:extLst>
                  <a:ext uri="{FF2B5EF4-FFF2-40B4-BE49-F238E27FC236}">
                    <a16:creationId xmlns:a16="http://schemas.microsoft.com/office/drawing/2014/main" id="{0B22EA0E-DB2B-AAB4-B88F-9DA19CD5A9A1}"/>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14" name="Freeform 62">
                <a:extLst>
                  <a:ext uri="{FF2B5EF4-FFF2-40B4-BE49-F238E27FC236}">
                    <a16:creationId xmlns:a16="http://schemas.microsoft.com/office/drawing/2014/main" id="{FFB826DF-7FB7-1C1B-FA2F-42CC955A96A4}"/>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15" name="Freeform 63">
                <a:extLst>
                  <a:ext uri="{FF2B5EF4-FFF2-40B4-BE49-F238E27FC236}">
                    <a16:creationId xmlns:a16="http://schemas.microsoft.com/office/drawing/2014/main" id="{88633F40-6CE2-A037-0C64-267EF3D8C9BC}"/>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16" name="Freeform 64">
                <a:extLst>
                  <a:ext uri="{FF2B5EF4-FFF2-40B4-BE49-F238E27FC236}">
                    <a16:creationId xmlns:a16="http://schemas.microsoft.com/office/drawing/2014/main" id="{9E78D316-C64D-D134-87C3-93C8E9A83801}"/>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17" name="Freeform 65">
                <a:extLst>
                  <a:ext uri="{FF2B5EF4-FFF2-40B4-BE49-F238E27FC236}">
                    <a16:creationId xmlns:a16="http://schemas.microsoft.com/office/drawing/2014/main" id="{CAA5FAB6-3BFB-0423-AC6C-982274B9F7CC}"/>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19" name="Freeform 66">
                <a:extLst>
                  <a:ext uri="{FF2B5EF4-FFF2-40B4-BE49-F238E27FC236}">
                    <a16:creationId xmlns:a16="http://schemas.microsoft.com/office/drawing/2014/main" id="{EFB6D80A-7556-5AA9-34BF-69158D7886C9}"/>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4" name="TextBox 3">
            <a:extLst>
              <a:ext uri="{FF2B5EF4-FFF2-40B4-BE49-F238E27FC236}">
                <a16:creationId xmlns:a16="http://schemas.microsoft.com/office/drawing/2014/main" id="{658E500E-7ACC-476A-0D5A-BD1865DDE632}"/>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36199144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750"/>
                                        <p:tgtEl>
                                          <p:spTgt spid="13"/>
                                        </p:tgtEl>
                                      </p:cBhvr>
                                    </p:animEffect>
                                  </p:childTnLst>
                                </p:cTn>
                              </p:par>
                              <p:par>
                                <p:cTn id="8" presetID="6" presetClass="emph" presetSubtype="0" fill="hold" grpId="1" nodeType="withEffect">
                                  <p:stCondLst>
                                    <p:cond delay="0"/>
                                  </p:stCondLst>
                                  <p:childTnLst>
                                    <p:animScale>
                                      <p:cBhvr>
                                        <p:cTn id="9" dur="10" fill="hold"/>
                                        <p:tgtEl>
                                          <p:spTgt spid="13"/>
                                        </p:tgtEl>
                                      </p:cBhvr>
                                      <p:by x="1000" y="1000"/>
                                    </p:animScale>
                                  </p:childTnLst>
                                </p:cTn>
                              </p:par>
                              <p:par>
                                <p:cTn id="10" presetID="6" presetClass="emph" presetSubtype="0" accel="33333" decel="66667" fill="hold" grpId="2" nodeType="withEffect">
                                  <p:stCondLst>
                                    <p:cond delay="0"/>
                                  </p:stCondLst>
                                  <p:childTnLst>
                                    <p:animScale>
                                      <p:cBhvr>
                                        <p:cTn id="11" dur="750" fill="hold"/>
                                        <p:tgtEl>
                                          <p:spTgt spid="13"/>
                                        </p:tgtEl>
                                      </p:cBhvr>
                                      <p:by x="9999000" y="9999000"/>
                                    </p:animScale>
                                  </p:childTnLst>
                                </p:cTn>
                              </p:par>
                              <p:par>
                                <p:cTn id="12" presetID="10" presetClass="entr" presetSubtype="0" fill="hold" grpId="0" nodeType="with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750"/>
                                        <p:tgtEl>
                                          <p:spTgt spid="11"/>
                                        </p:tgtEl>
                                      </p:cBhvr>
                                    </p:animEffect>
                                  </p:childTnLst>
                                </p:cTn>
                              </p:par>
                              <p:par>
                                <p:cTn id="15" presetID="6" presetClass="emph" presetSubtype="0" fill="hold" grpId="1" nodeType="withEffect">
                                  <p:stCondLst>
                                    <p:cond delay="0"/>
                                  </p:stCondLst>
                                  <p:childTnLst>
                                    <p:animScale>
                                      <p:cBhvr>
                                        <p:cTn id="16" dur="10" fill="hold"/>
                                        <p:tgtEl>
                                          <p:spTgt spid="11"/>
                                        </p:tgtEl>
                                      </p:cBhvr>
                                      <p:by x="1000" y="1000"/>
                                    </p:animScale>
                                  </p:childTnLst>
                                </p:cTn>
                              </p:par>
                              <p:par>
                                <p:cTn id="17" presetID="6" presetClass="emph" presetSubtype="0" accel="33333" decel="66667" fill="hold" grpId="2" nodeType="withEffect">
                                  <p:stCondLst>
                                    <p:cond delay="0"/>
                                  </p:stCondLst>
                                  <p:childTnLst>
                                    <p:animScale>
                                      <p:cBhvr>
                                        <p:cTn id="18" dur="750" fill="hold"/>
                                        <p:tgtEl>
                                          <p:spTgt spid="11"/>
                                        </p:tgtEl>
                                      </p:cBhvr>
                                      <p:by x="9999000" y="9999000"/>
                                    </p:animScale>
                                  </p:childTnLst>
                                </p:cTn>
                              </p:par>
                              <p:par>
                                <p:cTn id="19" presetID="10"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750"/>
                                        <p:tgtEl>
                                          <p:spTgt spid="12"/>
                                        </p:tgtEl>
                                      </p:cBhvr>
                                    </p:animEffect>
                                  </p:childTnLst>
                                </p:cTn>
                              </p:par>
                              <p:par>
                                <p:cTn id="22" presetID="6" presetClass="emph" presetSubtype="0" fill="hold" grpId="1" nodeType="withEffect">
                                  <p:stCondLst>
                                    <p:cond delay="0"/>
                                  </p:stCondLst>
                                  <p:childTnLst>
                                    <p:animScale>
                                      <p:cBhvr>
                                        <p:cTn id="23" dur="10" fill="hold"/>
                                        <p:tgtEl>
                                          <p:spTgt spid="12"/>
                                        </p:tgtEl>
                                      </p:cBhvr>
                                      <p:by x="1000" y="1000"/>
                                    </p:animScale>
                                  </p:childTnLst>
                                </p:cTn>
                              </p:par>
                              <p:par>
                                <p:cTn id="24" presetID="6" presetClass="emph" presetSubtype="0" accel="33333" decel="66667" fill="hold" grpId="2" nodeType="withEffect">
                                  <p:stCondLst>
                                    <p:cond delay="0"/>
                                  </p:stCondLst>
                                  <p:childTnLst>
                                    <p:animScale>
                                      <p:cBhvr>
                                        <p:cTn id="25" dur="750" fill="hold"/>
                                        <p:tgtEl>
                                          <p:spTgt spid="12"/>
                                        </p:tgtEl>
                                      </p:cBhvr>
                                      <p:by x="9999000" y="9999000"/>
                                    </p:animScale>
                                  </p:childTnLst>
                                </p:cTn>
                              </p:par>
                            </p:childTnLst>
                          </p:cTn>
                        </p:par>
                      </p:childTnLst>
                    </p:cTn>
                  </p:par>
                  <p:par>
                    <p:cTn id="26" fill="hold">
                      <p:stCondLst>
                        <p:cond delay="indefinite"/>
                      </p:stCondLst>
                      <p:childTnLst>
                        <p:par>
                          <p:cTn id="27" fill="hold">
                            <p:stCondLst>
                              <p:cond delay="0"/>
                            </p:stCondLst>
                            <p:childTnLst>
                              <p:par>
                                <p:cTn id="28" presetID="2" presetClass="entr" presetSubtype="2" decel="20000" fill="hold" grpId="0" nodeType="clickEffect">
                                  <p:stCondLst>
                                    <p:cond delay="0"/>
                                  </p:stCondLst>
                                  <p:childTnLst>
                                    <p:set>
                                      <p:cBhvr>
                                        <p:cTn id="29" dur="1" fill="hold">
                                          <p:stCondLst>
                                            <p:cond delay="0"/>
                                          </p:stCondLst>
                                        </p:cTn>
                                        <p:tgtEl>
                                          <p:spTgt spid="21">
                                            <p:txEl>
                                              <p:pRg st="0" end="0"/>
                                            </p:txEl>
                                          </p:spTgt>
                                        </p:tgtEl>
                                        <p:attrNameLst>
                                          <p:attrName>style.visibility</p:attrName>
                                        </p:attrNameLst>
                                      </p:cBhvr>
                                      <p:to>
                                        <p:strVal val="visible"/>
                                      </p:to>
                                    </p:set>
                                    <p:anim calcmode="lin" valueType="num">
                                      <p:cBhvr additive="base">
                                        <p:cTn id="30" dur="500" fill="hold"/>
                                        <p:tgtEl>
                                          <p:spTgt spid="21">
                                            <p:txEl>
                                              <p:pRg st="0" end="0"/>
                                            </p:txEl>
                                          </p:spTgt>
                                        </p:tgtEl>
                                        <p:attrNameLst>
                                          <p:attrName>ppt_x</p:attrName>
                                        </p:attrNameLst>
                                      </p:cBhvr>
                                      <p:tavLst>
                                        <p:tav tm="0">
                                          <p:val>
                                            <p:strVal val="1+#ppt_w/2"/>
                                          </p:val>
                                        </p:tav>
                                        <p:tav tm="100000">
                                          <p:val>
                                            <p:strVal val="#ppt_x"/>
                                          </p:val>
                                        </p:tav>
                                      </p:tavLst>
                                    </p:anim>
                                    <p:anim calcmode="lin" valueType="num">
                                      <p:cBhvr additive="base">
                                        <p:cTn id="31" dur="500" fill="hold"/>
                                        <p:tgtEl>
                                          <p:spTgt spid="21">
                                            <p:txEl>
                                              <p:pRg st="0" end="0"/>
                                            </p:txEl>
                                          </p:spTgt>
                                        </p:tgtEl>
                                        <p:attrNameLst>
                                          <p:attrName>ppt_y</p:attrName>
                                        </p:attrNameLst>
                                      </p:cBhvr>
                                      <p:tavLst>
                                        <p:tav tm="0">
                                          <p:val>
                                            <p:strVal val="#ppt_y"/>
                                          </p:val>
                                        </p:tav>
                                        <p:tav tm="100000">
                                          <p:val>
                                            <p:strVal val="#ppt_y"/>
                                          </p:val>
                                        </p:tav>
                                      </p:tavLst>
                                    </p:anim>
                                  </p:childTnLst>
                                </p:cTn>
                              </p:par>
                              <p:par>
                                <p:cTn id="32" presetID="2" presetClass="entr" presetSubtype="2" decel="20000" fill="hold" grpId="0" nodeType="withEffect">
                                  <p:stCondLst>
                                    <p:cond delay="0"/>
                                  </p:stCondLst>
                                  <p:childTnLst>
                                    <p:set>
                                      <p:cBhvr>
                                        <p:cTn id="33" dur="1" fill="hold">
                                          <p:stCondLst>
                                            <p:cond delay="0"/>
                                          </p:stCondLst>
                                        </p:cTn>
                                        <p:tgtEl>
                                          <p:spTgt spid="22">
                                            <p:txEl>
                                              <p:pRg st="0" end="0"/>
                                            </p:txEl>
                                          </p:spTgt>
                                        </p:tgtEl>
                                        <p:attrNameLst>
                                          <p:attrName>style.visibility</p:attrName>
                                        </p:attrNameLst>
                                      </p:cBhvr>
                                      <p:to>
                                        <p:strVal val="visible"/>
                                      </p:to>
                                    </p:set>
                                    <p:anim calcmode="lin" valueType="num">
                                      <p:cBhvr additive="base">
                                        <p:cTn id="34" dur="500" fill="hold"/>
                                        <p:tgtEl>
                                          <p:spTgt spid="22">
                                            <p:txEl>
                                              <p:pRg st="0" end="0"/>
                                            </p:txEl>
                                          </p:spTgt>
                                        </p:tgtEl>
                                        <p:attrNameLst>
                                          <p:attrName>ppt_x</p:attrName>
                                        </p:attrNameLst>
                                      </p:cBhvr>
                                      <p:tavLst>
                                        <p:tav tm="0">
                                          <p:val>
                                            <p:strVal val="1+#ppt_w/2"/>
                                          </p:val>
                                        </p:tav>
                                        <p:tav tm="100000">
                                          <p:val>
                                            <p:strVal val="#ppt_x"/>
                                          </p:val>
                                        </p:tav>
                                      </p:tavLst>
                                    </p:anim>
                                    <p:anim calcmode="lin" valueType="num">
                                      <p:cBhvr additive="base">
                                        <p:cTn id="35" dur="500" fill="hold"/>
                                        <p:tgtEl>
                                          <p:spTgt spid="22">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8" presetID="2" presetClass="entr" presetSubtype="2" decel="20000" fill="hold" grpId="0" nodeType="clickEffect">
                                  <p:stCondLst>
                                    <p:cond delay="0"/>
                                  </p:stCondLst>
                                  <p:childTnLst>
                                    <p:set>
                                      <p:cBhvr>
                                        <p:cTn id="39" dur="1" fill="hold">
                                          <p:stCondLst>
                                            <p:cond delay="0"/>
                                          </p:stCondLst>
                                        </p:cTn>
                                        <p:tgtEl>
                                          <p:spTgt spid="18">
                                            <p:txEl>
                                              <p:pRg st="0" end="0"/>
                                            </p:txEl>
                                          </p:spTgt>
                                        </p:tgtEl>
                                        <p:attrNameLst>
                                          <p:attrName>style.visibility</p:attrName>
                                        </p:attrNameLst>
                                      </p:cBhvr>
                                      <p:to>
                                        <p:strVal val="visible"/>
                                      </p:to>
                                    </p:set>
                                    <p:anim calcmode="lin" valueType="num">
                                      <p:cBhvr additive="base">
                                        <p:cTn id="40" dur="500" fill="hold"/>
                                        <p:tgtEl>
                                          <p:spTgt spid="18">
                                            <p:txEl>
                                              <p:pRg st="0" end="0"/>
                                            </p:txEl>
                                          </p:spTgt>
                                        </p:tgtEl>
                                        <p:attrNameLst>
                                          <p:attrName>ppt_x</p:attrName>
                                        </p:attrNameLst>
                                      </p:cBhvr>
                                      <p:tavLst>
                                        <p:tav tm="0">
                                          <p:val>
                                            <p:strVal val="1+#ppt_w/2"/>
                                          </p:val>
                                        </p:tav>
                                        <p:tav tm="100000">
                                          <p:val>
                                            <p:strVal val="#ppt_x"/>
                                          </p:val>
                                        </p:tav>
                                      </p:tavLst>
                                    </p:anim>
                                    <p:anim calcmode="lin" valueType="num">
                                      <p:cBhvr additive="base">
                                        <p:cTn id="41" dur="500" fill="hold"/>
                                        <p:tgtEl>
                                          <p:spTgt spid="18">
                                            <p:txEl>
                                              <p:pRg st="0" end="0"/>
                                            </p:txEl>
                                          </p:spTgt>
                                        </p:tgtEl>
                                        <p:attrNameLst>
                                          <p:attrName>ppt_y</p:attrName>
                                        </p:attrNameLst>
                                      </p:cBhvr>
                                      <p:tavLst>
                                        <p:tav tm="0">
                                          <p:val>
                                            <p:strVal val="#ppt_y"/>
                                          </p:val>
                                        </p:tav>
                                        <p:tav tm="100000">
                                          <p:val>
                                            <p:strVal val="#ppt_y"/>
                                          </p:val>
                                        </p:tav>
                                      </p:tavLst>
                                    </p:anim>
                                  </p:childTnLst>
                                </p:cTn>
                              </p:par>
                              <p:par>
                                <p:cTn id="42" presetID="2" presetClass="entr" presetSubtype="2" decel="20000" fill="hold" grpId="0" nodeType="withEffect">
                                  <p:stCondLst>
                                    <p:cond delay="0"/>
                                  </p:stCondLst>
                                  <p:childTnLst>
                                    <p:set>
                                      <p:cBhvr>
                                        <p:cTn id="43" dur="1" fill="hold">
                                          <p:stCondLst>
                                            <p:cond delay="0"/>
                                          </p:stCondLst>
                                        </p:cTn>
                                        <p:tgtEl>
                                          <p:spTgt spid="20">
                                            <p:txEl>
                                              <p:pRg st="0" end="0"/>
                                            </p:txEl>
                                          </p:spTgt>
                                        </p:tgtEl>
                                        <p:attrNameLst>
                                          <p:attrName>style.visibility</p:attrName>
                                        </p:attrNameLst>
                                      </p:cBhvr>
                                      <p:to>
                                        <p:strVal val="visible"/>
                                      </p:to>
                                    </p:set>
                                    <p:anim calcmode="lin" valueType="num">
                                      <p:cBhvr additive="base">
                                        <p:cTn id="44" dur="500" fill="hold"/>
                                        <p:tgtEl>
                                          <p:spTgt spid="20">
                                            <p:txEl>
                                              <p:pRg st="0" end="0"/>
                                            </p:txEl>
                                          </p:spTgt>
                                        </p:tgtEl>
                                        <p:attrNameLst>
                                          <p:attrName>ppt_x</p:attrName>
                                        </p:attrNameLst>
                                      </p:cBhvr>
                                      <p:tavLst>
                                        <p:tav tm="0">
                                          <p:val>
                                            <p:strVal val="1+#ppt_w/2"/>
                                          </p:val>
                                        </p:tav>
                                        <p:tav tm="100000">
                                          <p:val>
                                            <p:strVal val="#ppt_x"/>
                                          </p:val>
                                        </p:tav>
                                      </p:tavLst>
                                    </p:anim>
                                    <p:anim calcmode="lin" valueType="num">
                                      <p:cBhvr additive="base">
                                        <p:cTn id="45" dur="500" fill="hold"/>
                                        <p:tgtEl>
                                          <p:spTgt spid="20">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8" presetID="2" presetClass="entr" presetSubtype="2" decel="20000" fill="hold" grpId="0" nodeType="clickEffect">
                                  <p:stCondLst>
                                    <p:cond delay="0"/>
                                  </p:stCondLst>
                                  <p:childTnLst>
                                    <p:set>
                                      <p:cBhvr>
                                        <p:cTn id="49" dur="1" fill="hold">
                                          <p:stCondLst>
                                            <p:cond delay="0"/>
                                          </p:stCondLst>
                                        </p:cTn>
                                        <p:tgtEl>
                                          <p:spTgt spid="23">
                                            <p:txEl>
                                              <p:pRg st="0" end="0"/>
                                            </p:txEl>
                                          </p:spTgt>
                                        </p:tgtEl>
                                        <p:attrNameLst>
                                          <p:attrName>style.visibility</p:attrName>
                                        </p:attrNameLst>
                                      </p:cBhvr>
                                      <p:to>
                                        <p:strVal val="visible"/>
                                      </p:to>
                                    </p:set>
                                    <p:anim calcmode="lin" valueType="num">
                                      <p:cBhvr additive="base">
                                        <p:cTn id="50" dur="500" fill="hold"/>
                                        <p:tgtEl>
                                          <p:spTgt spid="23">
                                            <p:txEl>
                                              <p:pRg st="0" end="0"/>
                                            </p:txEl>
                                          </p:spTgt>
                                        </p:tgtEl>
                                        <p:attrNameLst>
                                          <p:attrName>ppt_x</p:attrName>
                                        </p:attrNameLst>
                                      </p:cBhvr>
                                      <p:tavLst>
                                        <p:tav tm="0">
                                          <p:val>
                                            <p:strVal val="1+#ppt_w/2"/>
                                          </p:val>
                                        </p:tav>
                                        <p:tav tm="100000">
                                          <p:val>
                                            <p:strVal val="#ppt_x"/>
                                          </p:val>
                                        </p:tav>
                                      </p:tavLst>
                                    </p:anim>
                                    <p:anim calcmode="lin" valueType="num">
                                      <p:cBhvr additive="base">
                                        <p:cTn id="51" dur="500" fill="hold"/>
                                        <p:tgtEl>
                                          <p:spTgt spid="23">
                                            <p:txEl>
                                              <p:pRg st="0" end="0"/>
                                            </p:txEl>
                                          </p:spTgt>
                                        </p:tgtEl>
                                        <p:attrNameLst>
                                          <p:attrName>ppt_y</p:attrName>
                                        </p:attrNameLst>
                                      </p:cBhvr>
                                      <p:tavLst>
                                        <p:tav tm="0">
                                          <p:val>
                                            <p:strVal val="#ppt_y"/>
                                          </p:val>
                                        </p:tav>
                                        <p:tav tm="100000">
                                          <p:val>
                                            <p:strVal val="#ppt_y"/>
                                          </p:val>
                                        </p:tav>
                                      </p:tavLst>
                                    </p:anim>
                                  </p:childTnLst>
                                </p:cTn>
                              </p:par>
                              <p:par>
                                <p:cTn id="52" presetID="2" presetClass="entr" presetSubtype="2" decel="20000" fill="hold" grpId="0" nodeType="withEffect">
                                  <p:stCondLst>
                                    <p:cond delay="0"/>
                                  </p:stCondLst>
                                  <p:childTnLst>
                                    <p:set>
                                      <p:cBhvr>
                                        <p:cTn id="53" dur="1" fill="hold">
                                          <p:stCondLst>
                                            <p:cond delay="0"/>
                                          </p:stCondLst>
                                        </p:cTn>
                                        <p:tgtEl>
                                          <p:spTgt spid="24">
                                            <p:txEl>
                                              <p:pRg st="0" end="0"/>
                                            </p:txEl>
                                          </p:spTgt>
                                        </p:tgtEl>
                                        <p:attrNameLst>
                                          <p:attrName>style.visibility</p:attrName>
                                        </p:attrNameLst>
                                      </p:cBhvr>
                                      <p:to>
                                        <p:strVal val="visible"/>
                                      </p:to>
                                    </p:set>
                                    <p:anim calcmode="lin" valueType="num">
                                      <p:cBhvr additive="base">
                                        <p:cTn id="54" dur="500" fill="hold"/>
                                        <p:tgtEl>
                                          <p:spTgt spid="24">
                                            <p:txEl>
                                              <p:pRg st="0" end="0"/>
                                            </p:txEl>
                                          </p:spTgt>
                                        </p:tgtEl>
                                        <p:attrNameLst>
                                          <p:attrName>ppt_x</p:attrName>
                                        </p:attrNameLst>
                                      </p:cBhvr>
                                      <p:tavLst>
                                        <p:tav tm="0">
                                          <p:val>
                                            <p:strVal val="1+#ppt_w/2"/>
                                          </p:val>
                                        </p:tav>
                                        <p:tav tm="100000">
                                          <p:val>
                                            <p:strVal val="#ppt_x"/>
                                          </p:val>
                                        </p:tav>
                                      </p:tavLst>
                                    </p:anim>
                                    <p:anim calcmode="lin" valueType="num">
                                      <p:cBhvr additive="base">
                                        <p:cTn id="55" dur="500" fill="hold"/>
                                        <p:tgtEl>
                                          <p:spTgt spid="24">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1" grpId="1" animBg="1"/>
      <p:bldP spid="11" grpId="2" animBg="1"/>
      <p:bldP spid="12" grpId="0" animBg="1"/>
      <p:bldP spid="12" grpId="1" animBg="1"/>
      <p:bldP spid="12" grpId="2" animBg="1"/>
      <p:bldP spid="13" grpId="0" animBg="1"/>
      <p:bldP spid="13" grpId="1" animBg="1"/>
      <p:bldP spid="13" grpId="2" animBg="1"/>
      <p:bldP spid="18" grpId="0" build="p">
        <p:tmplLst>
          <p:tmpl lvl="1">
            <p:tnLst>
              <p:par>
                <p:cTn presetID="2" presetClass="entr" presetSubtype="2" decel="20000" fill="hold" nodeType="clickEffect">
                  <p:stCondLst>
                    <p:cond delay="0"/>
                  </p:stCondLst>
                  <p:childTnLst>
                    <p:set>
                      <p:cBhvr>
                        <p:cTn dur="1" fill="hold">
                          <p:stCondLst>
                            <p:cond delay="0"/>
                          </p:stCondLst>
                        </p:cTn>
                        <p:tgtEl>
                          <p:spTgt spid="18"/>
                        </p:tgtEl>
                        <p:attrNameLst>
                          <p:attrName>style.visibility</p:attrName>
                        </p:attrNameLst>
                      </p:cBhvr>
                      <p:to>
                        <p:strVal val="visible"/>
                      </p:to>
                    </p:set>
                    <p:anim calcmode="lin" valueType="num">
                      <p:cBhvr additive="base">
                        <p:cTn dur="500" fill="hold"/>
                        <p:tgtEl>
                          <p:spTgt spid="18"/>
                        </p:tgtEl>
                        <p:attrNameLst>
                          <p:attrName>ppt_x</p:attrName>
                        </p:attrNameLst>
                      </p:cBhvr>
                      <p:tavLst>
                        <p:tav tm="0">
                          <p:val>
                            <p:strVal val="1+#ppt_w/2"/>
                          </p:val>
                        </p:tav>
                        <p:tav tm="100000">
                          <p:val>
                            <p:strVal val="#ppt_x"/>
                          </p:val>
                        </p:tav>
                      </p:tavLst>
                    </p:anim>
                    <p:anim calcmode="lin" valueType="num">
                      <p:cBhvr additive="base">
                        <p:cTn dur="500" fill="hold"/>
                        <p:tgtEl>
                          <p:spTgt spid="18"/>
                        </p:tgtEl>
                        <p:attrNameLst>
                          <p:attrName>ppt_y</p:attrName>
                        </p:attrNameLst>
                      </p:cBhvr>
                      <p:tavLst>
                        <p:tav tm="0">
                          <p:val>
                            <p:strVal val="#ppt_y"/>
                          </p:val>
                        </p:tav>
                        <p:tav tm="100000">
                          <p:val>
                            <p:strVal val="#ppt_y"/>
                          </p:val>
                        </p:tav>
                      </p:tavLst>
                    </p:anim>
                  </p:childTnLst>
                </p:cTn>
              </p:par>
            </p:tnLst>
          </p:tmpl>
        </p:tmplLst>
      </p:bldP>
      <p:bldP spid="20" grpId="0" build="p">
        <p:tmplLst>
          <p:tmpl lvl="1">
            <p:tnLst>
              <p:par>
                <p:cTn presetID="2" presetClass="entr" presetSubtype="2" decel="20000" fill="hold" nodeType="withEffect">
                  <p:stCondLst>
                    <p:cond delay="0"/>
                  </p:stCondLst>
                  <p:childTnLst>
                    <p:set>
                      <p:cBhvr>
                        <p:cTn dur="1" fill="hold">
                          <p:stCondLst>
                            <p:cond delay="0"/>
                          </p:stCondLst>
                        </p:cTn>
                        <p:tgtEl>
                          <p:spTgt spid="20"/>
                        </p:tgtEl>
                        <p:attrNameLst>
                          <p:attrName>style.visibility</p:attrName>
                        </p:attrNameLst>
                      </p:cBhvr>
                      <p:to>
                        <p:strVal val="visible"/>
                      </p:to>
                    </p:set>
                    <p:anim calcmode="lin" valueType="num">
                      <p:cBhvr additive="base">
                        <p:cTn dur="500" fill="hold"/>
                        <p:tgtEl>
                          <p:spTgt spid="20"/>
                        </p:tgtEl>
                        <p:attrNameLst>
                          <p:attrName>ppt_x</p:attrName>
                        </p:attrNameLst>
                      </p:cBhvr>
                      <p:tavLst>
                        <p:tav tm="0">
                          <p:val>
                            <p:strVal val="1+#ppt_w/2"/>
                          </p:val>
                        </p:tav>
                        <p:tav tm="100000">
                          <p:val>
                            <p:strVal val="#ppt_x"/>
                          </p:val>
                        </p:tav>
                      </p:tavLst>
                    </p:anim>
                    <p:anim calcmode="lin" valueType="num">
                      <p:cBhvr additive="base">
                        <p:cTn dur="500" fill="hold"/>
                        <p:tgtEl>
                          <p:spTgt spid="20"/>
                        </p:tgtEl>
                        <p:attrNameLst>
                          <p:attrName>ppt_y</p:attrName>
                        </p:attrNameLst>
                      </p:cBhvr>
                      <p:tavLst>
                        <p:tav tm="0">
                          <p:val>
                            <p:strVal val="#ppt_y"/>
                          </p:val>
                        </p:tav>
                        <p:tav tm="100000">
                          <p:val>
                            <p:strVal val="#ppt_y"/>
                          </p:val>
                        </p:tav>
                      </p:tavLst>
                    </p:anim>
                  </p:childTnLst>
                </p:cTn>
              </p:par>
            </p:tnLst>
          </p:tmpl>
        </p:tmplLst>
      </p:bldP>
      <p:bldP spid="21" grpId="0" build="p">
        <p:tmplLst>
          <p:tmpl lvl="1">
            <p:tnLst>
              <p:par>
                <p:cTn presetID="2" presetClass="entr" presetSubtype="2" decel="20000" fill="hold" nodeType="clickEffect">
                  <p:stCondLst>
                    <p:cond delay="0"/>
                  </p:stCondLst>
                  <p:childTnLst>
                    <p:set>
                      <p:cBhvr>
                        <p:cTn dur="1" fill="hold">
                          <p:stCondLst>
                            <p:cond delay="0"/>
                          </p:stCondLst>
                        </p:cTn>
                        <p:tgtEl>
                          <p:spTgt spid="21"/>
                        </p:tgtEl>
                        <p:attrNameLst>
                          <p:attrName>style.visibility</p:attrName>
                        </p:attrNameLst>
                      </p:cBhvr>
                      <p:to>
                        <p:strVal val="visible"/>
                      </p:to>
                    </p:set>
                    <p:anim calcmode="lin" valueType="num">
                      <p:cBhvr additive="base">
                        <p:cTn dur="500" fill="hold"/>
                        <p:tgtEl>
                          <p:spTgt spid="21"/>
                        </p:tgtEl>
                        <p:attrNameLst>
                          <p:attrName>ppt_x</p:attrName>
                        </p:attrNameLst>
                      </p:cBhvr>
                      <p:tavLst>
                        <p:tav tm="0">
                          <p:val>
                            <p:strVal val="1+#ppt_w/2"/>
                          </p:val>
                        </p:tav>
                        <p:tav tm="100000">
                          <p:val>
                            <p:strVal val="#ppt_x"/>
                          </p:val>
                        </p:tav>
                      </p:tavLst>
                    </p:anim>
                    <p:anim calcmode="lin" valueType="num">
                      <p:cBhvr additive="base">
                        <p:cTn dur="500" fill="hold"/>
                        <p:tgtEl>
                          <p:spTgt spid="21"/>
                        </p:tgtEl>
                        <p:attrNameLst>
                          <p:attrName>ppt_y</p:attrName>
                        </p:attrNameLst>
                      </p:cBhvr>
                      <p:tavLst>
                        <p:tav tm="0">
                          <p:val>
                            <p:strVal val="#ppt_y"/>
                          </p:val>
                        </p:tav>
                        <p:tav tm="100000">
                          <p:val>
                            <p:strVal val="#ppt_y"/>
                          </p:val>
                        </p:tav>
                      </p:tavLst>
                    </p:anim>
                  </p:childTnLst>
                </p:cTn>
              </p:par>
            </p:tnLst>
          </p:tmpl>
        </p:tmplLst>
      </p:bldP>
      <p:bldP spid="22" grpId="0" build="p">
        <p:tmplLst>
          <p:tmpl lvl="1">
            <p:tnLst>
              <p:par>
                <p:cTn presetID="2" presetClass="entr" presetSubtype="2" decel="20000" fill="hold" nodeType="withEffect">
                  <p:stCondLst>
                    <p:cond delay="0"/>
                  </p:stCondLst>
                  <p:childTnLst>
                    <p:set>
                      <p:cBhvr>
                        <p:cTn dur="1" fill="hold">
                          <p:stCondLst>
                            <p:cond delay="0"/>
                          </p:stCondLst>
                        </p:cTn>
                        <p:tgtEl>
                          <p:spTgt spid="22"/>
                        </p:tgtEl>
                        <p:attrNameLst>
                          <p:attrName>style.visibility</p:attrName>
                        </p:attrNameLst>
                      </p:cBhvr>
                      <p:to>
                        <p:strVal val="visible"/>
                      </p:to>
                    </p:set>
                    <p:anim calcmode="lin" valueType="num">
                      <p:cBhvr additive="base">
                        <p:cTn dur="500" fill="hold"/>
                        <p:tgtEl>
                          <p:spTgt spid="22"/>
                        </p:tgtEl>
                        <p:attrNameLst>
                          <p:attrName>ppt_x</p:attrName>
                        </p:attrNameLst>
                      </p:cBhvr>
                      <p:tavLst>
                        <p:tav tm="0">
                          <p:val>
                            <p:strVal val="1+#ppt_w/2"/>
                          </p:val>
                        </p:tav>
                        <p:tav tm="100000">
                          <p:val>
                            <p:strVal val="#ppt_x"/>
                          </p:val>
                        </p:tav>
                      </p:tavLst>
                    </p:anim>
                    <p:anim calcmode="lin" valueType="num">
                      <p:cBhvr additive="base">
                        <p:cTn dur="500" fill="hold"/>
                        <p:tgtEl>
                          <p:spTgt spid="22"/>
                        </p:tgtEl>
                        <p:attrNameLst>
                          <p:attrName>ppt_y</p:attrName>
                        </p:attrNameLst>
                      </p:cBhvr>
                      <p:tavLst>
                        <p:tav tm="0">
                          <p:val>
                            <p:strVal val="#ppt_y"/>
                          </p:val>
                        </p:tav>
                        <p:tav tm="100000">
                          <p:val>
                            <p:strVal val="#ppt_y"/>
                          </p:val>
                        </p:tav>
                      </p:tavLst>
                    </p:anim>
                  </p:childTnLst>
                </p:cTn>
              </p:par>
            </p:tnLst>
          </p:tmpl>
        </p:tmplLst>
      </p:bldP>
      <p:bldP spid="23" grpId="0" build="p">
        <p:tmplLst>
          <p:tmpl lvl="1">
            <p:tnLst>
              <p:par>
                <p:cTn presetID="2" presetClass="entr" presetSubtype="2" decel="20000" fill="hold" nodeType="clickEffect">
                  <p:stCondLst>
                    <p:cond delay="0"/>
                  </p:stCondLst>
                  <p:childTnLst>
                    <p:set>
                      <p:cBhvr>
                        <p:cTn dur="1" fill="hold">
                          <p:stCondLst>
                            <p:cond delay="0"/>
                          </p:stCondLst>
                        </p:cTn>
                        <p:tgtEl>
                          <p:spTgt spid="23"/>
                        </p:tgtEl>
                        <p:attrNameLst>
                          <p:attrName>style.visibility</p:attrName>
                        </p:attrNameLst>
                      </p:cBhvr>
                      <p:to>
                        <p:strVal val="visible"/>
                      </p:to>
                    </p:set>
                    <p:anim calcmode="lin" valueType="num">
                      <p:cBhvr additive="base">
                        <p:cTn dur="500" fill="hold"/>
                        <p:tgtEl>
                          <p:spTgt spid="23"/>
                        </p:tgtEl>
                        <p:attrNameLst>
                          <p:attrName>ppt_x</p:attrName>
                        </p:attrNameLst>
                      </p:cBhvr>
                      <p:tavLst>
                        <p:tav tm="0">
                          <p:val>
                            <p:strVal val="1+#ppt_w/2"/>
                          </p:val>
                        </p:tav>
                        <p:tav tm="100000">
                          <p:val>
                            <p:strVal val="#ppt_x"/>
                          </p:val>
                        </p:tav>
                      </p:tavLst>
                    </p:anim>
                    <p:anim calcmode="lin" valueType="num">
                      <p:cBhvr additive="base">
                        <p:cTn dur="500" fill="hold"/>
                        <p:tgtEl>
                          <p:spTgt spid="23"/>
                        </p:tgtEl>
                        <p:attrNameLst>
                          <p:attrName>ppt_y</p:attrName>
                        </p:attrNameLst>
                      </p:cBhvr>
                      <p:tavLst>
                        <p:tav tm="0">
                          <p:val>
                            <p:strVal val="#ppt_y"/>
                          </p:val>
                        </p:tav>
                        <p:tav tm="100000">
                          <p:val>
                            <p:strVal val="#ppt_y"/>
                          </p:val>
                        </p:tav>
                      </p:tavLst>
                    </p:anim>
                  </p:childTnLst>
                </p:cTn>
              </p:par>
            </p:tnLst>
          </p:tmpl>
        </p:tmplLst>
      </p:bldP>
      <p:bldP spid="24" grpId="0" build="p">
        <p:tmplLst>
          <p:tmpl lvl="1">
            <p:tnLst>
              <p:par>
                <p:cTn presetID="2" presetClass="entr" presetSubtype="2" decel="20000" fill="hold" nodeType="withEffect">
                  <p:stCondLst>
                    <p:cond delay="0"/>
                  </p:stCondLst>
                  <p:childTnLst>
                    <p:set>
                      <p:cBhvr>
                        <p:cTn dur="1" fill="hold">
                          <p:stCondLst>
                            <p:cond delay="0"/>
                          </p:stCondLst>
                        </p:cTn>
                        <p:tgtEl>
                          <p:spTgt spid="24"/>
                        </p:tgtEl>
                        <p:attrNameLst>
                          <p:attrName>style.visibility</p:attrName>
                        </p:attrNameLst>
                      </p:cBhvr>
                      <p:to>
                        <p:strVal val="visible"/>
                      </p:to>
                    </p:set>
                    <p:anim calcmode="lin" valueType="num">
                      <p:cBhvr additive="base">
                        <p:cTn dur="500" fill="hold"/>
                        <p:tgtEl>
                          <p:spTgt spid="24"/>
                        </p:tgtEl>
                        <p:attrNameLst>
                          <p:attrName>ppt_x</p:attrName>
                        </p:attrNameLst>
                      </p:cBhvr>
                      <p:tavLst>
                        <p:tav tm="0">
                          <p:val>
                            <p:strVal val="1+#ppt_w/2"/>
                          </p:val>
                        </p:tav>
                        <p:tav tm="100000">
                          <p:val>
                            <p:strVal val="#ppt_x"/>
                          </p:val>
                        </p:tav>
                      </p:tavLst>
                    </p:anim>
                    <p:anim calcmode="lin" valueType="num">
                      <p:cBhvr additive="base">
                        <p:cTn dur="500" fill="hold"/>
                        <p:tgtEl>
                          <p:spTgt spid="24"/>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Three Icon - Horizontal - Green - RBLF">
    <p:spTree>
      <p:nvGrpSpPr>
        <p:cNvPr id="1" name=""/>
        <p:cNvGrpSpPr/>
        <p:nvPr/>
      </p:nvGrpSpPr>
      <p:grpSpPr>
        <a:xfrm>
          <a:off x="0" y="0"/>
          <a:ext cx="0" cy="0"/>
          <a:chOff x="0" y="0"/>
          <a:chExt cx="0" cy="0"/>
        </a:xfrm>
      </p:grpSpPr>
      <p:sp>
        <p:nvSpPr>
          <p:cNvPr id="10" name="BKG Rectangle">
            <a:extLst>
              <a:ext uri="{FF2B5EF4-FFF2-40B4-BE49-F238E27FC236}">
                <a16:creationId xmlns:a16="http://schemas.microsoft.com/office/drawing/2014/main" id="{EEE2E3E4-09C5-48F7-AA0C-61C0C3FD24C2}"/>
              </a:ext>
              <a:ext uri="{C183D7F6-B498-43B3-948B-1728B52AA6E4}">
                <adec:decorative xmlns:adec="http://schemas.microsoft.com/office/drawing/2017/decorative" val="1"/>
              </a:ext>
            </a:extLst>
          </p:cNvPr>
          <p:cNvSpPr/>
          <p:nvPr userDrawn="1"/>
        </p:nvSpPr>
        <p:spPr>
          <a:xfrm>
            <a:off x="-4" y="0"/>
            <a:ext cx="6094413" cy="6858000"/>
          </a:xfrm>
          <a:prstGeom prst="rect">
            <a:avLst/>
          </a:prstGeom>
          <a:solidFill>
            <a:schemeClr val="accent4">
              <a:lumMod val="20000"/>
              <a:lumOff val="80000"/>
              <a:alpha val="5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2" name="Title 1">
            <a:extLst>
              <a:ext uri="{FF2B5EF4-FFF2-40B4-BE49-F238E27FC236}">
                <a16:creationId xmlns:a16="http://schemas.microsoft.com/office/drawing/2014/main" id="{30A5567E-F548-4720-B611-7850ADCA900C}"/>
              </a:ext>
            </a:extLst>
          </p:cNvPr>
          <p:cNvSpPr>
            <a:spLocks noGrp="1"/>
          </p:cNvSpPr>
          <p:nvPr>
            <p:ph type="title"/>
          </p:nvPr>
        </p:nvSpPr>
        <p:spPr>
          <a:xfrm>
            <a:off x="667444" y="2376306"/>
            <a:ext cx="3630903" cy="2105388"/>
          </a:xfrm>
        </p:spPr>
        <p:txBody>
          <a:bodyPr wrap="square" anchor="ctr"/>
          <a:lstStyle>
            <a:lvl1pPr>
              <a:defRPr sz="3600">
                <a:solidFill>
                  <a:schemeClr val="accent4">
                    <a:lumMod val="50000"/>
                  </a:schemeClr>
                </a:solidFill>
              </a:defRPr>
            </a:lvl1pPr>
          </a:lstStyle>
          <a:p>
            <a:r>
              <a:rPr lang="en-GB" dirty="0"/>
              <a:t>Click to edit Master title style</a:t>
            </a:r>
            <a:endParaRPr lang="en-US" dirty="0"/>
          </a:p>
        </p:txBody>
      </p:sp>
      <p:sp>
        <p:nvSpPr>
          <p:cNvPr id="11" name="!! Oval Top">
            <a:extLst>
              <a:ext uri="{FF2B5EF4-FFF2-40B4-BE49-F238E27FC236}">
                <a16:creationId xmlns:a16="http://schemas.microsoft.com/office/drawing/2014/main" id="{B95A82A4-D00E-4BAE-97E0-52FA7B87C0D9}"/>
              </a:ext>
              <a:ext uri="{C183D7F6-B498-43B3-948B-1728B52AA6E4}">
                <adec:decorative xmlns:adec="http://schemas.microsoft.com/office/drawing/2017/decorative" val="1"/>
              </a:ext>
            </a:extLst>
          </p:cNvPr>
          <p:cNvSpPr/>
          <p:nvPr userDrawn="1"/>
        </p:nvSpPr>
        <p:spPr>
          <a:xfrm>
            <a:off x="5432325" y="2719433"/>
            <a:ext cx="1324173" cy="1324169"/>
          </a:xfrm>
          <a:prstGeom prst="ellipse">
            <a:avLst/>
          </a:prstGeom>
          <a:solidFill>
            <a:schemeClr val="accent4"/>
          </a:solidFill>
          <a:ln w="25400" cap="flat" cmpd="sng" algn="ctr">
            <a:solidFill>
              <a:schemeClr val="accent4"/>
            </a:solidFill>
            <a:prstDash val="solid"/>
          </a:ln>
          <a:effectLst/>
        </p:spPr>
        <p:txBody>
          <a:bodyPr rot="0" spcFirstLastPara="0" vertOverflow="overflow" horzOverflow="overflow" vert="horz" wrap="none" lIns="60896" tIns="30448" rIns="60896" bIns="30448" numCol="1" spcCol="0" rtlCol="0" fromWordArt="0" anchor="ctr" anchorCtr="0" forceAA="0" compatLnSpc="1">
            <a:prstTxWarp prst="textNoShape">
              <a:avLst/>
            </a:prstTxWarp>
            <a:noAutofit/>
          </a:bodyPr>
          <a:lstStyle/>
          <a:p>
            <a:pPr algn="ctr" defTabSz="913578"/>
            <a:endParaRPr lang="en-US" sz="1600" kern="0" dirty="0">
              <a:solidFill>
                <a:schemeClr val="tx2"/>
              </a:solidFill>
              <a:latin typeface="Arial" panose="020B0604020202020204" pitchFamily="34" charset="0"/>
            </a:endParaRPr>
          </a:p>
        </p:txBody>
      </p:sp>
      <p:sp>
        <p:nvSpPr>
          <p:cNvPr id="12" name="!! Oval Top">
            <a:extLst>
              <a:ext uri="{FF2B5EF4-FFF2-40B4-BE49-F238E27FC236}">
                <a16:creationId xmlns:a16="http://schemas.microsoft.com/office/drawing/2014/main" id="{332FAD7F-A532-4557-9487-947B2391D066}"/>
              </a:ext>
              <a:ext uri="{C183D7F6-B498-43B3-948B-1728B52AA6E4}">
                <adec:decorative xmlns:adec="http://schemas.microsoft.com/office/drawing/2017/decorative" val="1"/>
              </a:ext>
            </a:extLst>
          </p:cNvPr>
          <p:cNvSpPr/>
          <p:nvPr userDrawn="1"/>
        </p:nvSpPr>
        <p:spPr>
          <a:xfrm>
            <a:off x="5432324" y="4481694"/>
            <a:ext cx="1324173" cy="1324169"/>
          </a:xfrm>
          <a:prstGeom prst="ellipse">
            <a:avLst/>
          </a:prstGeom>
          <a:solidFill>
            <a:schemeClr val="accent4"/>
          </a:solidFill>
          <a:ln w="25400" cap="flat" cmpd="sng" algn="ctr">
            <a:solidFill>
              <a:schemeClr val="accent4"/>
            </a:solidFill>
            <a:prstDash val="solid"/>
          </a:ln>
          <a:effectLst/>
        </p:spPr>
        <p:txBody>
          <a:bodyPr rot="0" spcFirstLastPara="0" vertOverflow="overflow" horzOverflow="overflow" vert="horz" wrap="none" lIns="60896" tIns="30448" rIns="60896" bIns="30448" numCol="1" spcCol="0" rtlCol="0" fromWordArt="0" anchor="ctr" anchorCtr="0" forceAA="0" compatLnSpc="1">
            <a:prstTxWarp prst="textNoShape">
              <a:avLst/>
            </a:prstTxWarp>
            <a:noAutofit/>
          </a:bodyPr>
          <a:lstStyle/>
          <a:p>
            <a:pPr algn="ctr" defTabSz="913578"/>
            <a:endParaRPr lang="en-US" sz="1600" kern="0" dirty="0">
              <a:solidFill>
                <a:schemeClr val="tx2"/>
              </a:solidFill>
              <a:latin typeface="Arial" panose="020B0604020202020204" pitchFamily="34" charset="0"/>
            </a:endParaRPr>
          </a:p>
        </p:txBody>
      </p:sp>
      <p:sp>
        <p:nvSpPr>
          <p:cNvPr id="13" name="!! Oval Top">
            <a:extLst>
              <a:ext uri="{FF2B5EF4-FFF2-40B4-BE49-F238E27FC236}">
                <a16:creationId xmlns:a16="http://schemas.microsoft.com/office/drawing/2014/main" id="{5095E217-E63E-4FE6-9C8D-FB447A5BD47D}"/>
              </a:ext>
              <a:ext uri="{C183D7F6-B498-43B3-948B-1728B52AA6E4}">
                <adec:decorative xmlns:adec="http://schemas.microsoft.com/office/drawing/2017/decorative" val="1"/>
              </a:ext>
            </a:extLst>
          </p:cNvPr>
          <p:cNvSpPr/>
          <p:nvPr userDrawn="1"/>
        </p:nvSpPr>
        <p:spPr>
          <a:xfrm>
            <a:off x="5432323" y="957172"/>
            <a:ext cx="1324173" cy="1324169"/>
          </a:xfrm>
          <a:prstGeom prst="ellipse">
            <a:avLst/>
          </a:prstGeom>
          <a:solidFill>
            <a:schemeClr val="accent4"/>
          </a:solidFill>
          <a:ln w="25400" cap="flat" cmpd="sng" algn="ctr">
            <a:solidFill>
              <a:schemeClr val="accent4"/>
            </a:solidFill>
            <a:prstDash val="solid"/>
          </a:ln>
          <a:effectLst/>
        </p:spPr>
        <p:txBody>
          <a:bodyPr rot="0" spcFirstLastPara="0" vertOverflow="overflow" horzOverflow="overflow" vert="horz" wrap="none" lIns="60896" tIns="30448" rIns="60896" bIns="30448" numCol="1" spcCol="0" rtlCol="0" fromWordArt="0" anchor="ctr" anchorCtr="0" forceAA="0" compatLnSpc="1">
            <a:prstTxWarp prst="textNoShape">
              <a:avLst/>
            </a:prstTxWarp>
            <a:noAutofit/>
          </a:bodyPr>
          <a:lstStyle/>
          <a:p>
            <a:pPr algn="ctr" defTabSz="913578"/>
            <a:endParaRPr lang="en-US" sz="1600" kern="0" dirty="0">
              <a:solidFill>
                <a:schemeClr val="tx2"/>
              </a:solidFill>
              <a:latin typeface="Arial" panose="020B0604020202020204" pitchFamily="34" charset="0"/>
            </a:endParaRPr>
          </a:p>
        </p:txBody>
      </p:sp>
      <p:sp>
        <p:nvSpPr>
          <p:cNvPr id="18" name="Text Placeholder 17">
            <a:extLst>
              <a:ext uri="{FF2B5EF4-FFF2-40B4-BE49-F238E27FC236}">
                <a16:creationId xmlns:a16="http://schemas.microsoft.com/office/drawing/2014/main" id="{A8557501-25C3-4809-A7FA-8635CEF681FE}"/>
              </a:ext>
            </a:extLst>
          </p:cNvPr>
          <p:cNvSpPr>
            <a:spLocks noGrp="1"/>
          </p:cNvSpPr>
          <p:nvPr>
            <p:ph type="body" sz="quarter" idx="12" hasCustomPrompt="1"/>
          </p:nvPr>
        </p:nvSpPr>
        <p:spPr>
          <a:xfrm>
            <a:off x="7167433" y="2719433"/>
            <a:ext cx="4532442" cy="431800"/>
          </a:xfrm>
        </p:spPr>
        <p:txBody>
          <a:bodyPr/>
          <a:lstStyle>
            <a:lvl1pPr>
              <a:defRPr sz="2800">
                <a:solidFill>
                  <a:schemeClr val="accent4">
                    <a:lumMod val="75000"/>
                  </a:schemeClr>
                </a:solidFill>
              </a:defRPr>
            </a:lvl1pPr>
            <a:lvl2pPr>
              <a:defRPr sz="2800"/>
            </a:lvl2pPr>
            <a:lvl3pPr>
              <a:defRPr sz="2800"/>
            </a:lvl3pPr>
            <a:lvl4pPr>
              <a:defRPr sz="2800"/>
            </a:lvl4pPr>
            <a:lvl5pPr>
              <a:defRPr sz="2800"/>
            </a:lvl5pPr>
          </a:lstStyle>
          <a:p>
            <a:pPr lvl="0"/>
            <a:r>
              <a:rPr lang="en-US" dirty="0"/>
              <a:t>Click to Edit</a:t>
            </a:r>
          </a:p>
        </p:txBody>
      </p:sp>
      <p:sp>
        <p:nvSpPr>
          <p:cNvPr id="20" name="Text Placeholder 19">
            <a:extLst>
              <a:ext uri="{FF2B5EF4-FFF2-40B4-BE49-F238E27FC236}">
                <a16:creationId xmlns:a16="http://schemas.microsoft.com/office/drawing/2014/main" id="{2A7333B4-78E3-4DDB-AF65-D0BD9DDB0B13}"/>
              </a:ext>
            </a:extLst>
          </p:cNvPr>
          <p:cNvSpPr>
            <a:spLocks noGrp="1"/>
          </p:cNvSpPr>
          <p:nvPr>
            <p:ph type="body" sz="quarter" idx="13"/>
          </p:nvPr>
        </p:nvSpPr>
        <p:spPr>
          <a:xfrm>
            <a:off x="7167433" y="3291127"/>
            <a:ext cx="4532442" cy="752475"/>
          </a:xfrm>
        </p:spPr>
        <p:txBody>
          <a:bodyPr/>
          <a:lstStyle>
            <a:lvl1pPr>
              <a:defRPr sz="1600"/>
            </a:lvl1pPr>
            <a:lvl2pPr marL="273050" indent="0">
              <a:buNone/>
              <a:defRPr/>
            </a:lvl2pPr>
          </a:lstStyle>
          <a:p>
            <a:pPr lvl="0"/>
            <a:r>
              <a:rPr lang="en-GB"/>
              <a:t>Click to edit Master text styles</a:t>
            </a:r>
          </a:p>
        </p:txBody>
      </p:sp>
      <p:sp>
        <p:nvSpPr>
          <p:cNvPr id="21" name="Text Placeholder 17">
            <a:extLst>
              <a:ext uri="{FF2B5EF4-FFF2-40B4-BE49-F238E27FC236}">
                <a16:creationId xmlns:a16="http://schemas.microsoft.com/office/drawing/2014/main" id="{3A04C10E-4C0A-4F1C-AF4B-9368D6EEE1D5}"/>
              </a:ext>
            </a:extLst>
          </p:cNvPr>
          <p:cNvSpPr>
            <a:spLocks noGrp="1"/>
          </p:cNvSpPr>
          <p:nvPr>
            <p:ph type="body" sz="quarter" idx="14" hasCustomPrompt="1"/>
          </p:nvPr>
        </p:nvSpPr>
        <p:spPr>
          <a:xfrm>
            <a:off x="7167433" y="962235"/>
            <a:ext cx="4532442" cy="431800"/>
          </a:xfrm>
        </p:spPr>
        <p:txBody>
          <a:bodyPr/>
          <a:lstStyle>
            <a:lvl1pPr>
              <a:defRPr sz="2800">
                <a:solidFill>
                  <a:schemeClr val="accent4">
                    <a:lumMod val="75000"/>
                  </a:schemeClr>
                </a:solidFill>
              </a:defRPr>
            </a:lvl1pPr>
            <a:lvl2pPr>
              <a:defRPr sz="2800"/>
            </a:lvl2pPr>
            <a:lvl3pPr>
              <a:defRPr sz="2800"/>
            </a:lvl3pPr>
            <a:lvl4pPr>
              <a:defRPr sz="2800"/>
            </a:lvl4pPr>
            <a:lvl5pPr>
              <a:defRPr sz="2800"/>
            </a:lvl5pPr>
          </a:lstStyle>
          <a:p>
            <a:pPr lvl="0"/>
            <a:r>
              <a:rPr lang="en-US" dirty="0"/>
              <a:t>Click to Edit</a:t>
            </a:r>
          </a:p>
        </p:txBody>
      </p:sp>
      <p:sp>
        <p:nvSpPr>
          <p:cNvPr id="22" name="Text Placeholder 19">
            <a:extLst>
              <a:ext uri="{FF2B5EF4-FFF2-40B4-BE49-F238E27FC236}">
                <a16:creationId xmlns:a16="http://schemas.microsoft.com/office/drawing/2014/main" id="{DCD08270-3B84-4C0F-9D4B-B8C9B4451C98}"/>
              </a:ext>
            </a:extLst>
          </p:cNvPr>
          <p:cNvSpPr>
            <a:spLocks noGrp="1"/>
          </p:cNvSpPr>
          <p:nvPr>
            <p:ph type="body" sz="quarter" idx="15"/>
          </p:nvPr>
        </p:nvSpPr>
        <p:spPr>
          <a:xfrm>
            <a:off x="7167433" y="1533929"/>
            <a:ext cx="4532442" cy="752475"/>
          </a:xfrm>
        </p:spPr>
        <p:txBody>
          <a:bodyPr/>
          <a:lstStyle>
            <a:lvl1pPr>
              <a:defRPr sz="1600"/>
            </a:lvl1pPr>
            <a:lvl2pPr marL="273050" indent="0">
              <a:buNone/>
              <a:defRPr/>
            </a:lvl2pPr>
          </a:lstStyle>
          <a:p>
            <a:pPr lvl="0"/>
            <a:r>
              <a:rPr lang="en-GB"/>
              <a:t>Click to edit Master text styles</a:t>
            </a:r>
          </a:p>
        </p:txBody>
      </p:sp>
      <p:sp>
        <p:nvSpPr>
          <p:cNvPr id="23" name="Text Placeholder 17">
            <a:extLst>
              <a:ext uri="{FF2B5EF4-FFF2-40B4-BE49-F238E27FC236}">
                <a16:creationId xmlns:a16="http://schemas.microsoft.com/office/drawing/2014/main" id="{EF8022DB-38FA-4981-80AA-7A1F41B2303D}"/>
              </a:ext>
            </a:extLst>
          </p:cNvPr>
          <p:cNvSpPr>
            <a:spLocks noGrp="1"/>
          </p:cNvSpPr>
          <p:nvPr>
            <p:ph type="body" sz="quarter" idx="16" hasCustomPrompt="1"/>
          </p:nvPr>
        </p:nvSpPr>
        <p:spPr>
          <a:xfrm>
            <a:off x="7167433" y="4487077"/>
            <a:ext cx="4532442" cy="431800"/>
          </a:xfrm>
        </p:spPr>
        <p:txBody>
          <a:bodyPr/>
          <a:lstStyle>
            <a:lvl1pPr>
              <a:defRPr sz="2800">
                <a:solidFill>
                  <a:schemeClr val="accent4">
                    <a:lumMod val="75000"/>
                  </a:schemeClr>
                </a:solidFill>
              </a:defRPr>
            </a:lvl1pPr>
            <a:lvl2pPr>
              <a:defRPr sz="2800"/>
            </a:lvl2pPr>
            <a:lvl3pPr>
              <a:defRPr sz="2800"/>
            </a:lvl3pPr>
            <a:lvl4pPr>
              <a:defRPr sz="2800"/>
            </a:lvl4pPr>
            <a:lvl5pPr>
              <a:defRPr sz="2800"/>
            </a:lvl5pPr>
          </a:lstStyle>
          <a:p>
            <a:pPr lvl="0"/>
            <a:r>
              <a:rPr lang="en-US" dirty="0"/>
              <a:t>Click to Edit</a:t>
            </a:r>
          </a:p>
        </p:txBody>
      </p:sp>
      <p:sp>
        <p:nvSpPr>
          <p:cNvPr id="24" name="Text Placeholder 19">
            <a:extLst>
              <a:ext uri="{FF2B5EF4-FFF2-40B4-BE49-F238E27FC236}">
                <a16:creationId xmlns:a16="http://schemas.microsoft.com/office/drawing/2014/main" id="{B6DC575F-9A95-44E0-9909-8EAD3FF0D8C6}"/>
              </a:ext>
            </a:extLst>
          </p:cNvPr>
          <p:cNvSpPr>
            <a:spLocks noGrp="1"/>
          </p:cNvSpPr>
          <p:nvPr>
            <p:ph type="body" sz="quarter" idx="17"/>
          </p:nvPr>
        </p:nvSpPr>
        <p:spPr>
          <a:xfrm>
            <a:off x="7167433" y="5058771"/>
            <a:ext cx="4532442" cy="752475"/>
          </a:xfrm>
        </p:spPr>
        <p:txBody>
          <a:bodyPr/>
          <a:lstStyle>
            <a:lvl1pPr>
              <a:defRPr sz="1600"/>
            </a:lvl1pPr>
            <a:lvl2pPr marL="273050" indent="0">
              <a:buNone/>
              <a:defRPr/>
            </a:lvl2pPr>
          </a:lstStyle>
          <a:p>
            <a:pPr lvl="0"/>
            <a:r>
              <a:rPr lang="en-GB"/>
              <a:t>Click to edit Master text styles</a:t>
            </a:r>
          </a:p>
        </p:txBody>
      </p:sp>
      <p:sp>
        <p:nvSpPr>
          <p:cNvPr id="35" name="page number">
            <a:extLst>
              <a:ext uri="{FF2B5EF4-FFF2-40B4-BE49-F238E27FC236}">
                <a16:creationId xmlns:a16="http://schemas.microsoft.com/office/drawing/2014/main" id="{91E9769B-8BED-31C2-BCC5-5ED788A8862F}"/>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marL="0" marR="0" lvl="0" indent="0" algn="r" defTabSz="914400" rtl="0" eaLnBrk="1" fontAlgn="auto" latinLnBrk="0" hangingPunct="1">
              <a:lnSpc>
                <a:spcPct val="90000"/>
              </a:lnSpc>
              <a:spcBef>
                <a:spcPts val="0"/>
              </a:spcBef>
              <a:spcAft>
                <a:spcPts val="0"/>
              </a:spcAft>
              <a:buClrTx/>
              <a:buSzTx/>
              <a:buFontTx/>
              <a:buNone/>
              <a:tabLst/>
              <a:defRPr/>
            </a:pPr>
            <a:fld id="{7A51DB15-7364-4F0B-A3A0-1309F8830053}" type="slidenum">
              <a:rPr kumimoji="0" lang="en-US" sz="800" b="0" i="0" u="none" strike="noStrike" kern="1200" cap="none" spc="0" normalizeH="0" baseline="0" noProof="0" smtClean="0">
                <a:ln>
                  <a:noFill/>
                </a:ln>
                <a:solidFill>
                  <a:srgbClr val="3F3F3F"/>
                </a:solidFill>
                <a:effectLst/>
                <a:uLnTx/>
                <a:uFillTx/>
                <a:latin typeface="Arial" panose="020B0604020202020204" pitchFamily="34" charset="0"/>
                <a:ea typeface="Arial" panose="020B0604020202020204" pitchFamily="34" charset="0"/>
              </a:rPr>
              <a:pPr marL="0" marR="0" lvl="0" indent="0" algn="r" defTabSz="914400" rtl="0" eaLnBrk="1" fontAlgn="auto" latinLnBrk="0" hangingPunct="1">
                <a:lnSpc>
                  <a:spcPct val="90000"/>
                </a:lnSpc>
                <a:spcBef>
                  <a:spcPts val="0"/>
                </a:spcBef>
                <a:spcAft>
                  <a:spcPts val="0"/>
                </a:spcAft>
                <a:buClrTx/>
                <a:buSzTx/>
                <a:buFontTx/>
                <a:buNone/>
                <a:tabLst/>
                <a:defRPr/>
              </a:pPr>
              <a:t>‹#›</a:t>
            </a:fld>
            <a:endParaRPr kumimoji="0" lang="en-US" sz="800" b="0" i="0" u="none" strike="noStrike" kern="1200" cap="none" spc="0" normalizeH="0" baseline="0" noProof="0" dirty="0">
              <a:ln>
                <a:noFill/>
              </a:ln>
              <a:solidFill>
                <a:srgbClr val="3F3F3F"/>
              </a:solidFill>
              <a:effectLst/>
              <a:uLnTx/>
              <a:uFillTx/>
              <a:latin typeface="Arial" panose="020B0604020202020204" pitchFamily="34" charset="0"/>
              <a:ea typeface="Arial" panose="020B0604020202020204" pitchFamily="34" charset="0"/>
            </a:endParaRPr>
          </a:p>
        </p:txBody>
      </p:sp>
      <p:sp>
        <p:nvSpPr>
          <p:cNvPr id="3" name="TextBox 2">
            <a:extLst>
              <a:ext uri="{FF2B5EF4-FFF2-40B4-BE49-F238E27FC236}">
                <a16:creationId xmlns:a16="http://schemas.microsoft.com/office/drawing/2014/main" id="{E5BD7664-B488-7E4F-4D3B-ABAB755733E7}"/>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5" name="Graphic 8">
            <a:extLst>
              <a:ext uri="{FF2B5EF4-FFF2-40B4-BE49-F238E27FC236}">
                <a16:creationId xmlns:a16="http://schemas.microsoft.com/office/drawing/2014/main" id="{D0F9EA36-BB70-5313-044B-80807DA9CCD3}"/>
              </a:ext>
            </a:extLst>
          </p:cNvPr>
          <p:cNvGrpSpPr/>
          <p:nvPr userDrawn="1"/>
        </p:nvGrpSpPr>
        <p:grpSpPr>
          <a:xfrm>
            <a:off x="265625" y="6323271"/>
            <a:ext cx="1249223" cy="369648"/>
            <a:chOff x="265625" y="6323271"/>
            <a:chExt cx="1249223" cy="369648"/>
          </a:xfrm>
          <a:solidFill>
            <a:srgbClr val="000000"/>
          </a:solidFill>
        </p:grpSpPr>
        <p:grpSp>
          <p:nvGrpSpPr>
            <p:cNvPr id="6" name="Graphic 8">
              <a:extLst>
                <a:ext uri="{FF2B5EF4-FFF2-40B4-BE49-F238E27FC236}">
                  <a16:creationId xmlns:a16="http://schemas.microsoft.com/office/drawing/2014/main" id="{C2685E30-24AA-7761-80C0-48E5848DA42B}"/>
                </a:ext>
              </a:extLst>
            </p:cNvPr>
            <p:cNvGrpSpPr/>
            <p:nvPr/>
          </p:nvGrpSpPr>
          <p:grpSpPr>
            <a:xfrm>
              <a:off x="745455" y="6594444"/>
              <a:ext cx="722662" cy="98475"/>
              <a:chOff x="745455" y="6594444"/>
              <a:chExt cx="722662" cy="98475"/>
            </a:xfrm>
            <a:solidFill>
              <a:srgbClr val="000000"/>
            </a:solidFill>
          </p:grpSpPr>
          <p:sp>
            <p:nvSpPr>
              <p:cNvPr id="25" name="Freeform 49">
                <a:extLst>
                  <a:ext uri="{FF2B5EF4-FFF2-40B4-BE49-F238E27FC236}">
                    <a16:creationId xmlns:a16="http://schemas.microsoft.com/office/drawing/2014/main" id="{E99FBFD3-FC96-695C-66D3-862CB40AC301}"/>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26" name="Freeform 50">
                <a:extLst>
                  <a:ext uri="{FF2B5EF4-FFF2-40B4-BE49-F238E27FC236}">
                    <a16:creationId xmlns:a16="http://schemas.microsoft.com/office/drawing/2014/main" id="{6CDEBF1C-4273-612B-EE4B-68FA2CD80F6E}"/>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27" name="Freeform 51">
                <a:extLst>
                  <a:ext uri="{FF2B5EF4-FFF2-40B4-BE49-F238E27FC236}">
                    <a16:creationId xmlns:a16="http://schemas.microsoft.com/office/drawing/2014/main" id="{0AFBAC62-9E83-6584-B456-AD66A2F13638}"/>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28" name="Freeform 52">
                <a:extLst>
                  <a:ext uri="{FF2B5EF4-FFF2-40B4-BE49-F238E27FC236}">
                    <a16:creationId xmlns:a16="http://schemas.microsoft.com/office/drawing/2014/main" id="{7AE67FF2-752E-D8BD-6B17-68A624B2764F}"/>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29" name="Freeform 53">
                <a:extLst>
                  <a:ext uri="{FF2B5EF4-FFF2-40B4-BE49-F238E27FC236}">
                    <a16:creationId xmlns:a16="http://schemas.microsoft.com/office/drawing/2014/main" id="{F274C2D8-E9AD-F8CF-758D-E76DE4236FF2}"/>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30" name="Freeform 54">
                <a:extLst>
                  <a:ext uri="{FF2B5EF4-FFF2-40B4-BE49-F238E27FC236}">
                    <a16:creationId xmlns:a16="http://schemas.microsoft.com/office/drawing/2014/main" id="{8D25EEE2-4428-09D0-2C2E-A4671B9BE448}"/>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31" name="Freeform 55">
                <a:extLst>
                  <a:ext uri="{FF2B5EF4-FFF2-40B4-BE49-F238E27FC236}">
                    <a16:creationId xmlns:a16="http://schemas.microsoft.com/office/drawing/2014/main" id="{F812BB8E-233F-3979-A51B-8634E7DB54CE}"/>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32" name="Freeform 56">
                <a:extLst>
                  <a:ext uri="{FF2B5EF4-FFF2-40B4-BE49-F238E27FC236}">
                    <a16:creationId xmlns:a16="http://schemas.microsoft.com/office/drawing/2014/main" id="{AAA3E88A-2807-2D3B-8F46-54C67622DCB1}"/>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33" name="Freeform 57">
                <a:extLst>
                  <a:ext uri="{FF2B5EF4-FFF2-40B4-BE49-F238E27FC236}">
                    <a16:creationId xmlns:a16="http://schemas.microsoft.com/office/drawing/2014/main" id="{04F62A2C-C883-D52B-C7F2-32F5EF8E781C}"/>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34" name="Freeform 58">
                <a:extLst>
                  <a:ext uri="{FF2B5EF4-FFF2-40B4-BE49-F238E27FC236}">
                    <a16:creationId xmlns:a16="http://schemas.microsoft.com/office/drawing/2014/main" id="{D399ED2E-7F86-EDD9-F686-2BD5A307732C}"/>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7" name="Graphic 8">
              <a:extLst>
                <a:ext uri="{FF2B5EF4-FFF2-40B4-BE49-F238E27FC236}">
                  <a16:creationId xmlns:a16="http://schemas.microsoft.com/office/drawing/2014/main" id="{965D35B2-5C93-A6A0-129B-3451010F0999}"/>
                </a:ext>
              </a:extLst>
            </p:cNvPr>
            <p:cNvGrpSpPr/>
            <p:nvPr/>
          </p:nvGrpSpPr>
          <p:grpSpPr>
            <a:xfrm>
              <a:off x="265625" y="6323271"/>
              <a:ext cx="1249223" cy="190348"/>
              <a:chOff x="265625" y="6323271"/>
              <a:chExt cx="1249223" cy="190348"/>
            </a:xfrm>
            <a:solidFill>
              <a:srgbClr val="000000"/>
            </a:solidFill>
          </p:grpSpPr>
          <p:sp>
            <p:nvSpPr>
              <p:cNvPr id="8" name="Freeform 60">
                <a:extLst>
                  <a:ext uri="{FF2B5EF4-FFF2-40B4-BE49-F238E27FC236}">
                    <a16:creationId xmlns:a16="http://schemas.microsoft.com/office/drawing/2014/main" id="{E0FFA6EF-56B4-D322-134D-C0560EC0235D}"/>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9" name="Freeform 61">
                <a:extLst>
                  <a:ext uri="{FF2B5EF4-FFF2-40B4-BE49-F238E27FC236}">
                    <a16:creationId xmlns:a16="http://schemas.microsoft.com/office/drawing/2014/main" id="{5E208487-B1C7-8686-5965-DD8E1AF8ABB5}"/>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14" name="Freeform 62">
                <a:extLst>
                  <a:ext uri="{FF2B5EF4-FFF2-40B4-BE49-F238E27FC236}">
                    <a16:creationId xmlns:a16="http://schemas.microsoft.com/office/drawing/2014/main" id="{40722565-B854-AEC2-6FDD-4F8379CDFC61}"/>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15" name="Freeform 63">
                <a:extLst>
                  <a:ext uri="{FF2B5EF4-FFF2-40B4-BE49-F238E27FC236}">
                    <a16:creationId xmlns:a16="http://schemas.microsoft.com/office/drawing/2014/main" id="{AD2CAD7B-FFD3-87BD-81A9-89308D8D3538}"/>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16" name="Freeform 64">
                <a:extLst>
                  <a:ext uri="{FF2B5EF4-FFF2-40B4-BE49-F238E27FC236}">
                    <a16:creationId xmlns:a16="http://schemas.microsoft.com/office/drawing/2014/main" id="{2E1E1374-E627-8B13-838C-C8E843CA72B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17" name="Freeform 65">
                <a:extLst>
                  <a:ext uri="{FF2B5EF4-FFF2-40B4-BE49-F238E27FC236}">
                    <a16:creationId xmlns:a16="http://schemas.microsoft.com/office/drawing/2014/main" id="{3D1EB2FF-6096-0636-BB9E-03CEF2B07E88}"/>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19" name="Freeform 66">
                <a:extLst>
                  <a:ext uri="{FF2B5EF4-FFF2-40B4-BE49-F238E27FC236}">
                    <a16:creationId xmlns:a16="http://schemas.microsoft.com/office/drawing/2014/main" id="{A9F2620B-E7EA-2199-0614-41C3DC49F399}"/>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4" name="TextBox 3">
            <a:extLst>
              <a:ext uri="{FF2B5EF4-FFF2-40B4-BE49-F238E27FC236}">
                <a16:creationId xmlns:a16="http://schemas.microsoft.com/office/drawing/2014/main" id="{D509BAC9-1014-CADB-5852-96D2DBA9D8F9}"/>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12191879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750"/>
                                        <p:tgtEl>
                                          <p:spTgt spid="13"/>
                                        </p:tgtEl>
                                      </p:cBhvr>
                                    </p:animEffect>
                                  </p:childTnLst>
                                </p:cTn>
                              </p:par>
                              <p:par>
                                <p:cTn id="8" presetID="6" presetClass="emph" presetSubtype="0" fill="hold" grpId="1" nodeType="withEffect">
                                  <p:stCondLst>
                                    <p:cond delay="0"/>
                                  </p:stCondLst>
                                  <p:childTnLst>
                                    <p:animScale>
                                      <p:cBhvr>
                                        <p:cTn id="9" dur="10" fill="hold"/>
                                        <p:tgtEl>
                                          <p:spTgt spid="13"/>
                                        </p:tgtEl>
                                      </p:cBhvr>
                                      <p:by x="1000" y="1000"/>
                                    </p:animScale>
                                  </p:childTnLst>
                                </p:cTn>
                              </p:par>
                              <p:par>
                                <p:cTn id="10" presetID="6" presetClass="emph" presetSubtype="0" accel="33333" decel="66667" fill="hold" grpId="2" nodeType="withEffect">
                                  <p:stCondLst>
                                    <p:cond delay="0"/>
                                  </p:stCondLst>
                                  <p:childTnLst>
                                    <p:animScale>
                                      <p:cBhvr>
                                        <p:cTn id="11" dur="750" fill="hold"/>
                                        <p:tgtEl>
                                          <p:spTgt spid="13"/>
                                        </p:tgtEl>
                                      </p:cBhvr>
                                      <p:by x="9999000" y="9999000"/>
                                    </p:animScale>
                                  </p:childTnLst>
                                </p:cTn>
                              </p:par>
                              <p:par>
                                <p:cTn id="12" presetID="10" presetClass="entr" presetSubtype="0" fill="hold" grpId="0" nodeType="with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750"/>
                                        <p:tgtEl>
                                          <p:spTgt spid="11"/>
                                        </p:tgtEl>
                                      </p:cBhvr>
                                    </p:animEffect>
                                  </p:childTnLst>
                                </p:cTn>
                              </p:par>
                              <p:par>
                                <p:cTn id="15" presetID="6" presetClass="emph" presetSubtype="0" fill="hold" grpId="1" nodeType="withEffect">
                                  <p:stCondLst>
                                    <p:cond delay="0"/>
                                  </p:stCondLst>
                                  <p:childTnLst>
                                    <p:animScale>
                                      <p:cBhvr>
                                        <p:cTn id="16" dur="10" fill="hold"/>
                                        <p:tgtEl>
                                          <p:spTgt spid="11"/>
                                        </p:tgtEl>
                                      </p:cBhvr>
                                      <p:by x="1000" y="1000"/>
                                    </p:animScale>
                                  </p:childTnLst>
                                </p:cTn>
                              </p:par>
                              <p:par>
                                <p:cTn id="17" presetID="6" presetClass="emph" presetSubtype="0" accel="33333" decel="66667" fill="hold" grpId="2" nodeType="withEffect">
                                  <p:stCondLst>
                                    <p:cond delay="0"/>
                                  </p:stCondLst>
                                  <p:childTnLst>
                                    <p:animScale>
                                      <p:cBhvr>
                                        <p:cTn id="18" dur="750" fill="hold"/>
                                        <p:tgtEl>
                                          <p:spTgt spid="11"/>
                                        </p:tgtEl>
                                      </p:cBhvr>
                                      <p:by x="9999000" y="9999000"/>
                                    </p:animScale>
                                  </p:childTnLst>
                                </p:cTn>
                              </p:par>
                              <p:par>
                                <p:cTn id="19" presetID="10"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750"/>
                                        <p:tgtEl>
                                          <p:spTgt spid="12"/>
                                        </p:tgtEl>
                                      </p:cBhvr>
                                    </p:animEffect>
                                  </p:childTnLst>
                                </p:cTn>
                              </p:par>
                              <p:par>
                                <p:cTn id="22" presetID="6" presetClass="emph" presetSubtype="0" fill="hold" grpId="1" nodeType="withEffect">
                                  <p:stCondLst>
                                    <p:cond delay="0"/>
                                  </p:stCondLst>
                                  <p:childTnLst>
                                    <p:animScale>
                                      <p:cBhvr>
                                        <p:cTn id="23" dur="10" fill="hold"/>
                                        <p:tgtEl>
                                          <p:spTgt spid="12"/>
                                        </p:tgtEl>
                                      </p:cBhvr>
                                      <p:by x="1000" y="1000"/>
                                    </p:animScale>
                                  </p:childTnLst>
                                </p:cTn>
                              </p:par>
                              <p:par>
                                <p:cTn id="24" presetID="6" presetClass="emph" presetSubtype="0" accel="33333" decel="66667" fill="hold" grpId="2" nodeType="withEffect">
                                  <p:stCondLst>
                                    <p:cond delay="0"/>
                                  </p:stCondLst>
                                  <p:childTnLst>
                                    <p:animScale>
                                      <p:cBhvr>
                                        <p:cTn id="25" dur="750" fill="hold"/>
                                        <p:tgtEl>
                                          <p:spTgt spid="12"/>
                                        </p:tgtEl>
                                      </p:cBhvr>
                                      <p:by x="9999000" y="9999000"/>
                                    </p:animScale>
                                  </p:childTnLst>
                                </p:cTn>
                              </p:par>
                            </p:childTnLst>
                          </p:cTn>
                        </p:par>
                      </p:childTnLst>
                    </p:cTn>
                  </p:par>
                  <p:par>
                    <p:cTn id="26" fill="hold">
                      <p:stCondLst>
                        <p:cond delay="indefinite"/>
                      </p:stCondLst>
                      <p:childTnLst>
                        <p:par>
                          <p:cTn id="27" fill="hold">
                            <p:stCondLst>
                              <p:cond delay="0"/>
                            </p:stCondLst>
                            <p:childTnLst>
                              <p:par>
                                <p:cTn id="28" presetID="2" presetClass="entr" presetSubtype="2" decel="20000" fill="hold" grpId="0" nodeType="clickEffect">
                                  <p:stCondLst>
                                    <p:cond delay="0"/>
                                  </p:stCondLst>
                                  <p:childTnLst>
                                    <p:set>
                                      <p:cBhvr>
                                        <p:cTn id="29" dur="1" fill="hold">
                                          <p:stCondLst>
                                            <p:cond delay="0"/>
                                          </p:stCondLst>
                                        </p:cTn>
                                        <p:tgtEl>
                                          <p:spTgt spid="21">
                                            <p:txEl>
                                              <p:pRg st="0" end="0"/>
                                            </p:txEl>
                                          </p:spTgt>
                                        </p:tgtEl>
                                        <p:attrNameLst>
                                          <p:attrName>style.visibility</p:attrName>
                                        </p:attrNameLst>
                                      </p:cBhvr>
                                      <p:to>
                                        <p:strVal val="visible"/>
                                      </p:to>
                                    </p:set>
                                    <p:anim calcmode="lin" valueType="num">
                                      <p:cBhvr additive="base">
                                        <p:cTn id="30" dur="500" fill="hold"/>
                                        <p:tgtEl>
                                          <p:spTgt spid="21">
                                            <p:txEl>
                                              <p:pRg st="0" end="0"/>
                                            </p:txEl>
                                          </p:spTgt>
                                        </p:tgtEl>
                                        <p:attrNameLst>
                                          <p:attrName>ppt_x</p:attrName>
                                        </p:attrNameLst>
                                      </p:cBhvr>
                                      <p:tavLst>
                                        <p:tav tm="0">
                                          <p:val>
                                            <p:strVal val="1+#ppt_w/2"/>
                                          </p:val>
                                        </p:tav>
                                        <p:tav tm="100000">
                                          <p:val>
                                            <p:strVal val="#ppt_x"/>
                                          </p:val>
                                        </p:tav>
                                      </p:tavLst>
                                    </p:anim>
                                    <p:anim calcmode="lin" valueType="num">
                                      <p:cBhvr additive="base">
                                        <p:cTn id="31" dur="500" fill="hold"/>
                                        <p:tgtEl>
                                          <p:spTgt spid="21">
                                            <p:txEl>
                                              <p:pRg st="0" end="0"/>
                                            </p:txEl>
                                          </p:spTgt>
                                        </p:tgtEl>
                                        <p:attrNameLst>
                                          <p:attrName>ppt_y</p:attrName>
                                        </p:attrNameLst>
                                      </p:cBhvr>
                                      <p:tavLst>
                                        <p:tav tm="0">
                                          <p:val>
                                            <p:strVal val="#ppt_y"/>
                                          </p:val>
                                        </p:tav>
                                        <p:tav tm="100000">
                                          <p:val>
                                            <p:strVal val="#ppt_y"/>
                                          </p:val>
                                        </p:tav>
                                      </p:tavLst>
                                    </p:anim>
                                  </p:childTnLst>
                                </p:cTn>
                              </p:par>
                              <p:par>
                                <p:cTn id="32" presetID="2" presetClass="entr" presetSubtype="2" decel="20000" fill="hold" grpId="0" nodeType="withEffect">
                                  <p:stCondLst>
                                    <p:cond delay="0"/>
                                  </p:stCondLst>
                                  <p:childTnLst>
                                    <p:set>
                                      <p:cBhvr>
                                        <p:cTn id="33" dur="1" fill="hold">
                                          <p:stCondLst>
                                            <p:cond delay="0"/>
                                          </p:stCondLst>
                                        </p:cTn>
                                        <p:tgtEl>
                                          <p:spTgt spid="22">
                                            <p:txEl>
                                              <p:pRg st="0" end="0"/>
                                            </p:txEl>
                                          </p:spTgt>
                                        </p:tgtEl>
                                        <p:attrNameLst>
                                          <p:attrName>style.visibility</p:attrName>
                                        </p:attrNameLst>
                                      </p:cBhvr>
                                      <p:to>
                                        <p:strVal val="visible"/>
                                      </p:to>
                                    </p:set>
                                    <p:anim calcmode="lin" valueType="num">
                                      <p:cBhvr additive="base">
                                        <p:cTn id="34" dur="500" fill="hold"/>
                                        <p:tgtEl>
                                          <p:spTgt spid="22">
                                            <p:txEl>
                                              <p:pRg st="0" end="0"/>
                                            </p:txEl>
                                          </p:spTgt>
                                        </p:tgtEl>
                                        <p:attrNameLst>
                                          <p:attrName>ppt_x</p:attrName>
                                        </p:attrNameLst>
                                      </p:cBhvr>
                                      <p:tavLst>
                                        <p:tav tm="0">
                                          <p:val>
                                            <p:strVal val="1+#ppt_w/2"/>
                                          </p:val>
                                        </p:tav>
                                        <p:tav tm="100000">
                                          <p:val>
                                            <p:strVal val="#ppt_x"/>
                                          </p:val>
                                        </p:tav>
                                      </p:tavLst>
                                    </p:anim>
                                    <p:anim calcmode="lin" valueType="num">
                                      <p:cBhvr additive="base">
                                        <p:cTn id="35" dur="500" fill="hold"/>
                                        <p:tgtEl>
                                          <p:spTgt spid="22">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8" presetID="2" presetClass="entr" presetSubtype="2" decel="20000" fill="hold" grpId="0" nodeType="clickEffect">
                                  <p:stCondLst>
                                    <p:cond delay="0"/>
                                  </p:stCondLst>
                                  <p:childTnLst>
                                    <p:set>
                                      <p:cBhvr>
                                        <p:cTn id="39" dur="1" fill="hold">
                                          <p:stCondLst>
                                            <p:cond delay="0"/>
                                          </p:stCondLst>
                                        </p:cTn>
                                        <p:tgtEl>
                                          <p:spTgt spid="18">
                                            <p:txEl>
                                              <p:pRg st="0" end="0"/>
                                            </p:txEl>
                                          </p:spTgt>
                                        </p:tgtEl>
                                        <p:attrNameLst>
                                          <p:attrName>style.visibility</p:attrName>
                                        </p:attrNameLst>
                                      </p:cBhvr>
                                      <p:to>
                                        <p:strVal val="visible"/>
                                      </p:to>
                                    </p:set>
                                    <p:anim calcmode="lin" valueType="num">
                                      <p:cBhvr additive="base">
                                        <p:cTn id="40" dur="500" fill="hold"/>
                                        <p:tgtEl>
                                          <p:spTgt spid="18">
                                            <p:txEl>
                                              <p:pRg st="0" end="0"/>
                                            </p:txEl>
                                          </p:spTgt>
                                        </p:tgtEl>
                                        <p:attrNameLst>
                                          <p:attrName>ppt_x</p:attrName>
                                        </p:attrNameLst>
                                      </p:cBhvr>
                                      <p:tavLst>
                                        <p:tav tm="0">
                                          <p:val>
                                            <p:strVal val="1+#ppt_w/2"/>
                                          </p:val>
                                        </p:tav>
                                        <p:tav tm="100000">
                                          <p:val>
                                            <p:strVal val="#ppt_x"/>
                                          </p:val>
                                        </p:tav>
                                      </p:tavLst>
                                    </p:anim>
                                    <p:anim calcmode="lin" valueType="num">
                                      <p:cBhvr additive="base">
                                        <p:cTn id="41" dur="500" fill="hold"/>
                                        <p:tgtEl>
                                          <p:spTgt spid="18">
                                            <p:txEl>
                                              <p:pRg st="0" end="0"/>
                                            </p:txEl>
                                          </p:spTgt>
                                        </p:tgtEl>
                                        <p:attrNameLst>
                                          <p:attrName>ppt_y</p:attrName>
                                        </p:attrNameLst>
                                      </p:cBhvr>
                                      <p:tavLst>
                                        <p:tav tm="0">
                                          <p:val>
                                            <p:strVal val="#ppt_y"/>
                                          </p:val>
                                        </p:tav>
                                        <p:tav tm="100000">
                                          <p:val>
                                            <p:strVal val="#ppt_y"/>
                                          </p:val>
                                        </p:tav>
                                      </p:tavLst>
                                    </p:anim>
                                  </p:childTnLst>
                                </p:cTn>
                              </p:par>
                              <p:par>
                                <p:cTn id="42" presetID="2" presetClass="entr" presetSubtype="2" decel="20000" fill="hold" grpId="0" nodeType="withEffect">
                                  <p:stCondLst>
                                    <p:cond delay="0"/>
                                  </p:stCondLst>
                                  <p:childTnLst>
                                    <p:set>
                                      <p:cBhvr>
                                        <p:cTn id="43" dur="1" fill="hold">
                                          <p:stCondLst>
                                            <p:cond delay="0"/>
                                          </p:stCondLst>
                                        </p:cTn>
                                        <p:tgtEl>
                                          <p:spTgt spid="20">
                                            <p:txEl>
                                              <p:pRg st="0" end="0"/>
                                            </p:txEl>
                                          </p:spTgt>
                                        </p:tgtEl>
                                        <p:attrNameLst>
                                          <p:attrName>style.visibility</p:attrName>
                                        </p:attrNameLst>
                                      </p:cBhvr>
                                      <p:to>
                                        <p:strVal val="visible"/>
                                      </p:to>
                                    </p:set>
                                    <p:anim calcmode="lin" valueType="num">
                                      <p:cBhvr additive="base">
                                        <p:cTn id="44" dur="500" fill="hold"/>
                                        <p:tgtEl>
                                          <p:spTgt spid="20">
                                            <p:txEl>
                                              <p:pRg st="0" end="0"/>
                                            </p:txEl>
                                          </p:spTgt>
                                        </p:tgtEl>
                                        <p:attrNameLst>
                                          <p:attrName>ppt_x</p:attrName>
                                        </p:attrNameLst>
                                      </p:cBhvr>
                                      <p:tavLst>
                                        <p:tav tm="0">
                                          <p:val>
                                            <p:strVal val="1+#ppt_w/2"/>
                                          </p:val>
                                        </p:tav>
                                        <p:tav tm="100000">
                                          <p:val>
                                            <p:strVal val="#ppt_x"/>
                                          </p:val>
                                        </p:tav>
                                      </p:tavLst>
                                    </p:anim>
                                    <p:anim calcmode="lin" valueType="num">
                                      <p:cBhvr additive="base">
                                        <p:cTn id="45" dur="500" fill="hold"/>
                                        <p:tgtEl>
                                          <p:spTgt spid="20">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8" presetID="2" presetClass="entr" presetSubtype="2" decel="20000" fill="hold" grpId="0" nodeType="clickEffect">
                                  <p:stCondLst>
                                    <p:cond delay="0"/>
                                  </p:stCondLst>
                                  <p:childTnLst>
                                    <p:set>
                                      <p:cBhvr>
                                        <p:cTn id="49" dur="1" fill="hold">
                                          <p:stCondLst>
                                            <p:cond delay="0"/>
                                          </p:stCondLst>
                                        </p:cTn>
                                        <p:tgtEl>
                                          <p:spTgt spid="23">
                                            <p:txEl>
                                              <p:pRg st="0" end="0"/>
                                            </p:txEl>
                                          </p:spTgt>
                                        </p:tgtEl>
                                        <p:attrNameLst>
                                          <p:attrName>style.visibility</p:attrName>
                                        </p:attrNameLst>
                                      </p:cBhvr>
                                      <p:to>
                                        <p:strVal val="visible"/>
                                      </p:to>
                                    </p:set>
                                    <p:anim calcmode="lin" valueType="num">
                                      <p:cBhvr additive="base">
                                        <p:cTn id="50" dur="500" fill="hold"/>
                                        <p:tgtEl>
                                          <p:spTgt spid="23">
                                            <p:txEl>
                                              <p:pRg st="0" end="0"/>
                                            </p:txEl>
                                          </p:spTgt>
                                        </p:tgtEl>
                                        <p:attrNameLst>
                                          <p:attrName>ppt_x</p:attrName>
                                        </p:attrNameLst>
                                      </p:cBhvr>
                                      <p:tavLst>
                                        <p:tav tm="0">
                                          <p:val>
                                            <p:strVal val="1+#ppt_w/2"/>
                                          </p:val>
                                        </p:tav>
                                        <p:tav tm="100000">
                                          <p:val>
                                            <p:strVal val="#ppt_x"/>
                                          </p:val>
                                        </p:tav>
                                      </p:tavLst>
                                    </p:anim>
                                    <p:anim calcmode="lin" valueType="num">
                                      <p:cBhvr additive="base">
                                        <p:cTn id="51" dur="500" fill="hold"/>
                                        <p:tgtEl>
                                          <p:spTgt spid="23">
                                            <p:txEl>
                                              <p:pRg st="0" end="0"/>
                                            </p:txEl>
                                          </p:spTgt>
                                        </p:tgtEl>
                                        <p:attrNameLst>
                                          <p:attrName>ppt_y</p:attrName>
                                        </p:attrNameLst>
                                      </p:cBhvr>
                                      <p:tavLst>
                                        <p:tav tm="0">
                                          <p:val>
                                            <p:strVal val="#ppt_y"/>
                                          </p:val>
                                        </p:tav>
                                        <p:tav tm="100000">
                                          <p:val>
                                            <p:strVal val="#ppt_y"/>
                                          </p:val>
                                        </p:tav>
                                      </p:tavLst>
                                    </p:anim>
                                  </p:childTnLst>
                                </p:cTn>
                              </p:par>
                              <p:par>
                                <p:cTn id="52" presetID="2" presetClass="entr" presetSubtype="2" decel="20000" fill="hold" grpId="0" nodeType="withEffect">
                                  <p:stCondLst>
                                    <p:cond delay="0"/>
                                  </p:stCondLst>
                                  <p:childTnLst>
                                    <p:set>
                                      <p:cBhvr>
                                        <p:cTn id="53" dur="1" fill="hold">
                                          <p:stCondLst>
                                            <p:cond delay="0"/>
                                          </p:stCondLst>
                                        </p:cTn>
                                        <p:tgtEl>
                                          <p:spTgt spid="24">
                                            <p:txEl>
                                              <p:pRg st="0" end="0"/>
                                            </p:txEl>
                                          </p:spTgt>
                                        </p:tgtEl>
                                        <p:attrNameLst>
                                          <p:attrName>style.visibility</p:attrName>
                                        </p:attrNameLst>
                                      </p:cBhvr>
                                      <p:to>
                                        <p:strVal val="visible"/>
                                      </p:to>
                                    </p:set>
                                    <p:anim calcmode="lin" valueType="num">
                                      <p:cBhvr additive="base">
                                        <p:cTn id="54" dur="500" fill="hold"/>
                                        <p:tgtEl>
                                          <p:spTgt spid="24">
                                            <p:txEl>
                                              <p:pRg st="0" end="0"/>
                                            </p:txEl>
                                          </p:spTgt>
                                        </p:tgtEl>
                                        <p:attrNameLst>
                                          <p:attrName>ppt_x</p:attrName>
                                        </p:attrNameLst>
                                      </p:cBhvr>
                                      <p:tavLst>
                                        <p:tav tm="0">
                                          <p:val>
                                            <p:strVal val="1+#ppt_w/2"/>
                                          </p:val>
                                        </p:tav>
                                        <p:tav tm="100000">
                                          <p:val>
                                            <p:strVal val="#ppt_x"/>
                                          </p:val>
                                        </p:tav>
                                      </p:tavLst>
                                    </p:anim>
                                    <p:anim calcmode="lin" valueType="num">
                                      <p:cBhvr additive="base">
                                        <p:cTn id="55" dur="500" fill="hold"/>
                                        <p:tgtEl>
                                          <p:spTgt spid="24">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1" grpId="1" animBg="1"/>
      <p:bldP spid="11" grpId="2" animBg="1"/>
      <p:bldP spid="12" grpId="0" animBg="1"/>
      <p:bldP spid="12" grpId="1" animBg="1"/>
      <p:bldP spid="12" grpId="2" animBg="1"/>
      <p:bldP spid="13" grpId="0" animBg="1"/>
      <p:bldP spid="13" grpId="1" animBg="1"/>
      <p:bldP spid="13" grpId="2" animBg="1"/>
      <p:bldP spid="18" grpId="0" build="p">
        <p:tmplLst>
          <p:tmpl lvl="1">
            <p:tnLst>
              <p:par>
                <p:cTn presetID="2" presetClass="entr" presetSubtype="2" decel="20000" fill="hold" nodeType="clickEffect">
                  <p:stCondLst>
                    <p:cond delay="0"/>
                  </p:stCondLst>
                  <p:childTnLst>
                    <p:set>
                      <p:cBhvr>
                        <p:cTn dur="1" fill="hold">
                          <p:stCondLst>
                            <p:cond delay="0"/>
                          </p:stCondLst>
                        </p:cTn>
                        <p:tgtEl>
                          <p:spTgt spid="18"/>
                        </p:tgtEl>
                        <p:attrNameLst>
                          <p:attrName>style.visibility</p:attrName>
                        </p:attrNameLst>
                      </p:cBhvr>
                      <p:to>
                        <p:strVal val="visible"/>
                      </p:to>
                    </p:set>
                    <p:anim calcmode="lin" valueType="num">
                      <p:cBhvr additive="base">
                        <p:cTn dur="500" fill="hold"/>
                        <p:tgtEl>
                          <p:spTgt spid="18"/>
                        </p:tgtEl>
                        <p:attrNameLst>
                          <p:attrName>ppt_x</p:attrName>
                        </p:attrNameLst>
                      </p:cBhvr>
                      <p:tavLst>
                        <p:tav tm="0">
                          <p:val>
                            <p:strVal val="1+#ppt_w/2"/>
                          </p:val>
                        </p:tav>
                        <p:tav tm="100000">
                          <p:val>
                            <p:strVal val="#ppt_x"/>
                          </p:val>
                        </p:tav>
                      </p:tavLst>
                    </p:anim>
                    <p:anim calcmode="lin" valueType="num">
                      <p:cBhvr additive="base">
                        <p:cTn dur="500" fill="hold"/>
                        <p:tgtEl>
                          <p:spTgt spid="18"/>
                        </p:tgtEl>
                        <p:attrNameLst>
                          <p:attrName>ppt_y</p:attrName>
                        </p:attrNameLst>
                      </p:cBhvr>
                      <p:tavLst>
                        <p:tav tm="0">
                          <p:val>
                            <p:strVal val="#ppt_y"/>
                          </p:val>
                        </p:tav>
                        <p:tav tm="100000">
                          <p:val>
                            <p:strVal val="#ppt_y"/>
                          </p:val>
                        </p:tav>
                      </p:tavLst>
                    </p:anim>
                  </p:childTnLst>
                </p:cTn>
              </p:par>
            </p:tnLst>
          </p:tmpl>
        </p:tmplLst>
      </p:bldP>
      <p:bldP spid="20" grpId="0" build="p">
        <p:tmplLst>
          <p:tmpl lvl="1">
            <p:tnLst>
              <p:par>
                <p:cTn presetID="2" presetClass="entr" presetSubtype="2" decel="20000" fill="hold" nodeType="withEffect">
                  <p:stCondLst>
                    <p:cond delay="0"/>
                  </p:stCondLst>
                  <p:childTnLst>
                    <p:set>
                      <p:cBhvr>
                        <p:cTn dur="1" fill="hold">
                          <p:stCondLst>
                            <p:cond delay="0"/>
                          </p:stCondLst>
                        </p:cTn>
                        <p:tgtEl>
                          <p:spTgt spid="20"/>
                        </p:tgtEl>
                        <p:attrNameLst>
                          <p:attrName>style.visibility</p:attrName>
                        </p:attrNameLst>
                      </p:cBhvr>
                      <p:to>
                        <p:strVal val="visible"/>
                      </p:to>
                    </p:set>
                    <p:anim calcmode="lin" valueType="num">
                      <p:cBhvr additive="base">
                        <p:cTn dur="500" fill="hold"/>
                        <p:tgtEl>
                          <p:spTgt spid="20"/>
                        </p:tgtEl>
                        <p:attrNameLst>
                          <p:attrName>ppt_x</p:attrName>
                        </p:attrNameLst>
                      </p:cBhvr>
                      <p:tavLst>
                        <p:tav tm="0">
                          <p:val>
                            <p:strVal val="1+#ppt_w/2"/>
                          </p:val>
                        </p:tav>
                        <p:tav tm="100000">
                          <p:val>
                            <p:strVal val="#ppt_x"/>
                          </p:val>
                        </p:tav>
                      </p:tavLst>
                    </p:anim>
                    <p:anim calcmode="lin" valueType="num">
                      <p:cBhvr additive="base">
                        <p:cTn dur="500" fill="hold"/>
                        <p:tgtEl>
                          <p:spTgt spid="20"/>
                        </p:tgtEl>
                        <p:attrNameLst>
                          <p:attrName>ppt_y</p:attrName>
                        </p:attrNameLst>
                      </p:cBhvr>
                      <p:tavLst>
                        <p:tav tm="0">
                          <p:val>
                            <p:strVal val="#ppt_y"/>
                          </p:val>
                        </p:tav>
                        <p:tav tm="100000">
                          <p:val>
                            <p:strVal val="#ppt_y"/>
                          </p:val>
                        </p:tav>
                      </p:tavLst>
                    </p:anim>
                  </p:childTnLst>
                </p:cTn>
              </p:par>
            </p:tnLst>
          </p:tmpl>
        </p:tmplLst>
      </p:bldP>
      <p:bldP spid="21" grpId="0" build="p">
        <p:tmplLst>
          <p:tmpl lvl="1">
            <p:tnLst>
              <p:par>
                <p:cTn presetID="2" presetClass="entr" presetSubtype="2" decel="20000" fill="hold" nodeType="clickEffect">
                  <p:stCondLst>
                    <p:cond delay="0"/>
                  </p:stCondLst>
                  <p:childTnLst>
                    <p:set>
                      <p:cBhvr>
                        <p:cTn dur="1" fill="hold">
                          <p:stCondLst>
                            <p:cond delay="0"/>
                          </p:stCondLst>
                        </p:cTn>
                        <p:tgtEl>
                          <p:spTgt spid="21"/>
                        </p:tgtEl>
                        <p:attrNameLst>
                          <p:attrName>style.visibility</p:attrName>
                        </p:attrNameLst>
                      </p:cBhvr>
                      <p:to>
                        <p:strVal val="visible"/>
                      </p:to>
                    </p:set>
                    <p:anim calcmode="lin" valueType="num">
                      <p:cBhvr additive="base">
                        <p:cTn dur="500" fill="hold"/>
                        <p:tgtEl>
                          <p:spTgt spid="21"/>
                        </p:tgtEl>
                        <p:attrNameLst>
                          <p:attrName>ppt_x</p:attrName>
                        </p:attrNameLst>
                      </p:cBhvr>
                      <p:tavLst>
                        <p:tav tm="0">
                          <p:val>
                            <p:strVal val="1+#ppt_w/2"/>
                          </p:val>
                        </p:tav>
                        <p:tav tm="100000">
                          <p:val>
                            <p:strVal val="#ppt_x"/>
                          </p:val>
                        </p:tav>
                      </p:tavLst>
                    </p:anim>
                    <p:anim calcmode="lin" valueType="num">
                      <p:cBhvr additive="base">
                        <p:cTn dur="500" fill="hold"/>
                        <p:tgtEl>
                          <p:spTgt spid="21"/>
                        </p:tgtEl>
                        <p:attrNameLst>
                          <p:attrName>ppt_y</p:attrName>
                        </p:attrNameLst>
                      </p:cBhvr>
                      <p:tavLst>
                        <p:tav tm="0">
                          <p:val>
                            <p:strVal val="#ppt_y"/>
                          </p:val>
                        </p:tav>
                        <p:tav tm="100000">
                          <p:val>
                            <p:strVal val="#ppt_y"/>
                          </p:val>
                        </p:tav>
                      </p:tavLst>
                    </p:anim>
                  </p:childTnLst>
                </p:cTn>
              </p:par>
            </p:tnLst>
          </p:tmpl>
        </p:tmplLst>
      </p:bldP>
      <p:bldP spid="22" grpId="0" build="p">
        <p:tmplLst>
          <p:tmpl lvl="1">
            <p:tnLst>
              <p:par>
                <p:cTn presetID="2" presetClass="entr" presetSubtype="2" decel="20000" fill="hold" nodeType="withEffect">
                  <p:stCondLst>
                    <p:cond delay="0"/>
                  </p:stCondLst>
                  <p:childTnLst>
                    <p:set>
                      <p:cBhvr>
                        <p:cTn dur="1" fill="hold">
                          <p:stCondLst>
                            <p:cond delay="0"/>
                          </p:stCondLst>
                        </p:cTn>
                        <p:tgtEl>
                          <p:spTgt spid="22"/>
                        </p:tgtEl>
                        <p:attrNameLst>
                          <p:attrName>style.visibility</p:attrName>
                        </p:attrNameLst>
                      </p:cBhvr>
                      <p:to>
                        <p:strVal val="visible"/>
                      </p:to>
                    </p:set>
                    <p:anim calcmode="lin" valueType="num">
                      <p:cBhvr additive="base">
                        <p:cTn dur="500" fill="hold"/>
                        <p:tgtEl>
                          <p:spTgt spid="22"/>
                        </p:tgtEl>
                        <p:attrNameLst>
                          <p:attrName>ppt_x</p:attrName>
                        </p:attrNameLst>
                      </p:cBhvr>
                      <p:tavLst>
                        <p:tav tm="0">
                          <p:val>
                            <p:strVal val="1+#ppt_w/2"/>
                          </p:val>
                        </p:tav>
                        <p:tav tm="100000">
                          <p:val>
                            <p:strVal val="#ppt_x"/>
                          </p:val>
                        </p:tav>
                      </p:tavLst>
                    </p:anim>
                    <p:anim calcmode="lin" valueType="num">
                      <p:cBhvr additive="base">
                        <p:cTn dur="500" fill="hold"/>
                        <p:tgtEl>
                          <p:spTgt spid="22"/>
                        </p:tgtEl>
                        <p:attrNameLst>
                          <p:attrName>ppt_y</p:attrName>
                        </p:attrNameLst>
                      </p:cBhvr>
                      <p:tavLst>
                        <p:tav tm="0">
                          <p:val>
                            <p:strVal val="#ppt_y"/>
                          </p:val>
                        </p:tav>
                        <p:tav tm="100000">
                          <p:val>
                            <p:strVal val="#ppt_y"/>
                          </p:val>
                        </p:tav>
                      </p:tavLst>
                    </p:anim>
                  </p:childTnLst>
                </p:cTn>
              </p:par>
            </p:tnLst>
          </p:tmpl>
        </p:tmplLst>
      </p:bldP>
      <p:bldP spid="23" grpId="0" build="p">
        <p:tmplLst>
          <p:tmpl lvl="1">
            <p:tnLst>
              <p:par>
                <p:cTn presetID="2" presetClass="entr" presetSubtype="2" decel="20000" fill="hold" nodeType="clickEffect">
                  <p:stCondLst>
                    <p:cond delay="0"/>
                  </p:stCondLst>
                  <p:childTnLst>
                    <p:set>
                      <p:cBhvr>
                        <p:cTn dur="1" fill="hold">
                          <p:stCondLst>
                            <p:cond delay="0"/>
                          </p:stCondLst>
                        </p:cTn>
                        <p:tgtEl>
                          <p:spTgt spid="23"/>
                        </p:tgtEl>
                        <p:attrNameLst>
                          <p:attrName>style.visibility</p:attrName>
                        </p:attrNameLst>
                      </p:cBhvr>
                      <p:to>
                        <p:strVal val="visible"/>
                      </p:to>
                    </p:set>
                    <p:anim calcmode="lin" valueType="num">
                      <p:cBhvr additive="base">
                        <p:cTn dur="500" fill="hold"/>
                        <p:tgtEl>
                          <p:spTgt spid="23"/>
                        </p:tgtEl>
                        <p:attrNameLst>
                          <p:attrName>ppt_x</p:attrName>
                        </p:attrNameLst>
                      </p:cBhvr>
                      <p:tavLst>
                        <p:tav tm="0">
                          <p:val>
                            <p:strVal val="1+#ppt_w/2"/>
                          </p:val>
                        </p:tav>
                        <p:tav tm="100000">
                          <p:val>
                            <p:strVal val="#ppt_x"/>
                          </p:val>
                        </p:tav>
                      </p:tavLst>
                    </p:anim>
                    <p:anim calcmode="lin" valueType="num">
                      <p:cBhvr additive="base">
                        <p:cTn dur="500" fill="hold"/>
                        <p:tgtEl>
                          <p:spTgt spid="23"/>
                        </p:tgtEl>
                        <p:attrNameLst>
                          <p:attrName>ppt_y</p:attrName>
                        </p:attrNameLst>
                      </p:cBhvr>
                      <p:tavLst>
                        <p:tav tm="0">
                          <p:val>
                            <p:strVal val="#ppt_y"/>
                          </p:val>
                        </p:tav>
                        <p:tav tm="100000">
                          <p:val>
                            <p:strVal val="#ppt_y"/>
                          </p:val>
                        </p:tav>
                      </p:tavLst>
                    </p:anim>
                  </p:childTnLst>
                </p:cTn>
              </p:par>
            </p:tnLst>
          </p:tmpl>
        </p:tmplLst>
      </p:bldP>
      <p:bldP spid="24" grpId="0" build="p">
        <p:tmplLst>
          <p:tmpl lvl="1">
            <p:tnLst>
              <p:par>
                <p:cTn presetID="2" presetClass="entr" presetSubtype="2" decel="20000" fill="hold" nodeType="withEffect">
                  <p:stCondLst>
                    <p:cond delay="0"/>
                  </p:stCondLst>
                  <p:childTnLst>
                    <p:set>
                      <p:cBhvr>
                        <p:cTn dur="1" fill="hold">
                          <p:stCondLst>
                            <p:cond delay="0"/>
                          </p:stCondLst>
                        </p:cTn>
                        <p:tgtEl>
                          <p:spTgt spid="24"/>
                        </p:tgtEl>
                        <p:attrNameLst>
                          <p:attrName>style.visibility</p:attrName>
                        </p:attrNameLst>
                      </p:cBhvr>
                      <p:to>
                        <p:strVal val="visible"/>
                      </p:to>
                    </p:set>
                    <p:anim calcmode="lin" valueType="num">
                      <p:cBhvr additive="base">
                        <p:cTn dur="500" fill="hold"/>
                        <p:tgtEl>
                          <p:spTgt spid="24"/>
                        </p:tgtEl>
                        <p:attrNameLst>
                          <p:attrName>ppt_x</p:attrName>
                        </p:attrNameLst>
                      </p:cBhvr>
                      <p:tavLst>
                        <p:tav tm="0">
                          <p:val>
                            <p:strVal val="1+#ppt_w/2"/>
                          </p:val>
                        </p:tav>
                        <p:tav tm="100000">
                          <p:val>
                            <p:strVal val="#ppt_x"/>
                          </p:val>
                        </p:tav>
                      </p:tavLst>
                    </p:anim>
                    <p:anim calcmode="lin" valueType="num">
                      <p:cBhvr additive="base">
                        <p:cTn dur="500" fill="hold"/>
                        <p:tgtEl>
                          <p:spTgt spid="24"/>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Big Statement - Leaf">
    <p:spTree>
      <p:nvGrpSpPr>
        <p:cNvPr id="1" name=""/>
        <p:cNvGrpSpPr/>
        <p:nvPr/>
      </p:nvGrpSpPr>
      <p:grpSpPr>
        <a:xfrm>
          <a:off x="0" y="0"/>
          <a:ext cx="0" cy="0"/>
          <a:chOff x="0" y="0"/>
          <a:chExt cx="0" cy="0"/>
        </a:xfrm>
      </p:grpSpPr>
      <p:grpSp>
        <p:nvGrpSpPr>
          <p:cNvPr id="34" name="Group 33">
            <a:extLst>
              <a:ext uri="{FF2B5EF4-FFF2-40B4-BE49-F238E27FC236}">
                <a16:creationId xmlns:a16="http://schemas.microsoft.com/office/drawing/2014/main" id="{AE796DBB-7792-6B1A-4BD6-1B6B3F4B736A}"/>
              </a:ext>
            </a:extLst>
          </p:cNvPr>
          <p:cNvGrpSpPr/>
          <p:nvPr/>
        </p:nvGrpSpPr>
        <p:grpSpPr>
          <a:xfrm>
            <a:off x="5111737" y="1408637"/>
            <a:ext cx="7077088" cy="4553747"/>
            <a:chOff x="5111737" y="1408637"/>
            <a:chExt cx="7077088" cy="4553747"/>
          </a:xfrm>
        </p:grpSpPr>
        <p:sp>
          <p:nvSpPr>
            <p:cNvPr id="33" name="Freeform: Shape 32">
              <a:extLst>
                <a:ext uri="{FF2B5EF4-FFF2-40B4-BE49-F238E27FC236}">
                  <a16:creationId xmlns:a16="http://schemas.microsoft.com/office/drawing/2014/main" id="{E4086297-1AF3-2A2B-2613-14EDF97D3E23}"/>
                </a:ext>
              </a:extLst>
            </p:cNvPr>
            <p:cNvSpPr/>
            <p:nvPr/>
          </p:nvSpPr>
          <p:spPr>
            <a:xfrm>
              <a:off x="9152842" y="1408637"/>
              <a:ext cx="3035983" cy="3162295"/>
            </a:xfrm>
            <a:custGeom>
              <a:avLst/>
              <a:gdLst>
                <a:gd name="connsiteX0" fmla="*/ 3035983 w 3035983"/>
                <a:gd name="connsiteY0" fmla="*/ 0 h 3162295"/>
                <a:gd name="connsiteX1" fmla="*/ 3035983 w 3035983"/>
                <a:gd name="connsiteY1" fmla="*/ 1627776 h 3162295"/>
                <a:gd name="connsiteX2" fmla="*/ 1779818 w 3035983"/>
                <a:gd name="connsiteY2" fmla="*/ 2883941 h 3162295"/>
                <a:gd name="connsiteX3" fmla="*/ 1107726 w 3035983"/>
                <a:gd name="connsiteY3" fmla="*/ 3162295 h 3162295"/>
                <a:gd name="connsiteX4" fmla="*/ 95248 w 3035983"/>
                <a:gd name="connsiteY4" fmla="*/ 3162295 h 3162295"/>
                <a:gd name="connsiteX5" fmla="*/ 28020 w 3035983"/>
                <a:gd name="connsiteY5" fmla="*/ 3000022 h 3162295"/>
                <a:gd name="connsiteX6" fmla="*/ 2991889 w 3035983"/>
                <a:gd name="connsiteY6" fmla="*/ 36153 h 31622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035983" h="3162295">
                  <a:moveTo>
                    <a:pt x="3035983" y="0"/>
                  </a:moveTo>
                  <a:lnTo>
                    <a:pt x="3035983" y="1627776"/>
                  </a:lnTo>
                  <a:lnTo>
                    <a:pt x="1779818" y="2883941"/>
                  </a:lnTo>
                  <a:cubicBezTo>
                    <a:pt x="1601578" y="3062182"/>
                    <a:pt x="1359848" y="3162295"/>
                    <a:pt x="1107726" y="3162295"/>
                  </a:cubicBezTo>
                  <a:lnTo>
                    <a:pt x="95248" y="3162295"/>
                  </a:lnTo>
                  <a:cubicBezTo>
                    <a:pt x="10595" y="3162295"/>
                    <a:pt x="-31858" y="3059901"/>
                    <a:pt x="28020" y="3000022"/>
                  </a:cubicBezTo>
                  <a:lnTo>
                    <a:pt x="2991889" y="36153"/>
                  </a:lnTo>
                  <a:close/>
                </a:path>
              </a:pathLst>
            </a:custGeom>
            <a:gradFill>
              <a:gsLst>
                <a:gs pos="5000">
                  <a:srgbClr val="61A30E"/>
                </a:gs>
                <a:gs pos="80000">
                  <a:srgbClr val="0095C4"/>
                </a:gs>
              </a:gsLst>
              <a:lin ang="18900033" scaled="1"/>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p>
          </p:txBody>
        </p:sp>
        <p:sp>
          <p:nvSpPr>
            <p:cNvPr id="30" name="Freeform: Shape 29">
              <a:extLst>
                <a:ext uri="{FF2B5EF4-FFF2-40B4-BE49-F238E27FC236}">
                  <a16:creationId xmlns:a16="http://schemas.microsoft.com/office/drawing/2014/main" id="{6E43FCC5-AD89-BD2E-37A1-C8E7D4E39967}"/>
                </a:ext>
              </a:extLst>
            </p:cNvPr>
            <p:cNvSpPr/>
            <p:nvPr/>
          </p:nvSpPr>
          <p:spPr>
            <a:xfrm>
              <a:off x="5111737" y="2041036"/>
              <a:ext cx="5910657" cy="3921348"/>
            </a:xfrm>
            <a:custGeom>
              <a:avLst/>
              <a:gdLst>
                <a:gd name="connsiteX0" fmla="*/ 1729824 w 5910657"/>
                <a:gd name="connsiteY0" fmla="*/ 3921349 h 3921348"/>
                <a:gd name="connsiteX1" fmla="*/ 95248 w 5910657"/>
                <a:gd name="connsiteY1" fmla="*/ 3921349 h 3921348"/>
                <a:gd name="connsiteX2" fmla="*/ 28020 w 5910657"/>
                <a:gd name="connsiteY2" fmla="*/ 3759076 h 3921348"/>
                <a:gd name="connsiteX3" fmla="*/ 3508742 w 5910657"/>
                <a:gd name="connsiteY3" fmla="*/ 278354 h 3921348"/>
                <a:gd name="connsiteX4" fmla="*/ 4180834 w 5910657"/>
                <a:gd name="connsiteY4" fmla="*/ 0 h 3921348"/>
                <a:gd name="connsiteX5" fmla="*/ 5815410 w 5910657"/>
                <a:gd name="connsiteY5" fmla="*/ 0 h 3921348"/>
                <a:gd name="connsiteX6" fmla="*/ 5882638 w 5910657"/>
                <a:gd name="connsiteY6" fmla="*/ 162273 h 3921348"/>
                <a:gd name="connsiteX7" fmla="*/ 2401916 w 5910657"/>
                <a:gd name="connsiteY7" fmla="*/ 3642994 h 3921348"/>
                <a:gd name="connsiteX8" fmla="*/ 1729824 w 5910657"/>
                <a:gd name="connsiteY8" fmla="*/ 3921349 h 3921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10657" h="3921348">
                  <a:moveTo>
                    <a:pt x="1729824" y="3921349"/>
                  </a:moveTo>
                  <a:lnTo>
                    <a:pt x="95248" y="3921349"/>
                  </a:lnTo>
                  <a:cubicBezTo>
                    <a:pt x="10595" y="3921349"/>
                    <a:pt x="-31858" y="3818954"/>
                    <a:pt x="28020" y="3759076"/>
                  </a:cubicBezTo>
                  <a:lnTo>
                    <a:pt x="3508742" y="278354"/>
                  </a:lnTo>
                  <a:cubicBezTo>
                    <a:pt x="3686982" y="100114"/>
                    <a:pt x="3928712" y="0"/>
                    <a:pt x="4180834" y="0"/>
                  </a:cubicBezTo>
                  <a:lnTo>
                    <a:pt x="5815410" y="0"/>
                  </a:lnTo>
                  <a:cubicBezTo>
                    <a:pt x="5900063" y="0"/>
                    <a:pt x="5942516" y="102395"/>
                    <a:pt x="5882638" y="162273"/>
                  </a:cubicBezTo>
                  <a:lnTo>
                    <a:pt x="2401916" y="3642994"/>
                  </a:lnTo>
                  <a:cubicBezTo>
                    <a:pt x="2223676" y="3821235"/>
                    <a:pt x="1981946" y="3921349"/>
                    <a:pt x="1729824" y="3921349"/>
                  </a:cubicBezTo>
                  <a:close/>
                </a:path>
              </a:pathLst>
            </a:custGeom>
            <a:gradFill>
              <a:gsLst>
                <a:gs pos="5000">
                  <a:srgbClr val="61A30E"/>
                </a:gs>
                <a:gs pos="80000">
                  <a:srgbClr val="0095C4"/>
                </a:gs>
              </a:gsLst>
              <a:lin ang="18900033" scaled="1"/>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p>
          </p:txBody>
        </p:sp>
      </p:grpSp>
      <p:sp>
        <p:nvSpPr>
          <p:cNvPr id="9" name="Text Placeholder 862">
            <a:extLst>
              <a:ext uri="{FF2B5EF4-FFF2-40B4-BE49-F238E27FC236}">
                <a16:creationId xmlns:a16="http://schemas.microsoft.com/office/drawing/2014/main" id="{65A5776C-9EB9-F84B-B0C4-411FA1106F62}"/>
              </a:ext>
            </a:extLst>
          </p:cNvPr>
          <p:cNvSpPr>
            <a:spLocks noGrp="1"/>
          </p:cNvSpPr>
          <p:nvPr>
            <p:ph type="body" sz="quarter" idx="12" hasCustomPrompt="1"/>
          </p:nvPr>
        </p:nvSpPr>
        <p:spPr>
          <a:xfrm>
            <a:off x="586477" y="2233670"/>
            <a:ext cx="6519403" cy="2285999"/>
          </a:xfrm>
        </p:spPr>
        <p:txBody>
          <a:bodyPr anchor="ctr"/>
          <a:lstStyle>
            <a:lvl1pPr>
              <a:lnSpc>
                <a:spcPct val="100000"/>
              </a:lnSpc>
              <a:spcBef>
                <a:spcPts val="0"/>
              </a:spcBef>
              <a:defRPr sz="3600">
                <a:solidFill>
                  <a:schemeClr val="accent4"/>
                </a:solidFill>
              </a:defRPr>
            </a:lvl1pPr>
            <a:lvl2pPr marL="273050" indent="0">
              <a:buNone/>
              <a:defRPr/>
            </a:lvl2pPr>
          </a:lstStyle>
          <a:p>
            <a:pPr lvl="0"/>
            <a:r>
              <a:rPr lang="en-US" dirty="0"/>
              <a:t>Slide with large text placeholder, green theme.</a:t>
            </a:r>
          </a:p>
        </p:txBody>
      </p:sp>
      <p:sp>
        <p:nvSpPr>
          <p:cNvPr id="15" name="page number">
            <a:extLst>
              <a:ext uri="{FF2B5EF4-FFF2-40B4-BE49-F238E27FC236}">
                <a16:creationId xmlns:a16="http://schemas.microsoft.com/office/drawing/2014/main" id="{55FF2E89-7A98-C14C-B802-9BBF588108E5}"/>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11" name="page number">
            <a:extLst>
              <a:ext uri="{FF2B5EF4-FFF2-40B4-BE49-F238E27FC236}">
                <a16:creationId xmlns:a16="http://schemas.microsoft.com/office/drawing/2014/main" id="{55FF2E89-7A98-C14C-B802-9BBF588108E5}"/>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42706829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Big Statement - Aqua">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FAE981AE-FE9F-186D-50E0-7F14F9BF53B6}"/>
              </a:ext>
            </a:extLst>
          </p:cNvPr>
          <p:cNvGrpSpPr/>
          <p:nvPr/>
        </p:nvGrpSpPr>
        <p:grpSpPr>
          <a:xfrm>
            <a:off x="5111737" y="1408637"/>
            <a:ext cx="7077088" cy="4553747"/>
            <a:chOff x="5111737" y="1408637"/>
            <a:chExt cx="7077088" cy="4553747"/>
          </a:xfrm>
        </p:grpSpPr>
        <p:sp>
          <p:nvSpPr>
            <p:cNvPr id="3" name="Freeform: Shape 2">
              <a:extLst>
                <a:ext uri="{FF2B5EF4-FFF2-40B4-BE49-F238E27FC236}">
                  <a16:creationId xmlns:a16="http://schemas.microsoft.com/office/drawing/2014/main" id="{4C6C08E0-382E-E034-0786-953B81FE7655}"/>
                </a:ext>
              </a:extLst>
            </p:cNvPr>
            <p:cNvSpPr/>
            <p:nvPr/>
          </p:nvSpPr>
          <p:spPr>
            <a:xfrm>
              <a:off x="9152842" y="1408637"/>
              <a:ext cx="3035983" cy="3162295"/>
            </a:xfrm>
            <a:custGeom>
              <a:avLst/>
              <a:gdLst>
                <a:gd name="connsiteX0" fmla="*/ 3035983 w 3035983"/>
                <a:gd name="connsiteY0" fmla="*/ 0 h 3162295"/>
                <a:gd name="connsiteX1" fmla="*/ 3035983 w 3035983"/>
                <a:gd name="connsiteY1" fmla="*/ 1627776 h 3162295"/>
                <a:gd name="connsiteX2" fmla="*/ 1779818 w 3035983"/>
                <a:gd name="connsiteY2" fmla="*/ 2883941 h 3162295"/>
                <a:gd name="connsiteX3" fmla="*/ 1107726 w 3035983"/>
                <a:gd name="connsiteY3" fmla="*/ 3162295 h 3162295"/>
                <a:gd name="connsiteX4" fmla="*/ 95248 w 3035983"/>
                <a:gd name="connsiteY4" fmla="*/ 3162295 h 3162295"/>
                <a:gd name="connsiteX5" fmla="*/ 28020 w 3035983"/>
                <a:gd name="connsiteY5" fmla="*/ 3000022 h 3162295"/>
                <a:gd name="connsiteX6" fmla="*/ 2991889 w 3035983"/>
                <a:gd name="connsiteY6" fmla="*/ 36153 h 31622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035983" h="3162295">
                  <a:moveTo>
                    <a:pt x="3035983" y="0"/>
                  </a:moveTo>
                  <a:lnTo>
                    <a:pt x="3035983" y="1627776"/>
                  </a:lnTo>
                  <a:lnTo>
                    <a:pt x="1779818" y="2883941"/>
                  </a:lnTo>
                  <a:cubicBezTo>
                    <a:pt x="1601578" y="3062182"/>
                    <a:pt x="1359848" y="3162295"/>
                    <a:pt x="1107726" y="3162295"/>
                  </a:cubicBezTo>
                  <a:lnTo>
                    <a:pt x="95248" y="3162295"/>
                  </a:lnTo>
                  <a:cubicBezTo>
                    <a:pt x="10595" y="3162295"/>
                    <a:pt x="-31858" y="3059901"/>
                    <a:pt x="28020" y="3000022"/>
                  </a:cubicBezTo>
                  <a:lnTo>
                    <a:pt x="2991889" y="36153"/>
                  </a:lnTo>
                  <a:close/>
                </a:path>
              </a:pathLst>
            </a:custGeom>
            <a:gradFill>
              <a:gsLst>
                <a:gs pos="21000">
                  <a:schemeClr val="accent2"/>
                </a:gs>
                <a:gs pos="83000">
                  <a:srgbClr val="0095C4"/>
                </a:gs>
              </a:gsLst>
              <a:lin ang="18900033" scaled="1"/>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p>
          </p:txBody>
        </p:sp>
        <p:sp>
          <p:nvSpPr>
            <p:cNvPr id="13" name="Freeform: Shape 12">
              <a:extLst>
                <a:ext uri="{FF2B5EF4-FFF2-40B4-BE49-F238E27FC236}">
                  <a16:creationId xmlns:a16="http://schemas.microsoft.com/office/drawing/2014/main" id="{E200D762-9980-0F2F-A4D2-E7F64294A756}"/>
                </a:ext>
              </a:extLst>
            </p:cNvPr>
            <p:cNvSpPr/>
            <p:nvPr/>
          </p:nvSpPr>
          <p:spPr>
            <a:xfrm>
              <a:off x="5111737" y="2041036"/>
              <a:ext cx="5910657" cy="3921348"/>
            </a:xfrm>
            <a:custGeom>
              <a:avLst/>
              <a:gdLst>
                <a:gd name="connsiteX0" fmla="*/ 1729824 w 5910657"/>
                <a:gd name="connsiteY0" fmla="*/ 3921349 h 3921348"/>
                <a:gd name="connsiteX1" fmla="*/ 95248 w 5910657"/>
                <a:gd name="connsiteY1" fmla="*/ 3921349 h 3921348"/>
                <a:gd name="connsiteX2" fmla="*/ 28020 w 5910657"/>
                <a:gd name="connsiteY2" fmla="*/ 3759076 h 3921348"/>
                <a:gd name="connsiteX3" fmla="*/ 3508742 w 5910657"/>
                <a:gd name="connsiteY3" fmla="*/ 278354 h 3921348"/>
                <a:gd name="connsiteX4" fmla="*/ 4180834 w 5910657"/>
                <a:gd name="connsiteY4" fmla="*/ 0 h 3921348"/>
                <a:gd name="connsiteX5" fmla="*/ 5815410 w 5910657"/>
                <a:gd name="connsiteY5" fmla="*/ 0 h 3921348"/>
                <a:gd name="connsiteX6" fmla="*/ 5882638 w 5910657"/>
                <a:gd name="connsiteY6" fmla="*/ 162273 h 3921348"/>
                <a:gd name="connsiteX7" fmla="*/ 2401916 w 5910657"/>
                <a:gd name="connsiteY7" fmla="*/ 3642994 h 3921348"/>
                <a:gd name="connsiteX8" fmla="*/ 1729824 w 5910657"/>
                <a:gd name="connsiteY8" fmla="*/ 3921349 h 3921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10657" h="3921348">
                  <a:moveTo>
                    <a:pt x="1729824" y="3921349"/>
                  </a:moveTo>
                  <a:lnTo>
                    <a:pt x="95248" y="3921349"/>
                  </a:lnTo>
                  <a:cubicBezTo>
                    <a:pt x="10595" y="3921349"/>
                    <a:pt x="-31858" y="3818954"/>
                    <a:pt x="28020" y="3759076"/>
                  </a:cubicBezTo>
                  <a:lnTo>
                    <a:pt x="3508742" y="278354"/>
                  </a:lnTo>
                  <a:cubicBezTo>
                    <a:pt x="3686982" y="100114"/>
                    <a:pt x="3928712" y="0"/>
                    <a:pt x="4180834" y="0"/>
                  </a:cubicBezTo>
                  <a:lnTo>
                    <a:pt x="5815410" y="0"/>
                  </a:lnTo>
                  <a:cubicBezTo>
                    <a:pt x="5900063" y="0"/>
                    <a:pt x="5942516" y="102395"/>
                    <a:pt x="5882638" y="162273"/>
                  </a:cubicBezTo>
                  <a:lnTo>
                    <a:pt x="2401916" y="3642994"/>
                  </a:lnTo>
                  <a:cubicBezTo>
                    <a:pt x="2223676" y="3821235"/>
                    <a:pt x="1981946" y="3921349"/>
                    <a:pt x="1729824" y="3921349"/>
                  </a:cubicBezTo>
                  <a:close/>
                </a:path>
              </a:pathLst>
            </a:custGeom>
            <a:gradFill>
              <a:gsLst>
                <a:gs pos="21000">
                  <a:schemeClr val="accent2"/>
                </a:gs>
                <a:gs pos="83000">
                  <a:srgbClr val="0095C4"/>
                </a:gs>
              </a:gsLst>
              <a:lin ang="18900033" scaled="1"/>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p>
          </p:txBody>
        </p:sp>
      </p:grpSp>
      <p:sp>
        <p:nvSpPr>
          <p:cNvPr id="9" name="Text Placeholder 862">
            <a:extLst>
              <a:ext uri="{FF2B5EF4-FFF2-40B4-BE49-F238E27FC236}">
                <a16:creationId xmlns:a16="http://schemas.microsoft.com/office/drawing/2014/main" id="{113BEA88-710C-A54D-A13C-5E36B6B878B7}"/>
              </a:ext>
            </a:extLst>
          </p:cNvPr>
          <p:cNvSpPr>
            <a:spLocks noGrp="1"/>
          </p:cNvSpPr>
          <p:nvPr>
            <p:ph type="body" sz="quarter" idx="12" hasCustomPrompt="1"/>
          </p:nvPr>
        </p:nvSpPr>
        <p:spPr>
          <a:xfrm>
            <a:off x="580171" y="2233670"/>
            <a:ext cx="6525709" cy="2285999"/>
          </a:xfrm>
        </p:spPr>
        <p:txBody>
          <a:bodyPr anchor="ctr"/>
          <a:lstStyle>
            <a:lvl1pPr>
              <a:lnSpc>
                <a:spcPct val="100000"/>
              </a:lnSpc>
              <a:spcBef>
                <a:spcPts val="0"/>
              </a:spcBef>
              <a:defRPr sz="3600">
                <a:solidFill>
                  <a:schemeClr val="accent2"/>
                </a:solidFill>
              </a:defRPr>
            </a:lvl1pPr>
            <a:lvl2pPr marL="273050" indent="0">
              <a:buNone/>
              <a:defRPr/>
            </a:lvl2pPr>
          </a:lstStyle>
          <a:p>
            <a:pPr lvl="0"/>
            <a:r>
              <a:rPr lang="en-US" dirty="0"/>
              <a:t>Slide with large text placeholder, blue theme.</a:t>
            </a:r>
          </a:p>
        </p:txBody>
      </p:sp>
      <p:sp>
        <p:nvSpPr>
          <p:cNvPr id="16" name="page number">
            <a:extLst>
              <a:ext uri="{FF2B5EF4-FFF2-40B4-BE49-F238E27FC236}">
                <a16:creationId xmlns:a16="http://schemas.microsoft.com/office/drawing/2014/main" id="{3A15EC20-3B57-4E4E-872C-A34852CBEF14}"/>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11" name="page number">
            <a:extLst>
              <a:ext uri="{FF2B5EF4-FFF2-40B4-BE49-F238E27FC236}">
                <a16:creationId xmlns:a16="http://schemas.microsoft.com/office/drawing/2014/main" id="{3A15EC20-3B57-4E4E-872C-A34852CBEF14}"/>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167639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Big Statement - Plum">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E76AE21A-751A-3AAB-6E34-CE624563FF91}"/>
              </a:ext>
            </a:extLst>
          </p:cNvPr>
          <p:cNvGrpSpPr/>
          <p:nvPr/>
        </p:nvGrpSpPr>
        <p:grpSpPr>
          <a:xfrm>
            <a:off x="5111737" y="1408637"/>
            <a:ext cx="7077088" cy="4553747"/>
            <a:chOff x="5111737" y="1408637"/>
            <a:chExt cx="7077088" cy="4553747"/>
          </a:xfrm>
        </p:grpSpPr>
        <p:sp>
          <p:nvSpPr>
            <p:cNvPr id="13" name="Freeform: Shape 12">
              <a:extLst>
                <a:ext uri="{FF2B5EF4-FFF2-40B4-BE49-F238E27FC236}">
                  <a16:creationId xmlns:a16="http://schemas.microsoft.com/office/drawing/2014/main" id="{FCFA1240-3D0D-AB66-BC3F-80EED3546482}"/>
                </a:ext>
              </a:extLst>
            </p:cNvPr>
            <p:cNvSpPr/>
            <p:nvPr/>
          </p:nvSpPr>
          <p:spPr>
            <a:xfrm>
              <a:off x="9152842" y="1408637"/>
              <a:ext cx="3035983" cy="3162295"/>
            </a:xfrm>
            <a:custGeom>
              <a:avLst/>
              <a:gdLst>
                <a:gd name="connsiteX0" fmla="*/ 3035983 w 3035983"/>
                <a:gd name="connsiteY0" fmla="*/ 0 h 3162295"/>
                <a:gd name="connsiteX1" fmla="*/ 3035983 w 3035983"/>
                <a:gd name="connsiteY1" fmla="*/ 1627776 h 3162295"/>
                <a:gd name="connsiteX2" fmla="*/ 1779818 w 3035983"/>
                <a:gd name="connsiteY2" fmla="*/ 2883941 h 3162295"/>
                <a:gd name="connsiteX3" fmla="*/ 1107726 w 3035983"/>
                <a:gd name="connsiteY3" fmla="*/ 3162295 h 3162295"/>
                <a:gd name="connsiteX4" fmla="*/ 95248 w 3035983"/>
                <a:gd name="connsiteY4" fmla="*/ 3162295 h 3162295"/>
                <a:gd name="connsiteX5" fmla="*/ 28020 w 3035983"/>
                <a:gd name="connsiteY5" fmla="*/ 3000022 h 3162295"/>
                <a:gd name="connsiteX6" fmla="*/ 2991889 w 3035983"/>
                <a:gd name="connsiteY6" fmla="*/ 36153 h 31622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035983" h="3162295">
                  <a:moveTo>
                    <a:pt x="3035983" y="0"/>
                  </a:moveTo>
                  <a:lnTo>
                    <a:pt x="3035983" y="1627776"/>
                  </a:lnTo>
                  <a:lnTo>
                    <a:pt x="1779818" y="2883941"/>
                  </a:lnTo>
                  <a:cubicBezTo>
                    <a:pt x="1601578" y="3062182"/>
                    <a:pt x="1359848" y="3162295"/>
                    <a:pt x="1107726" y="3162295"/>
                  </a:cubicBezTo>
                  <a:lnTo>
                    <a:pt x="95248" y="3162295"/>
                  </a:lnTo>
                  <a:cubicBezTo>
                    <a:pt x="10595" y="3162295"/>
                    <a:pt x="-31858" y="3059901"/>
                    <a:pt x="28020" y="3000022"/>
                  </a:cubicBezTo>
                  <a:lnTo>
                    <a:pt x="2991889" y="36153"/>
                  </a:lnTo>
                  <a:close/>
                </a:path>
              </a:pathLst>
            </a:custGeom>
            <a:gradFill>
              <a:gsLst>
                <a:gs pos="6000">
                  <a:schemeClr val="accent5"/>
                </a:gs>
                <a:gs pos="73000">
                  <a:srgbClr val="0095C4"/>
                </a:gs>
              </a:gsLst>
              <a:lin ang="18900033" scaled="1"/>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p>
          </p:txBody>
        </p:sp>
        <p:sp>
          <p:nvSpPr>
            <p:cNvPr id="14" name="Freeform: Shape 13">
              <a:extLst>
                <a:ext uri="{FF2B5EF4-FFF2-40B4-BE49-F238E27FC236}">
                  <a16:creationId xmlns:a16="http://schemas.microsoft.com/office/drawing/2014/main" id="{A884ED15-B8BE-771F-D78D-1BE6D9F66CCF}"/>
                </a:ext>
              </a:extLst>
            </p:cNvPr>
            <p:cNvSpPr/>
            <p:nvPr/>
          </p:nvSpPr>
          <p:spPr>
            <a:xfrm>
              <a:off x="5111737" y="2041036"/>
              <a:ext cx="5910657" cy="3921348"/>
            </a:xfrm>
            <a:custGeom>
              <a:avLst/>
              <a:gdLst>
                <a:gd name="connsiteX0" fmla="*/ 1729824 w 5910657"/>
                <a:gd name="connsiteY0" fmla="*/ 3921349 h 3921348"/>
                <a:gd name="connsiteX1" fmla="*/ 95248 w 5910657"/>
                <a:gd name="connsiteY1" fmla="*/ 3921349 h 3921348"/>
                <a:gd name="connsiteX2" fmla="*/ 28020 w 5910657"/>
                <a:gd name="connsiteY2" fmla="*/ 3759076 h 3921348"/>
                <a:gd name="connsiteX3" fmla="*/ 3508742 w 5910657"/>
                <a:gd name="connsiteY3" fmla="*/ 278354 h 3921348"/>
                <a:gd name="connsiteX4" fmla="*/ 4180834 w 5910657"/>
                <a:gd name="connsiteY4" fmla="*/ 0 h 3921348"/>
                <a:gd name="connsiteX5" fmla="*/ 5815410 w 5910657"/>
                <a:gd name="connsiteY5" fmla="*/ 0 h 3921348"/>
                <a:gd name="connsiteX6" fmla="*/ 5882638 w 5910657"/>
                <a:gd name="connsiteY6" fmla="*/ 162273 h 3921348"/>
                <a:gd name="connsiteX7" fmla="*/ 2401916 w 5910657"/>
                <a:gd name="connsiteY7" fmla="*/ 3642994 h 3921348"/>
                <a:gd name="connsiteX8" fmla="*/ 1729824 w 5910657"/>
                <a:gd name="connsiteY8" fmla="*/ 3921349 h 3921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10657" h="3921348">
                  <a:moveTo>
                    <a:pt x="1729824" y="3921349"/>
                  </a:moveTo>
                  <a:lnTo>
                    <a:pt x="95248" y="3921349"/>
                  </a:lnTo>
                  <a:cubicBezTo>
                    <a:pt x="10595" y="3921349"/>
                    <a:pt x="-31858" y="3818954"/>
                    <a:pt x="28020" y="3759076"/>
                  </a:cubicBezTo>
                  <a:lnTo>
                    <a:pt x="3508742" y="278354"/>
                  </a:lnTo>
                  <a:cubicBezTo>
                    <a:pt x="3686982" y="100114"/>
                    <a:pt x="3928712" y="0"/>
                    <a:pt x="4180834" y="0"/>
                  </a:cubicBezTo>
                  <a:lnTo>
                    <a:pt x="5815410" y="0"/>
                  </a:lnTo>
                  <a:cubicBezTo>
                    <a:pt x="5900063" y="0"/>
                    <a:pt x="5942516" y="102395"/>
                    <a:pt x="5882638" y="162273"/>
                  </a:cubicBezTo>
                  <a:lnTo>
                    <a:pt x="2401916" y="3642994"/>
                  </a:lnTo>
                  <a:cubicBezTo>
                    <a:pt x="2223676" y="3821235"/>
                    <a:pt x="1981946" y="3921349"/>
                    <a:pt x="1729824" y="3921349"/>
                  </a:cubicBezTo>
                  <a:close/>
                </a:path>
              </a:pathLst>
            </a:custGeom>
            <a:gradFill>
              <a:gsLst>
                <a:gs pos="21000">
                  <a:schemeClr val="accent5"/>
                </a:gs>
                <a:gs pos="83000">
                  <a:srgbClr val="0095C4"/>
                </a:gs>
              </a:gsLst>
              <a:lin ang="18900033" scaled="1"/>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p>
          </p:txBody>
        </p:sp>
      </p:grpSp>
      <p:sp>
        <p:nvSpPr>
          <p:cNvPr id="10" name="Text Placeholder 862">
            <a:extLst>
              <a:ext uri="{FF2B5EF4-FFF2-40B4-BE49-F238E27FC236}">
                <a16:creationId xmlns:a16="http://schemas.microsoft.com/office/drawing/2014/main" id="{BB1BA4EC-6D18-954E-81DD-4678CFBE6FFB}"/>
              </a:ext>
            </a:extLst>
          </p:cNvPr>
          <p:cNvSpPr>
            <a:spLocks noGrp="1"/>
          </p:cNvSpPr>
          <p:nvPr>
            <p:ph type="body" sz="quarter" idx="12" hasCustomPrompt="1"/>
          </p:nvPr>
        </p:nvSpPr>
        <p:spPr>
          <a:xfrm>
            <a:off x="586477" y="2233670"/>
            <a:ext cx="6519403" cy="2285999"/>
          </a:xfrm>
        </p:spPr>
        <p:txBody>
          <a:bodyPr anchor="ctr"/>
          <a:lstStyle>
            <a:lvl1pPr>
              <a:lnSpc>
                <a:spcPct val="100000"/>
              </a:lnSpc>
              <a:spcBef>
                <a:spcPts val="0"/>
              </a:spcBef>
              <a:defRPr sz="3600">
                <a:solidFill>
                  <a:schemeClr val="accent5"/>
                </a:solidFill>
              </a:defRPr>
            </a:lvl1pPr>
            <a:lvl2pPr marL="273050" indent="0">
              <a:buNone/>
              <a:defRPr/>
            </a:lvl2pPr>
          </a:lstStyle>
          <a:p>
            <a:pPr lvl="0"/>
            <a:r>
              <a:rPr lang="en-US" dirty="0"/>
              <a:t>Slide with large text placeholder, purple theme.</a:t>
            </a:r>
          </a:p>
        </p:txBody>
      </p:sp>
      <p:sp>
        <p:nvSpPr>
          <p:cNvPr id="16" name="page number">
            <a:extLst>
              <a:ext uri="{FF2B5EF4-FFF2-40B4-BE49-F238E27FC236}">
                <a16:creationId xmlns:a16="http://schemas.microsoft.com/office/drawing/2014/main" id="{312DD3E6-E621-1B4F-9197-621CC0C346AF}"/>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11" name="page number">
            <a:extLst>
              <a:ext uri="{FF2B5EF4-FFF2-40B4-BE49-F238E27FC236}">
                <a16:creationId xmlns:a16="http://schemas.microsoft.com/office/drawing/2014/main" id="{312DD3E6-E621-1B4F-9197-621CC0C346AF}"/>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38281998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Big Statement 2 - Leaf ">
    <p:spTree>
      <p:nvGrpSpPr>
        <p:cNvPr id="1" name=""/>
        <p:cNvGrpSpPr/>
        <p:nvPr/>
      </p:nvGrpSpPr>
      <p:grpSpPr>
        <a:xfrm>
          <a:off x="0" y="0"/>
          <a:ext cx="0" cy="0"/>
          <a:chOff x="0" y="0"/>
          <a:chExt cx="0" cy="0"/>
        </a:xfrm>
      </p:grpSpPr>
      <p:sp>
        <p:nvSpPr>
          <p:cNvPr id="61" name="Freeform: Shape 60">
            <a:extLst>
              <a:ext uri="{FF2B5EF4-FFF2-40B4-BE49-F238E27FC236}">
                <a16:creationId xmlns:a16="http://schemas.microsoft.com/office/drawing/2014/main" id="{552AB5D8-753F-CA24-2C8A-45BC9791756E}"/>
              </a:ext>
            </a:extLst>
          </p:cNvPr>
          <p:cNvSpPr/>
          <p:nvPr userDrawn="1"/>
        </p:nvSpPr>
        <p:spPr>
          <a:xfrm>
            <a:off x="-9731" y="1828236"/>
            <a:ext cx="12203581" cy="4225133"/>
          </a:xfrm>
          <a:custGeom>
            <a:avLst/>
            <a:gdLst>
              <a:gd name="connsiteX0" fmla="*/ 11206701 w 12203581"/>
              <a:gd name="connsiteY0" fmla="*/ 0 h 4225133"/>
              <a:gd name="connsiteX1" fmla="*/ 12203581 w 12203581"/>
              <a:gd name="connsiteY1" fmla="*/ 0 h 4225133"/>
              <a:gd name="connsiteX2" fmla="*/ 12203581 w 12203581"/>
              <a:gd name="connsiteY2" fmla="*/ 76381 h 4225133"/>
              <a:gd name="connsiteX3" fmla="*/ 11206764 w 12203581"/>
              <a:gd name="connsiteY3" fmla="*/ 76381 h 4225133"/>
              <a:gd name="connsiteX4" fmla="*/ 10082496 w 12203581"/>
              <a:gd name="connsiteY4" fmla="*/ 542038 h 4225133"/>
              <a:gd name="connsiteX5" fmla="*/ 6864996 w 12203581"/>
              <a:gd name="connsiteY5" fmla="*/ 3759476 h 4225133"/>
              <a:gd name="connsiteX6" fmla="*/ 5740727 w 12203581"/>
              <a:gd name="connsiteY6" fmla="*/ 4225133 h 4225133"/>
              <a:gd name="connsiteX7" fmla="*/ 0 w 12203581"/>
              <a:gd name="connsiteY7" fmla="*/ 4225133 h 4225133"/>
              <a:gd name="connsiteX8" fmla="*/ 0 w 12203581"/>
              <a:gd name="connsiteY8" fmla="*/ 4148754 h 4225133"/>
              <a:gd name="connsiteX9" fmla="*/ 5740727 w 12203581"/>
              <a:gd name="connsiteY9" fmla="*/ 4148754 h 4225133"/>
              <a:gd name="connsiteX10" fmla="*/ 6319969 w 12203581"/>
              <a:gd name="connsiteY10" fmla="*/ 4033515 h 4225133"/>
              <a:gd name="connsiteX11" fmla="*/ 6811001 w 12203581"/>
              <a:gd name="connsiteY11" fmla="*/ 3705419 h 4225133"/>
              <a:gd name="connsiteX12" fmla="*/ 10028503 w 12203581"/>
              <a:gd name="connsiteY12" fmla="*/ 487980 h 4225133"/>
              <a:gd name="connsiteX13" fmla="*/ 10569077 w 12203581"/>
              <a:gd name="connsiteY13" fmla="*/ 126813 h 4225133"/>
              <a:gd name="connsiteX14" fmla="*/ 11206701 w 12203581"/>
              <a:gd name="connsiteY14" fmla="*/ 0 h 4225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03581" h="4225133">
                <a:moveTo>
                  <a:pt x="11206701" y="0"/>
                </a:moveTo>
                <a:lnTo>
                  <a:pt x="12203581" y="0"/>
                </a:lnTo>
                <a:lnTo>
                  <a:pt x="12203581" y="76381"/>
                </a:lnTo>
                <a:lnTo>
                  <a:pt x="11206764" y="76381"/>
                </a:lnTo>
                <a:cubicBezTo>
                  <a:pt x="10785052" y="76381"/>
                  <a:pt x="10380639" y="243896"/>
                  <a:pt x="10082496" y="542038"/>
                </a:cubicBezTo>
                <a:lnTo>
                  <a:pt x="6864996" y="3759476"/>
                </a:lnTo>
                <a:cubicBezTo>
                  <a:pt x="6566789" y="4057618"/>
                  <a:pt x="6162377" y="4225133"/>
                  <a:pt x="5740727" y="4225133"/>
                </a:cubicBezTo>
                <a:lnTo>
                  <a:pt x="0" y="4225133"/>
                </a:lnTo>
                <a:lnTo>
                  <a:pt x="0" y="4148754"/>
                </a:lnTo>
                <a:lnTo>
                  <a:pt x="5740727" y="4148754"/>
                </a:lnTo>
                <a:cubicBezTo>
                  <a:pt x="5940485" y="4148754"/>
                  <a:pt x="6135411" y="4109959"/>
                  <a:pt x="6319969" y="4033515"/>
                </a:cubicBezTo>
                <a:cubicBezTo>
                  <a:pt x="6504529" y="3957072"/>
                  <a:pt x="6669753" y="3846668"/>
                  <a:pt x="6811001" y="3705419"/>
                </a:cubicBezTo>
                <a:lnTo>
                  <a:pt x="10028503" y="487980"/>
                </a:lnTo>
                <a:cubicBezTo>
                  <a:pt x="10183997" y="332486"/>
                  <a:pt x="10365884" y="210952"/>
                  <a:pt x="10569077" y="126813"/>
                </a:cubicBezTo>
                <a:cubicBezTo>
                  <a:pt x="10772269" y="42675"/>
                  <a:pt x="10986781" y="0"/>
                  <a:pt x="11206701" y="0"/>
                </a:cubicBezTo>
                <a:close/>
              </a:path>
            </a:pathLst>
          </a:custGeom>
          <a:gradFill>
            <a:gsLst>
              <a:gs pos="20000">
                <a:srgbClr val="0095C4"/>
              </a:gs>
              <a:gs pos="45000">
                <a:srgbClr val="299B75"/>
              </a:gs>
              <a:gs pos="80000">
                <a:srgbClr val="61A30E"/>
              </a:gs>
            </a:gsLst>
            <a:lin ang="0" scaled="1"/>
          </a:gradFill>
          <a:ln w="0" cap="flat">
            <a:noFill/>
            <a:prstDash val="solid"/>
            <a:miter/>
          </a:ln>
        </p:spPr>
        <p:txBody>
          <a:bodyPr rtlCol="0" anchor="ctr"/>
          <a:lstStyle/>
          <a:p>
            <a:endParaRPr lang="en-US" dirty="0"/>
          </a:p>
        </p:txBody>
      </p:sp>
      <p:sp>
        <p:nvSpPr>
          <p:cNvPr id="37" name="Freeform: Shape 36">
            <a:extLst>
              <a:ext uri="{FF2B5EF4-FFF2-40B4-BE49-F238E27FC236}">
                <a16:creationId xmlns:a16="http://schemas.microsoft.com/office/drawing/2014/main" id="{1A0A18CC-E157-AD15-E51D-50F3DC99465B}"/>
              </a:ext>
            </a:extLst>
          </p:cNvPr>
          <p:cNvSpPr/>
          <p:nvPr userDrawn="1"/>
        </p:nvSpPr>
        <p:spPr>
          <a:xfrm>
            <a:off x="6457030" y="3559219"/>
            <a:ext cx="5731795" cy="3298781"/>
          </a:xfrm>
          <a:custGeom>
            <a:avLst/>
            <a:gdLst>
              <a:gd name="connsiteX0" fmla="*/ 3823502 w 5731795"/>
              <a:gd name="connsiteY0" fmla="*/ 0 h 3298781"/>
              <a:gd name="connsiteX1" fmla="*/ 5731795 w 5731795"/>
              <a:gd name="connsiteY1" fmla="*/ 0 h 3298781"/>
              <a:gd name="connsiteX2" fmla="*/ 5731795 w 5731795"/>
              <a:gd name="connsiteY2" fmla="*/ 1358608 h 3298781"/>
              <a:gd name="connsiteX3" fmla="*/ 3791622 w 5731795"/>
              <a:gd name="connsiteY3" fmla="*/ 3298781 h 3298781"/>
              <a:gd name="connsiteX4" fmla="*/ 0 w 5731795"/>
              <a:gd name="connsiteY4" fmla="*/ 3298781 h 3298781"/>
              <a:gd name="connsiteX5" fmla="*/ 2927726 w 5731795"/>
              <a:gd name="connsiteY5" fmla="*/ 371055 h 3298781"/>
              <a:gd name="connsiteX6" fmla="*/ 3823502 w 5731795"/>
              <a:gd name="connsiteY6" fmla="*/ 0 h 32987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31795" h="3298781">
                <a:moveTo>
                  <a:pt x="3823502" y="0"/>
                </a:moveTo>
                <a:lnTo>
                  <a:pt x="5731795" y="0"/>
                </a:lnTo>
                <a:lnTo>
                  <a:pt x="5731795" y="1358608"/>
                </a:lnTo>
                <a:lnTo>
                  <a:pt x="3791622" y="3298781"/>
                </a:lnTo>
                <a:lnTo>
                  <a:pt x="0" y="3298781"/>
                </a:lnTo>
                <a:lnTo>
                  <a:pt x="2927726" y="371055"/>
                </a:lnTo>
                <a:cubicBezTo>
                  <a:pt x="3165320" y="133460"/>
                  <a:pt x="3487538" y="0"/>
                  <a:pt x="3823502" y="0"/>
                </a:cubicBezTo>
                <a:close/>
              </a:path>
            </a:pathLst>
          </a:custGeom>
          <a:gradFill>
            <a:gsLst>
              <a:gs pos="21000">
                <a:srgbClr val="61A30E"/>
              </a:gs>
              <a:gs pos="83000">
                <a:srgbClr val="0095C4"/>
              </a:gs>
            </a:gsLst>
            <a:lin ang="18900033" scaled="1"/>
          </a:gradFill>
          <a:ln w="0" cap="flat">
            <a:noFill/>
            <a:prstDash val="solid"/>
            <a:miter/>
          </a:ln>
        </p:spPr>
        <p:txBody>
          <a:bodyPr rtlCol="0" anchor="ctr"/>
          <a:lstStyle/>
          <a:p>
            <a:endParaRPr lang="en-US" dirty="0"/>
          </a:p>
        </p:txBody>
      </p:sp>
      <p:sp>
        <p:nvSpPr>
          <p:cNvPr id="28" name="Title 1">
            <a:extLst>
              <a:ext uri="{FF2B5EF4-FFF2-40B4-BE49-F238E27FC236}">
                <a16:creationId xmlns:a16="http://schemas.microsoft.com/office/drawing/2014/main" id="{426C215B-BC62-3CF9-EDF0-6413174A435A}"/>
              </a:ext>
            </a:extLst>
          </p:cNvPr>
          <p:cNvSpPr>
            <a:spLocks noGrp="1"/>
          </p:cNvSpPr>
          <p:nvPr>
            <p:ph type="title" hasCustomPrompt="1"/>
          </p:nvPr>
        </p:nvSpPr>
        <p:spPr>
          <a:xfrm>
            <a:off x="589108" y="938794"/>
            <a:ext cx="6427626" cy="1229360"/>
          </a:xfrm>
        </p:spPr>
        <p:txBody>
          <a:bodyPr wrap="square" anchor="b"/>
          <a:lstStyle>
            <a:lvl1pPr algn="l">
              <a:defRPr sz="3600" b="0" cap="none" baseline="0">
                <a:solidFill>
                  <a:schemeClr val="accent2"/>
                </a:solidFill>
              </a:defRPr>
            </a:lvl1pPr>
          </a:lstStyle>
          <a:p>
            <a:r>
              <a:rPr lang="en-US"/>
              <a:t>Big Statement – </a:t>
            </a:r>
            <a:br>
              <a:rPr lang="en-US"/>
            </a:br>
            <a:r>
              <a:rPr lang="en-US"/>
              <a:t>Green Theme</a:t>
            </a:r>
          </a:p>
        </p:txBody>
      </p:sp>
      <p:sp>
        <p:nvSpPr>
          <p:cNvPr id="29" name="Subtitle">
            <a:extLst>
              <a:ext uri="{FF2B5EF4-FFF2-40B4-BE49-F238E27FC236}">
                <a16:creationId xmlns:a16="http://schemas.microsoft.com/office/drawing/2014/main" id="{615FECE3-9918-4B48-E68F-739600E4B93A}"/>
              </a:ext>
            </a:extLst>
          </p:cNvPr>
          <p:cNvSpPr>
            <a:spLocks noGrp="1"/>
          </p:cNvSpPr>
          <p:nvPr>
            <p:ph type="subTitle" idx="10" hasCustomPrompt="1"/>
          </p:nvPr>
        </p:nvSpPr>
        <p:spPr>
          <a:xfrm>
            <a:off x="602966" y="2267712"/>
            <a:ext cx="6408402" cy="700882"/>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
        <p:nvSpPr>
          <p:cNvPr id="7" name="page number">
            <a:extLst>
              <a:ext uri="{FF2B5EF4-FFF2-40B4-BE49-F238E27FC236}">
                <a16:creationId xmlns:a16="http://schemas.microsoft.com/office/drawing/2014/main" id="{4144FBF0-61D7-2140-A159-ECF2E9CDDA21}"/>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33347034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Big Statement 2 - Aqua">
    <p:spTree>
      <p:nvGrpSpPr>
        <p:cNvPr id="1" name=""/>
        <p:cNvGrpSpPr/>
        <p:nvPr/>
      </p:nvGrpSpPr>
      <p:grpSpPr>
        <a:xfrm>
          <a:off x="0" y="0"/>
          <a:ext cx="0" cy="0"/>
          <a:chOff x="0" y="0"/>
          <a:chExt cx="0" cy="0"/>
        </a:xfrm>
      </p:grpSpPr>
      <p:sp>
        <p:nvSpPr>
          <p:cNvPr id="6" name="Freeform: Shape 5">
            <a:extLst>
              <a:ext uri="{FF2B5EF4-FFF2-40B4-BE49-F238E27FC236}">
                <a16:creationId xmlns:a16="http://schemas.microsoft.com/office/drawing/2014/main" id="{DC6694C6-6A30-F4F5-68A3-ABC8048E7AE9}"/>
              </a:ext>
            </a:extLst>
          </p:cNvPr>
          <p:cNvSpPr/>
          <p:nvPr/>
        </p:nvSpPr>
        <p:spPr>
          <a:xfrm>
            <a:off x="-9731" y="1828236"/>
            <a:ext cx="12203581" cy="4225133"/>
          </a:xfrm>
          <a:custGeom>
            <a:avLst/>
            <a:gdLst>
              <a:gd name="connsiteX0" fmla="*/ 11206701 w 12203581"/>
              <a:gd name="connsiteY0" fmla="*/ 0 h 4225133"/>
              <a:gd name="connsiteX1" fmla="*/ 12203581 w 12203581"/>
              <a:gd name="connsiteY1" fmla="*/ 0 h 4225133"/>
              <a:gd name="connsiteX2" fmla="*/ 12203581 w 12203581"/>
              <a:gd name="connsiteY2" fmla="*/ 76381 h 4225133"/>
              <a:gd name="connsiteX3" fmla="*/ 11206764 w 12203581"/>
              <a:gd name="connsiteY3" fmla="*/ 76381 h 4225133"/>
              <a:gd name="connsiteX4" fmla="*/ 10082496 w 12203581"/>
              <a:gd name="connsiteY4" fmla="*/ 542038 h 4225133"/>
              <a:gd name="connsiteX5" fmla="*/ 6864996 w 12203581"/>
              <a:gd name="connsiteY5" fmla="*/ 3759476 h 4225133"/>
              <a:gd name="connsiteX6" fmla="*/ 5740727 w 12203581"/>
              <a:gd name="connsiteY6" fmla="*/ 4225133 h 4225133"/>
              <a:gd name="connsiteX7" fmla="*/ 0 w 12203581"/>
              <a:gd name="connsiteY7" fmla="*/ 4225133 h 4225133"/>
              <a:gd name="connsiteX8" fmla="*/ 0 w 12203581"/>
              <a:gd name="connsiteY8" fmla="*/ 4148754 h 4225133"/>
              <a:gd name="connsiteX9" fmla="*/ 5740727 w 12203581"/>
              <a:gd name="connsiteY9" fmla="*/ 4148754 h 4225133"/>
              <a:gd name="connsiteX10" fmla="*/ 6319969 w 12203581"/>
              <a:gd name="connsiteY10" fmla="*/ 4033515 h 4225133"/>
              <a:gd name="connsiteX11" fmla="*/ 6811001 w 12203581"/>
              <a:gd name="connsiteY11" fmla="*/ 3705419 h 4225133"/>
              <a:gd name="connsiteX12" fmla="*/ 10028503 w 12203581"/>
              <a:gd name="connsiteY12" fmla="*/ 487980 h 4225133"/>
              <a:gd name="connsiteX13" fmla="*/ 10569077 w 12203581"/>
              <a:gd name="connsiteY13" fmla="*/ 126813 h 4225133"/>
              <a:gd name="connsiteX14" fmla="*/ 11206701 w 12203581"/>
              <a:gd name="connsiteY14" fmla="*/ 0 h 4225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03581" h="4225133">
                <a:moveTo>
                  <a:pt x="11206701" y="0"/>
                </a:moveTo>
                <a:lnTo>
                  <a:pt x="12203581" y="0"/>
                </a:lnTo>
                <a:lnTo>
                  <a:pt x="12203581" y="76381"/>
                </a:lnTo>
                <a:lnTo>
                  <a:pt x="11206764" y="76381"/>
                </a:lnTo>
                <a:cubicBezTo>
                  <a:pt x="10785052" y="76381"/>
                  <a:pt x="10380639" y="243896"/>
                  <a:pt x="10082496" y="542038"/>
                </a:cubicBezTo>
                <a:lnTo>
                  <a:pt x="6864996" y="3759476"/>
                </a:lnTo>
                <a:cubicBezTo>
                  <a:pt x="6566789" y="4057618"/>
                  <a:pt x="6162377" y="4225133"/>
                  <a:pt x="5740727" y="4225133"/>
                </a:cubicBezTo>
                <a:lnTo>
                  <a:pt x="0" y="4225133"/>
                </a:lnTo>
                <a:lnTo>
                  <a:pt x="0" y="4148754"/>
                </a:lnTo>
                <a:lnTo>
                  <a:pt x="5740727" y="4148754"/>
                </a:lnTo>
                <a:cubicBezTo>
                  <a:pt x="5940485" y="4148754"/>
                  <a:pt x="6135411" y="4109959"/>
                  <a:pt x="6319969" y="4033515"/>
                </a:cubicBezTo>
                <a:cubicBezTo>
                  <a:pt x="6504529" y="3957072"/>
                  <a:pt x="6669753" y="3846668"/>
                  <a:pt x="6811001" y="3705419"/>
                </a:cubicBezTo>
                <a:lnTo>
                  <a:pt x="10028503" y="487980"/>
                </a:lnTo>
                <a:cubicBezTo>
                  <a:pt x="10183997" y="332486"/>
                  <a:pt x="10365884" y="210952"/>
                  <a:pt x="10569077" y="126813"/>
                </a:cubicBezTo>
                <a:cubicBezTo>
                  <a:pt x="10772269" y="42675"/>
                  <a:pt x="10986781" y="0"/>
                  <a:pt x="11206701" y="0"/>
                </a:cubicBezTo>
                <a:close/>
              </a:path>
            </a:pathLst>
          </a:custGeom>
          <a:gradFill>
            <a:gsLst>
              <a:gs pos="20000">
                <a:srgbClr val="0095C4"/>
              </a:gs>
              <a:gs pos="80000">
                <a:schemeClr val="accent2"/>
              </a:gs>
            </a:gsLst>
            <a:lin ang="0" scaled="1"/>
          </a:gradFill>
          <a:ln w="0" cap="flat">
            <a:noFill/>
            <a:prstDash val="solid"/>
            <a:miter/>
          </a:ln>
        </p:spPr>
        <p:txBody>
          <a:bodyPr rtlCol="0" anchor="ctr"/>
          <a:lstStyle/>
          <a:p>
            <a:endParaRPr lang="en-US" dirty="0"/>
          </a:p>
        </p:txBody>
      </p:sp>
      <p:sp>
        <p:nvSpPr>
          <p:cNvPr id="18" name="Freeform: Shape 17">
            <a:extLst>
              <a:ext uri="{FF2B5EF4-FFF2-40B4-BE49-F238E27FC236}">
                <a16:creationId xmlns:a16="http://schemas.microsoft.com/office/drawing/2014/main" id="{C43BE5DC-D92A-9A5C-C8AE-7A979F11542A}"/>
              </a:ext>
            </a:extLst>
          </p:cNvPr>
          <p:cNvSpPr/>
          <p:nvPr/>
        </p:nvSpPr>
        <p:spPr>
          <a:xfrm>
            <a:off x="6457030" y="3564299"/>
            <a:ext cx="5731795" cy="3298781"/>
          </a:xfrm>
          <a:custGeom>
            <a:avLst/>
            <a:gdLst>
              <a:gd name="connsiteX0" fmla="*/ 3823502 w 5731795"/>
              <a:gd name="connsiteY0" fmla="*/ 0 h 3298781"/>
              <a:gd name="connsiteX1" fmla="*/ 5731795 w 5731795"/>
              <a:gd name="connsiteY1" fmla="*/ 0 h 3298781"/>
              <a:gd name="connsiteX2" fmla="*/ 5731795 w 5731795"/>
              <a:gd name="connsiteY2" fmla="*/ 1358608 h 3298781"/>
              <a:gd name="connsiteX3" fmla="*/ 3791622 w 5731795"/>
              <a:gd name="connsiteY3" fmla="*/ 3298781 h 3298781"/>
              <a:gd name="connsiteX4" fmla="*/ 0 w 5731795"/>
              <a:gd name="connsiteY4" fmla="*/ 3298781 h 3298781"/>
              <a:gd name="connsiteX5" fmla="*/ 2927726 w 5731795"/>
              <a:gd name="connsiteY5" fmla="*/ 371055 h 3298781"/>
              <a:gd name="connsiteX6" fmla="*/ 3823502 w 5731795"/>
              <a:gd name="connsiteY6" fmla="*/ 0 h 32987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31795" h="3298781">
                <a:moveTo>
                  <a:pt x="3823502" y="0"/>
                </a:moveTo>
                <a:lnTo>
                  <a:pt x="5731795" y="0"/>
                </a:lnTo>
                <a:lnTo>
                  <a:pt x="5731795" y="1358608"/>
                </a:lnTo>
                <a:lnTo>
                  <a:pt x="3791622" y="3298781"/>
                </a:lnTo>
                <a:lnTo>
                  <a:pt x="0" y="3298781"/>
                </a:lnTo>
                <a:lnTo>
                  <a:pt x="2927726" y="371055"/>
                </a:lnTo>
                <a:cubicBezTo>
                  <a:pt x="3165320" y="133460"/>
                  <a:pt x="3487538" y="0"/>
                  <a:pt x="3823502" y="0"/>
                </a:cubicBezTo>
                <a:close/>
              </a:path>
            </a:pathLst>
          </a:custGeom>
          <a:gradFill>
            <a:gsLst>
              <a:gs pos="21000">
                <a:schemeClr val="accent2"/>
              </a:gs>
              <a:gs pos="83000">
                <a:srgbClr val="0095C4"/>
              </a:gs>
            </a:gsLst>
            <a:lin ang="18900033" scaled="1"/>
          </a:gradFill>
          <a:ln w="0" cap="flat">
            <a:noFill/>
            <a:prstDash val="solid"/>
            <a:miter/>
          </a:ln>
        </p:spPr>
        <p:txBody>
          <a:bodyPr rtlCol="0" anchor="ctr"/>
          <a:lstStyle/>
          <a:p>
            <a:endParaRPr lang="en-US" dirty="0"/>
          </a:p>
        </p:txBody>
      </p:sp>
      <p:sp>
        <p:nvSpPr>
          <p:cNvPr id="8" name="page number">
            <a:extLst>
              <a:ext uri="{FF2B5EF4-FFF2-40B4-BE49-F238E27FC236}">
                <a16:creationId xmlns:a16="http://schemas.microsoft.com/office/drawing/2014/main" id="{45469056-638C-FF40-8AA5-0675077535BA}"/>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29" name="Title 1">
            <a:extLst>
              <a:ext uri="{FF2B5EF4-FFF2-40B4-BE49-F238E27FC236}">
                <a16:creationId xmlns:a16="http://schemas.microsoft.com/office/drawing/2014/main" id="{001CFD5C-7C19-8E30-BF20-52E7629C490B}"/>
              </a:ext>
            </a:extLst>
          </p:cNvPr>
          <p:cNvSpPr>
            <a:spLocks noGrp="1"/>
          </p:cNvSpPr>
          <p:nvPr>
            <p:ph type="title" hasCustomPrompt="1"/>
          </p:nvPr>
        </p:nvSpPr>
        <p:spPr>
          <a:xfrm>
            <a:off x="589108" y="938794"/>
            <a:ext cx="6427626" cy="1229360"/>
          </a:xfrm>
        </p:spPr>
        <p:txBody>
          <a:bodyPr wrap="square" anchor="b"/>
          <a:lstStyle>
            <a:lvl1pPr algn="l">
              <a:defRPr sz="3600" b="0" cap="none" baseline="0">
                <a:solidFill>
                  <a:schemeClr val="accent2"/>
                </a:solidFill>
              </a:defRPr>
            </a:lvl1pPr>
          </a:lstStyle>
          <a:p>
            <a:r>
              <a:rPr lang="en-US"/>
              <a:t>Big Statement –</a:t>
            </a:r>
            <a:br>
              <a:rPr lang="en-US"/>
            </a:br>
            <a:r>
              <a:rPr lang="en-US"/>
              <a:t>Blue Theme</a:t>
            </a:r>
          </a:p>
        </p:txBody>
      </p:sp>
      <p:sp>
        <p:nvSpPr>
          <p:cNvPr id="30" name="Subtitle">
            <a:extLst>
              <a:ext uri="{FF2B5EF4-FFF2-40B4-BE49-F238E27FC236}">
                <a16:creationId xmlns:a16="http://schemas.microsoft.com/office/drawing/2014/main" id="{2765CEAA-0CA6-BE98-B450-1301D576C6A5}"/>
              </a:ext>
            </a:extLst>
          </p:cNvPr>
          <p:cNvSpPr>
            <a:spLocks noGrp="1"/>
          </p:cNvSpPr>
          <p:nvPr>
            <p:ph type="subTitle" idx="10" hasCustomPrompt="1"/>
          </p:nvPr>
        </p:nvSpPr>
        <p:spPr>
          <a:xfrm>
            <a:off x="602966" y="2267712"/>
            <a:ext cx="6408402" cy="700882"/>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text</a:t>
            </a:r>
          </a:p>
        </p:txBody>
      </p:sp>
      <p:sp>
        <p:nvSpPr>
          <p:cNvPr id="10" name="Freeform: Shape 5">
            <a:extLst>
              <a:ext uri="{FF2B5EF4-FFF2-40B4-BE49-F238E27FC236}">
                <a16:creationId xmlns:a16="http://schemas.microsoft.com/office/drawing/2014/main" id="{DC6694C6-6A30-F4F5-68A3-ABC8048E7AE9}"/>
              </a:ext>
            </a:extLst>
          </p:cNvPr>
          <p:cNvSpPr/>
          <p:nvPr userDrawn="1"/>
        </p:nvSpPr>
        <p:spPr>
          <a:xfrm>
            <a:off x="-9731" y="1828236"/>
            <a:ext cx="12203581" cy="4225133"/>
          </a:xfrm>
          <a:custGeom>
            <a:avLst/>
            <a:gdLst>
              <a:gd name="connsiteX0" fmla="*/ 11206701 w 12203581"/>
              <a:gd name="connsiteY0" fmla="*/ 0 h 4225133"/>
              <a:gd name="connsiteX1" fmla="*/ 12203581 w 12203581"/>
              <a:gd name="connsiteY1" fmla="*/ 0 h 4225133"/>
              <a:gd name="connsiteX2" fmla="*/ 12203581 w 12203581"/>
              <a:gd name="connsiteY2" fmla="*/ 76381 h 4225133"/>
              <a:gd name="connsiteX3" fmla="*/ 11206764 w 12203581"/>
              <a:gd name="connsiteY3" fmla="*/ 76381 h 4225133"/>
              <a:gd name="connsiteX4" fmla="*/ 10082496 w 12203581"/>
              <a:gd name="connsiteY4" fmla="*/ 542038 h 4225133"/>
              <a:gd name="connsiteX5" fmla="*/ 6864996 w 12203581"/>
              <a:gd name="connsiteY5" fmla="*/ 3759476 h 4225133"/>
              <a:gd name="connsiteX6" fmla="*/ 5740727 w 12203581"/>
              <a:gd name="connsiteY6" fmla="*/ 4225133 h 4225133"/>
              <a:gd name="connsiteX7" fmla="*/ 0 w 12203581"/>
              <a:gd name="connsiteY7" fmla="*/ 4225133 h 4225133"/>
              <a:gd name="connsiteX8" fmla="*/ 0 w 12203581"/>
              <a:gd name="connsiteY8" fmla="*/ 4148754 h 4225133"/>
              <a:gd name="connsiteX9" fmla="*/ 5740727 w 12203581"/>
              <a:gd name="connsiteY9" fmla="*/ 4148754 h 4225133"/>
              <a:gd name="connsiteX10" fmla="*/ 6319969 w 12203581"/>
              <a:gd name="connsiteY10" fmla="*/ 4033515 h 4225133"/>
              <a:gd name="connsiteX11" fmla="*/ 6811001 w 12203581"/>
              <a:gd name="connsiteY11" fmla="*/ 3705419 h 4225133"/>
              <a:gd name="connsiteX12" fmla="*/ 10028503 w 12203581"/>
              <a:gd name="connsiteY12" fmla="*/ 487980 h 4225133"/>
              <a:gd name="connsiteX13" fmla="*/ 10569077 w 12203581"/>
              <a:gd name="connsiteY13" fmla="*/ 126813 h 4225133"/>
              <a:gd name="connsiteX14" fmla="*/ 11206701 w 12203581"/>
              <a:gd name="connsiteY14" fmla="*/ 0 h 4225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03581" h="4225133">
                <a:moveTo>
                  <a:pt x="11206701" y="0"/>
                </a:moveTo>
                <a:lnTo>
                  <a:pt x="12203581" y="0"/>
                </a:lnTo>
                <a:lnTo>
                  <a:pt x="12203581" y="76381"/>
                </a:lnTo>
                <a:lnTo>
                  <a:pt x="11206764" y="76381"/>
                </a:lnTo>
                <a:cubicBezTo>
                  <a:pt x="10785052" y="76381"/>
                  <a:pt x="10380639" y="243896"/>
                  <a:pt x="10082496" y="542038"/>
                </a:cubicBezTo>
                <a:lnTo>
                  <a:pt x="6864996" y="3759476"/>
                </a:lnTo>
                <a:cubicBezTo>
                  <a:pt x="6566789" y="4057618"/>
                  <a:pt x="6162377" y="4225133"/>
                  <a:pt x="5740727" y="4225133"/>
                </a:cubicBezTo>
                <a:lnTo>
                  <a:pt x="0" y="4225133"/>
                </a:lnTo>
                <a:lnTo>
                  <a:pt x="0" y="4148754"/>
                </a:lnTo>
                <a:lnTo>
                  <a:pt x="5740727" y="4148754"/>
                </a:lnTo>
                <a:cubicBezTo>
                  <a:pt x="5940485" y="4148754"/>
                  <a:pt x="6135411" y="4109959"/>
                  <a:pt x="6319969" y="4033515"/>
                </a:cubicBezTo>
                <a:cubicBezTo>
                  <a:pt x="6504529" y="3957072"/>
                  <a:pt x="6669753" y="3846668"/>
                  <a:pt x="6811001" y="3705419"/>
                </a:cubicBezTo>
                <a:lnTo>
                  <a:pt x="10028503" y="487980"/>
                </a:lnTo>
                <a:cubicBezTo>
                  <a:pt x="10183997" y="332486"/>
                  <a:pt x="10365884" y="210952"/>
                  <a:pt x="10569077" y="126813"/>
                </a:cubicBezTo>
                <a:cubicBezTo>
                  <a:pt x="10772269" y="42675"/>
                  <a:pt x="10986781" y="0"/>
                  <a:pt x="11206701" y="0"/>
                </a:cubicBezTo>
                <a:close/>
              </a:path>
            </a:pathLst>
          </a:custGeom>
          <a:gradFill>
            <a:gsLst>
              <a:gs pos="20000">
                <a:srgbClr val="0095C4"/>
              </a:gs>
              <a:gs pos="80000">
                <a:schemeClr val="accent2"/>
              </a:gs>
            </a:gsLst>
            <a:lin ang="0" scaled="1"/>
          </a:gradFill>
          <a:ln w="0" cap="flat">
            <a:noFill/>
            <a:prstDash val="solid"/>
            <a:miter/>
          </a:ln>
        </p:spPr>
        <p:txBody>
          <a:bodyPr rtlCol="0" anchor="ctr"/>
          <a:lstStyle/>
          <a:p>
            <a:endParaRPr lang="en-US" dirty="0"/>
          </a:p>
        </p:txBody>
      </p:sp>
      <p:sp>
        <p:nvSpPr>
          <p:cNvPr id="12" name="page number">
            <a:extLst>
              <a:ext uri="{FF2B5EF4-FFF2-40B4-BE49-F238E27FC236}">
                <a16:creationId xmlns:a16="http://schemas.microsoft.com/office/drawing/2014/main" id="{45469056-638C-FF40-8AA5-0675077535BA}"/>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32202278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Big Statement 2 - Plum">
    <p:spTree>
      <p:nvGrpSpPr>
        <p:cNvPr id="1" name=""/>
        <p:cNvGrpSpPr/>
        <p:nvPr/>
      </p:nvGrpSpPr>
      <p:grpSpPr>
        <a:xfrm>
          <a:off x="0" y="0"/>
          <a:ext cx="0" cy="0"/>
          <a:chOff x="0" y="0"/>
          <a:chExt cx="0" cy="0"/>
        </a:xfrm>
      </p:grpSpPr>
      <p:sp>
        <p:nvSpPr>
          <p:cNvPr id="32" name="Freeform: Shape 31">
            <a:extLst>
              <a:ext uri="{FF2B5EF4-FFF2-40B4-BE49-F238E27FC236}">
                <a16:creationId xmlns:a16="http://schemas.microsoft.com/office/drawing/2014/main" id="{23AA4DDC-2936-0AB6-8344-5481913C661E}"/>
              </a:ext>
            </a:extLst>
          </p:cNvPr>
          <p:cNvSpPr/>
          <p:nvPr/>
        </p:nvSpPr>
        <p:spPr>
          <a:xfrm>
            <a:off x="-9731" y="1828236"/>
            <a:ext cx="12203581" cy="4225133"/>
          </a:xfrm>
          <a:custGeom>
            <a:avLst/>
            <a:gdLst>
              <a:gd name="connsiteX0" fmla="*/ 11206701 w 12203581"/>
              <a:gd name="connsiteY0" fmla="*/ 0 h 4225133"/>
              <a:gd name="connsiteX1" fmla="*/ 12203581 w 12203581"/>
              <a:gd name="connsiteY1" fmla="*/ 0 h 4225133"/>
              <a:gd name="connsiteX2" fmla="*/ 12203581 w 12203581"/>
              <a:gd name="connsiteY2" fmla="*/ 76381 h 4225133"/>
              <a:gd name="connsiteX3" fmla="*/ 11206764 w 12203581"/>
              <a:gd name="connsiteY3" fmla="*/ 76381 h 4225133"/>
              <a:gd name="connsiteX4" fmla="*/ 10082496 w 12203581"/>
              <a:gd name="connsiteY4" fmla="*/ 542038 h 4225133"/>
              <a:gd name="connsiteX5" fmla="*/ 6864996 w 12203581"/>
              <a:gd name="connsiteY5" fmla="*/ 3759476 h 4225133"/>
              <a:gd name="connsiteX6" fmla="*/ 5740727 w 12203581"/>
              <a:gd name="connsiteY6" fmla="*/ 4225133 h 4225133"/>
              <a:gd name="connsiteX7" fmla="*/ 0 w 12203581"/>
              <a:gd name="connsiteY7" fmla="*/ 4225133 h 4225133"/>
              <a:gd name="connsiteX8" fmla="*/ 0 w 12203581"/>
              <a:gd name="connsiteY8" fmla="*/ 4148754 h 4225133"/>
              <a:gd name="connsiteX9" fmla="*/ 5740727 w 12203581"/>
              <a:gd name="connsiteY9" fmla="*/ 4148754 h 4225133"/>
              <a:gd name="connsiteX10" fmla="*/ 6319969 w 12203581"/>
              <a:gd name="connsiteY10" fmla="*/ 4033515 h 4225133"/>
              <a:gd name="connsiteX11" fmla="*/ 6811001 w 12203581"/>
              <a:gd name="connsiteY11" fmla="*/ 3705419 h 4225133"/>
              <a:gd name="connsiteX12" fmla="*/ 10028503 w 12203581"/>
              <a:gd name="connsiteY12" fmla="*/ 487980 h 4225133"/>
              <a:gd name="connsiteX13" fmla="*/ 10569077 w 12203581"/>
              <a:gd name="connsiteY13" fmla="*/ 126813 h 4225133"/>
              <a:gd name="connsiteX14" fmla="*/ 11206701 w 12203581"/>
              <a:gd name="connsiteY14" fmla="*/ 0 h 4225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03581" h="4225133">
                <a:moveTo>
                  <a:pt x="11206701" y="0"/>
                </a:moveTo>
                <a:lnTo>
                  <a:pt x="12203581" y="0"/>
                </a:lnTo>
                <a:lnTo>
                  <a:pt x="12203581" y="76381"/>
                </a:lnTo>
                <a:lnTo>
                  <a:pt x="11206764" y="76381"/>
                </a:lnTo>
                <a:cubicBezTo>
                  <a:pt x="10785052" y="76381"/>
                  <a:pt x="10380639" y="243896"/>
                  <a:pt x="10082496" y="542038"/>
                </a:cubicBezTo>
                <a:lnTo>
                  <a:pt x="6864996" y="3759476"/>
                </a:lnTo>
                <a:cubicBezTo>
                  <a:pt x="6566789" y="4057618"/>
                  <a:pt x="6162377" y="4225133"/>
                  <a:pt x="5740727" y="4225133"/>
                </a:cubicBezTo>
                <a:lnTo>
                  <a:pt x="0" y="4225133"/>
                </a:lnTo>
                <a:lnTo>
                  <a:pt x="0" y="4148754"/>
                </a:lnTo>
                <a:lnTo>
                  <a:pt x="5740727" y="4148754"/>
                </a:lnTo>
                <a:cubicBezTo>
                  <a:pt x="5940485" y="4148754"/>
                  <a:pt x="6135411" y="4109959"/>
                  <a:pt x="6319969" y="4033515"/>
                </a:cubicBezTo>
                <a:cubicBezTo>
                  <a:pt x="6504529" y="3957072"/>
                  <a:pt x="6669753" y="3846668"/>
                  <a:pt x="6811001" y="3705419"/>
                </a:cubicBezTo>
                <a:lnTo>
                  <a:pt x="10028503" y="487980"/>
                </a:lnTo>
                <a:cubicBezTo>
                  <a:pt x="10183997" y="332486"/>
                  <a:pt x="10365884" y="210952"/>
                  <a:pt x="10569077" y="126813"/>
                </a:cubicBezTo>
                <a:cubicBezTo>
                  <a:pt x="10772269" y="42675"/>
                  <a:pt x="10986781" y="0"/>
                  <a:pt x="11206701" y="0"/>
                </a:cubicBezTo>
                <a:close/>
              </a:path>
            </a:pathLst>
          </a:custGeom>
          <a:gradFill>
            <a:gsLst>
              <a:gs pos="20000">
                <a:srgbClr val="0095C4"/>
              </a:gs>
              <a:gs pos="80000">
                <a:schemeClr val="accent5"/>
              </a:gs>
            </a:gsLst>
            <a:lin ang="0" scaled="1"/>
          </a:gradFill>
          <a:ln w="0" cap="flat">
            <a:noFill/>
            <a:prstDash val="solid"/>
            <a:miter/>
          </a:ln>
        </p:spPr>
        <p:txBody>
          <a:bodyPr rtlCol="0" anchor="ctr"/>
          <a:lstStyle/>
          <a:p>
            <a:endParaRPr lang="en-US" dirty="0"/>
          </a:p>
        </p:txBody>
      </p:sp>
      <p:sp>
        <p:nvSpPr>
          <p:cNvPr id="33" name="Freeform: Shape 32">
            <a:extLst>
              <a:ext uri="{FF2B5EF4-FFF2-40B4-BE49-F238E27FC236}">
                <a16:creationId xmlns:a16="http://schemas.microsoft.com/office/drawing/2014/main" id="{C2AE01D1-6E35-D230-30F3-0D3E2F8A5364}"/>
              </a:ext>
            </a:extLst>
          </p:cNvPr>
          <p:cNvSpPr/>
          <p:nvPr/>
        </p:nvSpPr>
        <p:spPr>
          <a:xfrm>
            <a:off x="6457030" y="3564299"/>
            <a:ext cx="5731795" cy="3298781"/>
          </a:xfrm>
          <a:custGeom>
            <a:avLst/>
            <a:gdLst>
              <a:gd name="connsiteX0" fmla="*/ 3823502 w 5731795"/>
              <a:gd name="connsiteY0" fmla="*/ 0 h 3298781"/>
              <a:gd name="connsiteX1" fmla="*/ 5731795 w 5731795"/>
              <a:gd name="connsiteY1" fmla="*/ 0 h 3298781"/>
              <a:gd name="connsiteX2" fmla="*/ 5731795 w 5731795"/>
              <a:gd name="connsiteY2" fmla="*/ 1358608 h 3298781"/>
              <a:gd name="connsiteX3" fmla="*/ 3791622 w 5731795"/>
              <a:gd name="connsiteY3" fmla="*/ 3298781 h 3298781"/>
              <a:gd name="connsiteX4" fmla="*/ 0 w 5731795"/>
              <a:gd name="connsiteY4" fmla="*/ 3298781 h 3298781"/>
              <a:gd name="connsiteX5" fmla="*/ 2927726 w 5731795"/>
              <a:gd name="connsiteY5" fmla="*/ 371055 h 3298781"/>
              <a:gd name="connsiteX6" fmla="*/ 3823502 w 5731795"/>
              <a:gd name="connsiteY6" fmla="*/ 0 h 32987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31795" h="3298781">
                <a:moveTo>
                  <a:pt x="3823502" y="0"/>
                </a:moveTo>
                <a:lnTo>
                  <a:pt x="5731795" y="0"/>
                </a:lnTo>
                <a:lnTo>
                  <a:pt x="5731795" y="1358608"/>
                </a:lnTo>
                <a:lnTo>
                  <a:pt x="3791622" y="3298781"/>
                </a:lnTo>
                <a:lnTo>
                  <a:pt x="0" y="3298781"/>
                </a:lnTo>
                <a:lnTo>
                  <a:pt x="2927726" y="371055"/>
                </a:lnTo>
                <a:cubicBezTo>
                  <a:pt x="3165320" y="133460"/>
                  <a:pt x="3487538" y="0"/>
                  <a:pt x="3823502" y="0"/>
                </a:cubicBezTo>
                <a:close/>
              </a:path>
            </a:pathLst>
          </a:custGeom>
          <a:gradFill>
            <a:gsLst>
              <a:gs pos="21000">
                <a:schemeClr val="accent5"/>
              </a:gs>
              <a:gs pos="83000">
                <a:srgbClr val="0095C4"/>
              </a:gs>
            </a:gsLst>
            <a:lin ang="18900033" scaled="1"/>
          </a:gradFill>
          <a:ln w="0" cap="flat">
            <a:noFill/>
            <a:prstDash val="solid"/>
            <a:miter/>
          </a:ln>
        </p:spPr>
        <p:txBody>
          <a:bodyPr rtlCol="0" anchor="ctr"/>
          <a:lstStyle/>
          <a:p>
            <a:endParaRPr lang="en-US" dirty="0"/>
          </a:p>
        </p:txBody>
      </p:sp>
      <p:sp>
        <p:nvSpPr>
          <p:cNvPr id="7" name="page number">
            <a:extLst>
              <a:ext uri="{FF2B5EF4-FFF2-40B4-BE49-F238E27FC236}">
                <a16:creationId xmlns:a16="http://schemas.microsoft.com/office/drawing/2014/main" id="{2A1148C9-BE55-F64C-8A6E-A5239BDB4089}"/>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2" name="Title 1">
            <a:extLst>
              <a:ext uri="{FF2B5EF4-FFF2-40B4-BE49-F238E27FC236}">
                <a16:creationId xmlns:a16="http://schemas.microsoft.com/office/drawing/2014/main" id="{98CA9A76-8DB9-793E-B69C-4DDA15EBC5E2}"/>
              </a:ext>
            </a:extLst>
          </p:cNvPr>
          <p:cNvSpPr>
            <a:spLocks noGrp="1"/>
          </p:cNvSpPr>
          <p:nvPr>
            <p:ph type="title" hasCustomPrompt="1"/>
          </p:nvPr>
        </p:nvSpPr>
        <p:spPr>
          <a:xfrm>
            <a:off x="589108" y="938794"/>
            <a:ext cx="6427626" cy="1229360"/>
          </a:xfrm>
        </p:spPr>
        <p:txBody>
          <a:bodyPr wrap="square" anchor="b"/>
          <a:lstStyle>
            <a:lvl1pPr algn="l">
              <a:defRPr sz="3600" b="0" cap="none" baseline="0">
                <a:solidFill>
                  <a:schemeClr val="accent2"/>
                </a:solidFill>
              </a:defRPr>
            </a:lvl1pPr>
          </a:lstStyle>
          <a:p>
            <a:r>
              <a:rPr lang="en-US" dirty="0"/>
              <a:t>Big Statement – </a:t>
            </a:r>
            <a:br>
              <a:rPr lang="en-US" dirty="0"/>
            </a:br>
            <a:r>
              <a:rPr lang="en-US" dirty="0"/>
              <a:t>Purple Theme</a:t>
            </a:r>
          </a:p>
        </p:txBody>
      </p:sp>
      <p:sp>
        <p:nvSpPr>
          <p:cNvPr id="3" name="Subtitle">
            <a:extLst>
              <a:ext uri="{FF2B5EF4-FFF2-40B4-BE49-F238E27FC236}">
                <a16:creationId xmlns:a16="http://schemas.microsoft.com/office/drawing/2014/main" id="{E9F2B30E-136B-200F-6F46-63B36E449AFD}"/>
              </a:ext>
            </a:extLst>
          </p:cNvPr>
          <p:cNvSpPr>
            <a:spLocks noGrp="1"/>
          </p:cNvSpPr>
          <p:nvPr>
            <p:ph type="subTitle" idx="10" hasCustomPrompt="1"/>
          </p:nvPr>
        </p:nvSpPr>
        <p:spPr>
          <a:xfrm>
            <a:off x="602966" y="2267712"/>
            <a:ext cx="6408402" cy="700882"/>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
        <p:nvSpPr>
          <p:cNvPr id="9" name="Freeform: Shape 31">
            <a:extLst>
              <a:ext uri="{FF2B5EF4-FFF2-40B4-BE49-F238E27FC236}">
                <a16:creationId xmlns:a16="http://schemas.microsoft.com/office/drawing/2014/main" id="{23AA4DDC-2936-0AB6-8344-5481913C661E}"/>
              </a:ext>
            </a:extLst>
          </p:cNvPr>
          <p:cNvSpPr/>
          <p:nvPr userDrawn="1"/>
        </p:nvSpPr>
        <p:spPr>
          <a:xfrm>
            <a:off x="-9731" y="1828236"/>
            <a:ext cx="12203581" cy="4225133"/>
          </a:xfrm>
          <a:custGeom>
            <a:avLst/>
            <a:gdLst>
              <a:gd name="connsiteX0" fmla="*/ 11206701 w 12203581"/>
              <a:gd name="connsiteY0" fmla="*/ 0 h 4225133"/>
              <a:gd name="connsiteX1" fmla="*/ 12203581 w 12203581"/>
              <a:gd name="connsiteY1" fmla="*/ 0 h 4225133"/>
              <a:gd name="connsiteX2" fmla="*/ 12203581 w 12203581"/>
              <a:gd name="connsiteY2" fmla="*/ 76381 h 4225133"/>
              <a:gd name="connsiteX3" fmla="*/ 11206764 w 12203581"/>
              <a:gd name="connsiteY3" fmla="*/ 76381 h 4225133"/>
              <a:gd name="connsiteX4" fmla="*/ 10082496 w 12203581"/>
              <a:gd name="connsiteY4" fmla="*/ 542038 h 4225133"/>
              <a:gd name="connsiteX5" fmla="*/ 6864996 w 12203581"/>
              <a:gd name="connsiteY5" fmla="*/ 3759476 h 4225133"/>
              <a:gd name="connsiteX6" fmla="*/ 5740727 w 12203581"/>
              <a:gd name="connsiteY6" fmla="*/ 4225133 h 4225133"/>
              <a:gd name="connsiteX7" fmla="*/ 0 w 12203581"/>
              <a:gd name="connsiteY7" fmla="*/ 4225133 h 4225133"/>
              <a:gd name="connsiteX8" fmla="*/ 0 w 12203581"/>
              <a:gd name="connsiteY8" fmla="*/ 4148754 h 4225133"/>
              <a:gd name="connsiteX9" fmla="*/ 5740727 w 12203581"/>
              <a:gd name="connsiteY9" fmla="*/ 4148754 h 4225133"/>
              <a:gd name="connsiteX10" fmla="*/ 6319969 w 12203581"/>
              <a:gd name="connsiteY10" fmla="*/ 4033515 h 4225133"/>
              <a:gd name="connsiteX11" fmla="*/ 6811001 w 12203581"/>
              <a:gd name="connsiteY11" fmla="*/ 3705419 h 4225133"/>
              <a:gd name="connsiteX12" fmla="*/ 10028503 w 12203581"/>
              <a:gd name="connsiteY12" fmla="*/ 487980 h 4225133"/>
              <a:gd name="connsiteX13" fmla="*/ 10569077 w 12203581"/>
              <a:gd name="connsiteY13" fmla="*/ 126813 h 4225133"/>
              <a:gd name="connsiteX14" fmla="*/ 11206701 w 12203581"/>
              <a:gd name="connsiteY14" fmla="*/ 0 h 4225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03581" h="4225133">
                <a:moveTo>
                  <a:pt x="11206701" y="0"/>
                </a:moveTo>
                <a:lnTo>
                  <a:pt x="12203581" y="0"/>
                </a:lnTo>
                <a:lnTo>
                  <a:pt x="12203581" y="76381"/>
                </a:lnTo>
                <a:lnTo>
                  <a:pt x="11206764" y="76381"/>
                </a:lnTo>
                <a:cubicBezTo>
                  <a:pt x="10785052" y="76381"/>
                  <a:pt x="10380639" y="243896"/>
                  <a:pt x="10082496" y="542038"/>
                </a:cubicBezTo>
                <a:lnTo>
                  <a:pt x="6864996" y="3759476"/>
                </a:lnTo>
                <a:cubicBezTo>
                  <a:pt x="6566789" y="4057618"/>
                  <a:pt x="6162377" y="4225133"/>
                  <a:pt x="5740727" y="4225133"/>
                </a:cubicBezTo>
                <a:lnTo>
                  <a:pt x="0" y="4225133"/>
                </a:lnTo>
                <a:lnTo>
                  <a:pt x="0" y="4148754"/>
                </a:lnTo>
                <a:lnTo>
                  <a:pt x="5740727" y="4148754"/>
                </a:lnTo>
                <a:cubicBezTo>
                  <a:pt x="5940485" y="4148754"/>
                  <a:pt x="6135411" y="4109959"/>
                  <a:pt x="6319969" y="4033515"/>
                </a:cubicBezTo>
                <a:cubicBezTo>
                  <a:pt x="6504529" y="3957072"/>
                  <a:pt x="6669753" y="3846668"/>
                  <a:pt x="6811001" y="3705419"/>
                </a:cubicBezTo>
                <a:lnTo>
                  <a:pt x="10028503" y="487980"/>
                </a:lnTo>
                <a:cubicBezTo>
                  <a:pt x="10183997" y="332486"/>
                  <a:pt x="10365884" y="210952"/>
                  <a:pt x="10569077" y="126813"/>
                </a:cubicBezTo>
                <a:cubicBezTo>
                  <a:pt x="10772269" y="42675"/>
                  <a:pt x="10986781" y="0"/>
                  <a:pt x="11206701" y="0"/>
                </a:cubicBezTo>
                <a:close/>
              </a:path>
            </a:pathLst>
          </a:custGeom>
          <a:gradFill>
            <a:gsLst>
              <a:gs pos="20000">
                <a:srgbClr val="0095C4"/>
              </a:gs>
              <a:gs pos="80000">
                <a:schemeClr val="accent5"/>
              </a:gs>
            </a:gsLst>
            <a:lin ang="0" scaled="1"/>
          </a:gradFill>
          <a:ln w="0" cap="flat">
            <a:noFill/>
            <a:prstDash val="solid"/>
            <a:miter/>
          </a:ln>
        </p:spPr>
        <p:txBody>
          <a:bodyPr rtlCol="0" anchor="ctr"/>
          <a:lstStyle/>
          <a:p>
            <a:endParaRPr lang="en-US" dirty="0"/>
          </a:p>
        </p:txBody>
      </p:sp>
      <p:sp>
        <p:nvSpPr>
          <p:cNvPr id="11" name="page number">
            <a:extLst>
              <a:ext uri="{FF2B5EF4-FFF2-40B4-BE49-F238E27FC236}">
                <a16:creationId xmlns:a16="http://schemas.microsoft.com/office/drawing/2014/main" id="{2A1148C9-BE55-F64C-8A6E-A5239BDB4089}"/>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10139959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Big Statement with Photo">
    <p:spTree>
      <p:nvGrpSpPr>
        <p:cNvPr id="1" name=""/>
        <p:cNvGrpSpPr/>
        <p:nvPr/>
      </p:nvGrpSpPr>
      <p:grpSpPr>
        <a:xfrm>
          <a:off x="0" y="0"/>
          <a:ext cx="0" cy="0"/>
          <a:chOff x="0" y="0"/>
          <a:chExt cx="0" cy="0"/>
        </a:xfrm>
      </p:grpSpPr>
      <p:sp>
        <p:nvSpPr>
          <p:cNvPr id="17" name="Text Placeholder 862">
            <a:extLst>
              <a:ext uri="{FF2B5EF4-FFF2-40B4-BE49-F238E27FC236}">
                <a16:creationId xmlns:a16="http://schemas.microsoft.com/office/drawing/2014/main" id="{C8F55BC8-3E55-49EB-BF20-18EB4F7F5970}"/>
              </a:ext>
            </a:extLst>
          </p:cNvPr>
          <p:cNvSpPr>
            <a:spLocks noGrp="1"/>
          </p:cNvSpPr>
          <p:nvPr>
            <p:ph type="body" sz="quarter" idx="12" hasCustomPrompt="1"/>
          </p:nvPr>
        </p:nvSpPr>
        <p:spPr>
          <a:xfrm>
            <a:off x="608014" y="2514600"/>
            <a:ext cx="5485844" cy="1828799"/>
          </a:xfrm>
        </p:spPr>
        <p:txBody>
          <a:bodyPr anchor="ctr"/>
          <a:lstStyle>
            <a:lvl1pPr>
              <a:lnSpc>
                <a:spcPct val="100000"/>
              </a:lnSpc>
              <a:spcBef>
                <a:spcPts val="0"/>
              </a:spcBef>
              <a:defRPr sz="3600">
                <a:solidFill>
                  <a:schemeClr val="accent2"/>
                </a:solidFill>
              </a:defRPr>
            </a:lvl1pPr>
            <a:lvl2pPr marL="273050" indent="0">
              <a:buNone/>
              <a:defRPr/>
            </a:lvl2pPr>
          </a:lstStyle>
          <a:p>
            <a:pPr lvl="0"/>
            <a:r>
              <a:rPr lang="en-US"/>
              <a:t>Click to add text</a:t>
            </a:r>
          </a:p>
        </p:txBody>
      </p:sp>
      <p:sp>
        <p:nvSpPr>
          <p:cNvPr id="4" name="Picture Placeholder 3">
            <a:extLst>
              <a:ext uri="{FF2B5EF4-FFF2-40B4-BE49-F238E27FC236}">
                <a16:creationId xmlns:a16="http://schemas.microsoft.com/office/drawing/2014/main" id="{05DD6E7D-B875-48DF-B6A8-450BD6AE1716}"/>
              </a:ext>
            </a:extLst>
          </p:cNvPr>
          <p:cNvSpPr>
            <a:spLocks noGrp="1"/>
          </p:cNvSpPr>
          <p:nvPr>
            <p:ph type="pic" sz="quarter" idx="11" hasCustomPrompt="1"/>
          </p:nvPr>
        </p:nvSpPr>
        <p:spPr>
          <a:xfrm>
            <a:off x="6785687" y="69850"/>
            <a:ext cx="5403138" cy="6788150"/>
          </a:xfrm>
        </p:spPr>
        <p:txBody>
          <a:bodyPr lIns="640080" tIns="0" rIns="640080" anchor="ctr"/>
          <a:lstStyle>
            <a:lvl1pPr algn="ctr">
              <a:defRPr>
                <a:solidFill>
                  <a:schemeClr val="tx1"/>
                </a:solidFill>
              </a:defRPr>
            </a:lvl1pPr>
          </a:lstStyle>
          <a:p>
            <a:r>
              <a:rPr lang="en-US" dirty="0"/>
              <a:t>Click on the icon to insert a picture from your computer</a:t>
            </a:r>
          </a:p>
        </p:txBody>
      </p:sp>
      <p:sp>
        <p:nvSpPr>
          <p:cNvPr id="6" name="page number">
            <a:extLst>
              <a:ext uri="{FF2B5EF4-FFF2-40B4-BE49-F238E27FC236}">
                <a16:creationId xmlns:a16="http://schemas.microsoft.com/office/drawing/2014/main" id="{1AAC44A2-B8BC-4B45-BE44-C4C65AFCB660}"/>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5" name="page number">
            <a:extLst>
              <a:ext uri="{FF2B5EF4-FFF2-40B4-BE49-F238E27FC236}">
                <a16:creationId xmlns:a16="http://schemas.microsoft.com/office/drawing/2014/main" id="{1AAC44A2-B8BC-4B45-BE44-C4C65AFCB660}"/>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8564349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p:cSld name="Big Statistic">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E9B88A46-F304-51F6-1AAF-726E7309052D}"/>
              </a:ext>
            </a:extLst>
          </p:cNvPr>
          <p:cNvSpPr/>
          <p:nvPr/>
        </p:nvSpPr>
        <p:spPr>
          <a:xfrm>
            <a:off x="0" y="4332288"/>
            <a:ext cx="12188825" cy="2525712"/>
          </a:xfrm>
          <a:prstGeom prst="rect">
            <a:avLst/>
          </a:prstGeom>
          <a:solidFill>
            <a:srgbClr val="F4F8FA"/>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3" name="Oval 2">
            <a:extLst>
              <a:ext uri="{FF2B5EF4-FFF2-40B4-BE49-F238E27FC236}">
                <a16:creationId xmlns:a16="http://schemas.microsoft.com/office/drawing/2014/main" id="{24AFE851-C873-10C5-E165-301FDB834692}"/>
              </a:ext>
            </a:extLst>
          </p:cNvPr>
          <p:cNvSpPr/>
          <p:nvPr/>
        </p:nvSpPr>
        <p:spPr>
          <a:xfrm>
            <a:off x="667600" y="722997"/>
            <a:ext cx="4470400" cy="447040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15" name="Text Placeholder 14" descr="Doughnut chart label 3">
            <a:extLst>
              <a:ext uri="{FF2B5EF4-FFF2-40B4-BE49-F238E27FC236}">
                <a16:creationId xmlns:a16="http://schemas.microsoft.com/office/drawing/2014/main" id="{E4BDA96F-134D-4855-8751-F1043ABF3B47}"/>
              </a:ext>
            </a:extLst>
          </p:cNvPr>
          <p:cNvSpPr>
            <a:spLocks noGrp="1"/>
          </p:cNvSpPr>
          <p:nvPr>
            <p:ph type="body" sz="quarter" idx="11" hasCustomPrompt="1"/>
          </p:nvPr>
        </p:nvSpPr>
        <p:spPr>
          <a:xfrm>
            <a:off x="6096000" y="2514599"/>
            <a:ext cx="5027613" cy="1371601"/>
          </a:xfrm>
        </p:spPr>
        <p:txBody>
          <a:bodyPr anchor="ctr"/>
          <a:lstStyle>
            <a:lvl1pPr>
              <a:spcBef>
                <a:spcPts val="0"/>
              </a:spcBef>
              <a:defRPr sz="3600">
                <a:solidFill>
                  <a:schemeClr val="accent2"/>
                </a:solidFill>
              </a:defRPr>
            </a:lvl1pPr>
          </a:lstStyle>
          <a:p>
            <a:pPr lvl="0"/>
            <a:r>
              <a:rPr lang="en-US" dirty="0"/>
              <a:t>Doughnut Chart slide, click to add text here</a:t>
            </a:r>
          </a:p>
        </p:txBody>
      </p:sp>
      <p:sp>
        <p:nvSpPr>
          <p:cNvPr id="13" name="Text Placeholder 12" descr="Doughnut chart label 1">
            <a:extLst>
              <a:ext uri="{FF2B5EF4-FFF2-40B4-BE49-F238E27FC236}">
                <a16:creationId xmlns:a16="http://schemas.microsoft.com/office/drawing/2014/main" id="{8C4F4198-4BE0-4282-8B86-20DED598DC17}"/>
              </a:ext>
            </a:extLst>
          </p:cNvPr>
          <p:cNvSpPr>
            <a:spLocks noGrp="1"/>
          </p:cNvSpPr>
          <p:nvPr>
            <p:ph type="body" sz="quarter" idx="18"/>
          </p:nvPr>
        </p:nvSpPr>
        <p:spPr>
          <a:xfrm>
            <a:off x="608330" y="5507147"/>
            <a:ext cx="1371064" cy="423862"/>
          </a:xfrm>
        </p:spPr>
        <p:txBody>
          <a:bodyPr/>
          <a:lstStyle>
            <a:lvl1pPr algn="l">
              <a:defRPr sz="1200">
                <a:solidFill>
                  <a:schemeClr val="tx1"/>
                </a:solidFill>
              </a:defRPr>
            </a:lvl1pPr>
          </a:lstStyle>
          <a:p>
            <a:pPr lvl="0"/>
            <a:r>
              <a:rPr lang="en-US"/>
              <a:t>Click to edit Master text styles</a:t>
            </a:r>
          </a:p>
        </p:txBody>
      </p:sp>
      <p:sp>
        <p:nvSpPr>
          <p:cNvPr id="70" name="Text Placeholder 12" descr="Doughnut chart label 2">
            <a:extLst>
              <a:ext uri="{FF2B5EF4-FFF2-40B4-BE49-F238E27FC236}">
                <a16:creationId xmlns:a16="http://schemas.microsoft.com/office/drawing/2014/main" id="{4B5F4E67-F2E8-4777-B495-668C321DCBAF}"/>
              </a:ext>
            </a:extLst>
          </p:cNvPr>
          <p:cNvSpPr>
            <a:spLocks noGrp="1"/>
          </p:cNvSpPr>
          <p:nvPr>
            <p:ph type="body" sz="quarter" idx="19"/>
          </p:nvPr>
        </p:nvSpPr>
        <p:spPr>
          <a:xfrm>
            <a:off x="2436416" y="5507147"/>
            <a:ext cx="1371064" cy="423862"/>
          </a:xfrm>
        </p:spPr>
        <p:txBody>
          <a:bodyPr/>
          <a:lstStyle>
            <a:lvl1pPr algn="l">
              <a:defRPr sz="1200">
                <a:solidFill>
                  <a:schemeClr val="tx1"/>
                </a:solidFill>
              </a:defRPr>
            </a:lvl1pPr>
          </a:lstStyle>
          <a:p>
            <a:pPr lvl="0"/>
            <a:r>
              <a:rPr lang="en-US"/>
              <a:t>Click to edit Master text styles</a:t>
            </a:r>
          </a:p>
        </p:txBody>
      </p:sp>
      <p:sp>
        <p:nvSpPr>
          <p:cNvPr id="71" name="Text Placeholder 12" descr="Doughnut chart label 4">
            <a:extLst>
              <a:ext uri="{FF2B5EF4-FFF2-40B4-BE49-F238E27FC236}">
                <a16:creationId xmlns:a16="http://schemas.microsoft.com/office/drawing/2014/main" id="{704846F3-64ED-4181-8AEC-68B9734DA96D}"/>
              </a:ext>
            </a:extLst>
          </p:cNvPr>
          <p:cNvSpPr>
            <a:spLocks noGrp="1"/>
          </p:cNvSpPr>
          <p:nvPr>
            <p:ph type="body" sz="quarter" idx="20"/>
          </p:nvPr>
        </p:nvSpPr>
        <p:spPr>
          <a:xfrm>
            <a:off x="4261103" y="5507147"/>
            <a:ext cx="1371064" cy="423862"/>
          </a:xfrm>
        </p:spPr>
        <p:txBody>
          <a:bodyPr/>
          <a:lstStyle>
            <a:lvl1pPr algn="l">
              <a:defRPr sz="1200">
                <a:solidFill>
                  <a:schemeClr val="tx1"/>
                </a:solidFill>
              </a:defRPr>
            </a:lvl1pPr>
          </a:lstStyle>
          <a:p>
            <a:pPr lvl="0"/>
            <a:r>
              <a:rPr lang="en-US"/>
              <a:t>Click to edit Master text styles</a:t>
            </a:r>
          </a:p>
        </p:txBody>
      </p:sp>
      <p:sp>
        <p:nvSpPr>
          <p:cNvPr id="72" name="Text Placeholder 12" descr="Doughnut chart label 5">
            <a:extLst>
              <a:ext uri="{FF2B5EF4-FFF2-40B4-BE49-F238E27FC236}">
                <a16:creationId xmlns:a16="http://schemas.microsoft.com/office/drawing/2014/main" id="{DD17F439-D919-44B7-889F-96A1DAF172D4}"/>
              </a:ext>
            </a:extLst>
          </p:cNvPr>
          <p:cNvSpPr>
            <a:spLocks noGrp="1"/>
          </p:cNvSpPr>
          <p:nvPr>
            <p:ph type="body" sz="quarter" idx="21"/>
          </p:nvPr>
        </p:nvSpPr>
        <p:spPr>
          <a:xfrm>
            <a:off x="6088109" y="5507147"/>
            <a:ext cx="1371064" cy="423862"/>
          </a:xfrm>
        </p:spPr>
        <p:txBody>
          <a:bodyPr/>
          <a:lstStyle>
            <a:lvl1pPr algn="l">
              <a:defRPr sz="1200">
                <a:solidFill>
                  <a:schemeClr val="tx1"/>
                </a:solidFill>
              </a:defRPr>
            </a:lvl1pPr>
          </a:lstStyle>
          <a:p>
            <a:pPr lvl="0"/>
            <a:r>
              <a:rPr lang="en-US"/>
              <a:t>Click to edit Master text styles</a:t>
            </a:r>
          </a:p>
        </p:txBody>
      </p:sp>
      <p:sp>
        <p:nvSpPr>
          <p:cNvPr id="73" name="Text Placeholder 12" descr="Doughnut chart label 6">
            <a:extLst>
              <a:ext uri="{FF2B5EF4-FFF2-40B4-BE49-F238E27FC236}">
                <a16:creationId xmlns:a16="http://schemas.microsoft.com/office/drawing/2014/main" id="{0DA74846-CC03-44FE-9AE5-4975E808F8A0}"/>
              </a:ext>
            </a:extLst>
          </p:cNvPr>
          <p:cNvSpPr>
            <a:spLocks noGrp="1"/>
          </p:cNvSpPr>
          <p:nvPr>
            <p:ph type="body" sz="quarter" idx="22"/>
          </p:nvPr>
        </p:nvSpPr>
        <p:spPr>
          <a:xfrm>
            <a:off x="7920672" y="5507147"/>
            <a:ext cx="1371064" cy="423862"/>
          </a:xfrm>
        </p:spPr>
        <p:txBody>
          <a:bodyPr/>
          <a:lstStyle>
            <a:lvl1pPr algn="l">
              <a:defRPr sz="1200">
                <a:solidFill>
                  <a:schemeClr val="tx1"/>
                </a:solidFill>
              </a:defRPr>
            </a:lvl1pPr>
          </a:lstStyle>
          <a:p>
            <a:pPr lvl="0"/>
            <a:r>
              <a:rPr lang="en-US"/>
              <a:t>Click to edit Master text styles</a:t>
            </a:r>
          </a:p>
        </p:txBody>
      </p:sp>
      <p:sp>
        <p:nvSpPr>
          <p:cNvPr id="16" name="page number">
            <a:extLst>
              <a:ext uri="{FF2B5EF4-FFF2-40B4-BE49-F238E27FC236}">
                <a16:creationId xmlns:a16="http://schemas.microsoft.com/office/drawing/2014/main" id="{5FED840F-E343-734C-96BA-0EFF5AE5DADC}"/>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grpSp>
        <p:nvGrpSpPr>
          <p:cNvPr id="9" name="Graphic 8">
            <a:extLst>
              <a:ext uri="{FF2B5EF4-FFF2-40B4-BE49-F238E27FC236}">
                <a16:creationId xmlns:a16="http://schemas.microsoft.com/office/drawing/2014/main" id="{51D71EBD-582E-1FCD-4FB5-19DB293014E0}"/>
              </a:ext>
            </a:extLst>
          </p:cNvPr>
          <p:cNvGrpSpPr/>
          <p:nvPr/>
        </p:nvGrpSpPr>
        <p:grpSpPr>
          <a:xfrm>
            <a:off x="265625" y="6323271"/>
            <a:ext cx="1249223" cy="369648"/>
            <a:chOff x="265625" y="6323271"/>
            <a:chExt cx="1249223" cy="369648"/>
          </a:xfrm>
          <a:solidFill>
            <a:srgbClr val="000000"/>
          </a:solidFill>
        </p:grpSpPr>
        <p:grpSp>
          <p:nvGrpSpPr>
            <p:cNvPr id="10" name="Graphic 8">
              <a:extLst>
                <a:ext uri="{FF2B5EF4-FFF2-40B4-BE49-F238E27FC236}">
                  <a16:creationId xmlns:a16="http://schemas.microsoft.com/office/drawing/2014/main" id="{D35F1425-35AB-A636-90BD-74567B35A7DA}"/>
                </a:ext>
              </a:extLst>
            </p:cNvPr>
            <p:cNvGrpSpPr/>
            <p:nvPr/>
          </p:nvGrpSpPr>
          <p:grpSpPr>
            <a:xfrm>
              <a:off x="745455" y="6594444"/>
              <a:ext cx="722662" cy="98475"/>
              <a:chOff x="745455" y="6594444"/>
              <a:chExt cx="722662" cy="98475"/>
            </a:xfrm>
            <a:solidFill>
              <a:srgbClr val="000000"/>
            </a:solidFill>
          </p:grpSpPr>
          <p:sp>
            <p:nvSpPr>
              <p:cNvPr id="22" name="Freeform 49">
                <a:extLst>
                  <a:ext uri="{FF2B5EF4-FFF2-40B4-BE49-F238E27FC236}">
                    <a16:creationId xmlns:a16="http://schemas.microsoft.com/office/drawing/2014/main" id="{72251ED7-7751-A756-FB41-95D0A573AE73}"/>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24" name="Freeform 50">
                <a:extLst>
                  <a:ext uri="{FF2B5EF4-FFF2-40B4-BE49-F238E27FC236}">
                    <a16:creationId xmlns:a16="http://schemas.microsoft.com/office/drawing/2014/main" id="{4F380DE5-9091-5FB2-3647-07110D571357}"/>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25" name="Freeform 51">
                <a:extLst>
                  <a:ext uri="{FF2B5EF4-FFF2-40B4-BE49-F238E27FC236}">
                    <a16:creationId xmlns:a16="http://schemas.microsoft.com/office/drawing/2014/main" id="{63D834CB-F2F1-9CF3-3306-BA788EF4C863}"/>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26" name="Freeform 52">
                <a:extLst>
                  <a:ext uri="{FF2B5EF4-FFF2-40B4-BE49-F238E27FC236}">
                    <a16:creationId xmlns:a16="http://schemas.microsoft.com/office/drawing/2014/main" id="{9DF9D2C4-19CD-6D6F-D1D1-11CE96C0E99D}"/>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27" name="Freeform 53">
                <a:extLst>
                  <a:ext uri="{FF2B5EF4-FFF2-40B4-BE49-F238E27FC236}">
                    <a16:creationId xmlns:a16="http://schemas.microsoft.com/office/drawing/2014/main" id="{78F9C88E-5836-8A77-4538-E2CB490964F3}"/>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28" name="Freeform 54">
                <a:extLst>
                  <a:ext uri="{FF2B5EF4-FFF2-40B4-BE49-F238E27FC236}">
                    <a16:creationId xmlns:a16="http://schemas.microsoft.com/office/drawing/2014/main" id="{2234677F-1EF1-C24A-2456-FB35C738163D}"/>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29" name="Freeform 55">
                <a:extLst>
                  <a:ext uri="{FF2B5EF4-FFF2-40B4-BE49-F238E27FC236}">
                    <a16:creationId xmlns:a16="http://schemas.microsoft.com/office/drawing/2014/main" id="{626F9D8A-D6B5-1888-E8B1-9C3B8C259EF5}"/>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30" name="Freeform 56">
                <a:extLst>
                  <a:ext uri="{FF2B5EF4-FFF2-40B4-BE49-F238E27FC236}">
                    <a16:creationId xmlns:a16="http://schemas.microsoft.com/office/drawing/2014/main" id="{7096839D-686D-9DA0-39C1-FF38ACD79881}"/>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31" name="Freeform 57">
                <a:extLst>
                  <a:ext uri="{FF2B5EF4-FFF2-40B4-BE49-F238E27FC236}">
                    <a16:creationId xmlns:a16="http://schemas.microsoft.com/office/drawing/2014/main" id="{58CEFB5A-654F-87FC-D4AD-C96299F7F5DE}"/>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32" name="Freeform 58">
                <a:extLst>
                  <a:ext uri="{FF2B5EF4-FFF2-40B4-BE49-F238E27FC236}">
                    <a16:creationId xmlns:a16="http://schemas.microsoft.com/office/drawing/2014/main" id="{CFBE9921-9212-4D37-DEE1-045D17910520}"/>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11" name="Graphic 8">
              <a:extLst>
                <a:ext uri="{FF2B5EF4-FFF2-40B4-BE49-F238E27FC236}">
                  <a16:creationId xmlns:a16="http://schemas.microsoft.com/office/drawing/2014/main" id="{1E38B9D4-555F-EEC6-42D8-A5C4F792F610}"/>
                </a:ext>
              </a:extLst>
            </p:cNvPr>
            <p:cNvGrpSpPr/>
            <p:nvPr/>
          </p:nvGrpSpPr>
          <p:grpSpPr>
            <a:xfrm>
              <a:off x="265625" y="6323271"/>
              <a:ext cx="1249223" cy="190348"/>
              <a:chOff x="265625" y="6323271"/>
              <a:chExt cx="1249223" cy="190348"/>
            </a:xfrm>
            <a:solidFill>
              <a:srgbClr val="000000"/>
            </a:solidFill>
          </p:grpSpPr>
          <p:sp>
            <p:nvSpPr>
              <p:cNvPr id="12" name="Freeform 60">
                <a:extLst>
                  <a:ext uri="{FF2B5EF4-FFF2-40B4-BE49-F238E27FC236}">
                    <a16:creationId xmlns:a16="http://schemas.microsoft.com/office/drawing/2014/main" id="{9D3B5F0D-70BB-140A-76C7-DFCFF0777F32}"/>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14" name="Freeform 61">
                <a:extLst>
                  <a:ext uri="{FF2B5EF4-FFF2-40B4-BE49-F238E27FC236}">
                    <a16:creationId xmlns:a16="http://schemas.microsoft.com/office/drawing/2014/main" id="{4C7E6602-CB3B-E010-2E47-5CF99A734497}"/>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17" name="Freeform 62">
                <a:extLst>
                  <a:ext uri="{FF2B5EF4-FFF2-40B4-BE49-F238E27FC236}">
                    <a16:creationId xmlns:a16="http://schemas.microsoft.com/office/drawing/2014/main" id="{9D8567F3-62AD-F216-0AF6-E4169127352D}"/>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18" name="Freeform 63">
                <a:extLst>
                  <a:ext uri="{FF2B5EF4-FFF2-40B4-BE49-F238E27FC236}">
                    <a16:creationId xmlns:a16="http://schemas.microsoft.com/office/drawing/2014/main" id="{2FEEA58D-D9DD-FFD2-C302-3DD4E8DAF5FC}"/>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19" name="Freeform 64">
                <a:extLst>
                  <a:ext uri="{FF2B5EF4-FFF2-40B4-BE49-F238E27FC236}">
                    <a16:creationId xmlns:a16="http://schemas.microsoft.com/office/drawing/2014/main" id="{3C5437F9-4193-4740-1635-D710F784A6A4}"/>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20" name="Freeform 65">
                <a:extLst>
                  <a:ext uri="{FF2B5EF4-FFF2-40B4-BE49-F238E27FC236}">
                    <a16:creationId xmlns:a16="http://schemas.microsoft.com/office/drawing/2014/main" id="{42E15317-316C-8EDA-CD39-0C8616D58909}"/>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21" name="Freeform 66">
                <a:extLst>
                  <a:ext uri="{FF2B5EF4-FFF2-40B4-BE49-F238E27FC236}">
                    <a16:creationId xmlns:a16="http://schemas.microsoft.com/office/drawing/2014/main" id="{F53C646D-9387-7EA5-512E-D7BE25FBA137}"/>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35" name="Oval 34">
            <a:extLst>
              <a:ext uri="{FF2B5EF4-FFF2-40B4-BE49-F238E27FC236}">
                <a16:creationId xmlns:a16="http://schemas.microsoft.com/office/drawing/2014/main" id="{24AFE851-C873-10C5-E165-301FDB834692}"/>
              </a:ext>
            </a:extLst>
          </p:cNvPr>
          <p:cNvSpPr/>
          <p:nvPr userDrawn="1"/>
        </p:nvSpPr>
        <p:spPr>
          <a:xfrm>
            <a:off x="667600" y="722997"/>
            <a:ext cx="4470400" cy="447040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36" name="page number">
            <a:extLst>
              <a:ext uri="{FF2B5EF4-FFF2-40B4-BE49-F238E27FC236}">
                <a16:creationId xmlns:a16="http://schemas.microsoft.com/office/drawing/2014/main" id="{5FED840F-E343-734C-96BA-0EFF5AE5DADC}"/>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grpSp>
        <p:nvGrpSpPr>
          <p:cNvPr id="39" name="Graphic 8">
            <a:extLst>
              <a:ext uri="{FF2B5EF4-FFF2-40B4-BE49-F238E27FC236}">
                <a16:creationId xmlns:a16="http://schemas.microsoft.com/office/drawing/2014/main" id="{51D71EBD-582E-1FCD-4FB5-19DB293014E0}"/>
              </a:ext>
            </a:extLst>
          </p:cNvPr>
          <p:cNvGrpSpPr/>
          <p:nvPr userDrawn="1"/>
        </p:nvGrpSpPr>
        <p:grpSpPr>
          <a:xfrm>
            <a:off x="265625" y="6323271"/>
            <a:ext cx="1249223" cy="369648"/>
            <a:chOff x="265625" y="6323271"/>
            <a:chExt cx="1249223" cy="369648"/>
          </a:xfrm>
          <a:solidFill>
            <a:srgbClr val="000000"/>
          </a:solidFill>
        </p:grpSpPr>
        <p:grpSp>
          <p:nvGrpSpPr>
            <p:cNvPr id="40" name="Graphic 8">
              <a:extLst>
                <a:ext uri="{FF2B5EF4-FFF2-40B4-BE49-F238E27FC236}">
                  <a16:creationId xmlns:a16="http://schemas.microsoft.com/office/drawing/2014/main" id="{D35F1425-35AB-A636-90BD-74567B35A7DA}"/>
                </a:ext>
              </a:extLst>
            </p:cNvPr>
            <p:cNvGrpSpPr/>
            <p:nvPr/>
          </p:nvGrpSpPr>
          <p:grpSpPr>
            <a:xfrm>
              <a:off x="745455" y="6594444"/>
              <a:ext cx="722662" cy="98475"/>
              <a:chOff x="745455" y="6594444"/>
              <a:chExt cx="722662" cy="98475"/>
            </a:xfrm>
            <a:solidFill>
              <a:srgbClr val="000000"/>
            </a:solidFill>
          </p:grpSpPr>
          <p:sp>
            <p:nvSpPr>
              <p:cNvPr id="49" name="Freeform 49">
                <a:extLst>
                  <a:ext uri="{FF2B5EF4-FFF2-40B4-BE49-F238E27FC236}">
                    <a16:creationId xmlns:a16="http://schemas.microsoft.com/office/drawing/2014/main" id="{72251ED7-7751-A756-FB41-95D0A573AE73}"/>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50" name="Freeform 50">
                <a:extLst>
                  <a:ext uri="{FF2B5EF4-FFF2-40B4-BE49-F238E27FC236}">
                    <a16:creationId xmlns:a16="http://schemas.microsoft.com/office/drawing/2014/main" id="{4F380DE5-9091-5FB2-3647-07110D571357}"/>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51" name="Freeform 51">
                <a:extLst>
                  <a:ext uri="{FF2B5EF4-FFF2-40B4-BE49-F238E27FC236}">
                    <a16:creationId xmlns:a16="http://schemas.microsoft.com/office/drawing/2014/main" id="{63D834CB-F2F1-9CF3-3306-BA788EF4C863}"/>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52" name="Freeform 52">
                <a:extLst>
                  <a:ext uri="{FF2B5EF4-FFF2-40B4-BE49-F238E27FC236}">
                    <a16:creationId xmlns:a16="http://schemas.microsoft.com/office/drawing/2014/main" id="{9DF9D2C4-19CD-6D6F-D1D1-11CE96C0E99D}"/>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53" name="Freeform 53">
                <a:extLst>
                  <a:ext uri="{FF2B5EF4-FFF2-40B4-BE49-F238E27FC236}">
                    <a16:creationId xmlns:a16="http://schemas.microsoft.com/office/drawing/2014/main" id="{78F9C88E-5836-8A77-4538-E2CB490964F3}"/>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4" name="Freeform 54">
                <a:extLst>
                  <a:ext uri="{FF2B5EF4-FFF2-40B4-BE49-F238E27FC236}">
                    <a16:creationId xmlns:a16="http://schemas.microsoft.com/office/drawing/2014/main" id="{2234677F-1EF1-C24A-2456-FB35C738163D}"/>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55" name="Freeform 55">
                <a:extLst>
                  <a:ext uri="{FF2B5EF4-FFF2-40B4-BE49-F238E27FC236}">
                    <a16:creationId xmlns:a16="http://schemas.microsoft.com/office/drawing/2014/main" id="{626F9D8A-D6B5-1888-E8B1-9C3B8C259EF5}"/>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56" name="Freeform 56">
                <a:extLst>
                  <a:ext uri="{FF2B5EF4-FFF2-40B4-BE49-F238E27FC236}">
                    <a16:creationId xmlns:a16="http://schemas.microsoft.com/office/drawing/2014/main" id="{7096839D-686D-9DA0-39C1-FF38ACD79881}"/>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57" name="Freeform 57">
                <a:extLst>
                  <a:ext uri="{FF2B5EF4-FFF2-40B4-BE49-F238E27FC236}">
                    <a16:creationId xmlns:a16="http://schemas.microsoft.com/office/drawing/2014/main" id="{58CEFB5A-654F-87FC-D4AD-C96299F7F5DE}"/>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8" name="Freeform 58">
                <a:extLst>
                  <a:ext uri="{FF2B5EF4-FFF2-40B4-BE49-F238E27FC236}">
                    <a16:creationId xmlns:a16="http://schemas.microsoft.com/office/drawing/2014/main" id="{CFBE9921-9212-4D37-DEE1-045D17910520}"/>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41" name="Graphic 8">
              <a:extLst>
                <a:ext uri="{FF2B5EF4-FFF2-40B4-BE49-F238E27FC236}">
                  <a16:creationId xmlns:a16="http://schemas.microsoft.com/office/drawing/2014/main" id="{1E38B9D4-555F-EEC6-42D8-A5C4F792F610}"/>
                </a:ext>
              </a:extLst>
            </p:cNvPr>
            <p:cNvGrpSpPr/>
            <p:nvPr/>
          </p:nvGrpSpPr>
          <p:grpSpPr>
            <a:xfrm>
              <a:off x="265625" y="6323271"/>
              <a:ext cx="1249223" cy="190348"/>
              <a:chOff x="265625" y="6323271"/>
              <a:chExt cx="1249223" cy="190348"/>
            </a:xfrm>
            <a:solidFill>
              <a:srgbClr val="000000"/>
            </a:solidFill>
          </p:grpSpPr>
          <p:sp>
            <p:nvSpPr>
              <p:cNvPr id="42" name="Freeform 60">
                <a:extLst>
                  <a:ext uri="{FF2B5EF4-FFF2-40B4-BE49-F238E27FC236}">
                    <a16:creationId xmlns:a16="http://schemas.microsoft.com/office/drawing/2014/main" id="{9D3B5F0D-70BB-140A-76C7-DFCFF0777F32}"/>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43" name="Freeform 61">
                <a:extLst>
                  <a:ext uri="{FF2B5EF4-FFF2-40B4-BE49-F238E27FC236}">
                    <a16:creationId xmlns:a16="http://schemas.microsoft.com/office/drawing/2014/main" id="{4C7E6602-CB3B-E010-2E47-5CF99A734497}"/>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44" name="Freeform 62">
                <a:extLst>
                  <a:ext uri="{FF2B5EF4-FFF2-40B4-BE49-F238E27FC236}">
                    <a16:creationId xmlns:a16="http://schemas.microsoft.com/office/drawing/2014/main" id="{9D8567F3-62AD-F216-0AF6-E4169127352D}"/>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45" name="Freeform 63">
                <a:extLst>
                  <a:ext uri="{FF2B5EF4-FFF2-40B4-BE49-F238E27FC236}">
                    <a16:creationId xmlns:a16="http://schemas.microsoft.com/office/drawing/2014/main" id="{2FEEA58D-D9DD-FFD2-C302-3DD4E8DAF5FC}"/>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46" name="Freeform 64">
                <a:extLst>
                  <a:ext uri="{FF2B5EF4-FFF2-40B4-BE49-F238E27FC236}">
                    <a16:creationId xmlns:a16="http://schemas.microsoft.com/office/drawing/2014/main" id="{3C5437F9-4193-4740-1635-D710F784A6A4}"/>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47" name="Freeform 65">
                <a:extLst>
                  <a:ext uri="{FF2B5EF4-FFF2-40B4-BE49-F238E27FC236}">
                    <a16:creationId xmlns:a16="http://schemas.microsoft.com/office/drawing/2014/main" id="{42E15317-316C-8EDA-CD39-0C8616D58909}"/>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48" name="Freeform 66">
                <a:extLst>
                  <a:ext uri="{FF2B5EF4-FFF2-40B4-BE49-F238E27FC236}">
                    <a16:creationId xmlns:a16="http://schemas.microsoft.com/office/drawing/2014/main" id="{F53C646D-9387-7EA5-512E-D7BE25FBA137}"/>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23" name="Chart Placeholder 22">
            <a:extLst>
              <a:ext uri="{FF2B5EF4-FFF2-40B4-BE49-F238E27FC236}">
                <a16:creationId xmlns:a16="http://schemas.microsoft.com/office/drawing/2014/main" id="{4093E53D-7586-4113-99BD-F45F1343692F}"/>
              </a:ext>
            </a:extLst>
          </p:cNvPr>
          <p:cNvSpPr>
            <a:spLocks noGrp="1"/>
          </p:cNvSpPr>
          <p:nvPr>
            <p:ph type="chart" sz="quarter" idx="13" hasCustomPrompt="1"/>
          </p:nvPr>
        </p:nvSpPr>
        <p:spPr bwMode="gray">
          <a:xfrm>
            <a:off x="662672" y="722997"/>
            <a:ext cx="4480256" cy="4480256"/>
          </a:xfrm>
        </p:spPr>
        <p:txBody>
          <a:bodyPr anchor="ctr"/>
          <a:lstStyle>
            <a:lvl1pPr algn="ctr">
              <a:defRPr>
                <a:solidFill>
                  <a:schemeClr val="tx1"/>
                </a:solidFill>
              </a:defRPr>
            </a:lvl1pPr>
          </a:lstStyle>
          <a:p>
            <a:r>
              <a:rPr lang="en-US" dirty="0"/>
              <a:t>Click to insert a </a:t>
            </a:r>
            <a:br>
              <a:rPr lang="en-US" dirty="0"/>
            </a:br>
            <a:r>
              <a:rPr lang="en-US" dirty="0"/>
              <a:t>Doughnut chart</a:t>
            </a:r>
          </a:p>
        </p:txBody>
      </p:sp>
      <p:sp>
        <p:nvSpPr>
          <p:cNvPr id="5" name="TextBox 4">
            <a:extLst>
              <a:ext uri="{FF2B5EF4-FFF2-40B4-BE49-F238E27FC236}">
                <a16:creationId xmlns:a16="http://schemas.microsoft.com/office/drawing/2014/main" id="{9EE7E0D9-D41D-881D-F813-4A2FF0C435F7}"/>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29965666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4" name="page number">
            <a:extLst>
              <a:ext uri="{FF2B5EF4-FFF2-40B4-BE49-F238E27FC236}">
                <a16:creationId xmlns:a16="http://schemas.microsoft.com/office/drawing/2014/main" id="{BE17F87B-8433-6C45-84D8-13DF5C0ADDB4}"/>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3" name="page number">
            <a:extLst>
              <a:ext uri="{FF2B5EF4-FFF2-40B4-BE49-F238E27FC236}">
                <a16:creationId xmlns:a16="http://schemas.microsoft.com/office/drawing/2014/main" id="{BE17F87B-8433-6C45-84D8-13DF5C0ADDB4}"/>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33584932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preserve="1" userDrawn="1">
  <p:cSld name="Actually 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940242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preserve="1" userDrawn="1">
  <p:cSld name="1_Full-Bleed Photo 2">
    <p:bg>
      <p:bgPr>
        <a:blipFill dpi="0" rotWithShape="1">
          <a:blip r:embed="rId2">
            <a:lum/>
          </a:blip>
          <a:srcRect/>
          <a:stretch>
            <a:fillRect t="-10000" b="-10000"/>
          </a:stretch>
        </a:blipFill>
        <a:effectLst/>
      </p:bgPr>
    </p:bg>
    <p:spTree>
      <p:nvGrpSpPr>
        <p:cNvPr id="1" name=""/>
        <p:cNvGrpSpPr/>
        <p:nvPr/>
      </p:nvGrpSpPr>
      <p:grpSpPr>
        <a:xfrm>
          <a:off x="0" y="0"/>
          <a:ext cx="0" cy="0"/>
          <a:chOff x="0" y="0"/>
          <a:chExt cx="0" cy="0"/>
        </a:xfrm>
      </p:grpSpPr>
      <p:sp>
        <p:nvSpPr>
          <p:cNvPr id="11" name="page number">
            <a:extLst>
              <a:ext uri="{FF2B5EF4-FFF2-40B4-BE49-F238E27FC236}">
                <a16:creationId xmlns:a16="http://schemas.microsoft.com/office/drawing/2014/main" id="{55062593-5C0A-1043-8749-AF6C4D1E8735}"/>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bg1"/>
                </a:solidFill>
              </a:rPr>
              <a:pPr lvl="0" algn="r"/>
              <a:t>‹#›</a:t>
            </a:fld>
            <a:endParaRPr lang="en-US" dirty="0">
              <a:solidFill>
                <a:schemeClr val="bg1"/>
              </a:solidFill>
            </a:endParaRPr>
          </a:p>
        </p:txBody>
      </p:sp>
      <p:sp>
        <p:nvSpPr>
          <p:cNvPr id="2" name="TextBox 1">
            <a:extLst>
              <a:ext uri="{FF2B5EF4-FFF2-40B4-BE49-F238E27FC236}">
                <a16:creationId xmlns:a16="http://schemas.microsoft.com/office/drawing/2014/main" id="{C682F43D-B7AC-B18F-9189-FA59A807C71C}"/>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chemeClr val="bg1"/>
                </a:solidFill>
                <a:latin typeface="Arial" panose="020B0604020202020204" pitchFamily="34" charset="0"/>
                <a:sym typeface="Arial" panose="020B0604020202020204" pitchFamily="34" charset="0"/>
                <a:rtl val="0"/>
              </a:rPr>
              <a:t>.  </a:t>
            </a:r>
          </a:p>
        </p:txBody>
      </p:sp>
      <p:grpSp>
        <p:nvGrpSpPr>
          <p:cNvPr id="9" name="Graphic 8">
            <a:extLst>
              <a:ext uri="{FF2B5EF4-FFF2-40B4-BE49-F238E27FC236}">
                <a16:creationId xmlns:a16="http://schemas.microsoft.com/office/drawing/2014/main" id="{7855E429-EE5F-A662-3A5F-984B499AA750}"/>
              </a:ext>
            </a:extLst>
          </p:cNvPr>
          <p:cNvGrpSpPr/>
          <p:nvPr userDrawn="1"/>
        </p:nvGrpSpPr>
        <p:grpSpPr>
          <a:xfrm>
            <a:off x="265625" y="6323271"/>
            <a:ext cx="1249223" cy="369648"/>
            <a:chOff x="265625" y="6323271"/>
            <a:chExt cx="1249223" cy="369648"/>
          </a:xfrm>
          <a:solidFill>
            <a:schemeClr val="bg1"/>
          </a:solidFill>
        </p:grpSpPr>
        <p:grpSp>
          <p:nvGrpSpPr>
            <p:cNvPr id="10" name="Graphic 8">
              <a:extLst>
                <a:ext uri="{FF2B5EF4-FFF2-40B4-BE49-F238E27FC236}">
                  <a16:creationId xmlns:a16="http://schemas.microsoft.com/office/drawing/2014/main" id="{4F5F4771-6F17-344D-A184-324EF5C0B82D}"/>
                </a:ext>
              </a:extLst>
            </p:cNvPr>
            <p:cNvGrpSpPr/>
            <p:nvPr/>
          </p:nvGrpSpPr>
          <p:grpSpPr>
            <a:xfrm>
              <a:off x="745455" y="6594444"/>
              <a:ext cx="722662" cy="98475"/>
              <a:chOff x="745455" y="6594444"/>
              <a:chExt cx="722662" cy="98475"/>
            </a:xfrm>
            <a:grpFill/>
          </p:grpSpPr>
          <p:sp>
            <p:nvSpPr>
              <p:cNvPr id="35" name="Freeform 49">
                <a:extLst>
                  <a:ext uri="{FF2B5EF4-FFF2-40B4-BE49-F238E27FC236}">
                    <a16:creationId xmlns:a16="http://schemas.microsoft.com/office/drawing/2014/main" id="{5CED349D-CB12-B6A3-8EF9-468569C49DAC}"/>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grpFill/>
              <a:ln w="6345" cap="flat">
                <a:noFill/>
                <a:prstDash val="solid"/>
                <a:miter/>
              </a:ln>
            </p:spPr>
            <p:txBody>
              <a:bodyPr rtlCol="0" anchor="ctr"/>
              <a:lstStyle/>
              <a:p>
                <a:endParaRPr lang="en-US"/>
              </a:p>
            </p:txBody>
          </p:sp>
          <p:sp>
            <p:nvSpPr>
              <p:cNvPr id="36" name="Freeform 50">
                <a:extLst>
                  <a:ext uri="{FF2B5EF4-FFF2-40B4-BE49-F238E27FC236}">
                    <a16:creationId xmlns:a16="http://schemas.microsoft.com/office/drawing/2014/main" id="{CFD0F796-3503-808B-7074-C98318787410}"/>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grpFill/>
              <a:ln w="6345" cap="flat">
                <a:noFill/>
                <a:prstDash val="solid"/>
                <a:miter/>
              </a:ln>
            </p:spPr>
            <p:txBody>
              <a:bodyPr rtlCol="0" anchor="ctr"/>
              <a:lstStyle/>
              <a:p>
                <a:endParaRPr lang="en-US"/>
              </a:p>
            </p:txBody>
          </p:sp>
          <p:sp>
            <p:nvSpPr>
              <p:cNvPr id="37" name="Freeform 51">
                <a:extLst>
                  <a:ext uri="{FF2B5EF4-FFF2-40B4-BE49-F238E27FC236}">
                    <a16:creationId xmlns:a16="http://schemas.microsoft.com/office/drawing/2014/main" id="{4E6983B4-13C5-191F-4988-A019CE32DD37}"/>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grpFill/>
              <a:ln w="6345" cap="flat">
                <a:noFill/>
                <a:prstDash val="solid"/>
                <a:miter/>
              </a:ln>
            </p:spPr>
            <p:txBody>
              <a:bodyPr rtlCol="0" anchor="ctr"/>
              <a:lstStyle/>
              <a:p>
                <a:endParaRPr lang="en-US"/>
              </a:p>
            </p:txBody>
          </p:sp>
          <p:sp>
            <p:nvSpPr>
              <p:cNvPr id="38" name="Freeform 52">
                <a:extLst>
                  <a:ext uri="{FF2B5EF4-FFF2-40B4-BE49-F238E27FC236}">
                    <a16:creationId xmlns:a16="http://schemas.microsoft.com/office/drawing/2014/main" id="{E74848E9-1BA7-CE02-0022-A7AD9791F089}"/>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grpFill/>
              <a:ln w="6345" cap="flat">
                <a:noFill/>
                <a:prstDash val="solid"/>
                <a:miter/>
              </a:ln>
            </p:spPr>
            <p:txBody>
              <a:bodyPr rtlCol="0" anchor="ctr"/>
              <a:lstStyle/>
              <a:p>
                <a:endParaRPr lang="en-US"/>
              </a:p>
            </p:txBody>
          </p:sp>
          <p:sp>
            <p:nvSpPr>
              <p:cNvPr id="39" name="Freeform 53">
                <a:extLst>
                  <a:ext uri="{FF2B5EF4-FFF2-40B4-BE49-F238E27FC236}">
                    <a16:creationId xmlns:a16="http://schemas.microsoft.com/office/drawing/2014/main" id="{AFA0534F-AB03-5359-DFA5-3D5195FF44B0}"/>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grpFill/>
              <a:ln w="6345" cap="flat">
                <a:noFill/>
                <a:prstDash val="solid"/>
                <a:miter/>
              </a:ln>
            </p:spPr>
            <p:txBody>
              <a:bodyPr rtlCol="0" anchor="ctr"/>
              <a:lstStyle/>
              <a:p>
                <a:endParaRPr lang="en-US"/>
              </a:p>
            </p:txBody>
          </p:sp>
          <p:sp>
            <p:nvSpPr>
              <p:cNvPr id="40" name="Freeform 54">
                <a:extLst>
                  <a:ext uri="{FF2B5EF4-FFF2-40B4-BE49-F238E27FC236}">
                    <a16:creationId xmlns:a16="http://schemas.microsoft.com/office/drawing/2014/main" id="{32788929-CA5D-DBE6-3272-F117979A4DD8}"/>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grpFill/>
              <a:ln w="6345" cap="flat">
                <a:noFill/>
                <a:prstDash val="solid"/>
                <a:miter/>
              </a:ln>
            </p:spPr>
            <p:txBody>
              <a:bodyPr rtlCol="0" anchor="ctr"/>
              <a:lstStyle/>
              <a:p>
                <a:endParaRPr lang="en-US"/>
              </a:p>
            </p:txBody>
          </p:sp>
          <p:sp>
            <p:nvSpPr>
              <p:cNvPr id="41" name="Freeform 55">
                <a:extLst>
                  <a:ext uri="{FF2B5EF4-FFF2-40B4-BE49-F238E27FC236}">
                    <a16:creationId xmlns:a16="http://schemas.microsoft.com/office/drawing/2014/main" id="{8AF20F3F-7EC8-975C-0E60-B1937BA7A94D}"/>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grpFill/>
              <a:ln w="6345" cap="flat">
                <a:noFill/>
                <a:prstDash val="solid"/>
                <a:miter/>
              </a:ln>
            </p:spPr>
            <p:txBody>
              <a:bodyPr rtlCol="0" anchor="ctr"/>
              <a:lstStyle/>
              <a:p>
                <a:endParaRPr lang="en-US"/>
              </a:p>
            </p:txBody>
          </p:sp>
          <p:sp>
            <p:nvSpPr>
              <p:cNvPr id="42" name="Freeform 56">
                <a:extLst>
                  <a:ext uri="{FF2B5EF4-FFF2-40B4-BE49-F238E27FC236}">
                    <a16:creationId xmlns:a16="http://schemas.microsoft.com/office/drawing/2014/main" id="{1E3B2EBA-5335-FF4B-F436-9F0E46E64C05}"/>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grpFill/>
              <a:ln w="6345" cap="flat">
                <a:noFill/>
                <a:prstDash val="solid"/>
                <a:miter/>
              </a:ln>
            </p:spPr>
            <p:txBody>
              <a:bodyPr rtlCol="0" anchor="ctr"/>
              <a:lstStyle/>
              <a:p>
                <a:endParaRPr lang="en-US"/>
              </a:p>
            </p:txBody>
          </p:sp>
          <p:sp>
            <p:nvSpPr>
              <p:cNvPr id="43" name="Freeform 57">
                <a:extLst>
                  <a:ext uri="{FF2B5EF4-FFF2-40B4-BE49-F238E27FC236}">
                    <a16:creationId xmlns:a16="http://schemas.microsoft.com/office/drawing/2014/main" id="{2F539CE2-E30D-5B78-1B59-E6AC69547F5A}"/>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grpFill/>
              <a:ln w="6345" cap="flat">
                <a:noFill/>
                <a:prstDash val="solid"/>
                <a:miter/>
              </a:ln>
            </p:spPr>
            <p:txBody>
              <a:bodyPr rtlCol="0" anchor="ctr"/>
              <a:lstStyle/>
              <a:p>
                <a:endParaRPr lang="en-US"/>
              </a:p>
            </p:txBody>
          </p:sp>
          <p:sp>
            <p:nvSpPr>
              <p:cNvPr id="44" name="Freeform 58">
                <a:extLst>
                  <a:ext uri="{FF2B5EF4-FFF2-40B4-BE49-F238E27FC236}">
                    <a16:creationId xmlns:a16="http://schemas.microsoft.com/office/drawing/2014/main" id="{F31B47CE-111E-71BB-EBB8-CDBF018C1A26}"/>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grpFill/>
              <a:ln w="6345" cap="flat">
                <a:noFill/>
                <a:prstDash val="solid"/>
                <a:miter/>
              </a:ln>
            </p:spPr>
            <p:txBody>
              <a:bodyPr rtlCol="0" anchor="ctr"/>
              <a:lstStyle/>
              <a:p>
                <a:endParaRPr lang="en-US"/>
              </a:p>
            </p:txBody>
          </p:sp>
        </p:grpSp>
        <p:grpSp>
          <p:nvGrpSpPr>
            <p:cNvPr id="14" name="Graphic 8">
              <a:extLst>
                <a:ext uri="{FF2B5EF4-FFF2-40B4-BE49-F238E27FC236}">
                  <a16:creationId xmlns:a16="http://schemas.microsoft.com/office/drawing/2014/main" id="{9570471E-00E1-D3B9-B980-7671A19F179C}"/>
                </a:ext>
              </a:extLst>
            </p:cNvPr>
            <p:cNvGrpSpPr/>
            <p:nvPr/>
          </p:nvGrpSpPr>
          <p:grpSpPr>
            <a:xfrm>
              <a:off x="265625" y="6323271"/>
              <a:ext cx="1249223" cy="190348"/>
              <a:chOff x="265625" y="6323271"/>
              <a:chExt cx="1249223" cy="190348"/>
            </a:xfrm>
            <a:grpFill/>
          </p:grpSpPr>
          <p:sp>
            <p:nvSpPr>
              <p:cNvPr id="28" name="Freeform 60">
                <a:extLst>
                  <a:ext uri="{FF2B5EF4-FFF2-40B4-BE49-F238E27FC236}">
                    <a16:creationId xmlns:a16="http://schemas.microsoft.com/office/drawing/2014/main" id="{999844D3-BB84-8D8B-8758-83D5D910D18C}"/>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grpFill/>
              <a:ln w="6345" cap="flat">
                <a:noFill/>
                <a:prstDash val="solid"/>
                <a:miter/>
              </a:ln>
            </p:spPr>
            <p:txBody>
              <a:bodyPr rtlCol="0" anchor="ctr"/>
              <a:lstStyle/>
              <a:p>
                <a:endParaRPr lang="en-US"/>
              </a:p>
            </p:txBody>
          </p:sp>
          <p:sp>
            <p:nvSpPr>
              <p:cNvPr id="29" name="Freeform 61">
                <a:extLst>
                  <a:ext uri="{FF2B5EF4-FFF2-40B4-BE49-F238E27FC236}">
                    <a16:creationId xmlns:a16="http://schemas.microsoft.com/office/drawing/2014/main" id="{91400D9F-9F37-C8FC-309F-BD4E0A011F98}"/>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grpFill/>
              <a:ln w="6345" cap="flat">
                <a:noFill/>
                <a:prstDash val="solid"/>
                <a:miter/>
              </a:ln>
            </p:spPr>
            <p:txBody>
              <a:bodyPr rtlCol="0" anchor="ctr"/>
              <a:lstStyle/>
              <a:p>
                <a:endParaRPr lang="en-US"/>
              </a:p>
            </p:txBody>
          </p:sp>
          <p:sp>
            <p:nvSpPr>
              <p:cNvPr id="30" name="Freeform 62">
                <a:extLst>
                  <a:ext uri="{FF2B5EF4-FFF2-40B4-BE49-F238E27FC236}">
                    <a16:creationId xmlns:a16="http://schemas.microsoft.com/office/drawing/2014/main" id="{57F513C5-32F8-37C0-FEFD-936A2D057DA1}"/>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grpFill/>
              <a:ln w="6345" cap="flat">
                <a:noFill/>
                <a:prstDash val="solid"/>
                <a:miter/>
              </a:ln>
            </p:spPr>
            <p:txBody>
              <a:bodyPr rtlCol="0" anchor="ctr"/>
              <a:lstStyle/>
              <a:p>
                <a:endParaRPr lang="en-US"/>
              </a:p>
            </p:txBody>
          </p:sp>
          <p:sp>
            <p:nvSpPr>
              <p:cNvPr id="31" name="Freeform 63">
                <a:extLst>
                  <a:ext uri="{FF2B5EF4-FFF2-40B4-BE49-F238E27FC236}">
                    <a16:creationId xmlns:a16="http://schemas.microsoft.com/office/drawing/2014/main" id="{D10E4385-F14D-8C3A-3629-12233CF99C77}"/>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grpFill/>
              <a:ln w="6345" cap="flat">
                <a:noFill/>
                <a:prstDash val="solid"/>
                <a:miter/>
              </a:ln>
            </p:spPr>
            <p:txBody>
              <a:bodyPr rtlCol="0" anchor="ctr"/>
              <a:lstStyle/>
              <a:p>
                <a:endParaRPr lang="en-US"/>
              </a:p>
            </p:txBody>
          </p:sp>
          <p:sp>
            <p:nvSpPr>
              <p:cNvPr id="32" name="Freeform 64">
                <a:extLst>
                  <a:ext uri="{FF2B5EF4-FFF2-40B4-BE49-F238E27FC236}">
                    <a16:creationId xmlns:a16="http://schemas.microsoft.com/office/drawing/2014/main" id="{8727ACDC-9726-8357-D559-6D60D8512825}"/>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grpFill/>
              <a:ln w="6345" cap="flat">
                <a:noFill/>
                <a:prstDash val="solid"/>
                <a:miter/>
              </a:ln>
            </p:spPr>
            <p:txBody>
              <a:bodyPr rtlCol="0" anchor="ctr"/>
              <a:lstStyle/>
              <a:p>
                <a:endParaRPr lang="en-US"/>
              </a:p>
            </p:txBody>
          </p:sp>
          <p:sp>
            <p:nvSpPr>
              <p:cNvPr id="33" name="Freeform 65">
                <a:extLst>
                  <a:ext uri="{FF2B5EF4-FFF2-40B4-BE49-F238E27FC236}">
                    <a16:creationId xmlns:a16="http://schemas.microsoft.com/office/drawing/2014/main" id="{1DF7BAE7-1EC3-A932-03D3-476132EC37D6}"/>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grpFill/>
              <a:ln w="6345" cap="flat">
                <a:noFill/>
                <a:prstDash val="solid"/>
                <a:miter/>
              </a:ln>
            </p:spPr>
            <p:txBody>
              <a:bodyPr rtlCol="0" anchor="ctr"/>
              <a:lstStyle/>
              <a:p>
                <a:endParaRPr lang="en-US"/>
              </a:p>
            </p:txBody>
          </p:sp>
          <p:sp>
            <p:nvSpPr>
              <p:cNvPr id="34" name="Freeform 66">
                <a:extLst>
                  <a:ext uri="{FF2B5EF4-FFF2-40B4-BE49-F238E27FC236}">
                    <a16:creationId xmlns:a16="http://schemas.microsoft.com/office/drawing/2014/main" id="{CD126E1A-578C-7A1F-F664-BDCB509AAE2D}"/>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grpFill/>
              <a:ln w="6345" cap="flat">
                <a:noFill/>
                <a:prstDash val="solid"/>
                <a:miter/>
              </a:ln>
            </p:spPr>
            <p:txBody>
              <a:bodyPr rtlCol="0" anchor="ctr"/>
              <a:lstStyle/>
              <a:p>
                <a:endParaRPr lang="en-US"/>
              </a:p>
            </p:txBody>
          </p:sp>
        </p:grpSp>
      </p:grpSp>
      <p:sp>
        <p:nvSpPr>
          <p:cNvPr id="3" name="TextBox 2">
            <a:extLst>
              <a:ext uri="{FF2B5EF4-FFF2-40B4-BE49-F238E27FC236}">
                <a16:creationId xmlns:a16="http://schemas.microsoft.com/office/drawing/2014/main" id="{CC665986-2A27-8CFB-4383-5D5C82192E99}"/>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chemeClr val="bg1"/>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chemeClr val="bg1"/>
              </a:solidFill>
              <a:latin typeface="+mn-lt"/>
              <a:sym typeface="Arial" panose="020B0604020202020204" pitchFamily="34" charset="0"/>
              <a:rtl val="0"/>
            </a:endParaRPr>
          </a:p>
        </p:txBody>
      </p:sp>
    </p:spTree>
    <p:extLst>
      <p:ext uri="{BB962C8B-B14F-4D97-AF65-F5344CB8AC3E}">
        <p14:creationId xmlns:p14="http://schemas.microsoft.com/office/powerpoint/2010/main" val="23143693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preserve="1" userDrawn="1">
  <p:cSld name="Full-Bleed Photo - Dark Text">
    <p:bg>
      <p:bgPr>
        <a:blipFill dpi="0" rotWithShape="1">
          <a:blip r:embed="rId2">
            <a:lum/>
          </a:blip>
          <a:srcRect/>
          <a:stretch>
            <a:fillRect t="-10000" b="-10000"/>
          </a:stretch>
        </a:blipFill>
        <a:effectLst/>
      </p:bgPr>
    </p:bg>
    <p:spTree>
      <p:nvGrpSpPr>
        <p:cNvPr id="1" name=""/>
        <p:cNvGrpSpPr/>
        <p:nvPr/>
      </p:nvGrpSpPr>
      <p:grpSpPr>
        <a:xfrm>
          <a:off x="0" y="0"/>
          <a:ext cx="0" cy="0"/>
          <a:chOff x="0" y="0"/>
          <a:chExt cx="0" cy="0"/>
        </a:xfrm>
      </p:grpSpPr>
      <p:sp>
        <p:nvSpPr>
          <p:cNvPr id="11" name="page number">
            <a:extLst>
              <a:ext uri="{FF2B5EF4-FFF2-40B4-BE49-F238E27FC236}">
                <a16:creationId xmlns:a16="http://schemas.microsoft.com/office/drawing/2014/main" id="{55062593-5C0A-1043-8749-AF6C4D1E8735}"/>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bg1"/>
                </a:solidFill>
              </a:rPr>
              <a:pPr lvl="0" algn="r"/>
              <a:t>‹#›</a:t>
            </a:fld>
            <a:endParaRPr lang="en-US" dirty="0">
              <a:solidFill>
                <a:schemeClr val="bg1"/>
              </a:solidFill>
            </a:endParaRPr>
          </a:p>
        </p:txBody>
      </p:sp>
      <p:sp>
        <p:nvSpPr>
          <p:cNvPr id="2" name="TextBox 1">
            <a:extLst>
              <a:ext uri="{FF2B5EF4-FFF2-40B4-BE49-F238E27FC236}">
                <a16:creationId xmlns:a16="http://schemas.microsoft.com/office/drawing/2014/main" id="{5EAE8F62-7119-B3B2-C68C-F4BF98ABBC9C}"/>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9" name="Graphic 8">
            <a:extLst>
              <a:ext uri="{FF2B5EF4-FFF2-40B4-BE49-F238E27FC236}">
                <a16:creationId xmlns:a16="http://schemas.microsoft.com/office/drawing/2014/main" id="{599BD11D-D129-3E7C-8776-63BB012FC944}"/>
              </a:ext>
            </a:extLst>
          </p:cNvPr>
          <p:cNvGrpSpPr/>
          <p:nvPr userDrawn="1"/>
        </p:nvGrpSpPr>
        <p:grpSpPr>
          <a:xfrm>
            <a:off x="265625" y="6323271"/>
            <a:ext cx="1249223" cy="369648"/>
            <a:chOff x="265625" y="6323271"/>
            <a:chExt cx="1249223" cy="369648"/>
          </a:xfrm>
          <a:solidFill>
            <a:srgbClr val="000000"/>
          </a:solidFill>
        </p:grpSpPr>
        <p:grpSp>
          <p:nvGrpSpPr>
            <p:cNvPr id="10" name="Graphic 8">
              <a:extLst>
                <a:ext uri="{FF2B5EF4-FFF2-40B4-BE49-F238E27FC236}">
                  <a16:creationId xmlns:a16="http://schemas.microsoft.com/office/drawing/2014/main" id="{21DD2AE3-7BE2-1D6A-6C78-4CD74B479047}"/>
                </a:ext>
              </a:extLst>
            </p:cNvPr>
            <p:cNvGrpSpPr/>
            <p:nvPr/>
          </p:nvGrpSpPr>
          <p:grpSpPr>
            <a:xfrm>
              <a:off x="745455" y="6594444"/>
              <a:ext cx="722662" cy="98475"/>
              <a:chOff x="745455" y="6594444"/>
              <a:chExt cx="722662" cy="98475"/>
            </a:xfrm>
            <a:solidFill>
              <a:srgbClr val="000000"/>
            </a:solidFill>
          </p:grpSpPr>
          <p:sp>
            <p:nvSpPr>
              <p:cNvPr id="35" name="Freeform 49">
                <a:extLst>
                  <a:ext uri="{FF2B5EF4-FFF2-40B4-BE49-F238E27FC236}">
                    <a16:creationId xmlns:a16="http://schemas.microsoft.com/office/drawing/2014/main" id="{109F874C-C221-4081-09C4-52643A91FEDD}"/>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36" name="Freeform 50">
                <a:extLst>
                  <a:ext uri="{FF2B5EF4-FFF2-40B4-BE49-F238E27FC236}">
                    <a16:creationId xmlns:a16="http://schemas.microsoft.com/office/drawing/2014/main" id="{E4299243-E861-FC60-AF90-A6FD975BEEF5}"/>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37" name="Freeform 51">
                <a:extLst>
                  <a:ext uri="{FF2B5EF4-FFF2-40B4-BE49-F238E27FC236}">
                    <a16:creationId xmlns:a16="http://schemas.microsoft.com/office/drawing/2014/main" id="{2EAF3D58-B596-1CE0-B594-F570952C4020}"/>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38" name="Freeform 52">
                <a:extLst>
                  <a:ext uri="{FF2B5EF4-FFF2-40B4-BE49-F238E27FC236}">
                    <a16:creationId xmlns:a16="http://schemas.microsoft.com/office/drawing/2014/main" id="{7814E893-5379-1561-C9F0-E02F81ACB66F}"/>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39" name="Freeform 53">
                <a:extLst>
                  <a:ext uri="{FF2B5EF4-FFF2-40B4-BE49-F238E27FC236}">
                    <a16:creationId xmlns:a16="http://schemas.microsoft.com/office/drawing/2014/main" id="{29F85AC4-3FC1-8071-2E6A-0AB2FDBC81E5}"/>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40" name="Freeform 54">
                <a:extLst>
                  <a:ext uri="{FF2B5EF4-FFF2-40B4-BE49-F238E27FC236}">
                    <a16:creationId xmlns:a16="http://schemas.microsoft.com/office/drawing/2014/main" id="{E2339612-79EF-24A3-34E8-788CE6E23AF3}"/>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41" name="Freeform 55">
                <a:extLst>
                  <a:ext uri="{FF2B5EF4-FFF2-40B4-BE49-F238E27FC236}">
                    <a16:creationId xmlns:a16="http://schemas.microsoft.com/office/drawing/2014/main" id="{38E8D992-4D91-3946-7CD2-2A9B454F925F}"/>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42" name="Freeform 56">
                <a:extLst>
                  <a:ext uri="{FF2B5EF4-FFF2-40B4-BE49-F238E27FC236}">
                    <a16:creationId xmlns:a16="http://schemas.microsoft.com/office/drawing/2014/main" id="{6B320424-3E1F-E34B-6A50-E99AFE64AE45}"/>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43" name="Freeform 57">
                <a:extLst>
                  <a:ext uri="{FF2B5EF4-FFF2-40B4-BE49-F238E27FC236}">
                    <a16:creationId xmlns:a16="http://schemas.microsoft.com/office/drawing/2014/main" id="{E96F1D9F-F2F8-2CE4-FB5B-EAF44E4BF034}"/>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44" name="Freeform 58">
                <a:extLst>
                  <a:ext uri="{FF2B5EF4-FFF2-40B4-BE49-F238E27FC236}">
                    <a16:creationId xmlns:a16="http://schemas.microsoft.com/office/drawing/2014/main" id="{D513DE77-B23B-E2C1-D3BA-B4479F76D8AA}"/>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14" name="Graphic 8">
              <a:extLst>
                <a:ext uri="{FF2B5EF4-FFF2-40B4-BE49-F238E27FC236}">
                  <a16:creationId xmlns:a16="http://schemas.microsoft.com/office/drawing/2014/main" id="{4E0DB74B-4915-FD1D-1F25-D5335240CB41}"/>
                </a:ext>
              </a:extLst>
            </p:cNvPr>
            <p:cNvGrpSpPr/>
            <p:nvPr/>
          </p:nvGrpSpPr>
          <p:grpSpPr>
            <a:xfrm>
              <a:off x="265625" y="6323271"/>
              <a:ext cx="1249223" cy="190348"/>
              <a:chOff x="265625" y="6323271"/>
              <a:chExt cx="1249223" cy="190348"/>
            </a:xfrm>
            <a:solidFill>
              <a:srgbClr val="000000"/>
            </a:solidFill>
          </p:grpSpPr>
          <p:sp>
            <p:nvSpPr>
              <p:cNvPr id="28" name="Freeform 60">
                <a:extLst>
                  <a:ext uri="{FF2B5EF4-FFF2-40B4-BE49-F238E27FC236}">
                    <a16:creationId xmlns:a16="http://schemas.microsoft.com/office/drawing/2014/main" id="{40A537D4-5528-AA79-9447-928DD4029041}"/>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29" name="Freeform 61">
                <a:extLst>
                  <a:ext uri="{FF2B5EF4-FFF2-40B4-BE49-F238E27FC236}">
                    <a16:creationId xmlns:a16="http://schemas.microsoft.com/office/drawing/2014/main" id="{E7D3589B-B975-8E38-DFFD-F88A1C642CCC}"/>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30" name="Freeform 62">
                <a:extLst>
                  <a:ext uri="{FF2B5EF4-FFF2-40B4-BE49-F238E27FC236}">
                    <a16:creationId xmlns:a16="http://schemas.microsoft.com/office/drawing/2014/main" id="{DB9D18F8-7D75-3039-E84C-4388E5B08F7A}"/>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31" name="Freeform 63">
                <a:extLst>
                  <a:ext uri="{FF2B5EF4-FFF2-40B4-BE49-F238E27FC236}">
                    <a16:creationId xmlns:a16="http://schemas.microsoft.com/office/drawing/2014/main" id="{533A6790-D0C5-67EC-091E-5227B01EB762}"/>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32" name="Freeform 64">
                <a:extLst>
                  <a:ext uri="{FF2B5EF4-FFF2-40B4-BE49-F238E27FC236}">
                    <a16:creationId xmlns:a16="http://schemas.microsoft.com/office/drawing/2014/main" id="{AAA1DF8D-D6BC-D8D1-9540-9BF527D79CA7}"/>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33" name="Freeform 65">
                <a:extLst>
                  <a:ext uri="{FF2B5EF4-FFF2-40B4-BE49-F238E27FC236}">
                    <a16:creationId xmlns:a16="http://schemas.microsoft.com/office/drawing/2014/main" id="{2C11636D-F267-31DF-0E5B-D371C8315D67}"/>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34" name="Freeform 66">
                <a:extLst>
                  <a:ext uri="{FF2B5EF4-FFF2-40B4-BE49-F238E27FC236}">
                    <a16:creationId xmlns:a16="http://schemas.microsoft.com/office/drawing/2014/main" id="{9B241429-A185-DA97-EBF1-73F7DDC5369B}"/>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3" name="TextBox 2">
            <a:extLst>
              <a:ext uri="{FF2B5EF4-FFF2-40B4-BE49-F238E27FC236}">
                <a16:creationId xmlns:a16="http://schemas.microsoft.com/office/drawing/2014/main" id="{B6122E83-608D-1160-7A00-AA90B692FEF9}"/>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27594211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Big Statement with Icon - Ocean">
    <p:spTree>
      <p:nvGrpSpPr>
        <p:cNvPr id="1" name=""/>
        <p:cNvGrpSpPr/>
        <p:nvPr/>
      </p:nvGrpSpPr>
      <p:grpSpPr>
        <a:xfrm>
          <a:off x="0" y="0"/>
          <a:ext cx="0" cy="0"/>
          <a:chOff x="0" y="0"/>
          <a:chExt cx="0" cy="0"/>
        </a:xfrm>
      </p:grpSpPr>
      <p:sp>
        <p:nvSpPr>
          <p:cNvPr id="18" name="Text Placeholder 862">
            <a:extLst>
              <a:ext uri="{FF2B5EF4-FFF2-40B4-BE49-F238E27FC236}">
                <a16:creationId xmlns:a16="http://schemas.microsoft.com/office/drawing/2014/main" id="{E56855D3-D3B3-4208-ADBF-9790190F0A6E}"/>
              </a:ext>
            </a:extLst>
          </p:cNvPr>
          <p:cNvSpPr>
            <a:spLocks noGrp="1"/>
          </p:cNvSpPr>
          <p:nvPr>
            <p:ph type="body" sz="quarter" idx="12" hasCustomPrompt="1"/>
          </p:nvPr>
        </p:nvSpPr>
        <p:spPr>
          <a:xfrm>
            <a:off x="608013" y="2514600"/>
            <a:ext cx="5486400" cy="1828799"/>
          </a:xfrm>
        </p:spPr>
        <p:txBody>
          <a:bodyPr anchor="ctr"/>
          <a:lstStyle>
            <a:lvl1pPr>
              <a:lnSpc>
                <a:spcPct val="100000"/>
              </a:lnSpc>
              <a:spcBef>
                <a:spcPts val="0"/>
              </a:spcBef>
              <a:defRPr sz="3600">
                <a:solidFill>
                  <a:schemeClr val="accent2"/>
                </a:solidFill>
              </a:defRPr>
            </a:lvl1pPr>
            <a:lvl2pPr marL="273050" indent="0">
              <a:buNone/>
              <a:defRPr/>
            </a:lvl2pPr>
          </a:lstStyle>
          <a:p>
            <a:pPr lvl="0"/>
            <a:r>
              <a:rPr lang="en-US" dirty="0"/>
              <a:t>Slide with large text placeholder and circle graphic.</a:t>
            </a:r>
          </a:p>
        </p:txBody>
      </p:sp>
      <p:sp>
        <p:nvSpPr>
          <p:cNvPr id="6" name="Freeform: Shape 5">
            <a:extLst>
              <a:ext uri="{FF2B5EF4-FFF2-40B4-BE49-F238E27FC236}">
                <a16:creationId xmlns:a16="http://schemas.microsoft.com/office/drawing/2014/main" id="{B95FD2E6-B8EA-4366-97C4-6A53370F84D0}"/>
              </a:ext>
              <a:ext uri="{C183D7F6-B498-43B3-948B-1728B52AA6E4}">
                <adec:decorative xmlns:adec="http://schemas.microsoft.com/office/drawing/2017/decorative" val="1"/>
              </a:ext>
            </a:extLst>
          </p:cNvPr>
          <p:cNvSpPr/>
          <p:nvPr userDrawn="1"/>
        </p:nvSpPr>
        <p:spPr>
          <a:xfrm>
            <a:off x="5378859" y="1"/>
            <a:ext cx="6809966" cy="6858000"/>
          </a:xfrm>
          <a:custGeom>
            <a:avLst/>
            <a:gdLst>
              <a:gd name="connsiteX0" fmla="*/ 6845677 w 6846538"/>
              <a:gd name="connsiteY0" fmla="*/ 4820854 h 6858000"/>
              <a:gd name="connsiteX1" fmla="*/ 4811938 w 6846538"/>
              <a:gd name="connsiteY1" fmla="*/ 6857998 h 6858000"/>
              <a:gd name="connsiteX2" fmla="*/ 6845677 w 6846538"/>
              <a:gd name="connsiteY2" fmla="*/ 6857998 h 6858000"/>
              <a:gd name="connsiteX3" fmla="*/ 6846538 w 6846538"/>
              <a:gd name="connsiteY3" fmla="*/ 0 h 6858000"/>
              <a:gd name="connsiteX4" fmla="*/ 6846538 w 6846538"/>
              <a:gd name="connsiteY4" fmla="*/ 6858000 h 6858000"/>
              <a:gd name="connsiteX5" fmla="*/ 0 w 6846538"/>
              <a:gd name="connsiteY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46538" h="6858000">
                <a:moveTo>
                  <a:pt x="6845677" y="4820854"/>
                </a:moveTo>
                <a:lnTo>
                  <a:pt x="4811938" y="6857998"/>
                </a:lnTo>
                <a:lnTo>
                  <a:pt x="6845677" y="6857998"/>
                </a:lnTo>
                <a:close/>
                <a:moveTo>
                  <a:pt x="6846538" y="0"/>
                </a:moveTo>
                <a:lnTo>
                  <a:pt x="6846538" y="6858000"/>
                </a:lnTo>
                <a:lnTo>
                  <a:pt x="0" y="6858000"/>
                </a:lnTo>
                <a:close/>
              </a:path>
            </a:pathLst>
          </a:custGeom>
          <a:gradFill>
            <a:gsLst>
              <a:gs pos="0">
                <a:schemeClr val="bg2">
                  <a:alpha val="0"/>
                </a:schemeClr>
              </a:gs>
              <a:gs pos="100000">
                <a:schemeClr val="tx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spcAft>
                <a:spcPts val="600"/>
              </a:spcAft>
            </a:pPr>
            <a:endParaRPr lang="en-US" sz="1200" dirty="0">
              <a:solidFill>
                <a:schemeClr val="bg1"/>
              </a:solidFill>
            </a:endParaRPr>
          </a:p>
        </p:txBody>
      </p:sp>
      <p:sp>
        <p:nvSpPr>
          <p:cNvPr id="2147" name="Oval 2146" descr="place icon in center">
            <a:extLst>
              <a:ext uri="{FF2B5EF4-FFF2-40B4-BE49-F238E27FC236}">
                <a16:creationId xmlns:a16="http://schemas.microsoft.com/office/drawing/2014/main" id="{FDDA58E5-A99B-48C0-A6B7-6BAE32E46F62}"/>
              </a:ext>
              <a:ext uri="{C183D7F6-B498-43B3-948B-1728B52AA6E4}">
                <adec:decorative xmlns:adec="http://schemas.microsoft.com/office/drawing/2017/decorative" val="0"/>
              </a:ext>
            </a:extLst>
          </p:cNvPr>
          <p:cNvSpPr/>
          <p:nvPr userDrawn="1"/>
        </p:nvSpPr>
        <p:spPr bwMode="gray">
          <a:xfrm>
            <a:off x="7273815" y="1515193"/>
            <a:ext cx="3735912" cy="3735912"/>
          </a:xfrm>
          <a:prstGeom prst="ellipse">
            <a:avLst/>
          </a:prstGeom>
          <a:solidFill>
            <a:schemeClr val="bg1"/>
          </a:solidFill>
          <a:ln w="38100">
            <a:solidFill>
              <a:schemeClr val="tx2"/>
            </a:solid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marL="60325" lvl="0" algn="ctr">
              <a:spcAft>
                <a:spcPts val="800"/>
              </a:spcAft>
            </a:pPr>
            <a:endParaRPr lang="en-US" sz="1400" kern="0" dirty="0"/>
          </a:p>
        </p:txBody>
      </p:sp>
      <p:sp>
        <p:nvSpPr>
          <p:cNvPr id="8" name="page number">
            <a:extLst>
              <a:ext uri="{FF2B5EF4-FFF2-40B4-BE49-F238E27FC236}">
                <a16:creationId xmlns:a16="http://schemas.microsoft.com/office/drawing/2014/main" id="{45469056-638C-FF40-8AA5-0675077535BA}"/>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2" name="TextBox 1">
            <a:extLst>
              <a:ext uri="{FF2B5EF4-FFF2-40B4-BE49-F238E27FC236}">
                <a16:creationId xmlns:a16="http://schemas.microsoft.com/office/drawing/2014/main" id="{846D0F11-C378-F8AB-BAF2-238F51965B13}"/>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4" name="Graphic 8">
            <a:extLst>
              <a:ext uri="{FF2B5EF4-FFF2-40B4-BE49-F238E27FC236}">
                <a16:creationId xmlns:a16="http://schemas.microsoft.com/office/drawing/2014/main" id="{0D5F970B-8A4A-7222-0FD2-E307FD49F987}"/>
              </a:ext>
            </a:extLst>
          </p:cNvPr>
          <p:cNvGrpSpPr/>
          <p:nvPr userDrawn="1"/>
        </p:nvGrpSpPr>
        <p:grpSpPr>
          <a:xfrm>
            <a:off x="265625" y="6323271"/>
            <a:ext cx="1249223" cy="369648"/>
            <a:chOff x="265625" y="6323271"/>
            <a:chExt cx="1249223" cy="369648"/>
          </a:xfrm>
          <a:solidFill>
            <a:srgbClr val="000000"/>
          </a:solidFill>
        </p:grpSpPr>
        <p:grpSp>
          <p:nvGrpSpPr>
            <p:cNvPr id="5" name="Graphic 8">
              <a:extLst>
                <a:ext uri="{FF2B5EF4-FFF2-40B4-BE49-F238E27FC236}">
                  <a16:creationId xmlns:a16="http://schemas.microsoft.com/office/drawing/2014/main" id="{9B8BAA96-15B4-F3FB-AB7B-51A87CDE3DF4}"/>
                </a:ext>
              </a:extLst>
            </p:cNvPr>
            <p:cNvGrpSpPr/>
            <p:nvPr/>
          </p:nvGrpSpPr>
          <p:grpSpPr>
            <a:xfrm>
              <a:off x="745455" y="6594444"/>
              <a:ext cx="722662" cy="98475"/>
              <a:chOff x="745455" y="6594444"/>
              <a:chExt cx="722662" cy="98475"/>
            </a:xfrm>
            <a:solidFill>
              <a:srgbClr val="000000"/>
            </a:solidFill>
          </p:grpSpPr>
          <p:sp>
            <p:nvSpPr>
              <p:cNvPr id="16" name="Freeform 49">
                <a:extLst>
                  <a:ext uri="{FF2B5EF4-FFF2-40B4-BE49-F238E27FC236}">
                    <a16:creationId xmlns:a16="http://schemas.microsoft.com/office/drawing/2014/main" id="{E610C5B3-1D03-0361-1F2B-5D842D62025C}"/>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17" name="Freeform 50">
                <a:extLst>
                  <a:ext uri="{FF2B5EF4-FFF2-40B4-BE49-F238E27FC236}">
                    <a16:creationId xmlns:a16="http://schemas.microsoft.com/office/drawing/2014/main" id="{333EE999-6EAD-01CE-732F-915D12FF734C}"/>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19" name="Freeform 51">
                <a:extLst>
                  <a:ext uri="{FF2B5EF4-FFF2-40B4-BE49-F238E27FC236}">
                    <a16:creationId xmlns:a16="http://schemas.microsoft.com/office/drawing/2014/main" id="{CCA5ABB9-08D4-D513-62C6-41756BBB134C}"/>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20" name="Freeform 52">
                <a:extLst>
                  <a:ext uri="{FF2B5EF4-FFF2-40B4-BE49-F238E27FC236}">
                    <a16:creationId xmlns:a16="http://schemas.microsoft.com/office/drawing/2014/main" id="{6A0DB4AB-BCF1-EE04-9956-55A15AD8CD4D}"/>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21" name="Freeform 53">
                <a:extLst>
                  <a:ext uri="{FF2B5EF4-FFF2-40B4-BE49-F238E27FC236}">
                    <a16:creationId xmlns:a16="http://schemas.microsoft.com/office/drawing/2014/main" id="{97332E21-F7D9-C6B3-B54B-7B7C7D260D2C}"/>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22" name="Freeform 54">
                <a:extLst>
                  <a:ext uri="{FF2B5EF4-FFF2-40B4-BE49-F238E27FC236}">
                    <a16:creationId xmlns:a16="http://schemas.microsoft.com/office/drawing/2014/main" id="{7110CF00-DDAA-1561-29C3-B9043D35EAC1}"/>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23" name="Freeform 55">
                <a:extLst>
                  <a:ext uri="{FF2B5EF4-FFF2-40B4-BE49-F238E27FC236}">
                    <a16:creationId xmlns:a16="http://schemas.microsoft.com/office/drawing/2014/main" id="{8743735F-F3BE-CD3C-DBEA-2AFEC437EDA3}"/>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24" name="Freeform 56">
                <a:extLst>
                  <a:ext uri="{FF2B5EF4-FFF2-40B4-BE49-F238E27FC236}">
                    <a16:creationId xmlns:a16="http://schemas.microsoft.com/office/drawing/2014/main" id="{61D1B77E-130F-660C-4AC7-78D0F99767CC}"/>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25" name="Freeform 57">
                <a:extLst>
                  <a:ext uri="{FF2B5EF4-FFF2-40B4-BE49-F238E27FC236}">
                    <a16:creationId xmlns:a16="http://schemas.microsoft.com/office/drawing/2014/main" id="{BA4B8876-726E-54AB-B885-672A83BBCEE9}"/>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26" name="Freeform 58">
                <a:extLst>
                  <a:ext uri="{FF2B5EF4-FFF2-40B4-BE49-F238E27FC236}">
                    <a16:creationId xmlns:a16="http://schemas.microsoft.com/office/drawing/2014/main" id="{03C38D1C-9F91-91CA-6AD9-B9F474AB7AD9}"/>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7" name="Graphic 8">
              <a:extLst>
                <a:ext uri="{FF2B5EF4-FFF2-40B4-BE49-F238E27FC236}">
                  <a16:creationId xmlns:a16="http://schemas.microsoft.com/office/drawing/2014/main" id="{AD321CC0-02FB-4673-EC37-BEC78A60B530}"/>
                </a:ext>
              </a:extLst>
            </p:cNvPr>
            <p:cNvGrpSpPr/>
            <p:nvPr/>
          </p:nvGrpSpPr>
          <p:grpSpPr>
            <a:xfrm>
              <a:off x="265625" y="6323271"/>
              <a:ext cx="1249223" cy="190348"/>
              <a:chOff x="265625" y="6323271"/>
              <a:chExt cx="1249223" cy="190348"/>
            </a:xfrm>
            <a:solidFill>
              <a:srgbClr val="000000"/>
            </a:solidFill>
          </p:grpSpPr>
          <p:sp>
            <p:nvSpPr>
              <p:cNvPr id="9" name="Freeform 60">
                <a:extLst>
                  <a:ext uri="{FF2B5EF4-FFF2-40B4-BE49-F238E27FC236}">
                    <a16:creationId xmlns:a16="http://schemas.microsoft.com/office/drawing/2014/main" id="{3F8B5B57-7894-BCF8-1021-6508B67F605E}"/>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10" name="Freeform 61">
                <a:extLst>
                  <a:ext uri="{FF2B5EF4-FFF2-40B4-BE49-F238E27FC236}">
                    <a16:creationId xmlns:a16="http://schemas.microsoft.com/office/drawing/2014/main" id="{2D81B226-DB69-C331-BB03-6A1A759596CE}"/>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11" name="Freeform 62">
                <a:extLst>
                  <a:ext uri="{FF2B5EF4-FFF2-40B4-BE49-F238E27FC236}">
                    <a16:creationId xmlns:a16="http://schemas.microsoft.com/office/drawing/2014/main" id="{E824B014-B989-2E3D-558E-C9EE8D4B186A}"/>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12" name="Freeform 63">
                <a:extLst>
                  <a:ext uri="{FF2B5EF4-FFF2-40B4-BE49-F238E27FC236}">
                    <a16:creationId xmlns:a16="http://schemas.microsoft.com/office/drawing/2014/main" id="{D509F8AC-4FB3-2B6F-5A4C-AA94FF6CBA07}"/>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13" name="Freeform 64">
                <a:extLst>
                  <a:ext uri="{FF2B5EF4-FFF2-40B4-BE49-F238E27FC236}">
                    <a16:creationId xmlns:a16="http://schemas.microsoft.com/office/drawing/2014/main" id="{3C4450EE-C450-E67D-777B-4AB32A942CB0}"/>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14" name="Freeform 65">
                <a:extLst>
                  <a:ext uri="{FF2B5EF4-FFF2-40B4-BE49-F238E27FC236}">
                    <a16:creationId xmlns:a16="http://schemas.microsoft.com/office/drawing/2014/main" id="{76940B2C-D8FF-CBBB-3272-4F983D27C3BB}"/>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15" name="Freeform 66">
                <a:extLst>
                  <a:ext uri="{FF2B5EF4-FFF2-40B4-BE49-F238E27FC236}">
                    <a16:creationId xmlns:a16="http://schemas.microsoft.com/office/drawing/2014/main" id="{31094477-4058-2F2B-47DF-DECC75FDEA64}"/>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3" name="TextBox 2">
            <a:extLst>
              <a:ext uri="{FF2B5EF4-FFF2-40B4-BE49-F238E27FC236}">
                <a16:creationId xmlns:a16="http://schemas.microsoft.com/office/drawing/2014/main" id="{5DABD2D2-17C3-119C-4611-C81680CA6FB1}"/>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36185957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userDrawn="1">
  <p:cSld name="Big Statement with Icon - Indigo">
    <p:spTree>
      <p:nvGrpSpPr>
        <p:cNvPr id="1" name=""/>
        <p:cNvGrpSpPr/>
        <p:nvPr/>
      </p:nvGrpSpPr>
      <p:grpSpPr>
        <a:xfrm>
          <a:off x="0" y="0"/>
          <a:ext cx="0" cy="0"/>
          <a:chOff x="0" y="0"/>
          <a:chExt cx="0" cy="0"/>
        </a:xfrm>
      </p:grpSpPr>
      <p:sp>
        <p:nvSpPr>
          <p:cNvPr id="2" name="Freeform: Shape 1">
            <a:extLst>
              <a:ext uri="{FF2B5EF4-FFF2-40B4-BE49-F238E27FC236}">
                <a16:creationId xmlns:a16="http://schemas.microsoft.com/office/drawing/2014/main" id="{0240D96F-DE33-80F8-2C2A-CFCF89A6BD2C}"/>
              </a:ext>
              <a:ext uri="{C183D7F6-B498-43B3-948B-1728B52AA6E4}">
                <adec:decorative xmlns:adec="http://schemas.microsoft.com/office/drawing/2017/decorative" val="1"/>
              </a:ext>
            </a:extLst>
          </p:cNvPr>
          <p:cNvSpPr/>
          <p:nvPr userDrawn="1"/>
        </p:nvSpPr>
        <p:spPr>
          <a:xfrm>
            <a:off x="5378859" y="7557"/>
            <a:ext cx="6809966" cy="6857999"/>
          </a:xfrm>
          <a:custGeom>
            <a:avLst/>
            <a:gdLst>
              <a:gd name="connsiteX0" fmla="*/ 6845677 w 6846538"/>
              <a:gd name="connsiteY0" fmla="*/ 4820854 h 6858000"/>
              <a:gd name="connsiteX1" fmla="*/ 4811938 w 6846538"/>
              <a:gd name="connsiteY1" fmla="*/ 6857998 h 6858000"/>
              <a:gd name="connsiteX2" fmla="*/ 6845677 w 6846538"/>
              <a:gd name="connsiteY2" fmla="*/ 6857998 h 6858000"/>
              <a:gd name="connsiteX3" fmla="*/ 6846538 w 6846538"/>
              <a:gd name="connsiteY3" fmla="*/ 0 h 6858000"/>
              <a:gd name="connsiteX4" fmla="*/ 6846538 w 6846538"/>
              <a:gd name="connsiteY4" fmla="*/ 6858000 h 6858000"/>
              <a:gd name="connsiteX5" fmla="*/ 0 w 6846538"/>
              <a:gd name="connsiteY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46538" h="6858000">
                <a:moveTo>
                  <a:pt x="6845677" y="4820854"/>
                </a:moveTo>
                <a:lnTo>
                  <a:pt x="4811938" y="6857998"/>
                </a:lnTo>
                <a:lnTo>
                  <a:pt x="6845677" y="6857998"/>
                </a:lnTo>
                <a:close/>
                <a:moveTo>
                  <a:pt x="6846538" y="0"/>
                </a:moveTo>
                <a:lnTo>
                  <a:pt x="6846538" y="6858000"/>
                </a:lnTo>
                <a:lnTo>
                  <a:pt x="0" y="6858000"/>
                </a:lnTo>
                <a:close/>
              </a:path>
            </a:pathLst>
          </a:custGeom>
          <a:gradFill>
            <a:gsLst>
              <a:gs pos="0">
                <a:schemeClr val="bg2">
                  <a:alpha val="0"/>
                </a:schemeClr>
              </a:gs>
              <a:gs pos="98000">
                <a:schemeClr val="accent3"/>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spcAft>
                <a:spcPts val="600"/>
              </a:spcAft>
            </a:pPr>
            <a:endParaRPr lang="en-US" sz="1200" dirty="0">
              <a:solidFill>
                <a:schemeClr val="bg1"/>
              </a:solidFill>
            </a:endParaRPr>
          </a:p>
        </p:txBody>
      </p:sp>
      <p:sp>
        <p:nvSpPr>
          <p:cNvPr id="18" name="Text Placeholder 862">
            <a:extLst>
              <a:ext uri="{FF2B5EF4-FFF2-40B4-BE49-F238E27FC236}">
                <a16:creationId xmlns:a16="http://schemas.microsoft.com/office/drawing/2014/main" id="{E56855D3-D3B3-4208-ADBF-9790190F0A6E}"/>
              </a:ext>
            </a:extLst>
          </p:cNvPr>
          <p:cNvSpPr>
            <a:spLocks noGrp="1"/>
          </p:cNvSpPr>
          <p:nvPr>
            <p:ph type="body" sz="quarter" idx="12" hasCustomPrompt="1"/>
          </p:nvPr>
        </p:nvSpPr>
        <p:spPr>
          <a:xfrm>
            <a:off x="608012" y="2514600"/>
            <a:ext cx="5486400" cy="1828799"/>
          </a:xfrm>
        </p:spPr>
        <p:txBody>
          <a:bodyPr anchor="ctr"/>
          <a:lstStyle>
            <a:lvl1pPr>
              <a:lnSpc>
                <a:spcPct val="100000"/>
              </a:lnSpc>
              <a:spcBef>
                <a:spcPts val="0"/>
              </a:spcBef>
              <a:defRPr sz="3600">
                <a:solidFill>
                  <a:schemeClr val="accent2"/>
                </a:solidFill>
              </a:defRPr>
            </a:lvl1pPr>
            <a:lvl2pPr marL="273050" indent="0">
              <a:buNone/>
              <a:defRPr/>
            </a:lvl2pPr>
          </a:lstStyle>
          <a:p>
            <a:pPr lvl="0"/>
            <a:r>
              <a:rPr lang="en-US" dirty="0"/>
              <a:t>Slide with large text placeholder and circle graphic.</a:t>
            </a:r>
          </a:p>
        </p:txBody>
      </p:sp>
      <p:sp>
        <p:nvSpPr>
          <p:cNvPr id="2147" name="Oval 2146" descr="place icon in center">
            <a:extLst>
              <a:ext uri="{FF2B5EF4-FFF2-40B4-BE49-F238E27FC236}">
                <a16:creationId xmlns:a16="http://schemas.microsoft.com/office/drawing/2014/main" id="{FDDA58E5-A99B-48C0-A6B7-6BAE32E46F62}"/>
              </a:ext>
              <a:ext uri="{C183D7F6-B498-43B3-948B-1728B52AA6E4}">
                <adec:decorative xmlns:adec="http://schemas.microsoft.com/office/drawing/2017/decorative" val="0"/>
              </a:ext>
            </a:extLst>
          </p:cNvPr>
          <p:cNvSpPr/>
          <p:nvPr userDrawn="1"/>
        </p:nvSpPr>
        <p:spPr bwMode="gray">
          <a:xfrm rot="10800000">
            <a:off x="7273815" y="1515193"/>
            <a:ext cx="3735912" cy="3735912"/>
          </a:xfrm>
          <a:prstGeom prst="ellipse">
            <a:avLst/>
          </a:prstGeom>
          <a:solidFill>
            <a:schemeClr val="bg1"/>
          </a:solidFill>
          <a:ln w="38100">
            <a:solidFill>
              <a:schemeClr val="accent2"/>
            </a:solid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marL="60325" lvl="0" algn="ctr">
              <a:spcAft>
                <a:spcPts val="800"/>
              </a:spcAft>
            </a:pPr>
            <a:endParaRPr lang="en-US" sz="1400" kern="0" dirty="0"/>
          </a:p>
        </p:txBody>
      </p:sp>
      <p:sp>
        <p:nvSpPr>
          <p:cNvPr id="7" name="page number">
            <a:extLst>
              <a:ext uri="{FF2B5EF4-FFF2-40B4-BE49-F238E27FC236}">
                <a16:creationId xmlns:a16="http://schemas.microsoft.com/office/drawing/2014/main" id="{2A1148C9-BE55-F64C-8A6E-A5239BDB4089}"/>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3" name="TextBox 2">
            <a:extLst>
              <a:ext uri="{FF2B5EF4-FFF2-40B4-BE49-F238E27FC236}">
                <a16:creationId xmlns:a16="http://schemas.microsoft.com/office/drawing/2014/main" id="{927CA03F-42F5-50E2-4300-D4689873E6BF}"/>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5" name="Graphic 8">
            <a:extLst>
              <a:ext uri="{FF2B5EF4-FFF2-40B4-BE49-F238E27FC236}">
                <a16:creationId xmlns:a16="http://schemas.microsoft.com/office/drawing/2014/main" id="{122FEF99-9568-C127-B59A-D97585286AFF}"/>
              </a:ext>
            </a:extLst>
          </p:cNvPr>
          <p:cNvGrpSpPr/>
          <p:nvPr userDrawn="1"/>
        </p:nvGrpSpPr>
        <p:grpSpPr>
          <a:xfrm>
            <a:off x="265625" y="6323271"/>
            <a:ext cx="1249223" cy="369648"/>
            <a:chOff x="265625" y="6323271"/>
            <a:chExt cx="1249223" cy="369648"/>
          </a:xfrm>
          <a:solidFill>
            <a:srgbClr val="000000"/>
          </a:solidFill>
        </p:grpSpPr>
        <p:grpSp>
          <p:nvGrpSpPr>
            <p:cNvPr id="6" name="Graphic 8">
              <a:extLst>
                <a:ext uri="{FF2B5EF4-FFF2-40B4-BE49-F238E27FC236}">
                  <a16:creationId xmlns:a16="http://schemas.microsoft.com/office/drawing/2014/main" id="{33D4A503-4B73-9719-047A-FBB90698A583}"/>
                </a:ext>
              </a:extLst>
            </p:cNvPr>
            <p:cNvGrpSpPr/>
            <p:nvPr/>
          </p:nvGrpSpPr>
          <p:grpSpPr>
            <a:xfrm>
              <a:off x="745455" y="6594444"/>
              <a:ext cx="722662" cy="98475"/>
              <a:chOff x="745455" y="6594444"/>
              <a:chExt cx="722662" cy="98475"/>
            </a:xfrm>
            <a:solidFill>
              <a:srgbClr val="000000"/>
            </a:solidFill>
          </p:grpSpPr>
          <p:sp>
            <p:nvSpPr>
              <p:cNvPr id="16" name="Freeform 49">
                <a:extLst>
                  <a:ext uri="{FF2B5EF4-FFF2-40B4-BE49-F238E27FC236}">
                    <a16:creationId xmlns:a16="http://schemas.microsoft.com/office/drawing/2014/main" id="{6AA45075-6961-ABCF-6F83-1EBA5CC2C34F}"/>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17" name="Freeform 50">
                <a:extLst>
                  <a:ext uri="{FF2B5EF4-FFF2-40B4-BE49-F238E27FC236}">
                    <a16:creationId xmlns:a16="http://schemas.microsoft.com/office/drawing/2014/main" id="{568D0346-39B9-799C-F87F-899C65BD333F}"/>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19" name="Freeform 51">
                <a:extLst>
                  <a:ext uri="{FF2B5EF4-FFF2-40B4-BE49-F238E27FC236}">
                    <a16:creationId xmlns:a16="http://schemas.microsoft.com/office/drawing/2014/main" id="{CAD8B827-6241-B7C2-8DA8-6248DCD91B2B}"/>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20" name="Freeform 52">
                <a:extLst>
                  <a:ext uri="{FF2B5EF4-FFF2-40B4-BE49-F238E27FC236}">
                    <a16:creationId xmlns:a16="http://schemas.microsoft.com/office/drawing/2014/main" id="{A8BBFD5D-DD60-828F-1319-78ED8F3E2E0D}"/>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21" name="Freeform 53">
                <a:extLst>
                  <a:ext uri="{FF2B5EF4-FFF2-40B4-BE49-F238E27FC236}">
                    <a16:creationId xmlns:a16="http://schemas.microsoft.com/office/drawing/2014/main" id="{9BD8E7FB-59CF-1A95-8BBE-CF4064F67C4A}"/>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22" name="Freeform 54">
                <a:extLst>
                  <a:ext uri="{FF2B5EF4-FFF2-40B4-BE49-F238E27FC236}">
                    <a16:creationId xmlns:a16="http://schemas.microsoft.com/office/drawing/2014/main" id="{5F717A5A-64ED-28A6-3BF7-CF6BF69FF96B}"/>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23" name="Freeform 55">
                <a:extLst>
                  <a:ext uri="{FF2B5EF4-FFF2-40B4-BE49-F238E27FC236}">
                    <a16:creationId xmlns:a16="http://schemas.microsoft.com/office/drawing/2014/main" id="{2A3CEE21-8E03-D3B6-478C-91904FA873C9}"/>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24" name="Freeform 56">
                <a:extLst>
                  <a:ext uri="{FF2B5EF4-FFF2-40B4-BE49-F238E27FC236}">
                    <a16:creationId xmlns:a16="http://schemas.microsoft.com/office/drawing/2014/main" id="{FD187A30-EF1A-E792-C000-1D6DE72BA550}"/>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25" name="Freeform 57">
                <a:extLst>
                  <a:ext uri="{FF2B5EF4-FFF2-40B4-BE49-F238E27FC236}">
                    <a16:creationId xmlns:a16="http://schemas.microsoft.com/office/drawing/2014/main" id="{136F0EF1-E65A-81BA-62E5-4FA01CF143EF}"/>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26" name="Freeform 58">
                <a:extLst>
                  <a:ext uri="{FF2B5EF4-FFF2-40B4-BE49-F238E27FC236}">
                    <a16:creationId xmlns:a16="http://schemas.microsoft.com/office/drawing/2014/main" id="{74B6B4D0-A721-8E88-73B9-2550263A796A}"/>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8" name="Graphic 8">
              <a:extLst>
                <a:ext uri="{FF2B5EF4-FFF2-40B4-BE49-F238E27FC236}">
                  <a16:creationId xmlns:a16="http://schemas.microsoft.com/office/drawing/2014/main" id="{80B4DF58-E10F-AD88-BB25-64A24616D8F0}"/>
                </a:ext>
              </a:extLst>
            </p:cNvPr>
            <p:cNvGrpSpPr/>
            <p:nvPr/>
          </p:nvGrpSpPr>
          <p:grpSpPr>
            <a:xfrm>
              <a:off x="265625" y="6323271"/>
              <a:ext cx="1249223" cy="190348"/>
              <a:chOff x="265625" y="6323271"/>
              <a:chExt cx="1249223" cy="190348"/>
            </a:xfrm>
            <a:solidFill>
              <a:srgbClr val="000000"/>
            </a:solidFill>
          </p:grpSpPr>
          <p:sp>
            <p:nvSpPr>
              <p:cNvPr id="9" name="Freeform 60">
                <a:extLst>
                  <a:ext uri="{FF2B5EF4-FFF2-40B4-BE49-F238E27FC236}">
                    <a16:creationId xmlns:a16="http://schemas.microsoft.com/office/drawing/2014/main" id="{F191DBA3-C2FA-E4B0-7EF8-6172EE9A4313}"/>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10" name="Freeform 61">
                <a:extLst>
                  <a:ext uri="{FF2B5EF4-FFF2-40B4-BE49-F238E27FC236}">
                    <a16:creationId xmlns:a16="http://schemas.microsoft.com/office/drawing/2014/main" id="{FC648FD2-6E19-7AD4-57F5-07C166C8EBD6}"/>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11" name="Freeform 62">
                <a:extLst>
                  <a:ext uri="{FF2B5EF4-FFF2-40B4-BE49-F238E27FC236}">
                    <a16:creationId xmlns:a16="http://schemas.microsoft.com/office/drawing/2014/main" id="{A7643791-A875-36A1-3E74-D2E7BC3732EA}"/>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12" name="Freeform 63">
                <a:extLst>
                  <a:ext uri="{FF2B5EF4-FFF2-40B4-BE49-F238E27FC236}">
                    <a16:creationId xmlns:a16="http://schemas.microsoft.com/office/drawing/2014/main" id="{188ED956-AE28-3E93-9B26-5F126130521D}"/>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13" name="Freeform 64">
                <a:extLst>
                  <a:ext uri="{FF2B5EF4-FFF2-40B4-BE49-F238E27FC236}">
                    <a16:creationId xmlns:a16="http://schemas.microsoft.com/office/drawing/2014/main" id="{4974D72F-3DBA-B8AF-31D1-D6B81BCB7C6B}"/>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14" name="Freeform 65">
                <a:extLst>
                  <a:ext uri="{FF2B5EF4-FFF2-40B4-BE49-F238E27FC236}">
                    <a16:creationId xmlns:a16="http://schemas.microsoft.com/office/drawing/2014/main" id="{B3E4686C-BC34-6EE3-3C08-05C3F8E41F53}"/>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15" name="Freeform 66">
                <a:extLst>
                  <a:ext uri="{FF2B5EF4-FFF2-40B4-BE49-F238E27FC236}">
                    <a16:creationId xmlns:a16="http://schemas.microsoft.com/office/drawing/2014/main" id="{4D63FFC6-C392-DCA1-A545-0910536D1B1B}"/>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4" name="TextBox 3">
            <a:extLst>
              <a:ext uri="{FF2B5EF4-FFF2-40B4-BE49-F238E27FC236}">
                <a16:creationId xmlns:a16="http://schemas.microsoft.com/office/drawing/2014/main" id="{B93B0B1C-DB7A-2964-04D6-7D582FD5B9C3}"/>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27355587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preserve="1" userDrawn="1">
  <p:cSld name="Big Statement with Icon - Plum">
    <p:spTree>
      <p:nvGrpSpPr>
        <p:cNvPr id="1" name=""/>
        <p:cNvGrpSpPr/>
        <p:nvPr/>
      </p:nvGrpSpPr>
      <p:grpSpPr>
        <a:xfrm>
          <a:off x="0" y="0"/>
          <a:ext cx="0" cy="0"/>
          <a:chOff x="0" y="0"/>
          <a:chExt cx="0" cy="0"/>
        </a:xfrm>
      </p:grpSpPr>
      <p:sp>
        <p:nvSpPr>
          <p:cNvPr id="2" name="Freeform: Shape 1">
            <a:extLst>
              <a:ext uri="{FF2B5EF4-FFF2-40B4-BE49-F238E27FC236}">
                <a16:creationId xmlns:a16="http://schemas.microsoft.com/office/drawing/2014/main" id="{EDA64E18-1A4A-077B-C551-0C1CB5D4F85E}"/>
              </a:ext>
              <a:ext uri="{C183D7F6-B498-43B3-948B-1728B52AA6E4}">
                <adec:decorative xmlns:adec="http://schemas.microsoft.com/office/drawing/2017/decorative" val="1"/>
              </a:ext>
            </a:extLst>
          </p:cNvPr>
          <p:cNvSpPr/>
          <p:nvPr userDrawn="1"/>
        </p:nvSpPr>
        <p:spPr>
          <a:xfrm>
            <a:off x="5378859" y="0"/>
            <a:ext cx="6809966" cy="6858000"/>
          </a:xfrm>
          <a:custGeom>
            <a:avLst/>
            <a:gdLst>
              <a:gd name="connsiteX0" fmla="*/ 6845677 w 6846538"/>
              <a:gd name="connsiteY0" fmla="*/ 4820854 h 6858000"/>
              <a:gd name="connsiteX1" fmla="*/ 4811938 w 6846538"/>
              <a:gd name="connsiteY1" fmla="*/ 6857998 h 6858000"/>
              <a:gd name="connsiteX2" fmla="*/ 6845677 w 6846538"/>
              <a:gd name="connsiteY2" fmla="*/ 6857998 h 6858000"/>
              <a:gd name="connsiteX3" fmla="*/ 6846538 w 6846538"/>
              <a:gd name="connsiteY3" fmla="*/ 0 h 6858000"/>
              <a:gd name="connsiteX4" fmla="*/ 6846538 w 6846538"/>
              <a:gd name="connsiteY4" fmla="*/ 6858000 h 6858000"/>
              <a:gd name="connsiteX5" fmla="*/ 0 w 6846538"/>
              <a:gd name="connsiteY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46538" h="6858000">
                <a:moveTo>
                  <a:pt x="6845677" y="4820854"/>
                </a:moveTo>
                <a:lnTo>
                  <a:pt x="4811938" y="6857998"/>
                </a:lnTo>
                <a:lnTo>
                  <a:pt x="6845677" y="6857998"/>
                </a:lnTo>
                <a:close/>
                <a:moveTo>
                  <a:pt x="6846538" y="0"/>
                </a:moveTo>
                <a:lnTo>
                  <a:pt x="6846538" y="6858000"/>
                </a:lnTo>
                <a:lnTo>
                  <a:pt x="0" y="6858000"/>
                </a:lnTo>
                <a:close/>
              </a:path>
            </a:pathLst>
          </a:custGeom>
          <a:gradFill>
            <a:gsLst>
              <a:gs pos="0">
                <a:schemeClr val="bg2">
                  <a:alpha val="0"/>
                </a:schemeClr>
              </a:gs>
              <a:gs pos="100000">
                <a:schemeClr val="accent5"/>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spcAft>
                <a:spcPts val="600"/>
              </a:spcAft>
            </a:pPr>
            <a:endParaRPr lang="en-US" sz="1200" dirty="0">
              <a:solidFill>
                <a:schemeClr val="bg1"/>
              </a:solidFill>
            </a:endParaRPr>
          </a:p>
        </p:txBody>
      </p:sp>
      <p:sp>
        <p:nvSpPr>
          <p:cNvPr id="9" name="Text Placeholder 862">
            <a:extLst>
              <a:ext uri="{FF2B5EF4-FFF2-40B4-BE49-F238E27FC236}">
                <a16:creationId xmlns:a16="http://schemas.microsoft.com/office/drawing/2014/main" id="{0F507127-789E-994A-9A44-353C37E789F7}"/>
              </a:ext>
            </a:extLst>
          </p:cNvPr>
          <p:cNvSpPr>
            <a:spLocks noGrp="1"/>
          </p:cNvSpPr>
          <p:nvPr>
            <p:ph type="body" sz="quarter" idx="13" hasCustomPrompt="1"/>
          </p:nvPr>
        </p:nvSpPr>
        <p:spPr>
          <a:xfrm>
            <a:off x="608015" y="2514600"/>
            <a:ext cx="5486400" cy="1828799"/>
          </a:xfrm>
        </p:spPr>
        <p:txBody>
          <a:bodyPr anchor="ctr"/>
          <a:lstStyle>
            <a:lvl1pPr>
              <a:lnSpc>
                <a:spcPct val="100000"/>
              </a:lnSpc>
              <a:spcBef>
                <a:spcPts val="0"/>
              </a:spcBef>
              <a:defRPr sz="3600">
                <a:solidFill>
                  <a:schemeClr val="accent5"/>
                </a:solidFill>
              </a:defRPr>
            </a:lvl1pPr>
            <a:lvl2pPr marL="273050" indent="0">
              <a:buNone/>
              <a:defRPr/>
            </a:lvl2pPr>
          </a:lstStyle>
          <a:p>
            <a:pPr lvl="0"/>
            <a:r>
              <a:rPr lang="en-US" dirty="0"/>
              <a:t>Slide with large text placeholder and circle graphic.</a:t>
            </a:r>
          </a:p>
        </p:txBody>
      </p:sp>
      <p:sp>
        <p:nvSpPr>
          <p:cNvPr id="2147" name="Oval 2146" descr="place icon in center">
            <a:extLst>
              <a:ext uri="{FF2B5EF4-FFF2-40B4-BE49-F238E27FC236}">
                <a16:creationId xmlns:a16="http://schemas.microsoft.com/office/drawing/2014/main" id="{FDDA58E5-A99B-48C0-A6B7-6BAE32E46F62}"/>
              </a:ext>
              <a:ext uri="{C183D7F6-B498-43B3-948B-1728B52AA6E4}">
                <adec:decorative xmlns:adec="http://schemas.microsoft.com/office/drawing/2017/decorative" val="0"/>
              </a:ext>
            </a:extLst>
          </p:cNvPr>
          <p:cNvSpPr/>
          <p:nvPr userDrawn="1"/>
        </p:nvSpPr>
        <p:spPr bwMode="gray">
          <a:xfrm>
            <a:off x="7273815" y="1515193"/>
            <a:ext cx="3735912" cy="3735912"/>
          </a:xfrm>
          <a:prstGeom prst="ellipse">
            <a:avLst/>
          </a:prstGeom>
          <a:solidFill>
            <a:schemeClr val="bg1"/>
          </a:solidFill>
          <a:ln w="38100">
            <a:solidFill>
              <a:schemeClr val="accent5"/>
            </a:solid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marL="60325" lvl="0" algn="ctr">
              <a:spcAft>
                <a:spcPts val="800"/>
              </a:spcAft>
            </a:pPr>
            <a:endParaRPr lang="en-US" sz="1400" kern="0" dirty="0"/>
          </a:p>
        </p:txBody>
      </p:sp>
      <p:sp>
        <p:nvSpPr>
          <p:cNvPr id="7" name="page number">
            <a:extLst>
              <a:ext uri="{FF2B5EF4-FFF2-40B4-BE49-F238E27FC236}">
                <a16:creationId xmlns:a16="http://schemas.microsoft.com/office/drawing/2014/main" id="{4144FBF0-61D7-2140-A159-ECF2E9CDDA21}"/>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3" name="TextBox 2">
            <a:extLst>
              <a:ext uri="{FF2B5EF4-FFF2-40B4-BE49-F238E27FC236}">
                <a16:creationId xmlns:a16="http://schemas.microsoft.com/office/drawing/2014/main" id="{5E6848FA-3F32-F321-B6F4-BD8E3DA700A2}"/>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5" name="Graphic 8">
            <a:extLst>
              <a:ext uri="{FF2B5EF4-FFF2-40B4-BE49-F238E27FC236}">
                <a16:creationId xmlns:a16="http://schemas.microsoft.com/office/drawing/2014/main" id="{3E228101-C66C-3FA3-BC33-17B25C68AC63}"/>
              </a:ext>
            </a:extLst>
          </p:cNvPr>
          <p:cNvGrpSpPr/>
          <p:nvPr userDrawn="1"/>
        </p:nvGrpSpPr>
        <p:grpSpPr>
          <a:xfrm>
            <a:off x="265625" y="6323271"/>
            <a:ext cx="1249223" cy="369648"/>
            <a:chOff x="265625" y="6323271"/>
            <a:chExt cx="1249223" cy="369648"/>
          </a:xfrm>
          <a:solidFill>
            <a:srgbClr val="000000"/>
          </a:solidFill>
        </p:grpSpPr>
        <p:grpSp>
          <p:nvGrpSpPr>
            <p:cNvPr id="6" name="Graphic 8">
              <a:extLst>
                <a:ext uri="{FF2B5EF4-FFF2-40B4-BE49-F238E27FC236}">
                  <a16:creationId xmlns:a16="http://schemas.microsoft.com/office/drawing/2014/main" id="{34E08562-914A-6293-AB3E-AD1F7438AA7C}"/>
                </a:ext>
              </a:extLst>
            </p:cNvPr>
            <p:cNvGrpSpPr/>
            <p:nvPr/>
          </p:nvGrpSpPr>
          <p:grpSpPr>
            <a:xfrm>
              <a:off x="745455" y="6594444"/>
              <a:ext cx="722662" cy="98475"/>
              <a:chOff x="745455" y="6594444"/>
              <a:chExt cx="722662" cy="98475"/>
            </a:xfrm>
            <a:solidFill>
              <a:srgbClr val="000000"/>
            </a:solidFill>
          </p:grpSpPr>
          <p:sp>
            <p:nvSpPr>
              <p:cNvPr id="17" name="Freeform 49">
                <a:extLst>
                  <a:ext uri="{FF2B5EF4-FFF2-40B4-BE49-F238E27FC236}">
                    <a16:creationId xmlns:a16="http://schemas.microsoft.com/office/drawing/2014/main" id="{2479D982-A424-253E-FDA9-1075B0394B59}"/>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18" name="Freeform 50">
                <a:extLst>
                  <a:ext uri="{FF2B5EF4-FFF2-40B4-BE49-F238E27FC236}">
                    <a16:creationId xmlns:a16="http://schemas.microsoft.com/office/drawing/2014/main" id="{677EE2AF-BC9D-F084-01EC-BDA1C007BF1D}"/>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19" name="Freeform 51">
                <a:extLst>
                  <a:ext uri="{FF2B5EF4-FFF2-40B4-BE49-F238E27FC236}">
                    <a16:creationId xmlns:a16="http://schemas.microsoft.com/office/drawing/2014/main" id="{405F2BD0-B9FA-6F67-762E-B6FAE891AD98}"/>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20" name="Freeform 52">
                <a:extLst>
                  <a:ext uri="{FF2B5EF4-FFF2-40B4-BE49-F238E27FC236}">
                    <a16:creationId xmlns:a16="http://schemas.microsoft.com/office/drawing/2014/main" id="{961C935A-9FED-CE71-115E-BE4E9B143C07}"/>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21" name="Freeform 53">
                <a:extLst>
                  <a:ext uri="{FF2B5EF4-FFF2-40B4-BE49-F238E27FC236}">
                    <a16:creationId xmlns:a16="http://schemas.microsoft.com/office/drawing/2014/main" id="{AF34E106-EF93-088A-39B0-CDC236BD84E9}"/>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22" name="Freeform 54">
                <a:extLst>
                  <a:ext uri="{FF2B5EF4-FFF2-40B4-BE49-F238E27FC236}">
                    <a16:creationId xmlns:a16="http://schemas.microsoft.com/office/drawing/2014/main" id="{1BD83468-56C4-1EC3-EC84-A54FFF8940DB}"/>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23" name="Freeform 55">
                <a:extLst>
                  <a:ext uri="{FF2B5EF4-FFF2-40B4-BE49-F238E27FC236}">
                    <a16:creationId xmlns:a16="http://schemas.microsoft.com/office/drawing/2014/main" id="{F270D062-DA4C-542D-8DEE-B6B668D8ED15}"/>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24" name="Freeform 56">
                <a:extLst>
                  <a:ext uri="{FF2B5EF4-FFF2-40B4-BE49-F238E27FC236}">
                    <a16:creationId xmlns:a16="http://schemas.microsoft.com/office/drawing/2014/main" id="{7C933C01-5186-1188-816E-F0F105C428CA}"/>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25" name="Freeform 57">
                <a:extLst>
                  <a:ext uri="{FF2B5EF4-FFF2-40B4-BE49-F238E27FC236}">
                    <a16:creationId xmlns:a16="http://schemas.microsoft.com/office/drawing/2014/main" id="{782FB9F1-EF51-7F31-5901-538957B7AB91}"/>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26" name="Freeform 58">
                <a:extLst>
                  <a:ext uri="{FF2B5EF4-FFF2-40B4-BE49-F238E27FC236}">
                    <a16:creationId xmlns:a16="http://schemas.microsoft.com/office/drawing/2014/main" id="{62CB707E-F39E-3D53-8791-2677637D0162}"/>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8" name="Graphic 8">
              <a:extLst>
                <a:ext uri="{FF2B5EF4-FFF2-40B4-BE49-F238E27FC236}">
                  <a16:creationId xmlns:a16="http://schemas.microsoft.com/office/drawing/2014/main" id="{5795F136-F71E-B049-F0DD-84F2952BFC0D}"/>
                </a:ext>
              </a:extLst>
            </p:cNvPr>
            <p:cNvGrpSpPr/>
            <p:nvPr/>
          </p:nvGrpSpPr>
          <p:grpSpPr>
            <a:xfrm>
              <a:off x="265625" y="6323271"/>
              <a:ext cx="1249223" cy="190348"/>
              <a:chOff x="265625" y="6323271"/>
              <a:chExt cx="1249223" cy="190348"/>
            </a:xfrm>
            <a:solidFill>
              <a:srgbClr val="000000"/>
            </a:solidFill>
          </p:grpSpPr>
          <p:sp>
            <p:nvSpPr>
              <p:cNvPr id="10" name="Freeform 60">
                <a:extLst>
                  <a:ext uri="{FF2B5EF4-FFF2-40B4-BE49-F238E27FC236}">
                    <a16:creationId xmlns:a16="http://schemas.microsoft.com/office/drawing/2014/main" id="{376D3759-3639-AC4F-8076-C355B0100967}"/>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11" name="Freeform 61">
                <a:extLst>
                  <a:ext uri="{FF2B5EF4-FFF2-40B4-BE49-F238E27FC236}">
                    <a16:creationId xmlns:a16="http://schemas.microsoft.com/office/drawing/2014/main" id="{CD4B151F-7D1F-8954-E784-7605482B291F}"/>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12" name="Freeform 62">
                <a:extLst>
                  <a:ext uri="{FF2B5EF4-FFF2-40B4-BE49-F238E27FC236}">
                    <a16:creationId xmlns:a16="http://schemas.microsoft.com/office/drawing/2014/main" id="{B40D9F42-AF0A-DE8A-5307-F8956165C7C6}"/>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13" name="Freeform 63">
                <a:extLst>
                  <a:ext uri="{FF2B5EF4-FFF2-40B4-BE49-F238E27FC236}">
                    <a16:creationId xmlns:a16="http://schemas.microsoft.com/office/drawing/2014/main" id="{D27CD8E0-E2C2-D155-7ED6-82D4C3AE5D21}"/>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14" name="Freeform 64">
                <a:extLst>
                  <a:ext uri="{FF2B5EF4-FFF2-40B4-BE49-F238E27FC236}">
                    <a16:creationId xmlns:a16="http://schemas.microsoft.com/office/drawing/2014/main" id="{0C1C198C-6EA4-B531-2246-6FDABBE5F149}"/>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15" name="Freeform 65">
                <a:extLst>
                  <a:ext uri="{FF2B5EF4-FFF2-40B4-BE49-F238E27FC236}">
                    <a16:creationId xmlns:a16="http://schemas.microsoft.com/office/drawing/2014/main" id="{83BE54EB-90E7-0347-1F71-69FB6E33746C}"/>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16" name="Freeform 66">
                <a:extLst>
                  <a:ext uri="{FF2B5EF4-FFF2-40B4-BE49-F238E27FC236}">
                    <a16:creationId xmlns:a16="http://schemas.microsoft.com/office/drawing/2014/main" id="{1F40B3A4-4550-A2BD-7032-C23BD4122C9C}"/>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4" name="TextBox 3">
            <a:extLst>
              <a:ext uri="{FF2B5EF4-FFF2-40B4-BE49-F238E27FC236}">
                <a16:creationId xmlns:a16="http://schemas.microsoft.com/office/drawing/2014/main" id="{7F9DC764-3FC6-01FE-DCAF-5FCF9A8BB547}"/>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33386838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Definition">
    <p:spTree>
      <p:nvGrpSpPr>
        <p:cNvPr id="1" name=""/>
        <p:cNvGrpSpPr/>
        <p:nvPr/>
      </p:nvGrpSpPr>
      <p:grpSpPr>
        <a:xfrm>
          <a:off x="0" y="0"/>
          <a:ext cx="0" cy="0"/>
          <a:chOff x="0" y="0"/>
          <a:chExt cx="0" cy="0"/>
        </a:xfrm>
      </p:grpSpPr>
      <p:sp>
        <p:nvSpPr>
          <p:cNvPr id="2" name="Freeform: Shape 1">
            <a:extLst>
              <a:ext uri="{FF2B5EF4-FFF2-40B4-BE49-F238E27FC236}">
                <a16:creationId xmlns:a16="http://schemas.microsoft.com/office/drawing/2014/main" id="{F50ED68F-525B-00F4-AE58-E7AACD420745}"/>
              </a:ext>
              <a:ext uri="{C183D7F6-B498-43B3-948B-1728B52AA6E4}">
                <adec:decorative xmlns:adec="http://schemas.microsoft.com/office/drawing/2017/decorative" val="1"/>
              </a:ext>
            </a:extLst>
          </p:cNvPr>
          <p:cNvSpPr/>
          <p:nvPr userDrawn="1"/>
        </p:nvSpPr>
        <p:spPr>
          <a:xfrm>
            <a:off x="5378859" y="7558"/>
            <a:ext cx="6809966" cy="6857998"/>
          </a:xfrm>
          <a:custGeom>
            <a:avLst/>
            <a:gdLst>
              <a:gd name="connsiteX0" fmla="*/ 6845677 w 6846538"/>
              <a:gd name="connsiteY0" fmla="*/ 4820854 h 6858000"/>
              <a:gd name="connsiteX1" fmla="*/ 4811938 w 6846538"/>
              <a:gd name="connsiteY1" fmla="*/ 6857998 h 6858000"/>
              <a:gd name="connsiteX2" fmla="*/ 6845677 w 6846538"/>
              <a:gd name="connsiteY2" fmla="*/ 6857998 h 6858000"/>
              <a:gd name="connsiteX3" fmla="*/ 6846538 w 6846538"/>
              <a:gd name="connsiteY3" fmla="*/ 0 h 6858000"/>
              <a:gd name="connsiteX4" fmla="*/ 6846538 w 6846538"/>
              <a:gd name="connsiteY4" fmla="*/ 6858000 h 6858000"/>
              <a:gd name="connsiteX5" fmla="*/ 0 w 6846538"/>
              <a:gd name="connsiteY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46538" h="6858000">
                <a:moveTo>
                  <a:pt x="6845677" y="4820854"/>
                </a:moveTo>
                <a:lnTo>
                  <a:pt x="4811938" y="6857998"/>
                </a:lnTo>
                <a:lnTo>
                  <a:pt x="6845677" y="6857998"/>
                </a:lnTo>
                <a:close/>
                <a:moveTo>
                  <a:pt x="6846538" y="0"/>
                </a:moveTo>
                <a:lnTo>
                  <a:pt x="6846538" y="6858000"/>
                </a:lnTo>
                <a:lnTo>
                  <a:pt x="0" y="6858000"/>
                </a:lnTo>
                <a:close/>
              </a:path>
            </a:pathLst>
          </a:custGeom>
          <a:gradFill>
            <a:gsLst>
              <a:gs pos="0">
                <a:srgbClr val="F4F8FA">
                  <a:alpha val="0"/>
                </a:srgbClr>
              </a:gs>
              <a:gs pos="100000">
                <a:schemeClr val="accent3"/>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spcAft>
                <a:spcPts val="600"/>
              </a:spcAft>
            </a:pPr>
            <a:endParaRPr lang="en-US" sz="1200" dirty="0">
              <a:solidFill>
                <a:schemeClr val="bg1"/>
              </a:solidFill>
            </a:endParaRPr>
          </a:p>
        </p:txBody>
      </p:sp>
      <p:sp>
        <p:nvSpPr>
          <p:cNvPr id="6" name="Oval 5" descr="place icon in center">
            <a:extLst>
              <a:ext uri="{FF2B5EF4-FFF2-40B4-BE49-F238E27FC236}">
                <a16:creationId xmlns:a16="http://schemas.microsoft.com/office/drawing/2014/main" id="{485306D4-55E2-403B-BFD1-9DA60421D596}"/>
              </a:ext>
              <a:ext uri="{C183D7F6-B498-43B3-948B-1728B52AA6E4}">
                <adec:decorative xmlns:adec="http://schemas.microsoft.com/office/drawing/2017/decorative" val="0"/>
              </a:ext>
            </a:extLst>
          </p:cNvPr>
          <p:cNvSpPr/>
          <p:nvPr userDrawn="1"/>
        </p:nvSpPr>
        <p:spPr bwMode="gray">
          <a:xfrm>
            <a:off x="7273815" y="1515193"/>
            <a:ext cx="3735912" cy="3735912"/>
          </a:xfrm>
          <a:prstGeom prst="ellipse">
            <a:avLst/>
          </a:prstGeom>
          <a:solidFill>
            <a:schemeClr val="bg1"/>
          </a:solidFill>
          <a:ln w="38100">
            <a:solidFill>
              <a:schemeClr val="accent2"/>
            </a:solid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marL="60325" marR="0" lvl="0" indent="0" algn="ctr" defTabSz="914400" rtl="0" eaLnBrk="1" fontAlgn="auto" latinLnBrk="0" hangingPunct="1">
              <a:lnSpc>
                <a:spcPct val="100000"/>
              </a:lnSpc>
              <a:spcBef>
                <a:spcPts val="0"/>
              </a:spcBef>
              <a:spcAft>
                <a:spcPts val="800"/>
              </a:spcAft>
              <a:buClrTx/>
              <a:buSzTx/>
              <a:buFontTx/>
              <a:buNone/>
              <a:tabLst/>
              <a:defRPr/>
            </a:pPr>
            <a:endParaRPr kumimoji="0" lang="en-US" sz="1400" b="0" i="0" u="none" strike="noStrike" kern="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7" name="page number">
            <a:extLst>
              <a:ext uri="{FF2B5EF4-FFF2-40B4-BE49-F238E27FC236}">
                <a16:creationId xmlns:a16="http://schemas.microsoft.com/office/drawing/2014/main" id="{AC54A160-3D72-4DDC-86DA-8858609ECBB4}"/>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marL="0" marR="0" lvl="0" indent="0" algn="r" defTabSz="914400" rtl="0" eaLnBrk="1" fontAlgn="auto" latinLnBrk="0" hangingPunct="1">
              <a:lnSpc>
                <a:spcPct val="90000"/>
              </a:lnSpc>
              <a:spcBef>
                <a:spcPts val="0"/>
              </a:spcBef>
              <a:spcAft>
                <a:spcPts val="0"/>
              </a:spcAft>
              <a:buClrTx/>
              <a:buSzTx/>
              <a:buFontTx/>
              <a:buNone/>
              <a:tabLst/>
              <a:defRPr/>
            </a:pPr>
            <a:fld id="{7A51DB15-7364-4F0B-A3A0-1309F8830053}" type="slidenum">
              <a:rPr kumimoji="0" lang="en-US" sz="800" b="0" i="0" u="none" strike="noStrike" kern="1200" cap="none" spc="0" normalizeH="0" baseline="0" noProof="0" smtClean="0">
                <a:ln>
                  <a:noFill/>
                </a:ln>
                <a:solidFill>
                  <a:srgbClr val="3F3F3F"/>
                </a:solidFill>
                <a:effectLst/>
                <a:uLnTx/>
                <a:uFillTx/>
                <a:latin typeface="Arial" panose="020B0604020202020204" pitchFamily="34" charset="0"/>
                <a:ea typeface="Arial" panose="020B0604020202020204" pitchFamily="34" charset="0"/>
              </a:rPr>
              <a:pPr marL="0" marR="0" lvl="0" indent="0" algn="r" defTabSz="914400" rtl="0" eaLnBrk="1" fontAlgn="auto" latinLnBrk="0" hangingPunct="1">
                <a:lnSpc>
                  <a:spcPct val="90000"/>
                </a:lnSpc>
                <a:spcBef>
                  <a:spcPts val="0"/>
                </a:spcBef>
                <a:spcAft>
                  <a:spcPts val="0"/>
                </a:spcAft>
                <a:buClrTx/>
                <a:buSzTx/>
                <a:buFontTx/>
                <a:buNone/>
                <a:tabLst/>
                <a:defRPr/>
              </a:pPr>
              <a:t>‹#›</a:t>
            </a:fld>
            <a:endParaRPr kumimoji="0" lang="en-US" sz="800" b="0" i="0" u="none" strike="noStrike" kern="1200" cap="none" spc="0" normalizeH="0" baseline="0" noProof="0" dirty="0">
              <a:ln>
                <a:noFill/>
              </a:ln>
              <a:solidFill>
                <a:srgbClr val="3F3F3F"/>
              </a:solidFill>
              <a:effectLst/>
              <a:uLnTx/>
              <a:uFillTx/>
              <a:latin typeface="Arial" panose="020B0604020202020204" pitchFamily="34" charset="0"/>
              <a:ea typeface="Arial" panose="020B0604020202020204" pitchFamily="34" charset="0"/>
            </a:endParaRPr>
          </a:p>
        </p:txBody>
      </p:sp>
      <p:cxnSp>
        <p:nvCxnSpPr>
          <p:cNvPr id="8" name="Straight Connector 7">
            <a:extLst>
              <a:ext uri="{FF2B5EF4-FFF2-40B4-BE49-F238E27FC236}">
                <a16:creationId xmlns:a16="http://schemas.microsoft.com/office/drawing/2014/main" id="{BB0772A6-7577-4DB2-B194-0836A31C3FAA}"/>
              </a:ext>
              <a:ext uri="{C183D7F6-B498-43B3-948B-1728B52AA6E4}">
                <adec:decorative xmlns:adec="http://schemas.microsoft.com/office/drawing/2017/decorative" val="1"/>
              </a:ext>
            </a:extLst>
          </p:cNvPr>
          <p:cNvCxnSpPr>
            <a:cxnSpLocks/>
          </p:cNvCxnSpPr>
          <p:nvPr userDrawn="1"/>
        </p:nvCxnSpPr>
        <p:spPr bwMode="gray">
          <a:xfrm>
            <a:off x="608013" y="3174608"/>
            <a:ext cx="5016039" cy="0"/>
          </a:xfrm>
          <a:prstGeom prst="line">
            <a:avLst/>
          </a:prstGeom>
          <a:ln w="25400">
            <a:solidFill>
              <a:schemeClr val="tx1">
                <a:lumMod val="20000"/>
                <a:lumOff val="80000"/>
              </a:schemeClr>
            </a:solidFill>
            <a:miter lim="800000"/>
            <a:tailEnd type="none"/>
          </a:ln>
        </p:spPr>
        <p:style>
          <a:lnRef idx="1">
            <a:schemeClr val="accent1"/>
          </a:lnRef>
          <a:fillRef idx="0">
            <a:schemeClr val="accent1"/>
          </a:fillRef>
          <a:effectRef idx="0">
            <a:schemeClr val="accent1"/>
          </a:effectRef>
          <a:fontRef idx="minor">
            <a:schemeClr val="tx1"/>
          </a:fontRef>
        </p:style>
      </p:cxnSp>
      <p:sp>
        <p:nvSpPr>
          <p:cNvPr id="9" name="Text Placeholder 2">
            <a:extLst>
              <a:ext uri="{FF2B5EF4-FFF2-40B4-BE49-F238E27FC236}">
                <a16:creationId xmlns:a16="http://schemas.microsoft.com/office/drawing/2014/main" id="{4943300B-7E9F-4E14-B0D0-3FBCFE7E1055}"/>
              </a:ext>
            </a:extLst>
          </p:cNvPr>
          <p:cNvSpPr>
            <a:spLocks noGrp="1"/>
          </p:cNvSpPr>
          <p:nvPr>
            <p:ph type="body" sz="quarter" idx="12" hasCustomPrompt="1"/>
          </p:nvPr>
        </p:nvSpPr>
        <p:spPr>
          <a:xfrm>
            <a:off x="612648" y="1755648"/>
            <a:ext cx="5916168" cy="822960"/>
          </a:xfrm>
        </p:spPr>
        <p:txBody>
          <a:bodyPr vert="horz" lIns="0" tIns="0" rIns="0" bIns="0" rtlCol="0" anchor="b" anchorCtr="0">
            <a:noAutofit/>
          </a:bodyPr>
          <a:lstStyle>
            <a:lvl1pPr>
              <a:defRPr lang="en-US" sz="4000" dirty="0">
                <a:solidFill>
                  <a:schemeClr val="accent2"/>
                </a:solidFill>
                <a:latin typeface="+mn-lt"/>
              </a:defRPr>
            </a:lvl1pPr>
          </a:lstStyle>
          <a:p>
            <a:pPr lvl="0">
              <a:lnSpc>
                <a:spcPct val="93000"/>
              </a:lnSpc>
              <a:spcBef>
                <a:spcPts val="0"/>
              </a:spcBef>
            </a:pPr>
            <a:r>
              <a:rPr lang="en-US" dirty="0"/>
              <a:t>Word Placeholder</a:t>
            </a:r>
          </a:p>
        </p:txBody>
      </p:sp>
      <p:sp>
        <p:nvSpPr>
          <p:cNvPr id="10" name="Text Placeholder 4">
            <a:extLst>
              <a:ext uri="{FF2B5EF4-FFF2-40B4-BE49-F238E27FC236}">
                <a16:creationId xmlns:a16="http://schemas.microsoft.com/office/drawing/2014/main" id="{5EFDFCC1-32B9-4692-A5A0-C1A105FF5C91}"/>
              </a:ext>
            </a:extLst>
          </p:cNvPr>
          <p:cNvSpPr>
            <a:spLocks noGrp="1"/>
          </p:cNvSpPr>
          <p:nvPr>
            <p:ph type="body" sz="quarter" idx="13" hasCustomPrompt="1"/>
          </p:nvPr>
        </p:nvSpPr>
        <p:spPr>
          <a:xfrm>
            <a:off x="612648" y="2578608"/>
            <a:ext cx="5916168" cy="457200"/>
          </a:xfrm>
        </p:spPr>
        <p:txBody>
          <a:bodyPr vert="horz" lIns="0" tIns="0" rIns="0" bIns="0" rtlCol="0" anchor="t" anchorCtr="0">
            <a:noAutofit/>
          </a:bodyPr>
          <a:lstStyle>
            <a:lvl1pPr>
              <a:defRPr lang="en-US" sz="2400" dirty="0">
                <a:latin typeface="+mj-lt"/>
                <a:cs typeface="Arial" panose="020B0604020202020204" pitchFamily="34" charset="0"/>
              </a:defRPr>
            </a:lvl1pPr>
          </a:lstStyle>
          <a:p>
            <a:pPr lvl="0">
              <a:spcAft>
                <a:spcPts val="4200"/>
              </a:spcAft>
            </a:pPr>
            <a:r>
              <a:rPr lang="en-US" dirty="0"/>
              <a:t>[</a:t>
            </a:r>
            <a:r>
              <a:rPr lang="en-US" dirty="0" err="1"/>
              <a:t>fəˈnɛtɪk</a:t>
            </a:r>
            <a:r>
              <a:rPr lang="en-US" dirty="0"/>
              <a:t> </a:t>
            </a:r>
            <a:r>
              <a:rPr lang="en-US" dirty="0" err="1"/>
              <a:t>trænˈskrɪpʃən</a:t>
            </a:r>
            <a:r>
              <a:rPr lang="en-US" dirty="0"/>
              <a:t> ˈ</a:t>
            </a:r>
            <a:r>
              <a:rPr lang="en-US" dirty="0" err="1"/>
              <a:t>pleɪsˌhəʊldə</a:t>
            </a:r>
            <a:r>
              <a:rPr lang="en-US" dirty="0"/>
              <a:t>]</a:t>
            </a:r>
          </a:p>
        </p:txBody>
      </p:sp>
      <p:sp>
        <p:nvSpPr>
          <p:cNvPr id="11" name="Text Placeholder 10">
            <a:extLst>
              <a:ext uri="{FF2B5EF4-FFF2-40B4-BE49-F238E27FC236}">
                <a16:creationId xmlns:a16="http://schemas.microsoft.com/office/drawing/2014/main" id="{5307D825-595E-4D57-BAAC-B507C217C1A4}"/>
              </a:ext>
            </a:extLst>
          </p:cNvPr>
          <p:cNvSpPr>
            <a:spLocks noGrp="1"/>
          </p:cNvSpPr>
          <p:nvPr>
            <p:ph type="body" sz="quarter" idx="14" hasCustomPrompt="1"/>
          </p:nvPr>
        </p:nvSpPr>
        <p:spPr>
          <a:xfrm>
            <a:off x="612648" y="3483864"/>
            <a:ext cx="5916167" cy="2006600"/>
          </a:xfrm>
        </p:spPr>
        <p:txBody>
          <a:bodyPr/>
          <a:lstStyle>
            <a:lvl1pPr marL="0" indent="0" algn="l" defTabSz="914400" rtl="0" eaLnBrk="1" latinLnBrk="0" hangingPunct="1">
              <a:lnSpc>
                <a:spcPct val="100000"/>
              </a:lnSpc>
              <a:spcBef>
                <a:spcPts val="1200"/>
              </a:spcBef>
              <a:buClr>
                <a:schemeClr val="tx1">
                  <a:lumMod val="60000"/>
                  <a:lumOff val="40000"/>
                </a:schemeClr>
              </a:buClr>
              <a:buSzPct val="90000"/>
              <a:buFont typeface="Arial" panose="020B0604020202020204" pitchFamily="34" charset="0"/>
              <a:buChar char="​"/>
              <a:defRPr lang="en-US" sz="2100" kern="1200" dirty="0">
                <a:solidFill>
                  <a:schemeClr val="tx2"/>
                </a:solidFill>
                <a:latin typeface="+mn-lt"/>
                <a:ea typeface="+mn-ea"/>
                <a:cs typeface="+mn-cs"/>
              </a:defRPr>
            </a:lvl1pPr>
          </a:lstStyle>
          <a:p>
            <a:pPr lvl="0"/>
            <a:r>
              <a:rPr lang="en-US" dirty="0"/>
              <a:t>The phonetic transcription can be generated using: https://tophonetics.com/</a:t>
            </a:r>
          </a:p>
        </p:txBody>
      </p:sp>
      <p:sp>
        <p:nvSpPr>
          <p:cNvPr id="5" name="TextBox 4">
            <a:extLst>
              <a:ext uri="{FF2B5EF4-FFF2-40B4-BE49-F238E27FC236}">
                <a16:creationId xmlns:a16="http://schemas.microsoft.com/office/drawing/2014/main" id="{D12E9C36-828B-ECD4-CEC3-CE8ABBBB9672}"/>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13" name="Graphic 8">
            <a:extLst>
              <a:ext uri="{FF2B5EF4-FFF2-40B4-BE49-F238E27FC236}">
                <a16:creationId xmlns:a16="http://schemas.microsoft.com/office/drawing/2014/main" id="{461B4E52-E06B-9863-8A38-75BD3297378C}"/>
              </a:ext>
            </a:extLst>
          </p:cNvPr>
          <p:cNvGrpSpPr/>
          <p:nvPr userDrawn="1"/>
        </p:nvGrpSpPr>
        <p:grpSpPr>
          <a:xfrm>
            <a:off x="265625" y="6323271"/>
            <a:ext cx="1249223" cy="369648"/>
            <a:chOff x="265625" y="6323271"/>
            <a:chExt cx="1249223" cy="369648"/>
          </a:xfrm>
          <a:solidFill>
            <a:srgbClr val="000000"/>
          </a:solidFill>
        </p:grpSpPr>
        <p:grpSp>
          <p:nvGrpSpPr>
            <p:cNvPr id="14" name="Graphic 8">
              <a:extLst>
                <a:ext uri="{FF2B5EF4-FFF2-40B4-BE49-F238E27FC236}">
                  <a16:creationId xmlns:a16="http://schemas.microsoft.com/office/drawing/2014/main" id="{4CB20520-C560-EA0B-31C6-CA320204A0B2}"/>
                </a:ext>
              </a:extLst>
            </p:cNvPr>
            <p:cNvGrpSpPr/>
            <p:nvPr/>
          </p:nvGrpSpPr>
          <p:grpSpPr>
            <a:xfrm>
              <a:off x="745455" y="6594444"/>
              <a:ext cx="722662" cy="98475"/>
              <a:chOff x="745455" y="6594444"/>
              <a:chExt cx="722662" cy="98475"/>
            </a:xfrm>
            <a:solidFill>
              <a:srgbClr val="000000"/>
            </a:solidFill>
          </p:grpSpPr>
          <p:sp>
            <p:nvSpPr>
              <p:cNvPr id="23" name="Freeform 49">
                <a:extLst>
                  <a:ext uri="{FF2B5EF4-FFF2-40B4-BE49-F238E27FC236}">
                    <a16:creationId xmlns:a16="http://schemas.microsoft.com/office/drawing/2014/main" id="{D37B54E1-1A30-72DF-482A-AD28AE5AC623}"/>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24" name="Freeform 50">
                <a:extLst>
                  <a:ext uri="{FF2B5EF4-FFF2-40B4-BE49-F238E27FC236}">
                    <a16:creationId xmlns:a16="http://schemas.microsoft.com/office/drawing/2014/main" id="{7F32477C-59A0-2EC1-63B9-1586C7132A85}"/>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25" name="Freeform 51">
                <a:extLst>
                  <a:ext uri="{FF2B5EF4-FFF2-40B4-BE49-F238E27FC236}">
                    <a16:creationId xmlns:a16="http://schemas.microsoft.com/office/drawing/2014/main" id="{60B56732-CC67-80A5-FE6F-383B0B92E9EB}"/>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26" name="Freeform 52">
                <a:extLst>
                  <a:ext uri="{FF2B5EF4-FFF2-40B4-BE49-F238E27FC236}">
                    <a16:creationId xmlns:a16="http://schemas.microsoft.com/office/drawing/2014/main" id="{8F514716-5518-37CD-4A41-B18AA767E034}"/>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27" name="Freeform 53">
                <a:extLst>
                  <a:ext uri="{FF2B5EF4-FFF2-40B4-BE49-F238E27FC236}">
                    <a16:creationId xmlns:a16="http://schemas.microsoft.com/office/drawing/2014/main" id="{07455776-0DAE-AA28-F88D-CCBCB218CA52}"/>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28" name="Freeform 54">
                <a:extLst>
                  <a:ext uri="{FF2B5EF4-FFF2-40B4-BE49-F238E27FC236}">
                    <a16:creationId xmlns:a16="http://schemas.microsoft.com/office/drawing/2014/main" id="{3D8B9835-D602-E754-B562-BB27226DAEA6}"/>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29" name="Freeform 55">
                <a:extLst>
                  <a:ext uri="{FF2B5EF4-FFF2-40B4-BE49-F238E27FC236}">
                    <a16:creationId xmlns:a16="http://schemas.microsoft.com/office/drawing/2014/main" id="{18C9CB56-60BE-0754-A93D-7E8E28C4EF28}"/>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30" name="Freeform 56">
                <a:extLst>
                  <a:ext uri="{FF2B5EF4-FFF2-40B4-BE49-F238E27FC236}">
                    <a16:creationId xmlns:a16="http://schemas.microsoft.com/office/drawing/2014/main" id="{E342CF24-B219-3ACD-1EF4-39F76F7363D8}"/>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31" name="Freeform 57">
                <a:extLst>
                  <a:ext uri="{FF2B5EF4-FFF2-40B4-BE49-F238E27FC236}">
                    <a16:creationId xmlns:a16="http://schemas.microsoft.com/office/drawing/2014/main" id="{CB6E8BEC-9DA7-B352-ABA4-7D80BA56B839}"/>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32" name="Freeform 58">
                <a:extLst>
                  <a:ext uri="{FF2B5EF4-FFF2-40B4-BE49-F238E27FC236}">
                    <a16:creationId xmlns:a16="http://schemas.microsoft.com/office/drawing/2014/main" id="{D7A2C1E5-27B9-A2D1-7320-9A4CB51C5062}"/>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15" name="Graphic 8">
              <a:extLst>
                <a:ext uri="{FF2B5EF4-FFF2-40B4-BE49-F238E27FC236}">
                  <a16:creationId xmlns:a16="http://schemas.microsoft.com/office/drawing/2014/main" id="{55744413-58E3-E558-276A-486C83F11284}"/>
                </a:ext>
              </a:extLst>
            </p:cNvPr>
            <p:cNvGrpSpPr/>
            <p:nvPr/>
          </p:nvGrpSpPr>
          <p:grpSpPr>
            <a:xfrm>
              <a:off x="265625" y="6323271"/>
              <a:ext cx="1249223" cy="190348"/>
              <a:chOff x="265625" y="6323271"/>
              <a:chExt cx="1249223" cy="190348"/>
            </a:xfrm>
            <a:solidFill>
              <a:srgbClr val="000000"/>
            </a:solidFill>
          </p:grpSpPr>
          <p:sp>
            <p:nvSpPr>
              <p:cNvPr id="16" name="Freeform 60">
                <a:extLst>
                  <a:ext uri="{FF2B5EF4-FFF2-40B4-BE49-F238E27FC236}">
                    <a16:creationId xmlns:a16="http://schemas.microsoft.com/office/drawing/2014/main" id="{0D630A4E-78CE-D513-AB43-F5D0BDF82847}"/>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17" name="Freeform 61">
                <a:extLst>
                  <a:ext uri="{FF2B5EF4-FFF2-40B4-BE49-F238E27FC236}">
                    <a16:creationId xmlns:a16="http://schemas.microsoft.com/office/drawing/2014/main" id="{E3EA1858-EE0A-6549-12E3-F3044E517667}"/>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18" name="Freeform 62">
                <a:extLst>
                  <a:ext uri="{FF2B5EF4-FFF2-40B4-BE49-F238E27FC236}">
                    <a16:creationId xmlns:a16="http://schemas.microsoft.com/office/drawing/2014/main" id="{89F48CB0-E2C2-97A2-CDD0-6999A5E4A1A0}"/>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19" name="Freeform 63">
                <a:extLst>
                  <a:ext uri="{FF2B5EF4-FFF2-40B4-BE49-F238E27FC236}">
                    <a16:creationId xmlns:a16="http://schemas.microsoft.com/office/drawing/2014/main" id="{A65AB81D-F42B-82DE-515D-0EE573833403}"/>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20" name="Freeform 64">
                <a:extLst>
                  <a:ext uri="{FF2B5EF4-FFF2-40B4-BE49-F238E27FC236}">
                    <a16:creationId xmlns:a16="http://schemas.microsoft.com/office/drawing/2014/main" id="{EF429396-C56E-2145-DEDB-0CF99DDBCA2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21" name="Freeform 65">
                <a:extLst>
                  <a:ext uri="{FF2B5EF4-FFF2-40B4-BE49-F238E27FC236}">
                    <a16:creationId xmlns:a16="http://schemas.microsoft.com/office/drawing/2014/main" id="{6C880DBE-CC26-0C60-6693-0ED651A83C66}"/>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22" name="Freeform 66">
                <a:extLst>
                  <a:ext uri="{FF2B5EF4-FFF2-40B4-BE49-F238E27FC236}">
                    <a16:creationId xmlns:a16="http://schemas.microsoft.com/office/drawing/2014/main" id="{0173913B-EF4C-8974-A24F-9C03E55E172C}"/>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3" name="TextBox 2">
            <a:extLst>
              <a:ext uri="{FF2B5EF4-FFF2-40B4-BE49-F238E27FC236}">
                <a16:creationId xmlns:a16="http://schemas.microsoft.com/office/drawing/2014/main" id="{9F5DE82B-AAE7-39AB-0A92-FF752C097FF6}"/>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23110068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QR">
    <p:spTree>
      <p:nvGrpSpPr>
        <p:cNvPr id="1" name=""/>
        <p:cNvGrpSpPr/>
        <p:nvPr/>
      </p:nvGrpSpPr>
      <p:grpSpPr>
        <a:xfrm>
          <a:off x="0" y="0"/>
          <a:ext cx="0" cy="0"/>
          <a:chOff x="0" y="0"/>
          <a:chExt cx="0" cy="0"/>
        </a:xfrm>
      </p:grpSpPr>
      <p:sp>
        <p:nvSpPr>
          <p:cNvPr id="5" name="Freeform: Shape 4">
            <a:extLst>
              <a:ext uri="{FF2B5EF4-FFF2-40B4-BE49-F238E27FC236}">
                <a16:creationId xmlns:a16="http://schemas.microsoft.com/office/drawing/2014/main" id="{3C43A142-B3D7-4E39-B708-595F0EB24BAC}"/>
              </a:ext>
              <a:ext uri="{C183D7F6-B498-43B3-948B-1728B52AA6E4}">
                <adec:decorative xmlns:adec="http://schemas.microsoft.com/office/drawing/2017/decorative" val="1"/>
              </a:ext>
            </a:extLst>
          </p:cNvPr>
          <p:cNvSpPr/>
          <p:nvPr userDrawn="1"/>
        </p:nvSpPr>
        <p:spPr>
          <a:xfrm>
            <a:off x="5378859" y="1"/>
            <a:ext cx="6809966" cy="6858000"/>
          </a:xfrm>
          <a:custGeom>
            <a:avLst/>
            <a:gdLst>
              <a:gd name="connsiteX0" fmla="*/ 6845677 w 6846538"/>
              <a:gd name="connsiteY0" fmla="*/ 4820854 h 6858000"/>
              <a:gd name="connsiteX1" fmla="*/ 4811938 w 6846538"/>
              <a:gd name="connsiteY1" fmla="*/ 6857998 h 6858000"/>
              <a:gd name="connsiteX2" fmla="*/ 6845677 w 6846538"/>
              <a:gd name="connsiteY2" fmla="*/ 6857998 h 6858000"/>
              <a:gd name="connsiteX3" fmla="*/ 6846538 w 6846538"/>
              <a:gd name="connsiteY3" fmla="*/ 0 h 6858000"/>
              <a:gd name="connsiteX4" fmla="*/ 6846538 w 6846538"/>
              <a:gd name="connsiteY4" fmla="*/ 6858000 h 6858000"/>
              <a:gd name="connsiteX5" fmla="*/ 0 w 6846538"/>
              <a:gd name="connsiteY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46538" h="6858000">
                <a:moveTo>
                  <a:pt x="6845677" y="4820854"/>
                </a:moveTo>
                <a:lnTo>
                  <a:pt x="4811938" y="6857998"/>
                </a:lnTo>
                <a:lnTo>
                  <a:pt x="6845677" y="6857998"/>
                </a:lnTo>
                <a:close/>
                <a:moveTo>
                  <a:pt x="6846538" y="0"/>
                </a:moveTo>
                <a:lnTo>
                  <a:pt x="6846538" y="6858000"/>
                </a:lnTo>
                <a:lnTo>
                  <a:pt x="0" y="6858000"/>
                </a:lnTo>
                <a:close/>
              </a:path>
            </a:pathLst>
          </a:custGeom>
          <a:gradFill>
            <a:gsLst>
              <a:gs pos="0">
                <a:srgbClr val="F4F8FA">
                  <a:alpha val="0"/>
                </a:srgbClr>
              </a:gs>
              <a:gs pos="100000">
                <a:schemeClr val="accent3"/>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6" name="Oval 5" descr="place icon in center">
            <a:extLst>
              <a:ext uri="{FF2B5EF4-FFF2-40B4-BE49-F238E27FC236}">
                <a16:creationId xmlns:a16="http://schemas.microsoft.com/office/drawing/2014/main" id="{D81D68B1-005D-48C3-80FB-FF903B82233B}"/>
              </a:ext>
              <a:ext uri="{C183D7F6-B498-43B3-948B-1728B52AA6E4}">
                <adec:decorative xmlns:adec="http://schemas.microsoft.com/office/drawing/2017/decorative" val="0"/>
              </a:ext>
            </a:extLst>
          </p:cNvPr>
          <p:cNvSpPr/>
          <p:nvPr userDrawn="1"/>
        </p:nvSpPr>
        <p:spPr bwMode="gray">
          <a:xfrm>
            <a:off x="7273815" y="1515193"/>
            <a:ext cx="3735912" cy="3735912"/>
          </a:xfrm>
          <a:prstGeom prst="ellipse">
            <a:avLst/>
          </a:prstGeom>
          <a:solidFill>
            <a:schemeClr val="bg1"/>
          </a:solidFill>
          <a:ln w="38100">
            <a:solidFill>
              <a:schemeClr val="accent1"/>
            </a:solid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marL="60325" marR="0" lvl="0" indent="0" algn="ctr" defTabSz="914400" rtl="0" eaLnBrk="1" fontAlgn="auto" latinLnBrk="0" hangingPunct="1">
              <a:lnSpc>
                <a:spcPct val="100000"/>
              </a:lnSpc>
              <a:spcBef>
                <a:spcPts val="0"/>
              </a:spcBef>
              <a:spcAft>
                <a:spcPts val="800"/>
              </a:spcAft>
              <a:buClrTx/>
              <a:buSzTx/>
              <a:buFontTx/>
              <a:buNone/>
              <a:tabLst/>
              <a:defRPr/>
            </a:pPr>
            <a:endParaRPr kumimoji="0" lang="en-US" sz="1400" b="0" i="0" u="none" strike="noStrike" kern="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7" name="page number">
            <a:extLst>
              <a:ext uri="{FF2B5EF4-FFF2-40B4-BE49-F238E27FC236}">
                <a16:creationId xmlns:a16="http://schemas.microsoft.com/office/drawing/2014/main" id="{1B689AD8-A271-4D5C-B438-8E5BEE4F3F75}"/>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marL="0" marR="0" lvl="0" indent="0" algn="r" defTabSz="914400" rtl="0" eaLnBrk="1" fontAlgn="auto" latinLnBrk="0" hangingPunct="1">
              <a:lnSpc>
                <a:spcPct val="90000"/>
              </a:lnSpc>
              <a:spcBef>
                <a:spcPts val="0"/>
              </a:spcBef>
              <a:spcAft>
                <a:spcPts val="0"/>
              </a:spcAft>
              <a:buClrTx/>
              <a:buSzTx/>
              <a:buFontTx/>
              <a:buNone/>
              <a:tabLst/>
              <a:defRPr/>
            </a:pPr>
            <a:fld id="{7A51DB15-7364-4F0B-A3A0-1309F8830053}" type="slidenum">
              <a:rPr kumimoji="0" lang="en-US" sz="800" b="0" i="0" u="none" strike="noStrike" kern="1200" cap="none" spc="0" normalizeH="0" baseline="0" noProof="0" smtClean="0">
                <a:ln>
                  <a:noFill/>
                </a:ln>
                <a:solidFill>
                  <a:srgbClr val="3F3F3F"/>
                </a:solidFill>
                <a:effectLst/>
                <a:uLnTx/>
                <a:uFillTx/>
                <a:latin typeface="Arial" panose="020B0604020202020204" pitchFamily="34" charset="0"/>
                <a:ea typeface="Arial" panose="020B0604020202020204" pitchFamily="34" charset="0"/>
              </a:rPr>
              <a:pPr marL="0" marR="0" lvl="0" indent="0" algn="r" defTabSz="914400" rtl="0" eaLnBrk="1" fontAlgn="auto" latinLnBrk="0" hangingPunct="1">
                <a:lnSpc>
                  <a:spcPct val="90000"/>
                </a:lnSpc>
                <a:spcBef>
                  <a:spcPts val="0"/>
                </a:spcBef>
                <a:spcAft>
                  <a:spcPts val="0"/>
                </a:spcAft>
                <a:buClrTx/>
                <a:buSzTx/>
                <a:buFontTx/>
                <a:buNone/>
                <a:tabLst/>
                <a:defRPr/>
              </a:pPr>
              <a:t>‹#›</a:t>
            </a:fld>
            <a:endParaRPr kumimoji="0" lang="en-US" sz="800" b="0" i="0" u="none" strike="noStrike" kern="1200" cap="none" spc="0" normalizeH="0" baseline="0" noProof="0" dirty="0">
              <a:ln>
                <a:noFill/>
              </a:ln>
              <a:solidFill>
                <a:srgbClr val="3F3F3F"/>
              </a:solidFill>
              <a:effectLst/>
              <a:uLnTx/>
              <a:uFillTx/>
              <a:latin typeface="Arial" panose="020B0604020202020204" pitchFamily="34" charset="0"/>
              <a:ea typeface="Arial" panose="020B0604020202020204" pitchFamily="34" charset="0"/>
            </a:endParaRPr>
          </a:p>
        </p:txBody>
      </p:sp>
      <p:sp>
        <p:nvSpPr>
          <p:cNvPr id="9" name="Text Placeholder 3">
            <a:extLst>
              <a:ext uri="{FF2B5EF4-FFF2-40B4-BE49-F238E27FC236}">
                <a16:creationId xmlns:a16="http://schemas.microsoft.com/office/drawing/2014/main" id="{4D50EB0B-B02A-4CB0-9940-E6609218E19A}"/>
              </a:ext>
            </a:extLst>
          </p:cNvPr>
          <p:cNvSpPr>
            <a:spLocks noGrp="1"/>
          </p:cNvSpPr>
          <p:nvPr>
            <p:ph type="body" sz="quarter" idx="13" hasCustomPrompt="1"/>
          </p:nvPr>
        </p:nvSpPr>
        <p:spPr>
          <a:xfrm>
            <a:off x="595312" y="2468563"/>
            <a:ext cx="5569513" cy="1085405"/>
          </a:xfrm>
        </p:spPr>
        <p:txBody>
          <a:bodyPr anchor="t" anchorCtr="0"/>
          <a:lstStyle>
            <a:lvl1pPr marL="0" indent="0" algn="l" defTabSz="914400" rtl="0" eaLnBrk="1" latinLnBrk="0" hangingPunct="1">
              <a:lnSpc>
                <a:spcPct val="100000"/>
              </a:lnSpc>
              <a:spcBef>
                <a:spcPts val="1200"/>
              </a:spcBef>
              <a:spcAft>
                <a:spcPts val="1200"/>
              </a:spcAft>
              <a:buClr>
                <a:schemeClr val="tx1">
                  <a:lumMod val="60000"/>
                  <a:lumOff val="40000"/>
                </a:schemeClr>
              </a:buClr>
              <a:buSzPct val="90000"/>
              <a:buFont typeface="Arial" panose="020B0604020202020204" pitchFamily="34" charset="0"/>
              <a:buChar char="​"/>
              <a:defRPr lang="en-US" sz="3400" kern="1200" dirty="0">
                <a:solidFill>
                  <a:schemeClr val="accent2"/>
                </a:solidFill>
                <a:latin typeface="+mj-lt"/>
                <a:ea typeface="+mn-ea"/>
                <a:cs typeface="+mn-cs"/>
              </a:defRPr>
            </a:lvl1pPr>
            <a:lvl5pPr>
              <a:defRPr/>
            </a:lvl5pPr>
          </a:lstStyle>
          <a:p>
            <a:pPr marL="0" marR="0" lvl="0" indent="0" algn="l" defTabSz="914400" rtl="0" eaLnBrk="1" fontAlgn="auto" latinLnBrk="0" hangingPunct="1">
              <a:lnSpc>
                <a:spcPct val="100000"/>
              </a:lnSpc>
              <a:spcBef>
                <a:spcPts val="1200"/>
              </a:spcBef>
              <a:spcAft>
                <a:spcPts val="1200"/>
              </a:spcAft>
              <a:buClr>
                <a:schemeClr val="tx1">
                  <a:lumMod val="60000"/>
                  <a:lumOff val="40000"/>
                </a:schemeClr>
              </a:buClr>
              <a:buSzPct val="90000"/>
              <a:buFont typeface="Arial" panose="020B0604020202020204" pitchFamily="34" charset="0"/>
              <a:buChar char="​"/>
              <a:tabLst/>
              <a:defRPr/>
            </a:pPr>
            <a:r>
              <a:rPr lang="en-US" dirty="0"/>
              <a:t>Resource Name</a:t>
            </a:r>
          </a:p>
          <a:p>
            <a:pPr lvl="0"/>
            <a:endParaRPr lang="en-US" dirty="0"/>
          </a:p>
        </p:txBody>
      </p:sp>
      <p:sp>
        <p:nvSpPr>
          <p:cNvPr id="10" name="Rectangle 9">
            <a:extLst>
              <a:ext uri="{FF2B5EF4-FFF2-40B4-BE49-F238E27FC236}">
                <a16:creationId xmlns:a16="http://schemas.microsoft.com/office/drawing/2014/main" id="{4319DB4A-420C-48A7-9CC6-C31C94350A59}"/>
              </a:ext>
            </a:extLst>
          </p:cNvPr>
          <p:cNvSpPr/>
          <p:nvPr userDrawn="1"/>
        </p:nvSpPr>
        <p:spPr>
          <a:xfrm>
            <a:off x="7221531" y="1462910"/>
            <a:ext cx="3840480" cy="3840480"/>
          </a:xfrm>
          <a:prstGeom prst="rect">
            <a:avLst/>
          </a:prstGeom>
          <a:solidFill>
            <a:schemeClr val="bg1"/>
          </a:solidFill>
          <a:ln w="38100">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1" name="Text Placeholder 10">
            <a:extLst>
              <a:ext uri="{FF2B5EF4-FFF2-40B4-BE49-F238E27FC236}">
                <a16:creationId xmlns:a16="http://schemas.microsoft.com/office/drawing/2014/main" id="{F0BA1246-0B36-4F00-B607-6B19C44B490A}"/>
              </a:ext>
            </a:extLst>
          </p:cNvPr>
          <p:cNvSpPr>
            <a:spLocks noGrp="1"/>
          </p:cNvSpPr>
          <p:nvPr>
            <p:ph type="body" sz="quarter" idx="14" hasCustomPrompt="1"/>
          </p:nvPr>
        </p:nvSpPr>
        <p:spPr>
          <a:xfrm>
            <a:off x="595313" y="3749675"/>
            <a:ext cx="5499100" cy="669925"/>
          </a:xfrm>
        </p:spPr>
        <p:txBody>
          <a:bodyPr/>
          <a:lstStyle>
            <a:lvl1pPr>
              <a:defRPr>
                <a:solidFill>
                  <a:schemeClr val="tx1"/>
                </a:solidFill>
                <a:latin typeface="+mn-lt"/>
              </a:defRPr>
            </a:lvl1pPr>
            <a:lvl2pPr marL="273050" indent="0">
              <a:buNone/>
              <a:defRPr/>
            </a:lvl2pPr>
          </a:lstStyle>
          <a:p>
            <a:pPr lvl="0"/>
            <a:r>
              <a:rPr lang="en-US" dirty="0"/>
              <a:t>URL or Location</a:t>
            </a:r>
          </a:p>
        </p:txBody>
      </p:sp>
      <p:sp>
        <p:nvSpPr>
          <p:cNvPr id="13" name="Picture Placeholder 12">
            <a:extLst>
              <a:ext uri="{FF2B5EF4-FFF2-40B4-BE49-F238E27FC236}">
                <a16:creationId xmlns:a16="http://schemas.microsoft.com/office/drawing/2014/main" id="{95A840D7-B5DC-4B82-B742-1BC71286C579}"/>
              </a:ext>
            </a:extLst>
          </p:cNvPr>
          <p:cNvSpPr>
            <a:spLocks noGrp="1"/>
          </p:cNvSpPr>
          <p:nvPr>
            <p:ph type="pic" sz="quarter" idx="15" hasCustomPrompt="1"/>
          </p:nvPr>
        </p:nvSpPr>
        <p:spPr>
          <a:xfrm>
            <a:off x="7678731" y="1920109"/>
            <a:ext cx="2926080" cy="2926080"/>
          </a:xfrm>
        </p:spPr>
        <p:txBody>
          <a:bodyPr anchor="ctr"/>
          <a:lstStyle>
            <a:lvl1pPr algn="ctr">
              <a:defRPr/>
            </a:lvl1pPr>
          </a:lstStyle>
          <a:p>
            <a:r>
              <a:rPr lang="en-US" dirty="0"/>
              <a:t>QR Code</a:t>
            </a:r>
          </a:p>
        </p:txBody>
      </p:sp>
      <p:sp>
        <p:nvSpPr>
          <p:cNvPr id="2" name="TextBox 1">
            <a:extLst>
              <a:ext uri="{FF2B5EF4-FFF2-40B4-BE49-F238E27FC236}">
                <a16:creationId xmlns:a16="http://schemas.microsoft.com/office/drawing/2014/main" id="{8E6B8954-A710-B81D-E53C-7846B319B5E8}"/>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14" name="Graphic 8">
            <a:extLst>
              <a:ext uri="{FF2B5EF4-FFF2-40B4-BE49-F238E27FC236}">
                <a16:creationId xmlns:a16="http://schemas.microsoft.com/office/drawing/2014/main" id="{48A9556C-D90F-1E50-D386-BDD5D5B47BE9}"/>
              </a:ext>
            </a:extLst>
          </p:cNvPr>
          <p:cNvGrpSpPr/>
          <p:nvPr userDrawn="1"/>
        </p:nvGrpSpPr>
        <p:grpSpPr>
          <a:xfrm>
            <a:off x="265625" y="6323271"/>
            <a:ext cx="1249223" cy="369648"/>
            <a:chOff x="265625" y="6323271"/>
            <a:chExt cx="1249223" cy="369648"/>
          </a:xfrm>
          <a:solidFill>
            <a:srgbClr val="000000"/>
          </a:solidFill>
        </p:grpSpPr>
        <p:grpSp>
          <p:nvGrpSpPr>
            <p:cNvPr id="15" name="Graphic 8">
              <a:extLst>
                <a:ext uri="{FF2B5EF4-FFF2-40B4-BE49-F238E27FC236}">
                  <a16:creationId xmlns:a16="http://schemas.microsoft.com/office/drawing/2014/main" id="{7AE0B2ED-C500-0B34-E377-BDE89C990B9F}"/>
                </a:ext>
              </a:extLst>
            </p:cNvPr>
            <p:cNvGrpSpPr/>
            <p:nvPr/>
          </p:nvGrpSpPr>
          <p:grpSpPr>
            <a:xfrm>
              <a:off x="745455" y="6594444"/>
              <a:ext cx="722662" cy="98475"/>
              <a:chOff x="745455" y="6594444"/>
              <a:chExt cx="722662" cy="98475"/>
            </a:xfrm>
            <a:solidFill>
              <a:srgbClr val="000000"/>
            </a:solidFill>
          </p:grpSpPr>
          <p:sp>
            <p:nvSpPr>
              <p:cNvPr id="24" name="Freeform 49">
                <a:extLst>
                  <a:ext uri="{FF2B5EF4-FFF2-40B4-BE49-F238E27FC236}">
                    <a16:creationId xmlns:a16="http://schemas.microsoft.com/office/drawing/2014/main" id="{20347F9B-85D9-7305-6077-43772AB4D1E6}"/>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25" name="Freeform 50">
                <a:extLst>
                  <a:ext uri="{FF2B5EF4-FFF2-40B4-BE49-F238E27FC236}">
                    <a16:creationId xmlns:a16="http://schemas.microsoft.com/office/drawing/2014/main" id="{A058978B-1228-4CAF-11AF-339AE081625D}"/>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26" name="Freeform 51">
                <a:extLst>
                  <a:ext uri="{FF2B5EF4-FFF2-40B4-BE49-F238E27FC236}">
                    <a16:creationId xmlns:a16="http://schemas.microsoft.com/office/drawing/2014/main" id="{A59467DD-9DEF-81E1-8873-73A46064E41B}"/>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27" name="Freeform 52">
                <a:extLst>
                  <a:ext uri="{FF2B5EF4-FFF2-40B4-BE49-F238E27FC236}">
                    <a16:creationId xmlns:a16="http://schemas.microsoft.com/office/drawing/2014/main" id="{DC08AB5A-959D-9D7C-7E79-FFEBA46BD27B}"/>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28" name="Freeform 53">
                <a:extLst>
                  <a:ext uri="{FF2B5EF4-FFF2-40B4-BE49-F238E27FC236}">
                    <a16:creationId xmlns:a16="http://schemas.microsoft.com/office/drawing/2014/main" id="{71CF48B6-0739-ACD6-B12A-516A14949CCC}"/>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29" name="Freeform 54">
                <a:extLst>
                  <a:ext uri="{FF2B5EF4-FFF2-40B4-BE49-F238E27FC236}">
                    <a16:creationId xmlns:a16="http://schemas.microsoft.com/office/drawing/2014/main" id="{BDE1CBCA-34DC-B26D-AF48-C67EB1A32798}"/>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30" name="Freeform 55">
                <a:extLst>
                  <a:ext uri="{FF2B5EF4-FFF2-40B4-BE49-F238E27FC236}">
                    <a16:creationId xmlns:a16="http://schemas.microsoft.com/office/drawing/2014/main" id="{F6651751-9912-B2CD-5450-5C647507FF72}"/>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31" name="Freeform 56">
                <a:extLst>
                  <a:ext uri="{FF2B5EF4-FFF2-40B4-BE49-F238E27FC236}">
                    <a16:creationId xmlns:a16="http://schemas.microsoft.com/office/drawing/2014/main" id="{F52FFF3D-8EB6-A4D0-9E79-823CB8D65E98}"/>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32" name="Freeform 57">
                <a:extLst>
                  <a:ext uri="{FF2B5EF4-FFF2-40B4-BE49-F238E27FC236}">
                    <a16:creationId xmlns:a16="http://schemas.microsoft.com/office/drawing/2014/main" id="{D2697DDE-563D-9752-A650-E0D3A240D281}"/>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33" name="Freeform 58">
                <a:extLst>
                  <a:ext uri="{FF2B5EF4-FFF2-40B4-BE49-F238E27FC236}">
                    <a16:creationId xmlns:a16="http://schemas.microsoft.com/office/drawing/2014/main" id="{05F2E863-F47E-C104-AF3B-1E65229615B0}"/>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16" name="Graphic 8">
              <a:extLst>
                <a:ext uri="{FF2B5EF4-FFF2-40B4-BE49-F238E27FC236}">
                  <a16:creationId xmlns:a16="http://schemas.microsoft.com/office/drawing/2014/main" id="{04B16A5F-3C07-794A-4C3F-4F7415949D13}"/>
                </a:ext>
              </a:extLst>
            </p:cNvPr>
            <p:cNvGrpSpPr/>
            <p:nvPr/>
          </p:nvGrpSpPr>
          <p:grpSpPr>
            <a:xfrm>
              <a:off x="265625" y="6323271"/>
              <a:ext cx="1249223" cy="190348"/>
              <a:chOff x="265625" y="6323271"/>
              <a:chExt cx="1249223" cy="190348"/>
            </a:xfrm>
            <a:solidFill>
              <a:srgbClr val="000000"/>
            </a:solidFill>
          </p:grpSpPr>
          <p:sp>
            <p:nvSpPr>
              <p:cNvPr id="17" name="Freeform 60">
                <a:extLst>
                  <a:ext uri="{FF2B5EF4-FFF2-40B4-BE49-F238E27FC236}">
                    <a16:creationId xmlns:a16="http://schemas.microsoft.com/office/drawing/2014/main" id="{3C0CED8A-C407-59DA-DAAB-CA9FA2466B62}"/>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18" name="Freeform 61">
                <a:extLst>
                  <a:ext uri="{FF2B5EF4-FFF2-40B4-BE49-F238E27FC236}">
                    <a16:creationId xmlns:a16="http://schemas.microsoft.com/office/drawing/2014/main" id="{977CA251-6615-A583-67E6-BED54FAB9366}"/>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19" name="Freeform 62">
                <a:extLst>
                  <a:ext uri="{FF2B5EF4-FFF2-40B4-BE49-F238E27FC236}">
                    <a16:creationId xmlns:a16="http://schemas.microsoft.com/office/drawing/2014/main" id="{3946A3E3-A254-7F7E-D406-C189314DCDE9}"/>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20" name="Freeform 63">
                <a:extLst>
                  <a:ext uri="{FF2B5EF4-FFF2-40B4-BE49-F238E27FC236}">
                    <a16:creationId xmlns:a16="http://schemas.microsoft.com/office/drawing/2014/main" id="{B2E0029E-2C63-2298-0705-43A8E06C34FD}"/>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21" name="Freeform 64">
                <a:extLst>
                  <a:ext uri="{FF2B5EF4-FFF2-40B4-BE49-F238E27FC236}">
                    <a16:creationId xmlns:a16="http://schemas.microsoft.com/office/drawing/2014/main" id="{761D8761-8B74-F609-6C4E-620DF09332C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22" name="Freeform 65">
                <a:extLst>
                  <a:ext uri="{FF2B5EF4-FFF2-40B4-BE49-F238E27FC236}">
                    <a16:creationId xmlns:a16="http://schemas.microsoft.com/office/drawing/2014/main" id="{0DE7D469-5170-81D5-2BE4-7410BB97497F}"/>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23" name="Freeform 66">
                <a:extLst>
                  <a:ext uri="{FF2B5EF4-FFF2-40B4-BE49-F238E27FC236}">
                    <a16:creationId xmlns:a16="http://schemas.microsoft.com/office/drawing/2014/main" id="{29C3639D-D697-3371-6E1C-821308BBA9F5}"/>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3" name="TextBox 2">
            <a:extLst>
              <a:ext uri="{FF2B5EF4-FFF2-40B4-BE49-F238E27FC236}">
                <a16:creationId xmlns:a16="http://schemas.microsoft.com/office/drawing/2014/main" id="{3F41D2F9-7D81-8747-6A51-531424AD4DBD}"/>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31257182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userDrawn="1">
  <p:cSld name="QR - RBLF">
    <p:spTree>
      <p:nvGrpSpPr>
        <p:cNvPr id="1" name=""/>
        <p:cNvGrpSpPr/>
        <p:nvPr/>
      </p:nvGrpSpPr>
      <p:grpSpPr>
        <a:xfrm>
          <a:off x="0" y="0"/>
          <a:ext cx="0" cy="0"/>
          <a:chOff x="0" y="0"/>
          <a:chExt cx="0" cy="0"/>
        </a:xfrm>
      </p:grpSpPr>
      <p:sp>
        <p:nvSpPr>
          <p:cNvPr id="5" name="Freeform: Shape 4">
            <a:extLst>
              <a:ext uri="{FF2B5EF4-FFF2-40B4-BE49-F238E27FC236}">
                <a16:creationId xmlns:a16="http://schemas.microsoft.com/office/drawing/2014/main" id="{3C43A142-B3D7-4E39-B708-595F0EB24BAC}"/>
              </a:ext>
              <a:ext uri="{C183D7F6-B498-43B3-948B-1728B52AA6E4}">
                <adec:decorative xmlns:adec="http://schemas.microsoft.com/office/drawing/2017/decorative" val="1"/>
              </a:ext>
            </a:extLst>
          </p:cNvPr>
          <p:cNvSpPr/>
          <p:nvPr userDrawn="1"/>
        </p:nvSpPr>
        <p:spPr>
          <a:xfrm>
            <a:off x="5378859" y="1"/>
            <a:ext cx="6809966" cy="6858000"/>
          </a:xfrm>
          <a:custGeom>
            <a:avLst/>
            <a:gdLst>
              <a:gd name="connsiteX0" fmla="*/ 6845677 w 6846538"/>
              <a:gd name="connsiteY0" fmla="*/ 4820854 h 6858000"/>
              <a:gd name="connsiteX1" fmla="*/ 4811938 w 6846538"/>
              <a:gd name="connsiteY1" fmla="*/ 6857998 h 6858000"/>
              <a:gd name="connsiteX2" fmla="*/ 6845677 w 6846538"/>
              <a:gd name="connsiteY2" fmla="*/ 6857998 h 6858000"/>
              <a:gd name="connsiteX3" fmla="*/ 6846538 w 6846538"/>
              <a:gd name="connsiteY3" fmla="*/ 0 h 6858000"/>
              <a:gd name="connsiteX4" fmla="*/ 6846538 w 6846538"/>
              <a:gd name="connsiteY4" fmla="*/ 6858000 h 6858000"/>
              <a:gd name="connsiteX5" fmla="*/ 0 w 6846538"/>
              <a:gd name="connsiteY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46538" h="6858000">
                <a:moveTo>
                  <a:pt x="6845677" y="4820854"/>
                </a:moveTo>
                <a:lnTo>
                  <a:pt x="4811938" y="6857998"/>
                </a:lnTo>
                <a:lnTo>
                  <a:pt x="6845677" y="6857998"/>
                </a:lnTo>
                <a:close/>
                <a:moveTo>
                  <a:pt x="6846538" y="0"/>
                </a:moveTo>
                <a:lnTo>
                  <a:pt x="6846538" y="6858000"/>
                </a:lnTo>
                <a:lnTo>
                  <a:pt x="0" y="6858000"/>
                </a:lnTo>
                <a:close/>
              </a:path>
            </a:pathLst>
          </a:custGeom>
          <a:gradFill>
            <a:gsLst>
              <a:gs pos="0">
                <a:schemeClr val="accent2">
                  <a:lumMod val="60000"/>
                  <a:lumOff val="40000"/>
                </a:schemeClr>
              </a:gs>
              <a:gs pos="100000">
                <a:schemeClr val="accent5"/>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6" name="Oval 5" descr="place icon in center">
            <a:extLst>
              <a:ext uri="{FF2B5EF4-FFF2-40B4-BE49-F238E27FC236}">
                <a16:creationId xmlns:a16="http://schemas.microsoft.com/office/drawing/2014/main" id="{D81D68B1-005D-48C3-80FB-FF903B82233B}"/>
              </a:ext>
              <a:ext uri="{C183D7F6-B498-43B3-948B-1728B52AA6E4}">
                <adec:decorative xmlns:adec="http://schemas.microsoft.com/office/drawing/2017/decorative" val="0"/>
              </a:ext>
            </a:extLst>
          </p:cNvPr>
          <p:cNvSpPr/>
          <p:nvPr userDrawn="1"/>
        </p:nvSpPr>
        <p:spPr bwMode="gray">
          <a:xfrm>
            <a:off x="7273815" y="1515193"/>
            <a:ext cx="3735912" cy="3735912"/>
          </a:xfrm>
          <a:prstGeom prst="ellipse">
            <a:avLst/>
          </a:prstGeom>
          <a:solidFill>
            <a:schemeClr val="bg1"/>
          </a:solidFill>
          <a:ln w="38100">
            <a:solidFill>
              <a:schemeClr val="accent1"/>
            </a:solid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marL="60325" marR="0" lvl="0" indent="0" algn="ctr" defTabSz="914400" rtl="0" eaLnBrk="1" fontAlgn="auto" latinLnBrk="0" hangingPunct="1">
              <a:lnSpc>
                <a:spcPct val="100000"/>
              </a:lnSpc>
              <a:spcBef>
                <a:spcPts val="0"/>
              </a:spcBef>
              <a:spcAft>
                <a:spcPts val="800"/>
              </a:spcAft>
              <a:buClrTx/>
              <a:buSzTx/>
              <a:buFontTx/>
              <a:buNone/>
              <a:tabLst/>
              <a:defRPr/>
            </a:pPr>
            <a:endParaRPr kumimoji="0" lang="en-US" sz="1400" b="0" i="0" u="none" strike="noStrike" kern="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7" name="page number">
            <a:extLst>
              <a:ext uri="{FF2B5EF4-FFF2-40B4-BE49-F238E27FC236}">
                <a16:creationId xmlns:a16="http://schemas.microsoft.com/office/drawing/2014/main" id="{1B689AD8-A271-4D5C-B438-8E5BEE4F3F75}"/>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marL="0" marR="0" lvl="0" indent="0" algn="r" defTabSz="914400" rtl="0" eaLnBrk="1" fontAlgn="auto" latinLnBrk="0" hangingPunct="1">
              <a:lnSpc>
                <a:spcPct val="90000"/>
              </a:lnSpc>
              <a:spcBef>
                <a:spcPts val="0"/>
              </a:spcBef>
              <a:spcAft>
                <a:spcPts val="0"/>
              </a:spcAft>
              <a:buClrTx/>
              <a:buSzTx/>
              <a:buFontTx/>
              <a:buNone/>
              <a:tabLst/>
              <a:defRPr/>
            </a:pPr>
            <a:fld id="{7A51DB15-7364-4F0B-A3A0-1309F8830053}" type="slidenum">
              <a:rPr kumimoji="0" lang="en-US" sz="800" b="0" i="0" u="none" strike="noStrike" kern="1200" cap="none" spc="0" normalizeH="0" baseline="0" noProof="0" smtClean="0">
                <a:ln>
                  <a:noFill/>
                </a:ln>
                <a:solidFill>
                  <a:srgbClr val="3F3F3F"/>
                </a:solidFill>
                <a:effectLst/>
                <a:uLnTx/>
                <a:uFillTx/>
                <a:latin typeface="Arial" panose="020B0604020202020204" pitchFamily="34" charset="0"/>
                <a:ea typeface="Arial" panose="020B0604020202020204" pitchFamily="34" charset="0"/>
              </a:rPr>
              <a:pPr marL="0" marR="0" lvl="0" indent="0" algn="r" defTabSz="914400" rtl="0" eaLnBrk="1" fontAlgn="auto" latinLnBrk="0" hangingPunct="1">
                <a:lnSpc>
                  <a:spcPct val="90000"/>
                </a:lnSpc>
                <a:spcBef>
                  <a:spcPts val="0"/>
                </a:spcBef>
                <a:spcAft>
                  <a:spcPts val="0"/>
                </a:spcAft>
                <a:buClrTx/>
                <a:buSzTx/>
                <a:buFontTx/>
                <a:buNone/>
                <a:tabLst/>
                <a:defRPr/>
              </a:pPr>
              <a:t>‹#›</a:t>
            </a:fld>
            <a:endParaRPr kumimoji="0" lang="en-US" sz="800" b="0" i="0" u="none" strike="noStrike" kern="1200" cap="none" spc="0" normalizeH="0" baseline="0" noProof="0" dirty="0">
              <a:ln>
                <a:noFill/>
              </a:ln>
              <a:solidFill>
                <a:srgbClr val="3F3F3F"/>
              </a:solidFill>
              <a:effectLst/>
              <a:uLnTx/>
              <a:uFillTx/>
              <a:latin typeface="Arial" panose="020B0604020202020204" pitchFamily="34" charset="0"/>
              <a:ea typeface="Arial" panose="020B0604020202020204" pitchFamily="34" charset="0"/>
            </a:endParaRPr>
          </a:p>
        </p:txBody>
      </p:sp>
      <p:sp>
        <p:nvSpPr>
          <p:cNvPr id="9" name="Text Placeholder 3">
            <a:extLst>
              <a:ext uri="{FF2B5EF4-FFF2-40B4-BE49-F238E27FC236}">
                <a16:creationId xmlns:a16="http://schemas.microsoft.com/office/drawing/2014/main" id="{4D50EB0B-B02A-4CB0-9940-E6609218E19A}"/>
              </a:ext>
            </a:extLst>
          </p:cNvPr>
          <p:cNvSpPr>
            <a:spLocks noGrp="1"/>
          </p:cNvSpPr>
          <p:nvPr>
            <p:ph type="body" sz="quarter" idx="13" hasCustomPrompt="1"/>
          </p:nvPr>
        </p:nvSpPr>
        <p:spPr>
          <a:xfrm>
            <a:off x="595312" y="2468563"/>
            <a:ext cx="5569513" cy="1085405"/>
          </a:xfrm>
        </p:spPr>
        <p:txBody>
          <a:bodyPr anchor="t" anchorCtr="0"/>
          <a:lstStyle>
            <a:lvl1pPr marL="0" indent="0" algn="l" defTabSz="914400" rtl="0" eaLnBrk="1" latinLnBrk="0" hangingPunct="1">
              <a:lnSpc>
                <a:spcPct val="100000"/>
              </a:lnSpc>
              <a:spcBef>
                <a:spcPts val="1200"/>
              </a:spcBef>
              <a:spcAft>
                <a:spcPts val="1200"/>
              </a:spcAft>
              <a:buClr>
                <a:schemeClr val="tx1">
                  <a:lumMod val="60000"/>
                  <a:lumOff val="40000"/>
                </a:schemeClr>
              </a:buClr>
              <a:buSzPct val="90000"/>
              <a:buFont typeface="Arial" panose="020B0604020202020204" pitchFamily="34" charset="0"/>
              <a:buChar char="​"/>
              <a:defRPr lang="en-US" sz="3400" kern="1200" dirty="0">
                <a:solidFill>
                  <a:schemeClr val="accent2"/>
                </a:solidFill>
                <a:latin typeface="Arial" panose="020B0604020202020204" pitchFamily="34" charset="0"/>
                <a:ea typeface="+mn-ea"/>
                <a:cs typeface="+mn-cs"/>
              </a:defRPr>
            </a:lvl1pPr>
            <a:lvl5pPr>
              <a:defRPr/>
            </a:lvl5pPr>
          </a:lstStyle>
          <a:p>
            <a:pPr marL="0" marR="0" lvl="0" indent="0" algn="l" defTabSz="914400" rtl="0" eaLnBrk="1" fontAlgn="auto" latinLnBrk="0" hangingPunct="1">
              <a:lnSpc>
                <a:spcPct val="100000"/>
              </a:lnSpc>
              <a:spcBef>
                <a:spcPts val="1200"/>
              </a:spcBef>
              <a:spcAft>
                <a:spcPts val="1200"/>
              </a:spcAft>
              <a:buClr>
                <a:schemeClr val="tx1">
                  <a:lumMod val="60000"/>
                  <a:lumOff val="40000"/>
                </a:schemeClr>
              </a:buClr>
              <a:buSzPct val="90000"/>
              <a:buFont typeface="Arial" panose="020B0604020202020204" pitchFamily="34" charset="0"/>
              <a:buChar char="​"/>
              <a:tabLst/>
              <a:defRPr/>
            </a:pPr>
            <a:r>
              <a:rPr lang="en-US" dirty="0"/>
              <a:t>Resource Name</a:t>
            </a:r>
          </a:p>
          <a:p>
            <a:pPr lvl="0"/>
            <a:endParaRPr lang="en-US" dirty="0"/>
          </a:p>
        </p:txBody>
      </p:sp>
      <p:sp>
        <p:nvSpPr>
          <p:cNvPr id="10" name="Rectangle 9">
            <a:extLst>
              <a:ext uri="{FF2B5EF4-FFF2-40B4-BE49-F238E27FC236}">
                <a16:creationId xmlns:a16="http://schemas.microsoft.com/office/drawing/2014/main" id="{4319DB4A-420C-48A7-9CC6-C31C94350A59}"/>
              </a:ext>
            </a:extLst>
          </p:cNvPr>
          <p:cNvSpPr/>
          <p:nvPr userDrawn="1"/>
        </p:nvSpPr>
        <p:spPr>
          <a:xfrm>
            <a:off x="7221531" y="1462910"/>
            <a:ext cx="3840480" cy="3840480"/>
          </a:xfrm>
          <a:prstGeom prst="rect">
            <a:avLst/>
          </a:prstGeom>
          <a:solidFill>
            <a:schemeClr val="bg1"/>
          </a:solidFill>
          <a:ln w="381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1" name="Text Placeholder 10">
            <a:extLst>
              <a:ext uri="{FF2B5EF4-FFF2-40B4-BE49-F238E27FC236}">
                <a16:creationId xmlns:a16="http://schemas.microsoft.com/office/drawing/2014/main" id="{F0BA1246-0B36-4F00-B607-6B19C44B490A}"/>
              </a:ext>
            </a:extLst>
          </p:cNvPr>
          <p:cNvSpPr>
            <a:spLocks noGrp="1"/>
          </p:cNvSpPr>
          <p:nvPr>
            <p:ph type="body" sz="quarter" idx="14" hasCustomPrompt="1"/>
          </p:nvPr>
        </p:nvSpPr>
        <p:spPr>
          <a:xfrm>
            <a:off x="595313" y="3749675"/>
            <a:ext cx="5499100" cy="669925"/>
          </a:xfrm>
        </p:spPr>
        <p:txBody>
          <a:bodyPr/>
          <a:lstStyle>
            <a:lvl1pPr>
              <a:defRPr>
                <a:solidFill>
                  <a:schemeClr val="tx1"/>
                </a:solidFill>
                <a:latin typeface="Arial" panose="020B0604020202020204" pitchFamily="34" charset="0"/>
              </a:defRPr>
            </a:lvl1pPr>
            <a:lvl2pPr marL="273050" indent="0">
              <a:buNone/>
              <a:defRPr/>
            </a:lvl2pPr>
          </a:lstStyle>
          <a:p>
            <a:pPr lvl="0"/>
            <a:r>
              <a:rPr lang="en-US" dirty="0"/>
              <a:t>URL or Location</a:t>
            </a:r>
          </a:p>
        </p:txBody>
      </p:sp>
      <p:sp>
        <p:nvSpPr>
          <p:cNvPr id="13" name="Picture Placeholder 12">
            <a:extLst>
              <a:ext uri="{FF2B5EF4-FFF2-40B4-BE49-F238E27FC236}">
                <a16:creationId xmlns:a16="http://schemas.microsoft.com/office/drawing/2014/main" id="{95A840D7-B5DC-4B82-B742-1BC71286C579}"/>
              </a:ext>
            </a:extLst>
          </p:cNvPr>
          <p:cNvSpPr>
            <a:spLocks noGrp="1"/>
          </p:cNvSpPr>
          <p:nvPr>
            <p:ph type="pic" sz="quarter" idx="15" hasCustomPrompt="1"/>
          </p:nvPr>
        </p:nvSpPr>
        <p:spPr>
          <a:xfrm>
            <a:off x="7678731" y="1920109"/>
            <a:ext cx="2926080" cy="2926080"/>
          </a:xfrm>
        </p:spPr>
        <p:txBody>
          <a:bodyPr anchor="ctr"/>
          <a:lstStyle>
            <a:lvl1pPr algn="ctr">
              <a:defRPr/>
            </a:lvl1pPr>
          </a:lstStyle>
          <a:p>
            <a:r>
              <a:rPr lang="en-US"/>
              <a:t>QR Code</a:t>
            </a:r>
          </a:p>
        </p:txBody>
      </p:sp>
      <p:sp>
        <p:nvSpPr>
          <p:cNvPr id="2" name="TextBox 1">
            <a:extLst>
              <a:ext uri="{FF2B5EF4-FFF2-40B4-BE49-F238E27FC236}">
                <a16:creationId xmlns:a16="http://schemas.microsoft.com/office/drawing/2014/main" id="{8E6B8954-A710-B81D-E53C-7846B319B5E8}"/>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14" name="Graphic 8">
            <a:extLst>
              <a:ext uri="{FF2B5EF4-FFF2-40B4-BE49-F238E27FC236}">
                <a16:creationId xmlns:a16="http://schemas.microsoft.com/office/drawing/2014/main" id="{48A9556C-D90F-1E50-D386-BDD5D5B47BE9}"/>
              </a:ext>
            </a:extLst>
          </p:cNvPr>
          <p:cNvGrpSpPr/>
          <p:nvPr userDrawn="1"/>
        </p:nvGrpSpPr>
        <p:grpSpPr>
          <a:xfrm>
            <a:off x="265625" y="6323271"/>
            <a:ext cx="1249223" cy="369648"/>
            <a:chOff x="265625" y="6323271"/>
            <a:chExt cx="1249223" cy="369648"/>
          </a:xfrm>
          <a:solidFill>
            <a:srgbClr val="000000"/>
          </a:solidFill>
        </p:grpSpPr>
        <p:grpSp>
          <p:nvGrpSpPr>
            <p:cNvPr id="15" name="Graphic 8">
              <a:extLst>
                <a:ext uri="{FF2B5EF4-FFF2-40B4-BE49-F238E27FC236}">
                  <a16:creationId xmlns:a16="http://schemas.microsoft.com/office/drawing/2014/main" id="{7AE0B2ED-C500-0B34-E377-BDE89C990B9F}"/>
                </a:ext>
              </a:extLst>
            </p:cNvPr>
            <p:cNvGrpSpPr/>
            <p:nvPr/>
          </p:nvGrpSpPr>
          <p:grpSpPr>
            <a:xfrm>
              <a:off x="745455" y="6594444"/>
              <a:ext cx="722662" cy="98475"/>
              <a:chOff x="745455" y="6594444"/>
              <a:chExt cx="722662" cy="98475"/>
            </a:xfrm>
            <a:solidFill>
              <a:srgbClr val="000000"/>
            </a:solidFill>
          </p:grpSpPr>
          <p:sp>
            <p:nvSpPr>
              <p:cNvPr id="24" name="Freeform 49">
                <a:extLst>
                  <a:ext uri="{FF2B5EF4-FFF2-40B4-BE49-F238E27FC236}">
                    <a16:creationId xmlns:a16="http://schemas.microsoft.com/office/drawing/2014/main" id="{20347F9B-85D9-7305-6077-43772AB4D1E6}"/>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latin typeface="Arial" panose="020B0604020202020204" pitchFamily="34" charset="0"/>
                </a:endParaRPr>
              </a:p>
            </p:txBody>
          </p:sp>
          <p:sp>
            <p:nvSpPr>
              <p:cNvPr id="25" name="Freeform 50">
                <a:extLst>
                  <a:ext uri="{FF2B5EF4-FFF2-40B4-BE49-F238E27FC236}">
                    <a16:creationId xmlns:a16="http://schemas.microsoft.com/office/drawing/2014/main" id="{A058978B-1228-4CAF-11AF-339AE081625D}"/>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latin typeface="Arial" panose="020B0604020202020204" pitchFamily="34" charset="0"/>
                </a:endParaRPr>
              </a:p>
            </p:txBody>
          </p:sp>
          <p:sp>
            <p:nvSpPr>
              <p:cNvPr id="26" name="Freeform 51">
                <a:extLst>
                  <a:ext uri="{FF2B5EF4-FFF2-40B4-BE49-F238E27FC236}">
                    <a16:creationId xmlns:a16="http://schemas.microsoft.com/office/drawing/2014/main" id="{A59467DD-9DEF-81E1-8873-73A46064E41B}"/>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latin typeface="Arial" panose="020B0604020202020204" pitchFamily="34" charset="0"/>
                </a:endParaRPr>
              </a:p>
            </p:txBody>
          </p:sp>
          <p:sp>
            <p:nvSpPr>
              <p:cNvPr id="27" name="Freeform 52">
                <a:extLst>
                  <a:ext uri="{FF2B5EF4-FFF2-40B4-BE49-F238E27FC236}">
                    <a16:creationId xmlns:a16="http://schemas.microsoft.com/office/drawing/2014/main" id="{DC08AB5A-959D-9D7C-7E79-FFEBA46BD27B}"/>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latin typeface="Arial" panose="020B0604020202020204" pitchFamily="34" charset="0"/>
                </a:endParaRPr>
              </a:p>
            </p:txBody>
          </p:sp>
          <p:sp>
            <p:nvSpPr>
              <p:cNvPr id="28" name="Freeform 53">
                <a:extLst>
                  <a:ext uri="{FF2B5EF4-FFF2-40B4-BE49-F238E27FC236}">
                    <a16:creationId xmlns:a16="http://schemas.microsoft.com/office/drawing/2014/main" id="{71CF48B6-0739-ACD6-B12A-516A14949CCC}"/>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latin typeface="Arial" panose="020B0604020202020204" pitchFamily="34" charset="0"/>
                </a:endParaRPr>
              </a:p>
            </p:txBody>
          </p:sp>
          <p:sp>
            <p:nvSpPr>
              <p:cNvPr id="29" name="Freeform 54">
                <a:extLst>
                  <a:ext uri="{FF2B5EF4-FFF2-40B4-BE49-F238E27FC236}">
                    <a16:creationId xmlns:a16="http://schemas.microsoft.com/office/drawing/2014/main" id="{BDE1CBCA-34DC-B26D-AF48-C67EB1A32798}"/>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latin typeface="Arial" panose="020B0604020202020204" pitchFamily="34" charset="0"/>
                </a:endParaRPr>
              </a:p>
            </p:txBody>
          </p:sp>
          <p:sp>
            <p:nvSpPr>
              <p:cNvPr id="30" name="Freeform 55">
                <a:extLst>
                  <a:ext uri="{FF2B5EF4-FFF2-40B4-BE49-F238E27FC236}">
                    <a16:creationId xmlns:a16="http://schemas.microsoft.com/office/drawing/2014/main" id="{F6651751-9912-B2CD-5450-5C647507FF72}"/>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latin typeface="Arial" panose="020B0604020202020204" pitchFamily="34" charset="0"/>
                </a:endParaRPr>
              </a:p>
            </p:txBody>
          </p:sp>
          <p:sp>
            <p:nvSpPr>
              <p:cNvPr id="31" name="Freeform 56">
                <a:extLst>
                  <a:ext uri="{FF2B5EF4-FFF2-40B4-BE49-F238E27FC236}">
                    <a16:creationId xmlns:a16="http://schemas.microsoft.com/office/drawing/2014/main" id="{F52FFF3D-8EB6-A4D0-9E79-823CB8D65E98}"/>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latin typeface="Arial" panose="020B0604020202020204" pitchFamily="34" charset="0"/>
                </a:endParaRPr>
              </a:p>
            </p:txBody>
          </p:sp>
          <p:sp>
            <p:nvSpPr>
              <p:cNvPr id="32" name="Freeform 57">
                <a:extLst>
                  <a:ext uri="{FF2B5EF4-FFF2-40B4-BE49-F238E27FC236}">
                    <a16:creationId xmlns:a16="http://schemas.microsoft.com/office/drawing/2014/main" id="{D2697DDE-563D-9752-A650-E0D3A240D281}"/>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latin typeface="Arial" panose="020B0604020202020204" pitchFamily="34" charset="0"/>
                </a:endParaRPr>
              </a:p>
            </p:txBody>
          </p:sp>
          <p:sp>
            <p:nvSpPr>
              <p:cNvPr id="33" name="Freeform 58">
                <a:extLst>
                  <a:ext uri="{FF2B5EF4-FFF2-40B4-BE49-F238E27FC236}">
                    <a16:creationId xmlns:a16="http://schemas.microsoft.com/office/drawing/2014/main" id="{05F2E863-F47E-C104-AF3B-1E65229615B0}"/>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latin typeface="Arial" panose="020B0604020202020204" pitchFamily="34" charset="0"/>
                </a:endParaRPr>
              </a:p>
            </p:txBody>
          </p:sp>
        </p:grpSp>
        <p:grpSp>
          <p:nvGrpSpPr>
            <p:cNvPr id="16" name="Graphic 8">
              <a:extLst>
                <a:ext uri="{FF2B5EF4-FFF2-40B4-BE49-F238E27FC236}">
                  <a16:creationId xmlns:a16="http://schemas.microsoft.com/office/drawing/2014/main" id="{04B16A5F-3C07-794A-4C3F-4F7415949D13}"/>
                </a:ext>
              </a:extLst>
            </p:cNvPr>
            <p:cNvGrpSpPr/>
            <p:nvPr/>
          </p:nvGrpSpPr>
          <p:grpSpPr>
            <a:xfrm>
              <a:off x="265625" y="6323271"/>
              <a:ext cx="1249223" cy="190348"/>
              <a:chOff x="265625" y="6323271"/>
              <a:chExt cx="1249223" cy="190348"/>
            </a:xfrm>
            <a:solidFill>
              <a:srgbClr val="000000"/>
            </a:solidFill>
          </p:grpSpPr>
          <p:sp>
            <p:nvSpPr>
              <p:cNvPr id="17" name="Freeform 60">
                <a:extLst>
                  <a:ext uri="{FF2B5EF4-FFF2-40B4-BE49-F238E27FC236}">
                    <a16:creationId xmlns:a16="http://schemas.microsoft.com/office/drawing/2014/main" id="{3C0CED8A-C407-59DA-DAAB-CA9FA2466B62}"/>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latin typeface="Arial" panose="020B0604020202020204" pitchFamily="34" charset="0"/>
                </a:endParaRPr>
              </a:p>
            </p:txBody>
          </p:sp>
          <p:sp>
            <p:nvSpPr>
              <p:cNvPr id="18" name="Freeform 61">
                <a:extLst>
                  <a:ext uri="{FF2B5EF4-FFF2-40B4-BE49-F238E27FC236}">
                    <a16:creationId xmlns:a16="http://schemas.microsoft.com/office/drawing/2014/main" id="{977CA251-6615-A583-67E6-BED54FAB9366}"/>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latin typeface="Arial" panose="020B0604020202020204" pitchFamily="34" charset="0"/>
                </a:endParaRPr>
              </a:p>
            </p:txBody>
          </p:sp>
          <p:sp>
            <p:nvSpPr>
              <p:cNvPr id="19" name="Freeform 62">
                <a:extLst>
                  <a:ext uri="{FF2B5EF4-FFF2-40B4-BE49-F238E27FC236}">
                    <a16:creationId xmlns:a16="http://schemas.microsoft.com/office/drawing/2014/main" id="{3946A3E3-A254-7F7E-D406-C189314DCDE9}"/>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latin typeface="Arial" panose="020B0604020202020204" pitchFamily="34" charset="0"/>
                </a:endParaRPr>
              </a:p>
            </p:txBody>
          </p:sp>
          <p:sp>
            <p:nvSpPr>
              <p:cNvPr id="20" name="Freeform 63">
                <a:extLst>
                  <a:ext uri="{FF2B5EF4-FFF2-40B4-BE49-F238E27FC236}">
                    <a16:creationId xmlns:a16="http://schemas.microsoft.com/office/drawing/2014/main" id="{B2E0029E-2C63-2298-0705-43A8E06C34FD}"/>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latin typeface="Arial" panose="020B0604020202020204" pitchFamily="34" charset="0"/>
                </a:endParaRPr>
              </a:p>
            </p:txBody>
          </p:sp>
          <p:sp>
            <p:nvSpPr>
              <p:cNvPr id="21" name="Freeform 64">
                <a:extLst>
                  <a:ext uri="{FF2B5EF4-FFF2-40B4-BE49-F238E27FC236}">
                    <a16:creationId xmlns:a16="http://schemas.microsoft.com/office/drawing/2014/main" id="{761D8761-8B74-F609-6C4E-620DF09332C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latin typeface="Arial" panose="020B0604020202020204" pitchFamily="34" charset="0"/>
                </a:endParaRPr>
              </a:p>
            </p:txBody>
          </p:sp>
          <p:sp>
            <p:nvSpPr>
              <p:cNvPr id="22" name="Freeform 65">
                <a:extLst>
                  <a:ext uri="{FF2B5EF4-FFF2-40B4-BE49-F238E27FC236}">
                    <a16:creationId xmlns:a16="http://schemas.microsoft.com/office/drawing/2014/main" id="{0DE7D469-5170-81D5-2BE4-7410BB97497F}"/>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latin typeface="Arial" panose="020B0604020202020204" pitchFamily="34" charset="0"/>
                </a:endParaRPr>
              </a:p>
            </p:txBody>
          </p:sp>
          <p:sp>
            <p:nvSpPr>
              <p:cNvPr id="23" name="Freeform 66">
                <a:extLst>
                  <a:ext uri="{FF2B5EF4-FFF2-40B4-BE49-F238E27FC236}">
                    <a16:creationId xmlns:a16="http://schemas.microsoft.com/office/drawing/2014/main" id="{29C3639D-D697-3371-6E1C-821308BBA9F5}"/>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latin typeface="Arial" panose="020B0604020202020204" pitchFamily="34" charset="0"/>
                </a:endParaRPr>
              </a:p>
            </p:txBody>
          </p:sp>
        </p:grpSp>
      </p:grpSp>
      <p:sp>
        <p:nvSpPr>
          <p:cNvPr id="3" name="TextBox 2">
            <a:extLst>
              <a:ext uri="{FF2B5EF4-FFF2-40B4-BE49-F238E27FC236}">
                <a16:creationId xmlns:a16="http://schemas.microsoft.com/office/drawing/2014/main" id="{BD711D22-429F-8410-DB9B-CDB5AE79E886}"/>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9115468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Q&amp;A">
    <p:spTree>
      <p:nvGrpSpPr>
        <p:cNvPr id="1" name=""/>
        <p:cNvGrpSpPr/>
        <p:nvPr/>
      </p:nvGrpSpPr>
      <p:grpSpPr>
        <a:xfrm>
          <a:off x="0" y="0"/>
          <a:ext cx="0" cy="0"/>
          <a:chOff x="0" y="0"/>
          <a:chExt cx="0" cy="0"/>
        </a:xfrm>
      </p:grpSpPr>
      <p:sp>
        <p:nvSpPr>
          <p:cNvPr id="16" name="page number">
            <a:extLst>
              <a:ext uri="{FF2B5EF4-FFF2-40B4-BE49-F238E27FC236}">
                <a16:creationId xmlns:a16="http://schemas.microsoft.com/office/drawing/2014/main" id="{3A15EC20-3B57-4E4E-872C-A34852CBEF14}"/>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marL="0" marR="0" lvl="0" indent="0" algn="r" defTabSz="914400" rtl="0" eaLnBrk="1" fontAlgn="auto" latinLnBrk="0" hangingPunct="1">
              <a:lnSpc>
                <a:spcPct val="90000"/>
              </a:lnSpc>
              <a:spcBef>
                <a:spcPts val="0"/>
              </a:spcBef>
              <a:spcAft>
                <a:spcPts val="0"/>
              </a:spcAft>
              <a:buClrTx/>
              <a:buSzTx/>
              <a:buFontTx/>
              <a:buNone/>
              <a:tabLst/>
              <a:defRPr/>
            </a:pPr>
            <a:fld id="{7A51DB15-7364-4F0B-A3A0-1309F8830053}" type="slidenum">
              <a:rPr kumimoji="0" lang="en-US" sz="800" b="0" i="0" u="none" strike="noStrike" kern="1200" cap="none" spc="0" normalizeH="0" baseline="0" noProof="0" smtClean="0">
                <a:ln>
                  <a:noFill/>
                </a:ln>
                <a:solidFill>
                  <a:srgbClr val="3F3F3F"/>
                </a:solidFill>
                <a:effectLst/>
                <a:uLnTx/>
                <a:uFillTx/>
                <a:latin typeface="Arial" panose="020B0604020202020204" pitchFamily="34" charset="0"/>
                <a:ea typeface="Arial" panose="020B0604020202020204" pitchFamily="34" charset="0"/>
              </a:rPr>
              <a:pPr marL="0" marR="0" lvl="0" indent="0" algn="r" defTabSz="914400" rtl="0" eaLnBrk="1" fontAlgn="auto" latinLnBrk="0" hangingPunct="1">
                <a:lnSpc>
                  <a:spcPct val="90000"/>
                </a:lnSpc>
                <a:spcBef>
                  <a:spcPts val="0"/>
                </a:spcBef>
                <a:spcAft>
                  <a:spcPts val="0"/>
                </a:spcAft>
                <a:buClrTx/>
                <a:buSzTx/>
                <a:buFontTx/>
                <a:buNone/>
                <a:tabLst/>
                <a:defRPr/>
              </a:pPr>
              <a:t>‹#›</a:t>
            </a:fld>
            <a:endParaRPr kumimoji="0" lang="en-US" sz="800" b="0" i="0" u="none" strike="noStrike" kern="1200" cap="none" spc="0" normalizeH="0" baseline="0" noProof="0" dirty="0">
              <a:ln>
                <a:noFill/>
              </a:ln>
              <a:solidFill>
                <a:srgbClr val="3F3F3F"/>
              </a:solidFill>
              <a:effectLst/>
              <a:uLnTx/>
              <a:uFillTx/>
              <a:latin typeface="Arial" panose="020B0604020202020204" pitchFamily="34" charset="0"/>
              <a:ea typeface="Arial" panose="020B0604020202020204" pitchFamily="34" charset="0"/>
            </a:endParaRPr>
          </a:p>
        </p:txBody>
      </p:sp>
      <p:sp>
        <p:nvSpPr>
          <p:cNvPr id="5" name="Text Placeholder 4">
            <a:extLst>
              <a:ext uri="{FF2B5EF4-FFF2-40B4-BE49-F238E27FC236}">
                <a16:creationId xmlns:a16="http://schemas.microsoft.com/office/drawing/2014/main" id="{9DF7F371-DDCB-4DB5-8A5D-7CBC2916F075}"/>
              </a:ext>
            </a:extLst>
          </p:cNvPr>
          <p:cNvSpPr>
            <a:spLocks noGrp="1"/>
          </p:cNvSpPr>
          <p:nvPr>
            <p:ph type="body" sz="quarter" idx="15" hasCustomPrompt="1"/>
          </p:nvPr>
        </p:nvSpPr>
        <p:spPr>
          <a:xfrm>
            <a:off x="566102" y="1671003"/>
            <a:ext cx="8606325" cy="695325"/>
          </a:xfrm>
        </p:spPr>
        <p:txBody>
          <a:bodyPr/>
          <a:lstStyle>
            <a:lvl1pPr>
              <a:lnSpc>
                <a:spcPct val="93000"/>
              </a:lnSpc>
              <a:defRPr lang="en-US" sz="3200" kern="1200" dirty="0">
                <a:solidFill>
                  <a:schemeClr val="accent2"/>
                </a:solidFill>
                <a:latin typeface="+mn-lt"/>
                <a:ea typeface="+mn-ea"/>
                <a:cs typeface="+mn-cs"/>
              </a:defRPr>
            </a:lvl1pPr>
          </a:lstStyle>
          <a:p>
            <a:pPr lvl="0"/>
            <a:r>
              <a:rPr lang="en-US" dirty="0"/>
              <a:t>Question placeholder</a:t>
            </a:r>
          </a:p>
        </p:txBody>
      </p:sp>
      <p:sp>
        <p:nvSpPr>
          <p:cNvPr id="7" name="Text Placeholder 6">
            <a:extLst>
              <a:ext uri="{FF2B5EF4-FFF2-40B4-BE49-F238E27FC236}">
                <a16:creationId xmlns:a16="http://schemas.microsoft.com/office/drawing/2014/main" id="{F10CB019-BDB6-42D5-9070-E7A2F4C23DAD}"/>
              </a:ext>
            </a:extLst>
          </p:cNvPr>
          <p:cNvSpPr>
            <a:spLocks noGrp="1"/>
          </p:cNvSpPr>
          <p:nvPr>
            <p:ph type="body" sz="quarter" idx="17" hasCustomPrompt="1"/>
          </p:nvPr>
        </p:nvSpPr>
        <p:spPr>
          <a:xfrm>
            <a:off x="585788" y="3438229"/>
            <a:ext cx="8586639" cy="1243012"/>
          </a:xfrm>
        </p:spPr>
        <p:txBody>
          <a:bodyPr/>
          <a:lstStyle>
            <a:lvl1pPr>
              <a:spcBef>
                <a:spcPts val="1200"/>
              </a:spcBef>
              <a:defRPr lang="en-US" sz="2400" kern="1200" dirty="0">
                <a:solidFill>
                  <a:schemeClr val="tx1"/>
                </a:solidFill>
                <a:latin typeface="+mn-lt"/>
                <a:ea typeface="+mn-ea"/>
                <a:cs typeface="+mn-cs"/>
              </a:defRPr>
            </a:lvl1pPr>
          </a:lstStyle>
          <a:p>
            <a:pPr lvl="0"/>
            <a:r>
              <a:rPr lang="en-US" dirty="0"/>
              <a:t>Answer placeholder</a:t>
            </a:r>
          </a:p>
        </p:txBody>
      </p:sp>
      <p:sp>
        <p:nvSpPr>
          <p:cNvPr id="8" name="TextBox 7">
            <a:extLst>
              <a:ext uri="{FF2B5EF4-FFF2-40B4-BE49-F238E27FC236}">
                <a16:creationId xmlns:a16="http://schemas.microsoft.com/office/drawing/2014/main" id="{5A4A79AA-DC26-417C-ADB3-920836A1C4DB}"/>
              </a:ext>
            </a:extLst>
          </p:cNvPr>
          <p:cNvSpPr txBox="1"/>
          <p:nvPr userDrawn="1"/>
        </p:nvSpPr>
        <p:spPr>
          <a:xfrm>
            <a:off x="585153" y="3078620"/>
            <a:ext cx="751809" cy="184666"/>
          </a:xfrm>
          <a:prstGeom prst="rect">
            <a:avLst/>
          </a:prstGeom>
        </p:spPr>
        <p:txBody>
          <a:bodyPr wrap="none" lIns="0" tIns="0" rIns="0" bIns="0" anchor="b">
            <a:spAutoFit/>
          </a:bodyPr>
          <a:lstStyle>
            <a:defPPr>
              <a:defRPr lang="en-US"/>
            </a:defPPr>
            <a:lvl1pPr>
              <a:defRPr sz="1200" spc="100">
                <a:solidFill>
                  <a:schemeClr val="accent2"/>
                </a:solidFill>
                <a:latin typeface="Arial" panose="020B0604020202020204" pitchFamily="34" charset="0"/>
              </a:defRPr>
            </a:lvl1pPr>
            <a:lvl2pPr indent="-184150">
              <a:lnSpc>
                <a:spcPct val="100000"/>
              </a:lnSpc>
              <a:spcBef>
                <a:spcPts val="1200"/>
              </a:spcBef>
              <a:buClr>
                <a:schemeClr val="tx2"/>
              </a:buClr>
              <a:buSzPct val="90000"/>
              <a:buFont typeface="Arial" panose="020B0604020202020204" pitchFamily="34" charset="0"/>
              <a:buChar char="•"/>
              <a:defRPr>
                <a:solidFill>
                  <a:schemeClr val="tx2"/>
                </a:solidFill>
              </a:defRPr>
            </a:lvl2pPr>
            <a:lvl3pPr marL="744538" indent="-169863">
              <a:lnSpc>
                <a:spcPct val="100000"/>
              </a:lnSpc>
              <a:spcBef>
                <a:spcPts val="1200"/>
              </a:spcBef>
              <a:spcAft>
                <a:spcPts val="0"/>
              </a:spcAft>
              <a:buClr>
                <a:schemeClr val="tx2"/>
              </a:buClr>
              <a:buSzPct val="90000"/>
              <a:buFont typeface="Arial" panose="020B0604020202020204" pitchFamily="34" charset="0"/>
              <a:buChar char="–"/>
              <a:defRPr sz="1600">
                <a:solidFill>
                  <a:schemeClr val="tx2"/>
                </a:solidFill>
              </a:defRPr>
            </a:lvl3pPr>
            <a:lvl4pPr marL="969963" indent="-166688">
              <a:lnSpc>
                <a:spcPct val="100000"/>
              </a:lnSpc>
              <a:spcBef>
                <a:spcPts val="1200"/>
              </a:spcBef>
              <a:buClr>
                <a:schemeClr val="tx2"/>
              </a:buClr>
              <a:buSzPct val="90000"/>
              <a:buFont typeface="Arial" panose="020B0604020202020204" pitchFamily="34" charset="0"/>
              <a:buChar char="•"/>
              <a:defRPr sz="1400">
                <a:solidFill>
                  <a:schemeClr val="tx2"/>
                </a:solidFill>
              </a:defRPr>
            </a:lvl4pPr>
            <a:lvl5pPr marL="1143000" indent="-138113">
              <a:lnSpc>
                <a:spcPct val="100000"/>
              </a:lnSpc>
              <a:spcBef>
                <a:spcPts val="1200"/>
              </a:spcBef>
              <a:buClr>
                <a:schemeClr val="tx2"/>
              </a:buClr>
              <a:buSzPct val="90000"/>
              <a:buFont typeface="Arial" panose="020B0604020202020204" pitchFamily="34" charset="0"/>
              <a:buChar char="–"/>
              <a:tabLst/>
              <a:defRPr sz="1400">
                <a:solidFill>
                  <a:schemeClr val="tx2"/>
                </a:solidFill>
              </a:defRPr>
            </a:lvl5pPr>
            <a:lvl6pPr marL="1258888" indent="-111125">
              <a:lnSpc>
                <a:spcPct val="100000"/>
              </a:lnSpc>
              <a:spcBef>
                <a:spcPts val="1200"/>
              </a:spcBef>
              <a:buClr>
                <a:schemeClr val="tx2"/>
              </a:buClr>
              <a:buSzPct val="90000"/>
              <a:buFont typeface="Arial" panose="020B0604020202020204" pitchFamily="34" charset="0"/>
              <a:buChar char="•"/>
              <a:tabLst/>
              <a:defRPr sz="1400">
                <a:solidFill>
                  <a:schemeClr val="tx2"/>
                </a:solidFill>
              </a:defRPr>
            </a:lvl6pPr>
            <a:lvl7pPr marL="1379538" indent="-120650">
              <a:lnSpc>
                <a:spcPct val="100000"/>
              </a:lnSpc>
              <a:spcBef>
                <a:spcPts val="1200"/>
              </a:spcBef>
              <a:buClr>
                <a:schemeClr val="tx2"/>
              </a:buClr>
              <a:buSzPct val="90000"/>
              <a:buFont typeface="Arial" panose="020B0604020202020204" pitchFamily="34" charset="0"/>
              <a:buChar char="-"/>
              <a:tabLst/>
              <a:defRPr sz="1400">
                <a:solidFill>
                  <a:schemeClr val="tx2"/>
                </a:solidFill>
              </a:defRPr>
            </a:lvl7pPr>
            <a:lvl8pPr marL="1550988" indent="-120650">
              <a:lnSpc>
                <a:spcPct val="100000"/>
              </a:lnSpc>
              <a:spcBef>
                <a:spcPts val="1200"/>
              </a:spcBef>
              <a:buClr>
                <a:schemeClr val="tx2"/>
              </a:buClr>
              <a:buSzPct val="90000"/>
              <a:buFont typeface="Arial" panose="020B0604020202020204" pitchFamily="34" charset="0"/>
              <a:buChar char="•"/>
              <a:tabLst/>
              <a:defRPr sz="1400">
                <a:solidFill>
                  <a:schemeClr val="tx2"/>
                </a:solidFill>
              </a:defRPr>
            </a:lvl8pPr>
            <a:lvl9pPr marL="1722438" indent="-120650">
              <a:lnSpc>
                <a:spcPct val="100000"/>
              </a:lnSpc>
              <a:spcBef>
                <a:spcPts val="1200"/>
              </a:spcBef>
              <a:buClr>
                <a:schemeClr val="tx2"/>
              </a:buClr>
              <a:buSzPct val="90000"/>
              <a:buFont typeface="Arial" panose="020B0604020202020204" pitchFamily="34" charset="0"/>
              <a:buChar char="-"/>
              <a:tabLst/>
              <a:defRPr sz="1400">
                <a:solidFill>
                  <a:schemeClr val="tx2"/>
                </a:solidFill>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100" normalizeH="0" baseline="0" noProof="0" dirty="0">
                <a:ln>
                  <a:noFill/>
                </a:ln>
                <a:solidFill>
                  <a:schemeClr val="accent2"/>
                </a:solidFill>
                <a:effectLst/>
                <a:uLnTx/>
                <a:uFillTx/>
                <a:latin typeface="Arial" panose="020B0604020202020204" pitchFamily="34" charset="0"/>
                <a:ea typeface="+mn-ea"/>
                <a:cs typeface="+mn-cs"/>
              </a:rPr>
              <a:t>ANSWER</a:t>
            </a:r>
          </a:p>
        </p:txBody>
      </p:sp>
      <p:sp>
        <p:nvSpPr>
          <p:cNvPr id="64" name="TextBox 63">
            <a:extLst>
              <a:ext uri="{FF2B5EF4-FFF2-40B4-BE49-F238E27FC236}">
                <a16:creationId xmlns:a16="http://schemas.microsoft.com/office/drawing/2014/main" id="{4290E0C3-F9D7-4309-9E0D-F385EB4B6412}"/>
              </a:ext>
            </a:extLst>
          </p:cNvPr>
          <p:cNvSpPr txBox="1"/>
          <p:nvPr userDrawn="1"/>
        </p:nvSpPr>
        <p:spPr>
          <a:xfrm>
            <a:off x="585154" y="1315505"/>
            <a:ext cx="942566" cy="184666"/>
          </a:xfrm>
          <a:prstGeom prst="rect">
            <a:avLst/>
          </a:prstGeom>
        </p:spPr>
        <p:txBody>
          <a:bodyPr wrap="none" lIns="0" tIns="0" rIns="0" bIns="0" anchor="b">
            <a:spAutoFit/>
          </a:bodyPr>
          <a:lstStyle>
            <a:defPPr>
              <a:defRPr lang="en-US"/>
            </a:defPPr>
            <a:lvl1pPr>
              <a:defRPr sz="1200" spc="100">
                <a:solidFill>
                  <a:schemeClr val="accent2"/>
                </a:solidFill>
                <a:latin typeface="Arial" panose="020B0604020202020204" pitchFamily="34" charset="0"/>
              </a:defRPr>
            </a:lvl1pPr>
            <a:lvl2pPr indent="-184150">
              <a:lnSpc>
                <a:spcPct val="100000"/>
              </a:lnSpc>
              <a:spcBef>
                <a:spcPts val="1200"/>
              </a:spcBef>
              <a:buClr>
                <a:schemeClr val="tx2"/>
              </a:buClr>
              <a:buSzPct val="90000"/>
              <a:buFont typeface="Arial" panose="020B0604020202020204" pitchFamily="34" charset="0"/>
              <a:buChar char="•"/>
              <a:defRPr>
                <a:solidFill>
                  <a:schemeClr val="tx2"/>
                </a:solidFill>
              </a:defRPr>
            </a:lvl2pPr>
            <a:lvl3pPr marL="744538" indent="-169863">
              <a:lnSpc>
                <a:spcPct val="100000"/>
              </a:lnSpc>
              <a:spcBef>
                <a:spcPts val="1200"/>
              </a:spcBef>
              <a:spcAft>
                <a:spcPts val="0"/>
              </a:spcAft>
              <a:buClr>
                <a:schemeClr val="tx2"/>
              </a:buClr>
              <a:buSzPct val="90000"/>
              <a:buFont typeface="Arial" panose="020B0604020202020204" pitchFamily="34" charset="0"/>
              <a:buChar char="–"/>
              <a:defRPr sz="1600">
                <a:solidFill>
                  <a:schemeClr val="tx2"/>
                </a:solidFill>
              </a:defRPr>
            </a:lvl3pPr>
            <a:lvl4pPr marL="969963" indent="-166688">
              <a:lnSpc>
                <a:spcPct val="100000"/>
              </a:lnSpc>
              <a:spcBef>
                <a:spcPts val="1200"/>
              </a:spcBef>
              <a:buClr>
                <a:schemeClr val="tx2"/>
              </a:buClr>
              <a:buSzPct val="90000"/>
              <a:buFont typeface="Arial" panose="020B0604020202020204" pitchFamily="34" charset="0"/>
              <a:buChar char="•"/>
              <a:defRPr sz="1400">
                <a:solidFill>
                  <a:schemeClr val="tx2"/>
                </a:solidFill>
              </a:defRPr>
            </a:lvl4pPr>
            <a:lvl5pPr marL="1143000" indent="-138113">
              <a:lnSpc>
                <a:spcPct val="100000"/>
              </a:lnSpc>
              <a:spcBef>
                <a:spcPts val="1200"/>
              </a:spcBef>
              <a:buClr>
                <a:schemeClr val="tx2"/>
              </a:buClr>
              <a:buSzPct val="90000"/>
              <a:buFont typeface="Arial" panose="020B0604020202020204" pitchFamily="34" charset="0"/>
              <a:buChar char="–"/>
              <a:tabLst/>
              <a:defRPr sz="1400">
                <a:solidFill>
                  <a:schemeClr val="tx2"/>
                </a:solidFill>
              </a:defRPr>
            </a:lvl5pPr>
            <a:lvl6pPr marL="1258888" indent="-111125">
              <a:lnSpc>
                <a:spcPct val="100000"/>
              </a:lnSpc>
              <a:spcBef>
                <a:spcPts val="1200"/>
              </a:spcBef>
              <a:buClr>
                <a:schemeClr val="tx2"/>
              </a:buClr>
              <a:buSzPct val="90000"/>
              <a:buFont typeface="Arial" panose="020B0604020202020204" pitchFamily="34" charset="0"/>
              <a:buChar char="•"/>
              <a:tabLst/>
              <a:defRPr sz="1400">
                <a:solidFill>
                  <a:schemeClr val="tx2"/>
                </a:solidFill>
              </a:defRPr>
            </a:lvl6pPr>
            <a:lvl7pPr marL="1379538" indent="-120650">
              <a:lnSpc>
                <a:spcPct val="100000"/>
              </a:lnSpc>
              <a:spcBef>
                <a:spcPts val="1200"/>
              </a:spcBef>
              <a:buClr>
                <a:schemeClr val="tx2"/>
              </a:buClr>
              <a:buSzPct val="90000"/>
              <a:buFont typeface="Arial" panose="020B0604020202020204" pitchFamily="34" charset="0"/>
              <a:buChar char="-"/>
              <a:tabLst/>
              <a:defRPr sz="1400">
                <a:solidFill>
                  <a:schemeClr val="tx2"/>
                </a:solidFill>
              </a:defRPr>
            </a:lvl7pPr>
            <a:lvl8pPr marL="1550988" indent="-120650">
              <a:lnSpc>
                <a:spcPct val="100000"/>
              </a:lnSpc>
              <a:spcBef>
                <a:spcPts val="1200"/>
              </a:spcBef>
              <a:buClr>
                <a:schemeClr val="tx2"/>
              </a:buClr>
              <a:buSzPct val="90000"/>
              <a:buFont typeface="Arial" panose="020B0604020202020204" pitchFamily="34" charset="0"/>
              <a:buChar char="•"/>
              <a:tabLst/>
              <a:defRPr sz="1400">
                <a:solidFill>
                  <a:schemeClr val="tx2"/>
                </a:solidFill>
              </a:defRPr>
            </a:lvl8pPr>
            <a:lvl9pPr marL="1722438" indent="-120650">
              <a:lnSpc>
                <a:spcPct val="100000"/>
              </a:lnSpc>
              <a:spcBef>
                <a:spcPts val="1200"/>
              </a:spcBef>
              <a:buClr>
                <a:schemeClr val="tx2"/>
              </a:buClr>
              <a:buSzPct val="90000"/>
              <a:buFont typeface="Arial" panose="020B0604020202020204" pitchFamily="34" charset="0"/>
              <a:buChar char="-"/>
              <a:tabLst/>
              <a:defRPr sz="1400">
                <a:solidFill>
                  <a:schemeClr val="tx2"/>
                </a:solidFill>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100" normalizeH="0" baseline="0" noProof="0" dirty="0">
                <a:ln>
                  <a:noFill/>
                </a:ln>
                <a:solidFill>
                  <a:schemeClr val="accent2"/>
                </a:solidFill>
                <a:effectLst/>
                <a:uLnTx/>
                <a:uFillTx/>
                <a:latin typeface="Arial" panose="020B0604020202020204" pitchFamily="34" charset="0"/>
                <a:ea typeface="+mn-ea"/>
                <a:cs typeface="+mn-cs"/>
              </a:rPr>
              <a:t>QUESTION</a:t>
            </a:r>
          </a:p>
        </p:txBody>
      </p:sp>
      <p:cxnSp>
        <p:nvCxnSpPr>
          <p:cNvPr id="65" name="Straight Connector 64">
            <a:extLst>
              <a:ext uri="{FF2B5EF4-FFF2-40B4-BE49-F238E27FC236}">
                <a16:creationId xmlns:a16="http://schemas.microsoft.com/office/drawing/2014/main" id="{3EC0D0AE-7A16-4EC6-BC53-6DC082C857C5}"/>
              </a:ext>
            </a:extLst>
          </p:cNvPr>
          <p:cNvCxnSpPr>
            <a:cxnSpLocks/>
          </p:cNvCxnSpPr>
          <p:nvPr userDrawn="1"/>
        </p:nvCxnSpPr>
        <p:spPr bwMode="gray">
          <a:xfrm>
            <a:off x="612458" y="2933659"/>
            <a:ext cx="8551639" cy="0"/>
          </a:xfrm>
          <a:prstGeom prst="line">
            <a:avLst/>
          </a:prstGeom>
          <a:ln w="25400">
            <a:solidFill>
              <a:schemeClr val="tx1">
                <a:lumMod val="20000"/>
                <a:lumOff val="80000"/>
              </a:schemeClr>
            </a:solidFill>
            <a:miter lim="800000"/>
            <a:tailEnd type="none"/>
          </a:ln>
        </p:spPr>
        <p:style>
          <a:lnRef idx="1">
            <a:schemeClr val="accent1"/>
          </a:lnRef>
          <a:fillRef idx="0">
            <a:schemeClr val="accent1"/>
          </a:fillRef>
          <a:effectRef idx="0">
            <a:schemeClr val="accent1"/>
          </a:effectRef>
          <a:fontRef idx="minor">
            <a:schemeClr val="tx1"/>
          </a:fontRef>
        </p:style>
      </p:cxnSp>
      <p:pic>
        <p:nvPicPr>
          <p:cNvPr id="3" name="Picture 2" descr="A blue and white chat bubbles&#10;&#10;Description automatically generated">
            <a:extLst>
              <a:ext uri="{FF2B5EF4-FFF2-40B4-BE49-F238E27FC236}">
                <a16:creationId xmlns:a16="http://schemas.microsoft.com/office/drawing/2014/main" id="{B07E408F-6F8D-527B-D190-71839E7CD143}"/>
              </a:ext>
            </a:extLst>
          </p:cNvPr>
          <p:cNvPicPr>
            <a:picLocks noChangeAspect="1"/>
          </p:cNvPicPr>
          <p:nvPr userDrawn="1"/>
        </p:nvPicPr>
        <p:blipFill>
          <a:blip r:embed="rId2"/>
          <a:stretch>
            <a:fillRect/>
          </a:stretch>
        </p:blipFill>
        <p:spPr>
          <a:xfrm>
            <a:off x="7010401" y="4059735"/>
            <a:ext cx="5762986" cy="2881493"/>
          </a:xfrm>
          <a:prstGeom prst="rect">
            <a:avLst/>
          </a:prstGeom>
        </p:spPr>
      </p:pic>
    </p:spTree>
    <p:extLst>
      <p:ext uri="{BB962C8B-B14F-4D97-AF65-F5344CB8AC3E}">
        <p14:creationId xmlns:p14="http://schemas.microsoft.com/office/powerpoint/2010/main" val="39247578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p15="http://schemas.microsoft.com/office/powerpoint/2012/main" xmlns:a16="http://schemas.microsoft.com/office/drawing/2014/main"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750"/>
                                        <p:tgtEl>
                                          <p:spTgt spid="64"/>
                                        </p:tgtEl>
                                      </p:cBhvr>
                                    </p:animEffect>
                                  </p:childTnLst>
                                </p:cTn>
                              </p:par>
                              <p:par>
                                <p:cTn id="8" presetID="63" presetClass="path" presetSubtype="0" accel="50000" decel="50000" fill="hold" grpId="1" nodeType="withEffect">
                                  <p:stCondLst>
                                    <p:cond delay="0"/>
                                  </p:stCondLst>
                                  <p:childTnLst>
                                    <p:animMotion origin="layout" path="M -1.09664E-6 -4.07407E-6 L 0.0129 -4.07407E-6 " pathEditMode="relative" rAng="0" ptsTypes="AA">
                                      <p:cBhvr>
                                        <p:cTn id="9" dur="750" spd="-100000" fill="hold"/>
                                        <p:tgtEl>
                                          <p:spTgt spid="64"/>
                                        </p:tgtEl>
                                        <p:attrNameLst>
                                          <p:attrName>ppt_x</p:attrName>
                                          <p:attrName>ppt_y</p:attrName>
                                        </p:attrNameLst>
                                      </p:cBhvr>
                                      <p:rCtr x="638" y="0"/>
                                    </p:animMotion>
                                  </p:childTnLst>
                                </p:cTn>
                              </p:par>
                              <p:par>
                                <p:cTn id="10" presetID="10" presetClass="entr" presetSubtype="0" fill="hold" grpId="0" nodeType="withEffect">
                                  <p:stCondLst>
                                    <p:cond delay="50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fade">
                                      <p:cBhvr>
                                        <p:cTn id="12" dur="75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wipe(left)">
                                      <p:cBhvr>
                                        <p:cTn id="17" dur="1000"/>
                                        <p:tgtEl>
                                          <p:spTgt spid="6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750"/>
                                        <p:tgtEl>
                                          <p:spTgt spid="8"/>
                                        </p:tgtEl>
                                      </p:cBhvr>
                                    </p:animEffect>
                                  </p:childTnLst>
                                </p:cTn>
                              </p:par>
                              <p:par>
                                <p:cTn id="21" presetID="63" presetClass="path" presetSubtype="0" accel="50000" decel="50000" fill="hold" grpId="1" nodeType="withEffect">
                                  <p:stCondLst>
                                    <p:cond delay="0"/>
                                  </p:stCondLst>
                                  <p:childTnLst>
                                    <p:animMotion origin="layout" path="M -1.09664E-6 -4.07407E-6 L 0.0129 -4.07407E-6 " pathEditMode="relative" rAng="0" ptsTypes="AA">
                                      <p:cBhvr>
                                        <p:cTn id="22" dur="750" spd="-100000" fill="hold"/>
                                        <p:tgtEl>
                                          <p:spTgt spid="8"/>
                                        </p:tgtEl>
                                        <p:attrNameLst>
                                          <p:attrName>ppt_x</p:attrName>
                                          <p:attrName>ppt_y</p:attrName>
                                        </p:attrNameLst>
                                      </p:cBhvr>
                                      <p:rCtr x="638" y="0"/>
                                    </p:animMotion>
                                  </p:childTnLst>
                                </p:cTn>
                              </p:par>
                              <p:par>
                                <p:cTn id="23" presetID="10" presetClass="entr" presetSubtype="0" fill="hold" grpId="0" nodeType="withEffect">
                                  <p:stCondLst>
                                    <p:cond delay="50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75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tmplLst>
          <p:tmpl lvl="1">
            <p:tnLst>
              <p:par>
                <p:cTn presetID="10" presetClass="entr" presetSubtype="0" fill="hold" nodeType="withEffect">
                  <p:stCondLst>
                    <p:cond delay="500"/>
                  </p:stCondLst>
                  <p:childTnLst>
                    <p:set>
                      <p:cBhvr>
                        <p:cTn dur="1" fill="hold">
                          <p:stCondLst>
                            <p:cond delay="0"/>
                          </p:stCondLst>
                        </p:cTn>
                        <p:tgtEl>
                          <p:spTgt spid="5"/>
                        </p:tgtEl>
                        <p:attrNameLst>
                          <p:attrName>style.visibility</p:attrName>
                        </p:attrNameLst>
                      </p:cBhvr>
                      <p:to>
                        <p:strVal val="visible"/>
                      </p:to>
                    </p:set>
                    <p:animEffect transition="in" filter="fade">
                      <p:cBhvr>
                        <p:cTn dur="750"/>
                        <p:tgtEl>
                          <p:spTgt spid="5"/>
                        </p:tgtEl>
                      </p:cBhvr>
                    </p:animEffect>
                  </p:childTnLst>
                </p:cTn>
              </p:par>
            </p:tnLst>
          </p:tmpl>
        </p:tmplLst>
      </p:bldP>
      <p:bldP spid="7" grpId="0">
        <p:tmplLst>
          <p:tmpl>
            <p:tnLst>
              <p:par>
                <p:cTn presetID="10" presetClass="entr" presetSubtype="0" fill="hold" nodeType="withEffect">
                  <p:stCondLst>
                    <p:cond delay="500"/>
                  </p:stCondLst>
                  <p:childTnLst>
                    <p:set>
                      <p:cBhvr>
                        <p:cTn dur="1" fill="hold">
                          <p:stCondLst>
                            <p:cond delay="0"/>
                          </p:stCondLst>
                        </p:cTn>
                        <p:tgtEl>
                          <p:spTgt spid="7"/>
                        </p:tgtEl>
                        <p:attrNameLst>
                          <p:attrName>style.visibility</p:attrName>
                        </p:attrNameLst>
                      </p:cBhvr>
                      <p:to>
                        <p:strVal val="visible"/>
                      </p:to>
                    </p:set>
                    <p:animEffect transition="in" filter="fade">
                      <p:cBhvr>
                        <p:cTn dur="750"/>
                        <p:tgtEl>
                          <p:spTgt spid="7"/>
                        </p:tgtEl>
                      </p:cBhvr>
                    </p:animEffect>
                  </p:childTnLst>
                </p:cTn>
              </p:par>
            </p:tnLst>
          </p:tmpl>
        </p:tmplLst>
      </p:bldP>
      <p:bldP spid="8" grpId="0"/>
      <p:bldP spid="8" grpId="1"/>
      <p:bldP spid="64" grpId="0"/>
      <p:bldP spid="64" grpId="1"/>
    </p:bldLst>
  </p:timing>
  <p:extLst>
    <p:ext uri="{DCECCB84-F9BA-43D5-87BE-67443E8EF086}">
      <p15:sldGuideLst xmlns:p15="http://schemas.microsoft.com/office/powerpoint/2012/main">
        <p15:guide id="1" orient="horz" pos="2160">
          <p15:clr>
            <a:srgbClr val="FBAE40"/>
          </p15:clr>
        </p15:guide>
        <p15:guide id="2" pos="3839">
          <p15:clr>
            <a:srgbClr val="FBAE40"/>
          </p15:clr>
        </p15:guide>
      </p15:sldGuideLst>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Additional Resources">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9DA0648-21B2-406D-A422-7E274EDA1355}"/>
              </a:ext>
            </a:extLst>
          </p:cNvPr>
          <p:cNvSpPr>
            <a:spLocks noGrp="1"/>
          </p:cNvSpPr>
          <p:nvPr>
            <p:ph type="title" hasCustomPrompt="1"/>
          </p:nvPr>
        </p:nvSpPr>
        <p:spPr>
          <a:xfrm>
            <a:off x="579809" y="412751"/>
            <a:ext cx="11001004" cy="381000"/>
          </a:xfrm>
        </p:spPr>
        <p:txBody>
          <a:bodyPr/>
          <a:lstStyle>
            <a:lvl1pPr algn="ctr">
              <a:defRPr>
                <a:solidFill>
                  <a:schemeClr val="accent2"/>
                </a:solidFill>
                <a:latin typeface="+mj-lt"/>
              </a:defRPr>
            </a:lvl1pPr>
          </a:lstStyle>
          <a:p>
            <a:r>
              <a:rPr lang="en-US" dirty="0"/>
              <a:t>core.vmware.com</a:t>
            </a:r>
          </a:p>
        </p:txBody>
      </p:sp>
      <p:sp>
        <p:nvSpPr>
          <p:cNvPr id="21" name="Subtitle 2">
            <a:extLst>
              <a:ext uri="{FF2B5EF4-FFF2-40B4-BE49-F238E27FC236}">
                <a16:creationId xmlns:a16="http://schemas.microsoft.com/office/drawing/2014/main" id="{74AFF959-11BB-45D2-8B67-D31D48B8F642}"/>
              </a:ext>
            </a:extLst>
          </p:cNvPr>
          <p:cNvSpPr>
            <a:spLocks noGrp="1"/>
          </p:cNvSpPr>
          <p:nvPr>
            <p:ph type="subTitle" idx="16" hasCustomPrompt="1"/>
          </p:nvPr>
        </p:nvSpPr>
        <p:spPr>
          <a:xfrm>
            <a:off x="592866" y="811830"/>
            <a:ext cx="10987947" cy="247743"/>
          </a:xfrm>
        </p:spPr>
        <p:txBody>
          <a:bodyPr/>
          <a:lstStyle>
            <a:lvl1pPr marL="0" indent="0" algn="ctr">
              <a:lnSpc>
                <a:spcPct val="100000"/>
              </a:lnSpc>
              <a:spcBef>
                <a:spcPts val="0"/>
              </a:spcBef>
              <a:buNone/>
              <a:defRPr sz="2000">
                <a:solidFill>
                  <a:schemeClr val="tx2"/>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lgn="ctr"/>
            <a:r>
              <a:rPr lang="en-US" dirty="0"/>
              <a:t>Technical Resources for vSphere, vSAN, and Cloud Foundation</a:t>
            </a:r>
          </a:p>
        </p:txBody>
      </p:sp>
      <p:sp>
        <p:nvSpPr>
          <p:cNvPr id="5" name="Picture Placeholder 4">
            <a:extLst>
              <a:ext uri="{FF2B5EF4-FFF2-40B4-BE49-F238E27FC236}">
                <a16:creationId xmlns:a16="http://schemas.microsoft.com/office/drawing/2014/main" id="{8FB7FE73-44E6-4379-900C-92068AF1FB94}"/>
              </a:ext>
            </a:extLst>
          </p:cNvPr>
          <p:cNvSpPr>
            <a:spLocks noGrp="1"/>
          </p:cNvSpPr>
          <p:nvPr>
            <p:ph type="pic" sz="quarter" idx="17"/>
          </p:nvPr>
        </p:nvSpPr>
        <p:spPr>
          <a:xfrm>
            <a:off x="973138" y="1474454"/>
            <a:ext cx="5867400" cy="4230687"/>
          </a:xfrm>
        </p:spPr>
        <p:txBody>
          <a:bodyPr/>
          <a:lstStyle/>
          <a:p>
            <a:r>
              <a:rPr lang="en-GB"/>
              <a:t>Click icon to add picture</a:t>
            </a:r>
            <a:endParaRPr lang="en-US"/>
          </a:p>
        </p:txBody>
      </p:sp>
      <p:sp>
        <p:nvSpPr>
          <p:cNvPr id="10" name="Picture Placeholder 4">
            <a:extLst>
              <a:ext uri="{FF2B5EF4-FFF2-40B4-BE49-F238E27FC236}">
                <a16:creationId xmlns:a16="http://schemas.microsoft.com/office/drawing/2014/main" id="{4B5A7B52-A205-4C2E-90E8-6D53C34D17A7}"/>
              </a:ext>
            </a:extLst>
          </p:cNvPr>
          <p:cNvSpPr>
            <a:spLocks noGrp="1"/>
          </p:cNvSpPr>
          <p:nvPr>
            <p:ph type="pic" sz="quarter" idx="18"/>
          </p:nvPr>
        </p:nvSpPr>
        <p:spPr>
          <a:xfrm>
            <a:off x="5348036" y="1916279"/>
            <a:ext cx="5867400" cy="4230687"/>
          </a:xfrm>
        </p:spPr>
        <p:txBody>
          <a:bodyPr/>
          <a:lstStyle/>
          <a:p>
            <a:r>
              <a:rPr lang="en-GB"/>
              <a:t>Click icon to add picture</a:t>
            </a:r>
            <a:endParaRPr lang="en-US"/>
          </a:p>
        </p:txBody>
      </p:sp>
      <p:sp>
        <p:nvSpPr>
          <p:cNvPr id="2" name="page number">
            <a:extLst>
              <a:ext uri="{FF2B5EF4-FFF2-40B4-BE49-F238E27FC236}">
                <a16:creationId xmlns:a16="http://schemas.microsoft.com/office/drawing/2014/main" id="{5BD84BF0-FB26-689D-B375-968D34593F16}"/>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marL="0" marR="0" lvl="0" indent="0" algn="r" defTabSz="914400" rtl="0" eaLnBrk="1" fontAlgn="auto" latinLnBrk="0" hangingPunct="1">
              <a:lnSpc>
                <a:spcPct val="90000"/>
              </a:lnSpc>
              <a:spcBef>
                <a:spcPts val="0"/>
              </a:spcBef>
              <a:spcAft>
                <a:spcPts val="0"/>
              </a:spcAft>
              <a:buClrTx/>
              <a:buSzTx/>
              <a:buFontTx/>
              <a:buNone/>
              <a:tabLst/>
              <a:defRPr/>
            </a:pPr>
            <a:fld id="{7A51DB15-7364-4F0B-A3A0-1309F8830053}" type="slidenum">
              <a:rPr kumimoji="0" lang="en-US" sz="800" b="0" i="0" u="none" strike="noStrike" kern="1200" cap="none" spc="0" normalizeH="0" baseline="0" noProof="0" smtClean="0">
                <a:ln>
                  <a:noFill/>
                </a:ln>
                <a:solidFill>
                  <a:srgbClr val="3F3F3F"/>
                </a:solidFill>
                <a:effectLst/>
                <a:uLnTx/>
                <a:uFillTx/>
                <a:latin typeface="Arial" panose="020B0604020202020204" pitchFamily="34" charset="0"/>
                <a:ea typeface="Arial" panose="020B0604020202020204" pitchFamily="34" charset="0"/>
              </a:rPr>
              <a:pPr marL="0" marR="0" lvl="0" indent="0" algn="r" defTabSz="914400" rtl="0" eaLnBrk="1" fontAlgn="auto" latinLnBrk="0" hangingPunct="1">
                <a:lnSpc>
                  <a:spcPct val="90000"/>
                </a:lnSpc>
                <a:spcBef>
                  <a:spcPts val="0"/>
                </a:spcBef>
                <a:spcAft>
                  <a:spcPts val="0"/>
                </a:spcAft>
                <a:buClrTx/>
                <a:buSzTx/>
                <a:buFontTx/>
                <a:buNone/>
                <a:tabLst/>
                <a:defRPr/>
              </a:pPr>
              <a:t>‹#›</a:t>
            </a:fld>
            <a:endParaRPr kumimoji="0" lang="en-US" sz="800" b="0" i="0" u="none" strike="noStrike" kern="1200" cap="none" spc="0" normalizeH="0" baseline="0" noProof="0" dirty="0">
              <a:ln>
                <a:noFill/>
              </a:ln>
              <a:solidFill>
                <a:srgbClr val="3F3F3F"/>
              </a:solidFill>
              <a:effectLst/>
              <a:uLnTx/>
              <a:uFillTx/>
              <a:latin typeface="Arial" panose="020B0604020202020204" pitchFamily="34" charset="0"/>
              <a:ea typeface="Arial" panose="020B0604020202020204" pitchFamily="34" charset="0"/>
            </a:endParaRPr>
          </a:p>
        </p:txBody>
      </p:sp>
    </p:spTree>
    <p:extLst>
      <p:ext uri="{BB962C8B-B14F-4D97-AF65-F5344CB8AC3E}">
        <p14:creationId xmlns:p14="http://schemas.microsoft.com/office/powerpoint/2010/main" val="17335917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Important">
    <p:bg>
      <p:bgPr>
        <a:solidFill>
          <a:schemeClr val="bg1"/>
        </a:solidFill>
        <a:effectLst/>
      </p:bgPr>
    </p:bg>
    <p:spTree>
      <p:nvGrpSpPr>
        <p:cNvPr id="1" name=""/>
        <p:cNvGrpSpPr/>
        <p:nvPr/>
      </p:nvGrpSpPr>
      <p:grpSpPr>
        <a:xfrm>
          <a:off x="0" y="0"/>
          <a:ext cx="0" cy="0"/>
          <a:chOff x="0" y="0"/>
          <a:chExt cx="0" cy="0"/>
        </a:xfrm>
      </p:grpSpPr>
      <p:sp>
        <p:nvSpPr>
          <p:cNvPr id="5" name="Google Shape;6057;p505">
            <a:extLst>
              <a:ext uri="{FF2B5EF4-FFF2-40B4-BE49-F238E27FC236}">
                <a16:creationId xmlns:a16="http://schemas.microsoft.com/office/drawing/2014/main" id="{207E66D8-4803-457B-BEDC-BCE91009D765}"/>
              </a:ext>
            </a:extLst>
          </p:cNvPr>
          <p:cNvSpPr/>
          <p:nvPr userDrawn="1"/>
        </p:nvSpPr>
        <p:spPr>
          <a:xfrm>
            <a:off x="0" y="0"/>
            <a:ext cx="12187237" cy="6852792"/>
          </a:xfrm>
          <a:prstGeom prst="parallelogram">
            <a:avLst>
              <a:gd name="adj" fmla="val 0"/>
            </a:avLst>
          </a:prstGeom>
          <a:solidFill>
            <a:schemeClr val="tx2">
              <a:alpha val="25000"/>
            </a:schemeClr>
          </a:solidFill>
          <a:ln>
            <a:noFill/>
          </a:ln>
        </p:spPr>
        <p:txBody>
          <a:bodyPr spcFirstLastPara="1" wrap="square" lIns="91352" tIns="45676" rIns="91352" bIns="45676" anchor="ctr" anchorCtr="0">
            <a:noAutofit/>
          </a:bodyPr>
          <a:lstStyle/>
          <a:p>
            <a:pPr marL="0" marR="0" lvl="0" indent="0" algn="ctr" defTabSz="1218438" rtl="0" eaLnBrk="1" fontAlgn="auto" latinLnBrk="0" hangingPunct="1">
              <a:lnSpc>
                <a:spcPct val="100000"/>
              </a:lnSpc>
              <a:spcBef>
                <a:spcPts val="0"/>
              </a:spcBef>
              <a:spcAft>
                <a:spcPts val="0"/>
              </a:spcAft>
              <a:buClr>
                <a:srgbClr val="FFFFFF"/>
              </a:buClr>
              <a:buSzPts val="900"/>
              <a:buFontTx/>
              <a:buNone/>
              <a:tabLst/>
              <a:defRPr/>
            </a:pPr>
            <a:endParaRPr kumimoji="0" sz="1200" b="0" i="0" u="none" strike="noStrike" kern="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sym typeface="Arial" panose="020B0604020202020204" pitchFamily="34" charset="0"/>
            </a:endParaRPr>
          </a:p>
        </p:txBody>
      </p:sp>
      <p:sp>
        <p:nvSpPr>
          <p:cNvPr id="3" name="Google Shape;6057;p505">
            <a:extLst>
              <a:ext uri="{FF2B5EF4-FFF2-40B4-BE49-F238E27FC236}">
                <a16:creationId xmlns:a16="http://schemas.microsoft.com/office/drawing/2014/main" id="{FC5D4AB5-14C6-8920-0088-BC04631F98F0}"/>
              </a:ext>
            </a:extLst>
          </p:cNvPr>
          <p:cNvSpPr/>
          <p:nvPr userDrawn="1"/>
        </p:nvSpPr>
        <p:spPr>
          <a:xfrm>
            <a:off x="-3450687" y="1422"/>
            <a:ext cx="19121828" cy="6852792"/>
          </a:xfrm>
          <a:prstGeom prst="parallelogram">
            <a:avLst>
              <a:gd name="adj" fmla="val 91175"/>
            </a:avLst>
          </a:prstGeom>
          <a:solidFill>
            <a:schemeClr val="bg1"/>
          </a:solidFill>
          <a:ln>
            <a:noFill/>
          </a:ln>
          <a:effectLst>
            <a:outerShdw blurRad="190500" sx="102000" sy="102000" algn="ctr" rotWithShape="0">
              <a:schemeClr val="accent2">
                <a:lumMod val="50000"/>
                <a:alpha val="10000"/>
              </a:schemeClr>
            </a:outerShdw>
          </a:effectLst>
        </p:spPr>
        <p:txBody>
          <a:bodyPr spcFirstLastPara="1" wrap="square" lIns="91352" tIns="45676" rIns="91352" bIns="45676" anchor="ctr" anchorCtr="0">
            <a:noAutofit/>
          </a:bodyPr>
          <a:lstStyle/>
          <a:p>
            <a:pPr marL="0" marR="0" lvl="0" indent="0" algn="ctr" defTabSz="1218438" rtl="0" eaLnBrk="1" fontAlgn="auto" latinLnBrk="0" hangingPunct="1">
              <a:lnSpc>
                <a:spcPct val="100000"/>
              </a:lnSpc>
              <a:spcBef>
                <a:spcPts val="0"/>
              </a:spcBef>
              <a:spcAft>
                <a:spcPts val="0"/>
              </a:spcAft>
              <a:buClr>
                <a:srgbClr val="FFFFFF"/>
              </a:buClr>
              <a:buSzPts val="900"/>
              <a:buFontTx/>
              <a:buNone/>
              <a:tabLst/>
              <a:defRPr/>
            </a:pPr>
            <a:endParaRPr kumimoji="0" sz="1200" b="0" i="0" u="none" strike="noStrike" kern="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sym typeface="Arial" panose="020B0604020202020204" pitchFamily="34" charset="0"/>
            </a:endParaRPr>
          </a:p>
        </p:txBody>
      </p:sp>
      <p:sp>
        <p:nvSpPr>
          <p:cNvPr id="28" name="Content Placeholder 27">
            <a:extLst>
              <a:ext uri="{FF2B5EF4-FFF2-40B4-BE49-F238E27FC236}">
                <a16:creationId xmlns:a16="http://schemas.microsoft.com/office/drawing/2014/main" id="{350DA416-A0D4-40D1-BA66-993124D5FC92}"/>
              </a:ext>
            </a:extLst>
          </p:cNvPr>
          <p:cNvSpPr>
            <a:spLocks noGrp="1"/>
          </p:cNvSpPr>
          <p:nvPr>
            <p:ph sz="quarter" idx="12" hasCustomPrompt="1"/>
          </p:nvPr>
        </p:nvSpPr>
        <p:spPr>
          <a:xfrm>
            <a:off x="1448593" y="2318321"/>
            <a:ext cx="9290050" cy="2216150"/>
          </a:xfrm>
        </p:spPr>
        <p:txBody>
          <a:bodyPr anchor="ctr"/>
          <a:lstStyle>
            <a:lvl1pPr algn="ctr">
              <a:defRPr sz="2400"/>
            </a:lvl1pPr>
            <a:lvl2pPr algn="ctr">
              <a:defRPr/>
            </a:lvl2pPr>
            <a:lvl3pPr algn="ctr">
              <a:defRPr/>
            </a:lvl3pPr>
            <a:lvl4pPr algn="ctr">
              <a:defRPr/>
            </a:lvl4pPr>
            <a:lvl5pPr algn="ctr">
              <a:defRPr/>
            </a:lvl5pPr>
          </a:lstStyle>
          <a:p>
            <a:pPr algn="ctr">
              <a:spcAft>
                <a:spcPts val="600"/>
              </a:spcAft>
            </a:pPr>
            <a:r>
              <a:rPr lang="en-US" sz="2000" dirty="0"/>
              <a:t>Text here</a:t>
            </a:r>
          </a:p>
        </p:txBody>
      </p:sp>
      <p:sp>
        <p:nvSpPr>
          <p:cNvPr id="7" name="TextBox 6">
            <a:extLst>
              <a:ext uri="{FF2B5EF4-FFF2-40B4-BE49-F238E27FC236}">
                <a16:creationId xmlns:a16="http://schemas.microsoft.com/office/drawing/2014/main" id="{E0505437-E970-4DD3-DB73-BC8CB0E09583}"/>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9" name="Graphic 8">
            <a:extLst>
              <a:ext uri="{FF2B5EF4-FFF2-40B4-BE49-F238E27FC236}">
                <a16:creationId xmlns:a16="http://schemas.microsoft.com/office/drawing/2014/main" id="{64FCAA97-8FE4-50A0-7C79-556E1A1634BA}"/>
              </a:ext>
            </a:extLst>
          </p:cNvPr>
          <p:cNvGrpSpPr/>
          <p:nvPr userDrawn="1"/>
        </p:nvGrpSpPr>
        <p:grpSpPr>
          <a:xfrm>
            <a:off x="265625" y="6323271"/>
            <a:ext cx="1249223" cy="369648"/>
            <a:chOff x="265625" y="6323271"/>
            <a:chExt cx="1249223" cy="369648"/>
          </a:xfrm>
          <a:solidFill>
            <a:srgbClr val="000000"/>
          </a:solidFill>
        </p:grpSpPr>
        <p:grpSp>
          <p:nvGrpSpPr>
            <p:cNvPr id="10" name="Graphic 8">
              <a:extLst>
                <a:ext uri="{FF2B5EF4-FFF2-40B4-BE49-F238E27FC236}">
                  <a16:creationId xmlns:a16="http://schemas.microsoft.com/office/drawing/2014/main" id="{9A301478-2AE1-1FA6-9236-114A92D296E5}"/>
                </a:ext>
              </a:extLst>
            </p:cNvPr>
            <p:cNvGrpSpPr/>
            <p:nvPr/>
          </p:nvGrpSpPr>
          <p:grpSpPr>
            <a:xfrm>
              <a:off x="745455" y="6594444"/>
              <a:ext cx="722662" cy="98475"/>
              <a:chOff x="745455" y="6594444"/>
              <a:chExt cx="722662" cy="98475"/>
            </a:xfrm>
            <a:solidFill>
              <a:srgbClr val="000000"/>
            </a:solidFill>
          </p:grpSpPr>
          <p:sp>
            <p:nvSpPr>
              <p:cNvPr id="19" name="Freeform 49">
                <a:extLst>
                  <a:ext uri="{FF2B5EF4-FFF2-40B4-BE49-F238E27FC236}">
                    <a16:creationId xmlns:a16="http://schemas.microsoft.com/office/drawing/2014/main" id="{77B6408B-513E-793C-AA93-85ADC4E9AA57}"/>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20" name="Freeform 50">
                <a:extLst>
                  <a:ext uri="{FF2B5EF4-FFF2-40B4-BE49-F238E27FC236}">
                    <a16:creationId xmlns:a16="http://schemas.microsoft.com/office/drawing/2014/main" id="{FF01FD05-44B4-7183-40EE-BC72FC590546}"/>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21" name="Freeform 51">
                <a:extLst>
                  <a:ext uri="{FF2B5EF4-FFF2-40B4-BE49-F238E27FC236}">
                    <a16:creationId xmlns:a16="http://schemas.microsoft.com/office/drawing/2014/main" id="{EB5DC93C-6E1F-FE04-362F-1D25A5A988C5}"/>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22" name="Freeform 52">
                <a:extLst>
                  <a:ext uri="{FF2B5EF4-FFF2-40B4-BE49-F238E27FC236}">
                    <a16:creationId xmlns:a16="http://schemas.microsoft.com/office/drawing/2014/main" id="{5039CFF3-425C-2523-E5FC-8AEA61B63CE6}"/>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23" name="Freeform 53">
                <a:extLst>
                  <a:ext uri="{FF2B5EF4-FFF2-40B4-BE49-F238E27FC236}">
                    <a16:creationId xmlns:a16="http://schemas.microsoft.com/office/drawing/2014/main" id="{7D8FA307-33A9-5D04-1017-51AB846357E7}"/>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44" name="Freeform 54">
                <a:extLst>
                  <a:ext uri="{FF2B5EF4-FFF2-40B4-BE49-F238E27FC236}">
                    <a16:creationId xmlns:a16="http://schemas.microsoft.com/office/drawing/2014/main" id="{75AB330D-0B06-9D30-7D05-27FB950067FF}"/>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45" name="Freeform 55">
                <a:extLst>
                  <a:ext uri="{FF2B5EF4-FFF2-40B4-BE49-F238E27FC236}">
                    <a16:creationId xmlns:a16="http://schemas.microsoft.com/office/drawing/2014/main" id="{7C0134AF-3945-8FE4-327B-8B7A10AE6CE8}"/>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46" name="Freeform 56">
                <a:extLst>
                  <a:ext uri="{FF2B5EF4-FFF2-40B4-BE49-F238E27FC236}">
                    <a16:creationId xmlns:a16="http://schemas.microsoft.com/office/drawing/2014/main" id="{B3CEFE01-F4E8-9E1B-9DFA-D8BC8DCCD4CD}"/>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47" name="Freeform 57">
                <a:extLst>
                  <a:ext uri="{FF2B5EF4-FFF2-40B4-BE49-F238E27FC236}">
                    <a16:creationId xmlns:a16="http://schemas.microsoft.com/office/drawing/2014/main" id="{33412458-8168-B9DF-4184-D56E7AD74796}"/>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48" name="Freeform 58">
                <a:extLst>
                  <a:ext uri="{FF2B5EF4-FFF2-40B4-BE49-F238E27FC236}">
                    <a16:creationId xmlns:a16="http://schemas.microsoft.com/office/drawing/2014/main" id="{B8B93CD1-9088-20B2-9AD2-0F790B4662AA}"/>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11" name="Graphic 8">
              <a:extLst>
                <a:ext uri="{FF2B5EF4-FFF2-40B4-BE49-F238E27FC236}">
                  <a16:creationId xmlns:a16="http://schemas.microsoft.com/office/drawing/2014/main" id="{18F3F16B-B1BA-C92A-BBA1-2D5F48914371}"/>
                </a:ext>
              </a:extLst>
            </p:cNvPr>
            <p:cNvGrpSpPr/>
            <p:nvPr/>
          </p:nvGrpSpPr>
          <p:grpSpPr>
            <a:xfrm>
              <a:off x="265625" y="6323271"/>
              <a:ext cx="1249223" cy="190348"/>
              <a:chOff x="265625" y="6323271"/>
              <a:chExt cx="1249223" cy="190348"/>
            </a:xfrm>
            <a:solidFill>
              <a:srgbClr val="000000"/>
            </a:solidFill>
          </p:grpSpPr>
          <p:sp>
            <p:nvSpPr>
              <p:cNvPr id="12" name="Freeform 60">
                <a:extLst>
                  <a:ext uri="{FF2B5EF4-FFF2-40B4-BE49-F238E27FC236}">
                    <a16:creationId xmlns:a16="http://schemas.microsoft.com/office/drawing/2014/main" id="{BF6642DE-A776-A868-6859-4952EFA5AD9A}"/>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13" name="Freeform 61">
                <a:extLst>
                  <a:ext uri="{FF2B5EF4-FFF2-40B4-BE49-F238E27FC236}">
                    <a16:creationId xmlns:a16="http://schemas.microsoft.com/office/drawing/2014/main" id="{28D2AC94-FFD0-59D4-1FD3-A17D5C7B606C}"/>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14" name="Freeform 62">
                <a:extLst>
                  <a:ext uri="{FF2B5EF4-FFF2-40B4-BE49-F238E27FC236}">
                    <a16:creationId xmlns:a16="http://schemas.microsoft.com/office/drawing/2014/main" id="{590E310A-0AE4-3A1A-0CC5-4E74D5B0305F}"/>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15" name="Freeform 63">
                <a:extLst>
                  <a:ext uri="{FF2B5EF4-FFF2-40B4-BE49-F238E27FC236}">
                    <a16:creationId xmlns:a16="http://schemas.microsoft.com/office/drawing/2014/main" id="{C5C5E023-9533-ADB2-2A95-42803D624C6E}"/>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16" name="Freeform 64">
                <a:extLst>
                  <a:ext uri="{FF2B5EF4-FFF2-40B4-BE49-F238E27FC236}">
                    <a16:creationId xmlns:a16="http://schemas.microsoft.com/office/drawing/2014/main" id="{F12D8013-416F-8468-1334-31DEEE3EFC6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17" name="Freeform 65">
                <a:extLst>
                  <a:ext uri="{FF2B5EF4-FFF2-40B4-BE49-F238E27FC236}">
                    <a16:creationId xmlns:a16="http://schemas.microsoft.com/office/drawing/2014/main" id="{97A1E3A4-FFE5-8115-6381-659B1ACD9C51}"/>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18" name="Freeform 66">
                <a:extLst>
                  <a:ext uri="{FF2B5EF4-FFF2-40B4-BE49-F238E27FC236}">
                    <a16:creationId xmlns:a16="http://schemas.microsoft.com/office/drawing/2014/main" id="{A538E1FA-7AA2-D4C6-D933-FD2310DB60DB}"/>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2" name="TextBox 1">
            <a:extLst>
              <a:ext uri="{FF2B5EF4-FFF2-40B4-BE49-F238E27FC236}">
                <a16:creationId xmlns:a16="http://schemas.microsoft.com/office/drawing/2014/main" id="{08093AD6-9D4C-C1C3-B819-ED557A62CD60}"/>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37297564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76.xml><?xml version="1.0" encoding="utf-8"?>
<p:sldLayout xmlns:a="http://schemas.openxmlformats.org/drawingml/2006/main" xmlns:r="http://schemas.openxmlformats.org/officeDocument/2006/relationships" xmlns:p="http://schemas.openxmlformats.org/presentationml/2006/main" showMasterSp="0" preserve="1" userDrawn="1">
  <p:cSld name="Important - RBLF">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FBFBEC1-F8B5-56BE-32B8-5D2EB66D2601}"/>
              </a:ext>
            </a:extLst>
          </p:cNvPr>
          <p:cNvSpPr/>
          <p:nvPr userDrawn="1"/>
        </p:nvSpPr>
        <p:spPr>
          <a:xfrm>
            <a:off x="0" y="0"/>
            <a:ext cx="12188825" cy="6858000"/>
          </a:xfrm>
          <a:prstGeom prst="rect">
            <a:avLst/>
          </a:prstGeom>
          <a:gradFill>
            <a:gsLst>
              <a:gs pos="0">
                <a:schemeClr val="accent2">
                  <a:lumMod val="97000"/>
                  <a:lumOff val="3000"/>
                  <a:alpha val="39000"/>
                </a:schemeClr>
              </a:gs>
              <a:gs pos="100000">
                <a:srgbClr val="0070C0"/>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a:t>
            </a:r>
          </a:p>
        </p:txBody>
      </p:sp>
      <p:sp>
        <p:nvSpPr>
          <p:cNvPr id="52" name="Google Shape;6057;p505">
            <a:extLst>
              <a:ext uri="{FF2B5EF4-FFF2-40B4-BE49-F238E27FC236}">
                <a16:creationId xmlns:a16="http://schemas.microsoft.com/office/drawing/2014/main" id="{5A80A387-35D3-267F-3EA7-20747D641A1F}"/>
              </a:ext>
            </a:extLst>
          </p:cNvPr>
          <p:cNvSpPr/>
          <p:nvPr userDrawn="1"/>
        </p:nvSpPr>
        <p:spPr>
          <a:xfrm>
            <a:off x="-3450687" y="1422"/>
            <a:ext cx="19121828" cy="6852792"/>
          </a:xfrm>
          <a:prstGeom prst="parallelogram">
            <a:avLst>
              <a:gd name="adj" fmla="val 91175"/>
            </a:avLst>
          </a:prstGeom>
          <a:solidFill>
            <a:schemeClr val="bg1"/>
          </a:solidFill>
          <a:ln>
            <a:noFill/>
          </a:ln>
          <a:effectLst>
            <a:outerShdw blurRad="190500" sx="102000" sy="102000" algn="ctr" rotWithShape="0">
              <a:schemeClr val="accent2">
                <a:lumMod val="50000"/>
                <a:alpha val="10000"/>
              </a:schemeClr>
            </a:outerShdw>
          </a:effectLst>
        </p:spPr>
        <p:txBody>
          <a:bodyPr spcFirstLastPara="1" wrap="square" lIns="91352" tIns="45676" rIns="91352" bIns="45676" anchor="ctr" anchorCtr="0">
            <a:noAutofit/>
          </a:bodyPr>
          <a:lstStyle/>
          <a:p>
            <a:pPr marL="0" marR="0" lvl="0" indent="0" algn="ctr" defTabSz="1218438" rtl="0" eaLnBrk="1" fontAlgn="auto" latinLnBrk="0" hangingPunct="1">
              <a:lnSpc>
                <a:spcPct val="100000"/>
              </a:lnSpc>
              <a:spcBef>
                <a:spcPts val="0"/>
              </a:spcBef>
              <a:spcAft>
                <a:spcPts val="0"/>
              </a:spcAft>
              <a:buClr>
                <a:srgbClr val="FFFFFF"/>
              </a:buClr>
              <a:buSzPts val="900"/>
              <a:buFontTx/>
              <a:buNone/>
              <a:tabLst/>
              <a:defRPr/>
            </a:pPr>
            <a:endParaRPr kumimoji="0" sz="1200" b="0" i="0" u="none" strike="noStrike" kern="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sym typeface="Arial" panose="020B0604020202020204" pitchFamily="34" charset="0"/>
            </a:endParaRPr>
          </a:p>
        </p:txBody>
      </p:sp>
      <p:sp>
        <p:nvSpPr>
          <p:cNvPr id="28" name="Content Placeholder 27">
            <a:extLst>
              <a:ext uri="{FF2B5EF4-FFF2-40B4-BE49-F238E27FC236}">
                <a16:creationId xmlns:a16="http://schemas.microsoft.com/office/drawing/2014/main" id="{350DA416-A0D4-40D1-BA66-993124D5FC92}"/>
              </a:ext>
            </a:extLst>
          </p:cNvPr>
          <p:cNvSpPr>
            <a:spLocks noGrp="1"/>
          </p:cNvSpPr>
          <p:nvPr>
            <p:ph sz="quarter" idx="12" hasCustomPrompt="1"/>
          </p:nvPr>
        </p:nvSpPr>
        <p:spPr>
          <a:xfrm>
            <a:off x="1448593" y="2318321"/>
            <a:ext cx="9290050" cy="2216150"/>
          </a:xfrm>
        </p:spPr>
        <p:txBody>
          <a:bodyPr anchor="ctr"/>
          <a:lstStyle>
            <a:lvl1pPr algn="ctr">
              <a:defRPr sz="2400"/>
            </a:lvl1pPr>
            <a:lvl2pPr algn="ctr">
              <a:defRPr/>
            </a:lvl2pPr>
            <a:lvl3pPr algn="ctr">
              <a:defRPr/>
            </a:lvl3pPr>
            <a:lvl4pPr algn="ctr">
              <a:defRPr/>
            </a:lvl4pPr>
            <a:lvl5pPr algn="ctr">
              <a:defRPr/>
            </a:lvl5pPr>
          </a:lstStyle>
          <a:p>
            <a:pPr algn="ctr">
              <a:spcAft>
                <a:spcPts val="600"/>
              </a:spcAft>
            </a:pPr>
            <a:r>
              <a:rPr lang="en-US" sz="2000" dirty="0"/>
              <a:t>Text here</a:t>
            </a:r>
          </a:p>
        </p:txBody>
      </p:sp>
      <p:sp>
        <p:nvSpPr>
          <p:cNvPr id="7" name="TextBox 6">
            <a:extLst>
              <a:ext uri="{FF2B5EF4-FFF2-40B4-BE49-F238E27FC236}">
                <a16:creationId xmlns:a16="http://schemas.microsoft.com/office/drawing/2014/main" id="{E0505437-E970-4DD3-DB73-BC8CB0E09583}"/>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9" name="Graphic 8">
            <a:extLst>
              <a:ext uri="{FF2B5EF4-FFF2-40B4-BE49-F238E27FC236}">
                <a16:creationId xmlns:a16="http://schemas.microsoft.com/office/drawing/2014/main" id="{64FCAA97-8FE4-50A0-7C79-556E1A1634BA}"/>
              </a:ext>
            </a:extLst>
          </p:cNvPr>
          <p:cNvGrpSpPr/>
          <p:nvPr userDrawn="1"/>
        </p:nvGrpSpPr>
        <p:grpSpPr>
          <a:xfrm>
            <a:off x="265625" y="6323271"/>
            <a:ext cx="1249223" cy="369648"/>
            <a:chOff x="265625" y="6323271"/>
            <a:chExt cx="1249223" cy="369648"/>
          </a:xfrm>
          <a:solidFill>
            <a:srgbClr val="000000"/>
          </a:solidFill>
        </p:grpSpPr>
        <p:grpSp>
          <p:nvGrpSpPr>
            <p:cNvPr id="10" name="Graphic 8">
              <a:extLst>
                <a:ext uri="{FF2B5EF4-FFF2-40B4-BE49-F238E27FC236}">
                  <a16:creationId xmlns:a16="http://schemas.microsoft.com/office/drawing/2014/main" id="{9A301478-2AE1-1FA6-9236-114A92D296E5}"/>
                </a:ext>
              </a:extLst>
            </p:cNvPr>
            <p:cNvGrpSpPr/>
            <p:nvPr/>
          </p:nvGrpSpPr>
          <p:grpSpPr>
            <a:xfrm>
              <a:off x="745455" y="6594444"/>
              <a:ext cx="722662" cy="98475"/>
              <a:chOff x="745455" y="6594444"/>
              <a:chExt cx="722662" cy="98475"/>
            </a:xfrm>
            <a:solidFill>
              <a:srgbClr val="000000"/>
            </a:solidFill>
          </p:grpSpPr>
          <p:sp>
            <p:nvSpPr>
              <p:cNvPr id="19" name="Freeform 49">
                <a:extLst>
                  <a:ext uri="{FF2B5EF4-FFF2-40B4-BE49-F238E27FC236}">
                    <a16:creationId xmlns:a16="http://schemas.microsoft.com/office/drawing/2014/main" id="{77B6408B-513E-793C-AA93-85ADC4E9AA57}"/>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20" name="Freeform 50">
                <a:extLst>
                  <a:ext uri="{FF2B5EF4-FFF2-40B4-BE49-F238E27FC236}">
                    <a16:creationId xmlns:a16="http://schemas.microsoft.com/office/drawing/2014/main" id="{FF01FD05-44B4-7183-40EE-BC72FC590546}"/>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21" name="Freeform 51">
                <a:extLst>
                  <a:ext uri="{FF2B5EF4-FFF2-40B4-BE49-F238E27FC236}">
                    <a16:creationId xmlns:a16="http://schemas.microsoft.com/office/drawing/2014/main" id="{EB5DC93C-6E1F-FE04-362F-1D25A5A988C5}"/>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22" name="Freeform 52">
                <a:extLst>
                  <a:ext uri="{FF2B5EF4-FFF2-40B4-BE49-F238E27FC236}">
                    <a16:creationId xmlns:a16="http://schemas.microsoft.com/office/drawing/2014/main" id="{5039CFF3-425C-2523-E5FC-8AEA61B63CE6}"/>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23" name="Freeform 53">
                <a:extLst>
                  <a:ext uri="{FF2B5EF4-FFF2-40B4-BE49-F238E27FC236}">
                    <a16:creationId xmlns:a16="http://schemas.microsoft.com/office/drawing/2014/main" id="{7D8FA307-33A9-5D04-1017-51AB846357E7}"/>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44" name="Freeform 54">
                <a:extLst>
                  <a:ext uri="{FF2B5EF4-FFF2-40B4-BE49-F238E27FC236}">
                    <a16:creationId xmlns:a16="http://schemas.microsoft.com/office/drawing/2014/main" id="{75AB330D-0B06-9D30-7D05-27FB950067FF}"/>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45" name="Freeform 55">
                <a:extLst>
                  <a:ext uri="{FF2B5EF4-FFF2-40B4-BE49-F238E27FC236}">
                    <a16:creationId xmlns:a16="http://schemas.microsoft.com/office/drawing/2014/main" id="{7C0134AF-3945-8FE4-327B-8B7A10AE6CE8}"/>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46" name="Freeform 56">
                <a:extLst>
                  <a:ext uri="{FF2B5EF4-FFF2-40B4-BE49-F238E27FC236}">
                    <a16:creationId xmlns:a16="http://schemas.microsoft.com/office/drawing/2014/main" id="{B3CEFE01-F4E8-9E1B-9DFA-D8BC8DCCD4CD}"/>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47" name="Freeform 57">
                <a:extLst>
                  <a:ext uri="{FF2B5EF4-FFF2-40B4-BE49-F238E27FC236}">
                    <a16:creationId xmlns:a16="http://schemas.microsoft.com/office/drawing/2014/main" id="{33412458-8168-B9DF-4184-D56E7AD74796}"/>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48" name="Freeform 58">
                <a:extLst>
                  <a:ext uri="{FF2B5EF4-FFF2-40B4-BE49-F238E27FC236}">
                    <a16:creationId xmlns:a16="http://schemas.microsoft.com/office/drawing/2014/main" id="{B8B93CD1-9088-20B2-9AD2-0F790B4662AA}"/>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11" name="Graphic 8">
              <a:extLst>
                <a:ext uri="{FF2B5EF4-FFF2-40B4-BE49-F238E27FC236}">
                  <a16:creationId xmlns:a16="http://schemas.microsoft.com/office/drawing/2014/main" id="{18F3F16B-B1BA-C92A-BBA1-2D5F48914371}"/>
                </a:ext>
              </a:extLst>
            </p:cNvPr>
            <p:cNvGrpSpPr/>
            <p:nvPr/>
          </p:nvGrpSpPr>
          <p:grpSpPr>
            <a:xfrm>
              <a:off x="265625" y="6323271"/>
              <a:ext cx="1249223" cy="190348"/>
              <a:chOff x="265625" y="6323271"/>
              <a:chExt cx="1249223" cy="190348"/>
            </a:xfrm>
            <a:solidFill>
              <a:srgbClr val="000000"/>
            </a:solidFill>
          </p:grpSpPr>
          <p:sp>
            <p:nvSpPr>
              <p:cNvPr id="12" name="Freeform 60">
                <a:extLst>
                  <a:ext uri="{FF2B5EF4-FFF2-40B4-BE49-F238E27FC236}">
                    <a16:creationId xmlns:a16="http://schemas.microsoft.com/office/drawing/2014/main" id="{BF6642DE-A776-A868-6859-4952EFA5AD9A}"/>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13" name="Freeform 61">
                <a:extLst>
                  <a:ext uri="{FF2B5EF4-FFF2-40B4-BE49-F238E27FC236}">
                    <a16:creationId xmlns:a16="http://schemas.microsoft.com/office/drawing/2014/main" id="{28D2AC94-FFD0-59D4-1FD3-A17D5C7B606C}"/>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14" name="Freeform 62">
                <a:extLst>
                  <a:ext uri="{FF2B5EF4-FFF2-40B4-BE49-F238E27FC236}">
                    <a16:creationId xmlns:a16="http://schemas.microsoft.com/office/drawing/2014/main" id="{590E310A-0AE4-3A1A-0CC5-4E74D5B0305F}"/>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15" name="Freeform 63">
                <a:extLst>
                  <a:ext uri="{FF2B5EF4-FFF2-40B4-BE49-F238E27FC236}">
                    <a16:creationId xmlns:a16="http://schemas.microsoft.com/office/drawing/2014/main" id="{C5C5E023-9533-ADB2-2A95-42803D624C6E}"/>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16" name="Freeform 64">
                <a:extLst>
                  <a:ext uri="{FF2B5EF4-FFF2-40B4-BE49-F238E27FC236}">
                    <a16:creationId xmlns:a16="http://schemas.microsoft.com/office/drawing/2014/main" id="{F12D8013-416F-8468-1334-31DEEE3EFC6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17" name="Freeform 65">
                <a:extLst>
                  <a:ext uri="{FF2B5EF4-FFF2-40B4-BE49-F238E27FC236}">
                    <a16:creationId xmlns:a16="http://schemas.microsoft.com/office/drawing/2014/main" id="{97A1E3A4-FFE5-8115-6381-659B1ACD9C51}"/>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18" name="Freeform 66">
                <a:extLst>
                  <a:ext uri="{FF2B5EF4-FFF2-40B4-BE49-F238E27FC236}">
                    <a16:creationId xmlns:a16="http://schemas.microsoft.com/office/drawing/2014/main" id="{A538E1FA-7AA2-D4C6-D933-FD2310DB60DB}"/>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2" name="TextBox 1">
            <a:extLst>
              <a:ext uri="{FF2B5EF4-FFF2-40B4-BE49-F238E27FC236}">
                <a16:creationId xmlns:a16="http://schemas.microsoft.com/office/drawing/2014/main" id="{08093AD6-9D4C-C1C3-B819-ED557A62CD60}"/>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20884005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77.xml><?xml version="1.0" encoding="utf-8"?>
<p:sldLayout xmlns:a="http://schemas.openxmlformats.org/drawingml/2006/main" xmlns:r="http://schemas.openxmlformats.org/officeDocument/2006/relationships" xmlns:p="http://schemas.openxmlformats.org/presentationml/2006/main" showMasterSp="0" preserve="1" userDrawn="1">
  <p:cSld name="Important - Red">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FBFBEC1-F8B5-56BE-32B8-5D2EB66D2601}"/>
              </a:ext>
            </a:extLst>
          </p:cNvPr>
          <p:cNvSpPr/>
          <p:nvPr userDrawn="1"/>
        </p:nvSpPr>
        <p:spPr>
          <a:xfrm>
            <a:off x="-8703" y="0"/>
            <a:ext cx="12188825" cy="6858000"/>
          </a:xfrm>
          <a:prstGeom prst="rect">
            <a:avLst/>
          </a:prstGeom>
          <a:gradFill>
            <a:gsLst>
              <a:gs pos="0">
                <a:srgbClr val="930722"/>
              </a:gs>
              <a:gs pos="100000">
                <a:srgbClr val="A6192E"/>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a:t>
            </a:r>
          </a:p>
        </p:txBody>
      </p:sp>
      <p:sp>
        <p:nvSpPr>
          <p:cNvPr id="52" name="Google Shape;6057;p505">
            <a:extLst>
              <a:ext uri="{FF2B5EF4-FFF2-40B4-BE49-F238E27FC236}">
                <a16:creationId xmlns:a16="http://schemas.microsoft.com/office/drawing/2014/main" id="{5A80A387-35D3-267F-3EA7-20747D641A1F}"/>
              </a:ext>
            </a:extLst>
          </p:cNvPr>
          <p:cNvSpPr/>
          <p:nvPr userDrawn="1"/>
        </p:nvSpPr>
        <p:spPr>
          <a:xfrm>
            <a:off x="-3450687" y="1422"/>
            <a:ext cx="19121828" cy="6852792"/>
          </a:xfrm>
          <a:prstGeom prst="parallelogram">
            <a:avLst>
              <a:gd name="adj" fmla="val 91175"/>
            </a:avLst>
          </a:prstGeom>
          <a:solidFill>
            <a:schemeClr val="bg1"/>
          </a:solidFill>
          <a:ln>
            <a:noFill/>
          </a:ln>
          <a:effectLst>
            <a:outerShdw blurRad="190500" sx="102000" sy="102000" algn="ctr" rotWithShape="0">
              <a:schemeClr val="accent2">
                <a:lumMod val="50000"/>
                <a:alpha val="10000"/>
              </a:schemeClr>
            </a:outerShdw>
          </a:effectLst>
        </p:spPr>
        <p:txBody>
          <a:bodyPr spcFirstLastPara="1" wrap="square" lIns="91352" tIns="45676" rIns="91352" bIns="45676" anchor="ctr" anchorCtr="0">
            <a:noAutofit/>
          </a:bodyPr>
          <a:lstStyle/>
          <a:p>
            <a:pPr marL="0" marR="0" lvl="0" indent="0" algn="ctr" defTabSz="1218438" rtl="0" eaLnBrk="1" fontAlgn="auto" latinLnBrk="0" hangingPunct="1">
              <a:lnSpc>
                <a:spcPct val="100000"/>
              </a:lnSpc>
              <a:spcBef>
                <a:spcPts val="0"/>
              </a:spcBef>
              <a:spcAft>
                <a:spcPts val="0"/>
              </a:spcAft>
              <a:buClr>
                <a:srgbClr val="FFFFFF"/>
              </a:buClr>
              <a:buSzPts val="900"/>
              <a:buFontTx/>
              <a:buNone/>
              <a:tabLst/>
              <a:defRPr/>
            </a:pPr>
            <a:endParaRPr kumimoji="0" sz="1200" b="0" i="0" u="none" strike="noStrike" kern="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sym typeface="Arial" panose="020B0604020202020204" pitchFamily="34" charset="0"/>
            </a:endParaRPr>
          </a:p>
        </p:txBody>
      </p:sp>
      <p:sp>
        <p:nvSpPr>
          <p:cNvPr id="28" name="Content Placeholder 27">
            <a:extLst>
              <a:ext uri="{FF2B5EF4-FFF2-40B4-BE49-F238E27FC236}">
                <a16:creationId xmlns:a16="http://schemas.microsoft.com/office/drawing/2014/main" id="{350DA416-A0D4-40D1-BA66-993124D5FC92}"/>
              </a:ext>
            </a:extLst>
          </p:cNvPr>
          <p:cNvSpPr>
            <a:spLocks noGrp="1"/>
          </p:cNvSpPr>
          <p:nvPr>
            <p:ph sz="quarter" idx="12" hasCustomPrompt="1"/>
          </p:nvPr>
        </p:nvSpPr>
        <p:spPr>
          <a:xfrm>
            <a:off x="1448593" y="2318321"/>
            <a:ext cx="9290050" cy="2216150"/>
          </a:xfrm>
        </p:spPr>
        <p:txBody>
          <a:bodyPr anchor="ctr"/>
          <a:lstStyle>
            <a:lvl1pPr algn="ctr">
              <a:defRPr sz="2400"/>
            </a:lvl1pPr>
            <a:lvl2pPr algn="ctr">
              <a:defRPr/>
            </a:lvl2pPr>
            <a:lvl3pPr algn="ctr">
              <a:defRPr/>
            </a:lvl3pPr>
            <a:lvl4pPr algn="ctr">
              <a:defRPr/>
            </a:lvl4pPr>
            <a:lvl5pPr algn="ctr">
              <a:defRPr/>
            </a:lvl5pPr>
          </a:lstStyle>
          <a:p>
            <a:pPr algn="ctr">
              <a:spcAft>
                <a:spcPts val="600"/>
              </a:spcAft>
            </a:pPr>
            <a:r>
              <a:rPr lang="en-US" sz="2000" dirty="0"/>
              <a:t>Text here</a:t>
            </a:r>
          </a:p>
        </p:txBody>
      </p:sp>
      <p:sp>
        <p:nvSpPr>
          <p:cNvPr id="7" name="TextBox 6">
            <a:extLst>
              <a:ext uri="{FF2B5EF4-FFF2-40B4-BE49-F238E27FC236}">
                <a16:creationId xmlns:a16="http://schemas.microsoft.com/office/drawing/2014/main" id="{E0505437-E970-4DD3-DB73-BC8CB0E09583}"/>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9" name="Graphic 8">
            <a:extLst>
              <a:ext uri="{FF2B5EF4-FFF2-40B4-BE49-F238E27FC236}">
                <a16:creationId xmlns:a16="http://schemas.microsoft.com/office/drawing/2014/main" id="{64FCAA97-8FE4-50A0-7C79-556E1A1634BA}"/>
              </a:ext>
            </a:extLst>
          </p:cNvPr>
          <p:cNvGrpSpPr/>
          <p:nvPr userDrawn="1"/>
        </p:nvGrpSpPr>
        <p:grpSpPr>
          <a:xfrm>
            <a:off x="265625" y="6323271"/>
            <a:ext cx="1249223" cy="369648"/>
            <a:chOff x="265625" y="6323271"/>
            <a:chExt cx="1249223" cy="369648"/>
          </a:xfrm>
          <a:solidFill>
            <a:srgbClr val="000000"/>
          </a:solidFill>
        </p:grpSpPr>
        <p:grpSp>
          <p:nvGrpSpPr>
            <p:cNvPr id="10" name="Graphic 8">
              <a:extLst>
                <a:ext uri="{FF2B5EF4-FFF2-40B4-BE49-F238E27FC236}">
                  <a16:creationId xmlns:a16="http://schemas.microsoft.com/office/drawing/2014/main" id="{9A301478-2AE1-1FA6-9236-114A92D296E5}"/>
                </a:ext>
              </a:extLst>
            </p:cNvPr>
            <p:cNvGrpSpPr/>
            <p:nvPr/>
          </p:nvGrpSpPr>
          <p:grpSpPr>
            <a:xfrm>
              <a:off x="745455" y="6594444"/>
              <a:ext cx="722662" cy="98475"/>
              <a:chOff x="745455" y="6594444"/>
              <a:chExt cx="722662" cy="98475"/>
            </a:xfrm>
            <a:solidFill>
              <a:srgbClr val="000000"/>
            </a:solidFill>
          </p:grpSpPr>
          <p:sp>
            <p:nvSpPr>
              <p:cNvPr id="19" name="Freeform 49">
                <a:extLst>
                  <a:ext uri="{FF2B5EF4-FFF2-40B4-BE49-F238E27FC236}">
                    <a16:creationId xmlns:a16="http://schemas.microsoft.com/office/drawing/2014/main" id="{77B6408B-513E-793C-AA93-85ADC4E9AA57}"/>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20" name="Freeform 50">
                <a:extLst>
                  <a:ext uri="{FF2B5EF4-FFF2-40B4-BE49-F238E27FC236}">
                    <a16:creationId xmlns:a16="http://schemas.microsoft.com/office/drawing/2014/main" id="{FF01FD05-44B4-7183-40EE-BC72FC590546}"/>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21" name="Freeform 51">
                <a:extLst>
                  <a:ext uri="{FF2B5EF4-FFF2-40B4-BE49-F238E27FC236}">
                    <a16:creationId xmlns:a16="http://schemas.microsoft.com/office/drawing/2014/main" id="{EB5DC93C-6E1F-FE04-362F-1D25A5A988C5}"/>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22" name="Freeform 52">
                <a:extLst>
                  <a:ext uri="{FF2B5EF4-FFF2-40B4-BE49-F238E27FC236}">
                    <a16:creationId xmlns:a16="http://schemas.microsoft.com/office/drawing/2014/main" id="{5039CFF3-425C-2523-E5FC-8AEA61B63CE6}"/>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23" name="Freeform 53">
                <a:extLst>
                  <a:ext uri="{FF2B5EF4-FFF2-40B4-BE49-F238E27FC236}">
                    <a16:creationId xmlns:a16="http://schemas.microsoft.com/office/drawing/2014/main" id="{7D8FA307-33A9-5D04-1017-51AB846357E7}"/>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44" name="Freeform 54">
                <a:extLst>
                  <a:ext uri="{FF2B5EF4-FFF2-40B4-BE49-F238E27FC236}">
                    <a16:creationId xmlns:a16="http://schemas.microsoft.com/office/drawing/2014/main" id="{75AB330D-0B06-9D30-7D05-27FB950067FF}"/>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45" name="Freeform 55">
                <a:extLst>
                  <a:ext uri="{FF2B5EF4-FFF2-40B4-BE49-F238E27FC236}">
                    <a16:creationId xmlns:a16="http://schemas.microsoft.com/office/drawing/2014/main" id="{7C0134AF-3945-8FE4-327B-8B7A10AE6CE8}"/>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46" name="Freeform 56">
                <a:extLst>
                  <a:ext uri="{FF2B5EF4-FFF2-40B4-BE49-F238E27FC236}">
                    <a16:creationId xmlns:a16="http://schemas.microsoft.com/office/drawing/2014/main" id="{B3CEFE01-F4E8-9E1B-9DFA-D8BC8DCCD4CD}"/>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47" name="Freeform 57">
                <a:extLst>
                  <a:ext uri="{FF2B5EF4-FFF2-40B4-BE49-F238E27FC236}">
                    <a16:creationId xmlns:a16="http://schemas.microsoft.com/office/drawing/2014/main" id="{33412458-8168-B9DF-4184-D56E7AD74796}"/>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48" name="Freeform 58">
                <a:extLst>
                  <a:ext uri="{FF2B5EF4-FFF2-40B4-BE49-F238E27FC236}">
                    <a16:creationId xmlns:a16="http://schemas.microsoft.com/office/drawing/2014/main" id="{B8B93CD1-9088-20B2-9AD2-0F790B4662AA}"/>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11" name="Graphic 8">
              <a:extLst>
                <a:ext uri="{FF2B5EF4-FFF2-40B4-BE49-F238E27FC236}">
                  <a16:creationId xmlns:a16="http://schemas.microsoft.com/office/drawing/2014/main" id="{18F3F16B-B1BA-C92A-BBA1-2D5F48914371}"/>
                </a:ext>
              </a:extLst>
            </p:cNvPr>
            <p:cNvGrpSpPr/>
            <p:nvPr/>
          </p:nvGrpSpPr>
          <p:grpSpPr>
            <a:xfrm>
              <a:off x="265625" y="6323271"/>
              <a:ext cx="1249223" cy="190348"/>
              <a:chOff x="265625" y="6323271"/>
              <a:chExt cx="1249223" cy="190348"/>
            </a:xfrm>
            <a:solidFill>
              <a:srgbClr val="000000"/>
            </a:solidFill>
          </p:grpSpPr>
          <p:sp>
            <p:nvSpPr>
              <p:cNvPr id="12" name="Freeform 60">
                <a:extLst>
                  <a:ext uri="{FF2B5EF4-FFF2-40B4-BE49-F238E27FC236}">
                    <a16:creationId xmlns:a16="http://schemas.microsoft.com/office/drawing/2014/main" id="{BF6642DE-A776-A868-6859-4952EFA5AD9A}"/>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13" name="Freeform 61">
                <a:extLst>
                  <a:ext uri="{FF2B5EF4-FFF2-40B4-BE49-F238E27FC236}">
                    <a16:creationId xmlns:a16="http://schemas.microsoft.com/office/drawing/2014/main" id="{28D2AC94-FFD0-59D4-1FD3-A17D5C7B606C}"/>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14" name="Freeform 62">
                <a:extLst>
                  <a:ext uri="{FF2B5EF4-FFF2-40B4-BE49-F238E27FC236}">
                    <a16:creationId xmlns:a16="http://schemas.microsoft.com/office/drawing/2014/main" id="{590E310A-0AE4-3A1A-0CC5-4E74D5B0305F}"/>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15" name="Freeform 63">
                <a:extLst>
                  <a:ext uri="{FF2B5EF4-FFF2-40B4-BE49-F238E27FC236}">
                    <a16:creationId xmlns:a16="http://schemas.microsoft.com/office/drawing/2014/main" id="{C5C5E023-9533-ADB2-2A95-42803D624C6E}"/>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16" name="Freeform 64">
                <a:extLst>
                  <a:ext uri="{FF2B5EF4-FFF2-40B4-BE49-F238E27FC236}">
                    <a16:creationId xmlns:a16="http://schemas.microsoft.com/office/drawing/2014/main" id="{F12D8013-416F-8468-1334-31DEEE3EFC6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17" name="Freeform 65">
                <a:extLst>
                  <a:ext uri="{FF2B5EF4-FFF2-40B4-BE49-F238E27FC236}">
                    <a16:creationId xmlns:a16="http://schemas.microsoft.com/office/drawing/2014/main" id="{97A1E3A4-FFE5-8115-6381-659B1ACD9C51}"/>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18" name="Freeform 66">
                <a:extLst>
                  <a:ext uri="{FF2B5EF4-FFF2-40B4-BE49-F238E27FC236}">
                    <a16:creationId xmlns:a16="http://schemas.microsoft.com/office/drawing/2014/main" id="{A538E1FA-7AA2-D4C6-D933-FD2310DB60DB}"/>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2" name="TextBox 1">
            <a:extLst>
              <a:ext uri="{FF2B5EF4-FFF2-40B4-BE49-F238E27FC236}">
                <a16:creationId xmlns:a16="http://schemas.microsoft.com/office/drawing/2014/main" id="{08093AD6-9D4C-C1C3-B819-ED557A62CD60}"/>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22895929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preserve="1" userDrawn="1">
  <p:cSld name="Full Red">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FBFBEC1-F8B5-56BE-32B8-5D2EB66D2601}"/>
              </a:ext>
            </a:extLst>
          </p:cNvPr>
          <p:cNvSpPr/>
          <p:nvPr userDrawn="1"/>
        </p:nvSpPr>
        <p:spPr>
          <a:xfrm>
            <a:off x="0" y="0"/>
            <a:ext cx="12188825" cy="6858000"/>
          </a:xfrm>
          <a:prstGeom prst="rect">
            <a:avLst/>
          </a:prstGeom>
          <a:gradFill flip="none" rotWithShape="1">
            <a:gsLst>
              <a:gs pos="0">
                <a:srgbClr val="A6192E"/>
              </a:gs>
              <a:gs pos="100000">
                <a:srgbClr val="79051B"/>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Box 6">
            <a:extLst>
              <a:ext uri="{FF2B5EF4-FFF2-40B4-BE49-F238E27FC236}">
                <a16:creationId xmlns:a16="http://schemas.microsoft.com/office/drawing/2014/main" id="{E0505437-E970-4DD3-DB73-BC8CB0E09583}"/>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9" name="Graphic 8">
            <a:extLst>
              <a:ext uri="{FF2B5EF4-FFF2-40B4-BE49-F238E27FC236}">
                <a16:creationId xmlns:a16="http://schemas.microsoft.com/office/drawing/2014/main" id="{64FCAA97-8FE4-50A0-7C79-556E1A1634BA}"/>
              </a:ext>
            </a:extLst>
          </p:cNvPr>
          <p:cNvGrpSpPr/>
          <p:nvPr userDrawn="1"/>
        </p:nvGrpSpPr>
        <p:grpSpPr>
          <a:xfrm>
            <a:off x="265625" y="6323271"/>
            <a:ext cx="1249223" cy="369648"/>
            <a:chOff x="265625" y="6323271"/>
            <a:chExt cx="1249223" cy="369648"/>
          </a:xfrm>
          <a:solidFill>
            <a:schemeClr val="bg1"/>
          </a:solidFill>
        </p:grpSpPr>
        <p:grpSp>
          <p:nvGrpSpPr>
            <p:cNvPr id="10" name="Graphic 8">
              <a:extLst>
                <a:ext uri="{FF2B5EF4-FFF2-40B4-BE49-F238E27FC236}">
                  <a16:creationId xmlns:a16="http://schemas.microsoft.com/office/drawing/2014/main" id="{9A301478-2AE1-1FA6-9236-114A92D296E5}"/>
                </a:ext>
              </a:extLst>
            </p:cNvPr>
            <p:cNvGrpSpPr/>
            <p:nvPr/>
          </p:nvGrpSpPr>
          <p:grpSpPr>
            <a:xfrm>
              <a:off x="745455" y="6594444"/>
              <a:ext cx="722662" cy="98475"/>
              <a:chOff x="745455" y="6594444"/>
              <a:chExt cx="722662" cy="98475"/>
            </a:xfrm>
            <a:grpFill/>
          </p:grpSpPr>
          <p:sp>
            <p:nvSpPr>
              <p:cNvPr id="19" name="Freeform 49">
                <a:extLst>
                  <a:ext uri="{FF2B5EF4-FFF2-40B4-BE49-F238E27FC236}">
                    <a16:creationId xmlns:a16="http://schemas.microsoft.com/office/drawing/2014/main" id="{77B6408B-513E-793C-AA93-85ADC4E9AA57}"/>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grpFill/>
              <a:ln w="6345" cap="flat">
                <a:noFill/>
                <a:prstDash val="solid"/>
                <a:miter/>
              </a:ln>
            </p:spPr>
            <p:txBody>
              <a:bodyPr rtlCol="0" anchor="ctr"/>
              <a:lstStyle/>
              <a:p>
                <a:endParaRPr lang="en-US"/>
              </a:p>
            </p:txBody>
          </p:sp>
          <p:sp>
            <p:nvSpPr>
              <p:cNvPr id="20" name="Freeform 50">
                <a:extLst>
                  <a:ext uri="{FF2B5EF4-FFF2-40B4-BE49-F238E27FC236}">
                    <a16:creationId xmlns:a16="http://schemas.microsoft.com/office/drawing/2014/main" id="{FF01FD05-44B4-7183-40EE-BC72FC590546}"/>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grpFill/>
              <a:ln w="6345" cap="flat">
                <a:noFill/>
                <a:prstDash val="solid"/>
                <a:miter/>
              </a:ln>
            </p:spPr>
            <p:txBody>
              <a:bodyPr rtlCol="0" anchor="ctr"/>
              <a:lstStyle/>
              <a:p>
                <a:endParaRPr lang="en-US"/>
              </a:p>
            </p:txBody>
          </p:sp>
          <p:sp>
            <p:nvSpPr>
              <p:cNvPr id="21" name="Freeform 51">
                <a:extLst>
                  <a:ext uri="{FF2B5EF4-FFF2-40B4-BE49-F238E27FC236}">
                    <a16:creationId xmlns:a16="http://schemas.microsoft.com/office/drawing/2014/main" id="{EB5DC93C-6E1F-FE04-362F-1D25A5A988C5}"/>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grpFill/>
              <a:ln w="6345" cap="flat">
                <a:noFill/>
                <a:prstDash val="solid"/>
                <a:miter/>
              </a:ln>
            </p:spPr>
            <p:txBody>
              <a:bodyPr rtlCol="0" anchor="ctr"/>
              <a:lstStyle/>
              <a:p>
                <a:endParaRPr lang="en-US"/>
              </a:p>
            </p:txBody>
          </p:sp>
          <p:sp>
            <p:nvSpPr>
              <p:cNvPr id="22" name="Freeform 52">
                <a:extLst>
                  <a:ext uri="{FF2B5EF4-FFF2-40B4-BE49-F238E27FC236}">
                    <a16:creationId xmlns:a16="http://schemas.microsoft.com/office/drawing/2014/main" id="{5039CFF3-425C-2523-E5FC-8AEA61B63CE6}"/>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grpFill/>
              <a:ln w="6345" cap="flat">
                <a:noFill/>
                <a:prstDash val="solid"/>
                <a:miter/>
              </a:ln>
            </p:spPr>
            <p:txBody>
              <a:bodyPr rtlCol="0" anchor="ctr"/>
              <a:lstStyle/>
              <a:p>
                <a:endParaRPr lang="en-US"/>
              </a:p>
            </p:txBody>
          </p:sp>
          <p:sp>
            <p:nvSpPr>
              <p:cNvPr id="23" name="Freeform 53">
                <a:extLst>
                  <a:ext uri="{FF2B5EF4-FFF2-40B4-BE49-F238E27FC236}">
                    <a16:creationId xmlns:a16="http://schemas.microsoft.com/office/drawing/2014/main" id="{7D8FA307-33A9-5D04-1017-51AB846357E7}"/>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grpFill/>
              <a:ln w="6345" cap="flat">
                <a:noFill/>
                <a:prstDash val="solid"/>
                <a:miter/>
              </a:ln>
            </p:spPr>
            <p:txBody>
              <a:bodyPr rtlCol="0" anchor="ctr"/>
              <a:lstStyle/>
              <a:p>
                <a:endParaRPr lang="en-US"/>
              </a:p>
            </p:txBody>
          </p:sp>
          <p:sp>
            <p:nvSpPr>
              <p:cNvPr id="44" name="Freeform 54">
                <a:extLst>
                  <a:ext uri="{FF2B5EF4-FFF2-40B4-BE49-F238E27FC236}">
                    <a16:creationId xmlns:a16="http://schemas.microsoft.com/office/drawing/2014/main" id="{75AB330D-0B06-9D30-7D05-27FB950067FF}"/>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grpFill/>
              <a:ln w="6345" cap="flat">
                <a:noFill/>
                <a:prstDash val="solid"/>
                <a:miter/>
              </a:ln>
            </p:spPr>
            <p:txBody>
              <a:bodyPr rtlCol="0" anchor="ctr"/>
              <a:lstStyle/>
              <a:p>
                <a:endParaRPr lang="en-US"/>
              </a:p>
            </p:txBody>
          </p:sp>
          <p:sp>
            <p:nvSpPr>
              <p:cNvPr id="45" name="Freeform 55">
                <a:extLst>
                  <a:ext uri="{FF2B5EF4-FFF2-40B4-BE49-F238E27FC236}">
                    <a16:creationId xmlns:a16="http://schemas.microsoft.com/office/drawing/2014/main" id="{7C0134AF-3945-8FE4-327B-8B7A10AE6CE8}"/>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grpFill/>
              <a:ln w="6345" cap="flat">
                <a:noFill/>
                <a:prstDash val="solid"/>
                <a:miter/>
              </a:ln>
            </p:spPr>
            <p:txBody>
              <a:bodyPr rtlCol="0" anchor="ctr"/>
              <a:lstStyle/>
              <a:p>
                <a:endParaRPr lang="en-US"/>
              </a:p>
            </p:txBody>
          </p:sp>
          <p:sp>
            <p:nvSpPr>
              <p:cNvPr id="46" name="Freeform 56">
                <a:extLst>
                  <a:ext uri="{FF2B5EF4-FFF2-40B4-BE49-F238E27FC236}">
                    <a16:creationId xmlns:a16="http://schemas.microsoft.com/office/drawing/2014/main" id="{B3CEFE01-F4E8-9E1B-9DFA-D8BC8DCCD4CD}"/>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grpFill/>
              <a:ln w="6345" cap="flat">
                <a:noFill/>
                <a:prstDash val="solid"/>
                <a:miter/>
              </a:ln>
            </p:spPr>
            <p:txBody>
              <a:bodyPr rtlCol="0" anchor="ctr"/>
              <a:lstStyle/>
              <a:p>
                <a:endParaRPr lang="en-US"/>
              </a:p>
            </p:txBody>
          </p:sp>
          <p:sp>
            <p:nvSpPr>
              <p:cNvPr id="47" name="Freeform 57">
                <a:extLst>
                  <a:ext uri="{FF2B5EF4-FFF2-40B4-BE49-F238E27FC236}">
                    <a16:creationId xmlns:a16="http://schemas.microsoft.com/office/drawing/2014/main" id="{33412458-8168-B9DF-4184-D56E7AD74796}"/>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grpFill/>
              <a:ln w="6345" cap="flat">
                <a:noFill/>
                <a:prstDash val="solid"/>
                <a:miter/>
              </a:ln>
            </p:spPr>
            <p:txBody>
              <a:bodyPr rtlCol="0" anchor="ctr"/>
              <a:lstStyle/>
              <a:p>
                <a:endParaRPr lang="en-US"/>
              </a:p>
            </p:txBody>
          </p:sp>
          <p:sp>
            <p:nvSpPr>
              <p:cNvPr id="48" name="Freeform 58">
                <a:extLst>
                  <a:ext uri="{FF2B5EF4-FFF2-40B4-BE49-F238E27FC236}">
                    <a16:creationId xmlns:a16="http://schemas.microsoft.com/office/drawing/2014/main" id="{B8B93CD1-9088-20B2-9AD2-0F790B4662AA}"/>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grpFill/>
              <a:ln w="6345" cap="flat">
                <a:noFill/>
                <a:prstDash val="solid"/>
                <a:miter/>
              </a:ln>
            </p:spPr>
            <p:txBody>
              <a:bodyPr rtlCol="0" anchor="ctr"/>
              <a:lstStyle/>
              <a:p>
                <a:endParaRPr lang="en-US"/>
              </a:p>
            </p:txBody>
          </p:sp>
        </p:grpSp>
        <p:grpSp>
          <p:nvGrpSpPr>
            <p:cNvPr id="11" name="Graphic 8">
              <a:extLst>
                <a:ext uri="{FF2B5EF4-FFF2-40B4-BE49-F238E27FC236}">
                  <a16:creationId xmlns:a16="http://schemas.microsoft.com/office/drawing/2014/main" id="{18F3F16B-B1BA-C92A-BBA1-2D5F48914371}"/>
                </a:ext>
              </a:extLst>
            </p:cNvPr>
            <p:cNvGrpSpPr/>
            <p:nvPr/>
          </p:nvGrpSpPr>
          <p:grpSpPr>
            <a:xfrm>
              <a:off x="265625" y="6323271"/>
              <a:ext cx="1249223" cy="190348"/>
              <a:chOff x="265625" y="6323271"/>
              <a:chExt cx="1249223" cy="190348"/>
            </a:xfrm>
            <a:grpFill/>
          </p:grpSpPr>
          <p:sp>
            <p:nvSpPr>
              <p:cNvPr id="12" name="Freeform 60">
                <a:extLst>
                  <a:ext uri="{FF2B5EF4-FFF2-40B4-BE49-F238E27FC236}">
                    <a16:creationId xmlns:a16="http://schemas.microsoft.com/office/drawing/2014/main" id="{BF6642DE-A776-A868-6859-4952EFA5AD9A}"/>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grpFill/>
              <a:ln w="6345" cap="flat">
                <a:noFill/>
                <a:prstDash val="solid"/>
                <a:miter/>
              </a:ln>
            </p:spPr>
            <p:txBody>
              <a:bodyPr rtlCol="0" anchor="ctr"/>
              <a:lstStyle/>
              <a:p>
                <a:endParaRPr lang="en-US"/>
              </a:p>
            </p:txBody>
          </p:sp>
          <p:sp>
            <p:nvSpPr>
              <p:cNvPr id="13" name="Freeform 61">
                <a:extLst>
                  <a:ext uri="{FF2B5EF4-FFF2-40B4-BE49-F238E27FC236}">
                    <a16:creationId xmlns:a16="http://schemas.microsoft.com/office/drawing/2014/main" id="{28D2AC94-FFD0-59D4-1FD3-A17D5C7B606C}"/>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grpFill/>
              <a:ln w="6345" cap="flat">
                <a:noFill/>
                <a:prstDash val="solid"/>
                <a:miter/>
              </a:ln>
            </p:spPr>
            <p:txBody>
              <a:bodyPr rtlCol="0" anchor="ctr"/>
              <a:lstStyle/>
              <a:p>
                <a:endParaRPr lang="en-US"/>
              </a:p>
            </p:txBody>
          </p:sp>
          <p:sp>
            <p:nvSpPr>
              <p:cNvPr id="14" name="Freeform 62">
                <a:extLst>
                  <a:ext uri="{FF2B5EF4-FFF2-40B4-BE49-F238E27FC236}">
                    <a16:creationId xmlns:a16="http://schemas.microsoft.com/office/drawing/2014/main" id="{590E310A-0AE4-3A1A-0CC5-4E74D5B0305F}"/>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grpFill/>
              <a:ln w="6345" cap="flat">
                <a:noFill/>
                <a:prstDash val="solid"/>
                <a:miter/>
              </a:ln>
            </p:spPr>
            <p:txBody>
              <a:bodyPr rtlCol="0" anchor="ctr"/>
              <a:lstStyle/>
              <a:p>
                <a:endParaRPr lang="en-US"/>
              </a:p>
            </p:txBody>
          </p:sp>
          <p:sp>
            <p:nvSpPr>
              <p:cNvPr id="15" name="Freeform 63">
                <a:extLst>
                  <a:ext uri="{FF2B5EF4-FFF2-40B4-BE49-F238E27FC236}">
                    <a16:creationId xmlns:a16="http://schemas.microsoft.com/office/drawing/2014/main" id="{C5C5E023-9533-ADB2-2A95-42803D624C6E}"/>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grpFill/>
              <a:ln w="6345" cap="flat">
                <a:noFill/>
                <a:prstDash val="solid"/>
                <a:miter/>
              </a:ln>
            </p:spPr>
            <p:txBody>
              <a:bodyPr rtlCol="0" anchor="ctr"/>
              <a:lstStyle/>
              <a:p>
                <a:endParaRPr lang="en-US"/>
              </a:p>
            </p:txBody>
          </p:sp>
          <p:sp>
            <p:nvSpPr>
              <p:cNvPr id="16" name="Freeform 64">
                <a:extLst>
                  <a:ext uri="{FF2B5EF4-FFF2-40B4-BE49-F238E27FC236}">
                    <a16:creationId xmlns:a16="http://schemas.microsoft.com/office/drawing/2014/main" id="{F12D8013-416F-8468-1334-31DEEE3EFC6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grpFill/>
              <a:ln w="6345" cap="flat">
                <a:noFill/>
                <a:prstDash val="solid"/>
                <a:miter/>
              </a:ln>
            </p:spPr>
            <p:txBody>
              <a:bodyPr rtlCol="0" anchor="ctr"/>
              <a:lstStyle/>
              <a:p>
                <a:endParaRPr lang="en-US"/>
              </a:p>
            </p:txBody>
          </p:sp>
          <p:sp>
            <p:nvSpPr>
              <p:cNvPr id="17" name="Freeform 65">
                <a:extLst>
                  <a:ext uri="{FF2B5EF4-FFF2-40B4-BE49-F238E27FC236}">
                    <a16:creationId xmlns:a16="http://schemas.microsoft.com/office/drawing/2014/main" id="{97A1E3A4-FFE5-8115-6381-659B1ACD9C51}"/>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grpFill/>
              <a:ln w="6345" cap="flat">
                <a:noFill/>
                <a:prstDash val="solid"/>
                <a:miter/>
              </a:ln>
            </p:spPr>
            <p:txBody>
              <a:bodyPr rtlCol="0" anchor="ctr"/>
              <a:lstStyle/>
              <a:p>
                <a:endParaRPr lang="en-US"/>
              </a:p>
            </p:txBody>
          </p:sp>
          <p:sp>
            <p:nvSpPr>
              <p:cNvPr id="18" name="Freeform 66">
                <a:extLst>
                  <a:ext uri="{FF2B5EF4-FFF2-40B4-BE49-F238E27FC236}">
                    <a16:creationId xmlns:a16="http://schemas.microsoft.com/office/drawing/2014/main" id="{A538E1FA-7AA2-D4C6-D933-FD2310DB60DB}"/>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grpFill/>
              <a:ln w="6345" cap="flat">
                <a:noFill/>
                <a:prstDash val="solid"/>
                <a:miter/>
              </a:ln>
            </p:spPr>
            <p:txBody>
              <a:bodyPr rtlCol="0" anchor="ctr"/>
              <a:lstStyle/>
              <a:p>
                <a:endParaRPr lang="en-US"/>
              </a:p>
            </p:txBody>
          </p:sp>
        </p:grpSp>
      </p:grpSp>
      <p:sp>
        <p:nvSpPr>
          <p:cNvPr id="2" name="TextBox 1">
            <a:extLst>
              <a:ext uri="{FF2B5EF4-FFF2-40B4-BE49-F238E27FC236}">
                <a16:creationId xmlns:a16="http://schemas.microsoft.com/office/drawing/2014/main" id="{08093AD6-9D4C-C1C3-B819-ED557A62CD60}"/>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
        <p:nvSpPr>
          <p:cNvPr id="4" name="Content Placeholder 27">
            <a:extLst>
              <a:ext uri="{FF2B5EF4-FFF2-40B4-BE49-F238E27FC236}">
                <a16:creationId xmlns:a16="http://schemas.microsoft.com/office/drawing/2014/main" id="{350DA416-A0D4-40D1-BA66-993124D5FC92}"/>
              </a:ext>
            </a:extLst>
          </p:cNvPr>
          <p:cNvSpPr>
            <a:spLocks noGrp="1"/>
          </p:cNvSpPr>
          <p:nvPr>
            <p:ph sz="quarter" idx="12" hasCustomPrompt="1"/>
          </p:nvPr>
        </p:nvSpPr>
        <p:spPr>
          <a:xfrm>
            <a:off x="1" y="0"/>
            <a:ext cx="12188824" cy="6858000"/>
          </a:xfrm>
        </p:spPr>
        <p:txBody>
          <a:bodyPr anchor="ctr"/>
          <a:lstStyle>
            <a:lvl1pPr algn="ctr">
              <a:defRPr sz="3200">
                <a:solidFill>
                  <a:schemeClr val="bg1"/>
                </a:solidFill>
              </a:defRPr>
            </a:lvl1pPr>
            <a:lvl2pPr algn="ctr">
              <a:defRPr/>
            </a:lvl2pPr>
            <a:lvl3pPr algn="ctr">
              <a:defRPr/>
            </a:lvl3pPr>
            <a:lvl4pPr algn="ctr">
              <a:defRPr/>
            </a:lvl4pPr>
            <a:lvl5pPr algn="ctr">
              <a:defRPr/>
            </a:lvl5pPr>
          </a:lstStyle>
          <a:p>
            <a:pPr algn="ctr">
              <a:spcAft>
                <a:spcPts val="600"/>
              </a:spcAft>
            </a:pPr>
            <a:r>
              <a:rPr lang="en-US" sz="2000" dirty="0"/>
              <a:t>Text here</a:t>
            </a:r>
          </a:p>
        </p:txBody>
      </p:sp>
    </p:spTree>
    <p:extLst>
      <p:ext uri="{BB962C8B-B14F-4D97-AF65-F5344CB8AC3E}">
        <p14:creationId xmlns:p14="http://schemas.microsoft.com/office/powerpoint/2010/main" val="35336606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79.xml><?xml version="1.0" encoding="utf-8"?>
<p:sldLayout xmlns:a="http://schemas.openxmlformats.org/drawingml/2006/main" xmlns:r="http://schemas.openxmlformats.org/officeDocument/2006/relationships" xmlns:p="http://schemas.openxmlformats.org/presentationml/2006/main" showMasterSp="0" preserve="1" userDrawn="1">
  <p:cSld name="Screenshot">
    <p:spTree>
      <p:nvGrpSpPr>
        <p:cNvPr id="1" name=""/>
        <p:cNvGrpSpPr/>
        <p:nvPr/>
      </p:nvGrpSpPr>
      <p:grpSpPr>
        <a:xfrm>
          <a:off x="0" y="0"/>
          <a:ext cx="0" cy="0"/>
          <a:chOff x="0" y="0"/>
          <a:chExt cx="0" cy="0"/>
        </a:xfrm>
      </p:grpSpPr>
      <p:sp>
        <p:nvSpPr>
          <p:cNvPr id="9" name="Graphic 183">
            <a:extLst>
              <a:ext uri="{FF2B5EF4-FFF2-40B4-BE49-F238E27FC236}">
                <a16:creationId xmlns:a16="http://schemas.microsoft.com/office/drawing/2014/main" id="{CC0EE858-5B6C-D50F-5D2F-30F1D7D74C44}"/>
              </a:ext>
            </a:extLst>
          </p:cNvPr>
          <p:cNvSpPr/>
          <p:nvPr userDrawn="1"/>
        </p:nvSpPr>
        <p:spPr>
          <a:xfrm>
            <a:off x="320695" y="0"/>
            <a:ext cx="11547435" cy="5932641"/>
          </a:xfrm>
          <a:custGeom>
            <a:avLst/>
            <a:gdLst>
              <a:gd name="connsiteX0" fmla="*/ 10156413 w 10156412"/>
              <a:gd name="connsiteY0" fmla="*/ 0 h 5217985"/>
              <a:gd name="connsiteX1" fmla="*/ 4938427 w 10156412"/>
              <a:gd name="connsiteY1" fmla="*/ 5217986 h 5217985"/>
              <a:gd name="connsiteX2" fmla="*/ 0 w 10156412"/>
              <a:gd name="connsiteY2" fmla="*/ 5217986 h 5217985"/>
              <a:gd name="connsiteX3" fmla="*/ 5210842 w 10156412"/>
              <a:gd name="connsiteY3" fmla="*/ 7144 h 5217985"/>
              <a:gd name="connsiteX4" fmla="*/ 10156413 w 10156412"/>
              <a:gd name="connsiteY4" fmla="*/ 0 h 52179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56412" h="5217985">
                <a:moveTo>
                  <a:pt x="10156413" y="0"/>
                </a:moveTo>
                <a:lnTo>
                  <a:pt x="4938427" y="5217986"/>
                </a:lnTo>
                <a:lnTo>
                  <a:pt x="0" y="5217986"/>
                </a:lnTo>
                <a:lnTo>
                  <a:pt x="5210842" y="7144"/>
                </a:lnTo>
                <a:lnTo>
                  <a:pt x="10156413" y="0"/>
                </a:lnTo>
                <a:close/>
              </a:path>
            </a:pathLst>
          </a:custGeom>
          <a:gradFill>
            <a:gsLst>
              <a:gs pos="0">
                <a:schemeClr val="accent3">
                  <a:lumMod val="20000"/>
                  <a:lumOff val="80000"/>
                </a:schemeClr>
              </a:gs>
              <a:gs pos="97000">
                <a:schemeClr val="accent3">
                  <a:alpha val="56000"/>
                </a:schemeClr>
              </a:gs>
              <a:gs pos="51000">
                <a:schemeClr val="accent1">
                  <a:lumMod val="20000"/>
                  <a:lumOff val="80000"/>
                </a:schemeClr>
              </a:gs>
            </a:gsLst>
            <a:lin ang="5400000" scaled="1"/>
          </a:gradFill>
          <a:ln w="0" cap="flat">
            <a:noFill/>
            <a:prstDash val="solid"/>
            <a:miter/>
          </a:ln>
        </p:spPr>
        <p:txBody>
          <a:bodyPr rtlCol="0" anchor="ctr"/>
          <a:lstStyle/>
          <a:p>
            <a:endParaRPr lang="en-US"/>
          </a:p>
        </p:txBody>
      </p:sp>
      <p:sp>
        <p:nvSpPr>
          <p:cNvPr id="11" name="page number">
            <a:extLst>
              <a:ext uri="{FF2B5EF4-FFF2-40B4-BE49-F238E27FC236}">
                <a16:creationId xmlns:a16="http://schemas.microsoft.com/office/drawing/2014/main" id="{DD6ED7B7-A0CA-F5BD-3911-D9D78882D786}"/>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a:p>
        </p:txBody>
      </p:sp>
      <p:pic>
        <p:nvPicPr>
          <p:cNvPr id="12" name="Picture 11" descr="A screen shot of a computer&#10;&#10;Description automatically generated">
            <a:extLst>
              <a:ext uri="{FF2B5EF4-FFF2-40B4-BE49-F238E27FC236}">
                <a16:creationId xmlns:a16="http://schemas.microsoft.com/office/drawing/2014/main" id="{CAA26AE1-6CFF-CFC9-CF76-0A49C1E19A5E}"/>
              </a:ext>
            </a:extLst>
          </p:cNvPr>
          <p:cNvPicPr>
            <a:picLocks noChangeAspect="1"/>
          </p:cNvPicPr>
          <p:nvPr userDrawn="1"/>
        </p:nvPicPr>
        <p:blipFill>
          <a:blip r:embed="rId2"/>
          <a:stretch>
            <a:fillRect/>
          </a:stretch>
        </p:blipFill>
        <p:spPr>
          <a:xfrm>
            <a:off x="1381355" y="365760"/>
            <a:ext cx="9426115" cy="5651190"/>
          </a:xfrm>
          <a:prstGeom prst="rect">
            <a:avLst/>
          </a:prstGeom>
        </p:spPr>
      </p:pic>
      <p:sp>
        <p:nvSpPr>
          <p:cNvPr id="2" name="TextBox 1">
            <a:extLst>
              <a:ext uri="{FF2B5EF4-FFF2-40B4-BE49-F238E27FC236}">
                <a16:creationId xmlns:a16="http://schemas.microsoft.com/office/drawing/2014/main" id="{75AE6DA2-52D3-1C38-B760-3B84307F4BBF}"/>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6" name="Graphic 8">
            <a:extLst>
              <a:ext uri="{FF2B5EF4-FFF2-40B4-BE49-F238E27FC236}">
                <a16:creationId xmlns:a16="http://schemas.microsoft.com/office/drawing/2014/main" id="{87EFBD84-344D-95EF-DE3F-F6160168A24E}"/>
              </a:ext>
            </a:extLst>
          </p:cNvPr>
          <p:cNvGrpSpPr/>
          <p:nvPr userDrawn="1"/>
        </p:nvGrpSpPr>
        <p:grpSpPr>
          <a:xfrm>
            <a:off x="265625" y="6323271"/>
            <a:ext cx="1249223" cy="369648"/>
            <a:chOff x="265625" y="6323271"/>
            <a:chExt cx="1249223" cy="369648"/>
          </a:xfrm>
          <a:solidFill>
            <a:srgbClr val="000000"/>
          </a:solidFill>
        </p:grpSpPr>
        <p:grpSp>
          <p:nvGrpSpPr>
            <p:cNvPr id="7" name="Graphic 8">
              <a:extLst>
                <a:ext uri="{FF2B5EF4-FFF2-40B4-BE49-F238E27FC236}">
                  <a16:creationId xmlns:a16="http://schemas.microsoft.com/office/drawing/2014/main" id="{D9656C95-543D-8B11-107E-E47CCC79603F}"/>
                </a:ext>
              </a:extLst>
            </p:cNvPr>
            <p:cNvGrpSpPr/>
            <p:nvPr/>
          </p:nvGrpSpPr>
          <p:grpSpPr>
            <a:xfrm>
              <a:off x="745455" y="6594444"/>
              <a:ext cx="722662" cy="98475"/>
              <a:chOff x="745455" y="6594444"/>
              <a:chExt cx="722662" cy="98475"/>
            </a:xfrm>
            <a:solidFill>
              <a:srgbClr val="000000"/>
            </a:solidFill>
          </p:grpSpPr>
          <p:sp>
            <p:nvSpPr>
              <p:cNvPr id="19" name="Freeform 49">
                <a:extLst>
                  <a:ext uri="{FF2B5EF4-FFF2-40B4-BE49-F238E27FC236}">
                    <a16:creationId xmlns:a16="http://schemas.microsoft.com/office/drawing/2014/main" id="{A7B82701-0FDD-9029-8E99-1E22C10A5C6D}"/>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20" name="Freeform 50">
                <a:extLst>
                  <a:ext uri="{FF2B5EF4-FFF2-40B4-BE49-F238E27FC236}">
                    <a16:creationId xmlns:a16="http://schemas.microsoft.com/office/drawing/2014/main" id="{E1A3DB7F-29F4-4BEA-E671-1D68F6B58536}"/>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21" name="Freeform 51">
                <a:extLst>
                  <a:ext uri="{FF2B5EF4-FFF2-40B4-BE49-F238E27FC236}">
                    <a16:creationId xmlns:a16="http://schemas.microsoft.com/office/drawing/2014/main" id="{A22E09E8-6DE3-AA3F-3F5D-36ABE11E037E}"/>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22" name="Freeform 52">
                <a:extLst>
                  <a:ext uri="{FF2B5EF4-FFF2-40B4-BE49-F238E27FC236}">
                    <a16:creationId xmlns:a16="http://schemas.microsoft.com/office/drawing/2014/main" id="{7A24911E-70C9-F02C-1964-9DFF5315CD9B}"/>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23" name="Freeform 53">
                <a:extLst>
                  <a:ext uri="{FF2B5EF4-FFF2-40B4-BE49-F238E27FC236}">
                    <a16:creationId xmlns:a16="http://schemas.microsoft.com/office/drawing/2014/main" id="{37BF3D16-6ACD-DA44-363A-8AC823B477F3}"/>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24" name="Freeform 54">
                <a:extLst>
                  <a:ext uri="{FF2B5EF4-FFF2-40B4-BE49-F238E27FC236}">
                    <a16:creationId xmlns:a16="http://schemas.microsoft.com/office/drawing/2014/main" id="{BE6417C8-BBF4-81F7-A0DD-24EB7EFBFE39}"/>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25" name="Freeform 55">
                <a:extLst>
                  <a:ext uri="{FF2B5EF4-FFF2-40B4-BE49-F238E27FC236}">
                    <a16:creationId xmlns:a16="http://schemas.microsoft.com/office/drawing/2014/main" id="{B4A4279D-68E4-8B6F-E581-236E464E40FE}"/>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26" name="Freeform 56">
                <a:extLst>
                  <a:ext uri="{FF2B5EF4-FFF2-40B4-BE49-F238E27FC236}">
                    <a16:creationId xmlns:a16="http://schemas.microsoft.com/office/drawing/2014/main" id="{F697AECC-1861-AE33-EE4E-BCE1A815D26F}"/>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27" name="Freeform 57">
                <a:extLst>
                  <a:ext uri="{FF2B5EF4-FFF2-40B4-BE49-F238E27FC236}">
                    <a16:creationId xmlns:a16="http://schemas.microsoft.com/office/drawing/2014/main" id="{C0525938-7872-C849-6A48-7C9C0C25C1EC}"/>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28" name="Freeform 58">
                <a:extLst>
                  <a:ext uri="{FF2B5EF4-FFF2-40B4-BE49-F238E27FC236}">
                    <a16:creationId xmlns:a16="http://schemas.microsoft.com/office/drawing/2014/main" id="{FA5A3834-0DE7-CB60-35E5-22D79CB88609}"/>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8" name="Graphic 8">
              <a:extLst>
                <a:ext uri="{FF2B5EF4-FFF2-40B4-BE49-F238E27FC236}">
                  <a16:creationId xmlns:a16="http://schemas.microsoft.com/office/drawing/2014/main" id="{BA3AC9DE-BCBF-E496-55E8-B706E2AFEA9B}"/>
                </a:ext>
              </a:extLst>
            </p:cNvPr>
            <p:cNvGrpSpPr/>
            <p:nvPr/>
          </p:nvGrpSpPr>
          <p:grpSpPr>
            <a:xfrm>
              <a:off x="265625" y="6323271"/>
              <a:ext cx="1249223" cy="190348"/>
              <a:chOff x="265625" y="6323271"/>
              <a:chExt cx="1249223" cy="190348"/>
            </a:xfrm>
            <a:solidFill>
              <a:srgbClr val="000000"/>
            </a:solidFill>
          </p:grpSpPr>
          <p:sp>
            <p:nvSpPr>
              <p:cNvPr id="10" name="Freeform 60">
                <a:extLst>
                  <a:ext uri="{FF2B5EF4-FFF2-40B4-BE49-F238E27FC236}">
                    <a16:creationId xmlns:a16="http://schemas.microsoft.com/office/drawing/2014/main" id="{3B9321B5-FF9F-F279-FAB5-2A3C476536A9}"/>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13" name="Freeform 61">
                <a:extLst>
                  <a:ext uri="{FF2B5EF4-FFF2-40B4-BE49-F238E27FC236}">
                    <a16:creationId xmlns:a16="http://schemas.microsoft.com/office/drawing/2014/main" id="{67AC7DF2-D051-44A4-8593-C53748DBA882}"/>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14" name="Freeform 62">
                <a:extLst>
                  <a:ext uri="{FF2B5EF4-FFF2-40B4-BE49-F238E27FC236}">
                    <a16:creationId xmlns:a16="http://schemas.microsoft.com/office/drawing/2014/main" id="{C7EF40A0-69C9-4C10-1242-C502242CD4E3}"/>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15" name="Freeform 63">
                <a:extLst>
                  <a:ext uri="{FF2B5EF4-FFF2-40B4-BE49-F238E27FC236}">
                    <a16:creationId xmlns:a16="http://schemas.microsoft.com/office/drawing/2014/main" id="{6F20B51A-FCBD-2B3E-53A3-9ACB9196A268}"/>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16" name="Freeform 64">
                <a:extLst>
                  <a:ext uri="{FF2B5EF4-FFF2-40B4-BE49-F238E27FC236}">
                    <a16:creationId xmlns:a16="http://schemas.microsoft.com/office/drawing/2014/main" id="{DBDA56D6-EEA4-C40A-3200-D843DFA23D2C}"/>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17" name="Freeform 65">
                <a:extLst>
                  <a:ext uri="{FF2B5EF4-FFF2-40B4-BE49-F238E27FC236}">
                    <a16:creationId xmlns:a16="http://schemas.microsoft.com/office/drawing/2014/main" id="{B8422E84-A38D-22FE-8238-51651BA7FA5B}"/>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18" name="Freeform 66">
                <a:extLst>
                  <a:ext uri="{FF2B5EF4-FFF2-40B4-BE49-F238E27FC236}">
                    <a16:creationId xmlns:a16="http://schemas.microsoft.com/office/drawing/2014/main" id="{CE857AA0-5594-39A8-04E9-4842D5E7D5BC}"/>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3" name="TextBox 2">
            <a:extLst>
              <a:ext uri="{FF2B5EF4-FFF2-40B4-BE49-F238E27FC236}">
                <a16:creationId xmlns:a16="http://schemas.microsoft.com/office/drawing/2014/main" id="{42F28B57-8777-0EF5-2660-00FF91A1062C}"/>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26221274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80.xml><?xml version="1.0" encoding="utf-8"?>
<p:sldLayout xmlns:a="http://schemas.openxmlformats.org/drawingml/2006/main" xmlns:r="http://schemas.openxmlformats.org/officeDocument/2006/relationships" xmlns:p="http://schemas.openxmlformats.org/presentationml/2006/main" showMasterSp="0" preserve="1">
  <p:cSld name="Thank You / Closing - Leaf">
    <p:spTree>
      <p:nvGrpSpPr>
        <p:cNvPr id="1" name=""/>
        <p:cNvGrpSpPr/>
        <p:nvPr/>
      </p:nvGrpSpPr>
      <p:grpSpPr>
        <a:xfrm>
          <a:off x="0" y="0"/>
          <a:ext cx="0" cy="0"/>
          <a:chOff x="0" y="0"/>
          <a:chExt cx="0" cy="0"/>
        </a:xfrm>
      </p:grpSpPr>
      <p:sp>
        <p:nvSpPr>
          <p:cNvPr id="49" name="Freeform: Shape 48">
            <a:extLst>
              <a:ext uri="{FF2B5EF4-FFF2-40B4-BE49-F238E27FC236}">
                <a16:creationId xmlns:a16="http://schemas.microsoft.com/office/drawing/2014/main" id="{56DE6961-EE11-6DE7-194F-886ED937142D}"/>
              </a:ext>
            </a:extLst>
          </p:cNvPr>
          <p:cNvSpPr/>
          <p:nvPr/>
        </p:nvSpPr>
        <p:spPr>
          <a:xfrm>
            <a:off x="0" y="0"/>
            <a:ext cx="6635783" cy="4452826"/>
          </a:xfrm>
          <a:custGeom>
            <a:avLst/>
            <a:gdLst>
              <a:gd name="connsiteX0" fmla="*/ 0 w 6635783"/>
              <a:gd name="connsiteY0" fmla="*/ 0 h 4452826"/>
              <a:gd name="connsiteX1" fmla="*/ 6635783 w 6635783"/>
              <a:gd name="connsiteY1" fmla="*/ 0 h 4452826"/>
              <a:gd name="connsiteX2" fmla="*/ 2550426 w 6635783"/>
              <a:gd name="connsiteY2" fmla="*/ 4085358 h 4452826"/>
              <a:gd name="connsiteX3" fmla="*/ 1663310 w 6635783"/>
              <a:gd name="connsiteY3" fmla="*/ 4452826 h 4452826"/>
              <a:gd name="connsiteX4" fmla="*/ 0 w 6635783"/>
              <a:gd name="connsiteY4" fmla="*/ 4452826 h 44528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635783" h="4452826">
                <a:moveTo>
                  <a:pt x="0" y="0"/>
                </a:moveTo>
                <a:lnTo>
                  <a:pt x="6635783" y="0"/>
                </a:lnTo>
                <a:lnTo>
                  <a:pt x="2550426" y="4085358"/>
                </a:lnTo>
                <a:cubicBezTo>
                  <a:pt x="2315128" y="4320656"/>
                  <a:pt x="1996025" y="4452826"/>
                  <a:pt x="1663310" y="4452826"/>
                </a:cubicBezTo>
                <a:lnTo>
                  <a:pt x="0" y="4452826"/>
                </a:lnTo>
                <a:close/>
              </a:path>
            </a:pathLst>
          </a:custGeom>
          <a:gradFill>
            <a:gsLst>
              <a:gs pos="12000">
                <a:srgbClr val="61A30E"/>
              </a:gs>
              <a:gs pos="85000">
                <a:srgbClr val="0095C4"/>
              </a:gs>
            </a:gsLst>
            <a:lin ang="18899976" scaled="1"/>
          </a:gradFill>
          <a:ln w="0" cap="flat">
            <a:noFill/>
            <a:prstDash val="solid"/>
            <a:miter/>
          </a:ln>
        </p:spPr>
        <p:txBody>
          <a:bodyPr rtlCol="0" anchor="ctr"/>
          <a:lstStyle/>
          <a:p>
            <a:endParaRPr lang="en-US" dirty="0"/>
          </a:p>
        </p:txBody>
      </p:sp>
      <p:sp>
        <p:nvSpPr>
          <p:cNvPr id="55" name="Freeform: Shape 54">
            <a:extLst>
              <a:ext uri="{FF2B5EF4-FFF2-40B4-BE49-F238E27FC236}">
                <a16:creationId xmlns:a16="http://schemas.microsoft.com/office/drawing/2014/main" id="{F8F365AF-9910-BF20-6CFB-24D4C0928B4D}"/>
              </a:ext>
            </a:extLst>
          </p:cNvPr>
          <p:cNvSpPr/>
          <p:nvPr/>
        </p:nvSpPr>
        <p:spPr>
          <a:xfrm>
            <a:off x="0" y="0"/>
            <a:ext cx="12188827" cy="6858000"/>
          </a:xfrm>
          <a:custGeom>
            <a:avLst/>
            <a:gdLst>
              <a:gd name="connsiteX0" fmla="*/ 8298300 w 12219884"/>
              <a:gd name="connsiteY0" fmla="*/ 0 h 6858000"/>
              <a:gd name="connsiteX1" fmla="*/ 12219884 w 12219884"/>
              <a:gd name="connsiteY1" fmla="*/ 0 h 6858000"/>
              <a:gd name="connsiteX2" fmla="*/ 12219884 w 12219884"/>
              <a:gd name="connsiteY2" fmla="*/ 6858000 h 6858000"/>
              <a:gd name="connsiteX3" fmla="*/ 0 w 12219884"/>
              <a:gd name="connsiteY3" fmla="*/ 6858000 h 6858000"/>
              <a:gd name="connsiteX4" fmla="*/ 0 w 12219884"/>
              <a:gd name="connsiteY4" fmla="*/ 5087251 h 6858000"/>
              <a:gd name="connsiteX5" fmla="*/ 2577461 w 12219884"/>
              <a:gd name="connsiteY5" fmla="*/ 5085576 h 6858000"/>
              <a:gd name="connsiteX6" fmla="*/ 3686387 w 12219884"/>
              <a:gd name="connsiteY6" fmla="*/ 462627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19884" h="6858000">
                <a:moveTo>
                  <a:pt x="8298300" y="0"/>
                </a:moveTo>
                <a:lnTo>
                  <a:pt x="12219884" y="0"/>
                </a:lnTo>
                <a:lnTo>
                  <a:pt x="12219884" y="6858000"/>
                </a:lnTo>
                <a:lnTo>
                  <a:pt x="0" y="6858000"/>
                </a:lnTo>
                <a:lnTo>
                  <a:pt x="0" y="5087251"/>
                </a:lnTo>
                <a:lnTo>
                  <a:pt x="2577461" y="5085576"/>
                </a:lnTo>
                <a:cubicBezTo>
                  <a:pt x="2993418" y="5085576"/>
                  <a:pt x="3392312" y="4920346"/>
                  <a:pt x="3686387" y="4626273"/>
                </a:cubicBezTo>
                <a:close/>
              </a:path>
            </a:pathLst>
          </a:custGeom>
          <a:solidFill>
            <a:schemeClr val="bg1"/>
          </a:solidFill>
          <a:ln w="0" cap="flat">
            <a:noFill/>
            <a:prstDash val="solid"/>
            <a:miter/>
          </a:ln>
          <a:effectLst/>
        </p:spPr>
        <p:txBody>
          <a:bodyPr rtlCol="0" anchor="ctr"/>
          <a:lstStyle/>
          <a:p>
            <a:endParaRPr lang="en-US" dirty="0"/>
          </a:p>
        </p:txBody>
      </p:sp>
      <p:sp>
        <p:nvSpPr>
          <p:cNvPr id="10" name="TextBox 9">
            <a:extLst>
              <a:ext uri="{FF2B5EF4-FFF2-40B4-BE49-F238E27FC236}">
                <a16:creationId xmlns:a16="http://schemas.microsoft.com/office/drawing/2014/main" id="{01F07DE2-A4BE-3B43-A385-D616B948566C}"/>
              </a:ext>
            </a:extLst>
          </p:cNvPr>
          <p:cNvSpPr txBox="1"/>
          <p:nvPr/>
        </p:nvSpPr>
        <p:spPr>
          <a:xfrm>
            <a:off x="7122912" y="4133697"/>
            <a:ext cx="3585557" cy="692497"/>
          </a:xfrm>
          <a:prstGeom prst="rect">
            <a:avLst/>
          </a:prstGeom>
        </p:spPr>
        <p:txBody>
          <a:bodyPr wrap="square" lIns="0" tIns="0" rIns="0" bIns="0" rtlCol="0">
            <a:spAutoFit/>
          </a:bodyPr>
          <a:lstStyle/>
          <a:p>
            <a:pPr algn="r" defTabSz="914400" rtl="0" eaLnBrk="1" latinLnBrk="0" hangingPunct="1">
              <a:lnSpc>
                <a:spcPct val="90000"/>
              </a:lnSpc>
              <a:spcBef>
                <a:spcPct val="0"/>
              </a:spcBef>
              <a:spcAft>
                <a:spcPts val="600"/>
              </a:spcAft>
              <a:buNone/>
            </a:pPr>
            <a:r>
              <a:rPr lang="en-US" sz="5000" b="0" kern="1200" cap="none" baseline="0" dirty="0">
                <a:solidFill>
                  <a:schemeClr val="accent2"/>
                </a:solidFill>
                <a:latin typeface="+mj-lt"/>
                <a:ea typeface="+mj-ea"/>
                <a:cs typeface="+mj-cs"/>
              </a:rPr>
              <a:t>Thank You</a:t>
            </a:r>
          </a:p>
        </p:txBody>
      </p:sp>
      <p:grpSp>
        <p:nvGrpSpPr>
          <p:cNvPr id="11" name="Graphic 8">
            <a:extLst>
              <a:ext uri="{FF2B5EF4-FFF2-40B4-BE49-F238E27FC236}">
                <a16:creationId xmlns:a16="http://schemas.microsoft.com/office/drawing/2014/main" id="{6CCAFF07-C864-65F7-E8B7-2C5633311999}"/>
              </a:ext>
            </a:extLst>
          </p:cNvPr>
          <p:cNvGrpSpPr/>
          <p:nvPr/>
        </p:nvGrpSpPr>
        <p:grpSpPr>
          <a:xfrm>
            <a:off x="265625" y="6323271"/>
            <a:ext cx="1249223" cy="369648"/>
            <a:chOff x="265625" y="6323271"/>
            <a:chExt cx="1249223" cy="369648"/>
          </a:xfrm>
          <a:solidFill>
            <a:srgbClr val="000000"/>
          </a:solidFill>
        </p:grpSpPr>
        <p:grpSp>
          <p:nvGrpSpPr>
            <p:cNvPr id="12" name="Graphic 8">
              <a:extLst>
                <a:ext uri="{FF2B5EF4-FFF2-40B4-BE49-F238E27FC236}">
                  <a16:creationId xmlns:a16="http://schemas.microsoft.com/office/drawing/2014/main" id="{AE286926-0755-5C11-7A0A-71094C615B03}"/>
                </a:ext>
              </a:extLst>
            </p:cNvPr>
            <p:cNvGrpSpPr/>
            <p:nvPr/>
          </p:nvGrpSpPr>
          <p:grpSpPr>
            <a:xfrm>
              <a:off x="745455" y="6594444"/>
              <a:ext cx="722662" cy="98475"/>
              <a:chOff x="745455" y="6594444"/>
              <a:chExt cx="722662" cy="98475"/>
            </a:xfrm>
            <a:solidFill>
              <a:srgbClr val="000000"/>
            </a:solidFill>
          </p:grpSpPr>
          <p:sp>
            <p:nvSpPr>
              <p:cNvPr id="23" name="Freeform 22">
                <a:extLst>
                  <a:ext uri="{FF2B5EF4-FFF2-40B4-BE49-F238E27FC236}">
                    <a16:creationId xmlns:a16="http://schemas.microsoft.com/office/drawing/2014/main" id="{41302BC0-EF33-69DC-5657-3D7BE117EB0F}"/>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24" name="Freeform 23">
                <a:extLst>
                  <a:ext uri="{FF2B5EF4-FFF2-40B4-BE49-F238E27FC236}">
                    <a16:creationId xmlns:a16="http://schemas.microsoft.com/office/drawing/2014/main" id="{BEAD69D2-73E4-A144-E3E4-00652D470A7C}"/>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25" name="Freeform 24">
                <a:extLst>
                  <a:ext uri="{FF2B5EF4-FFF2-40B4-BE49-F238E27FC236}">
                    <a16:creationId xmlns:a16="http://schemas.microsoft.com/office/drawing/2014/main" id="{1D44DE0F-E65D-8F5E-DDB1-448E05AF8B4D}"/>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26" name="Freeform 25">
                <a:extLst>
                  <a:ext uri="{FF2B5EF4-FFF2-40B4-BE49-F238E27FC236}">
                    <a16:creationId xmlns:a16="http://schemas.microsoft.com/office/drawing/2014/main" id="{300A7CEA-47C8-F052-0ABC-CC3EB17C99C8}"/>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27" name="Freeform 26">
                <a:extLst>
                  <a:ext uri="{FF2B5EF4-FFF2-40B4-BE49-F238E27FC236}">
                    <a16:creationId xmlns:a16="http://schemas.microsoft.com/office/drawing/2014/main" id="{B263CA39-11CD-CCFC-8658-51B68E806BF2}"/>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28" name="Freeform 27">
                <a:extLst>
                  <a:ext uri="{FF2B5EF4-FFF2-40B4-BE49-F238E27FC236}">
                    <a16:creationId xmlns:a16="http://schemas.microsoft.com/office/drawing/2014/main" id="{454151A7-9F9E-00A6-12C4-7BF08E75C919}"/>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29" name="Freeform 28">
                <a:extLst>
                  <a:ext uri="{FF2B5EF4-FFF2-40B4-BE49-F238E27FC236}">
                    <a16:creationId xmlns:a16="http://schemas.microsoft.com/office/drawing/2014/main" id="{1677C85A-569D-FF5C-4327-E5F7B4ABB32F}"/>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30" name="Freeform 29">
                <a:extLst>
                  <a:ext uri="{FF2B5EF4-FFF2-40B4-BE49-F238E27FC236}">
                    <a16:creationId xmlns:a16="http://schemas.microsoft.com/office/drawing/2014/main" id="{E88D3A2E-3EBA-D825-F133-2DE36CA58E51}"/>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31" name="Freeform 30">
                <a:extLst>
                  <a:ext uri="{FF2B5EF4-FFF2-40B4-BE49-F238E27FC236}">
                    <a16:creationId xmlns:a16="http://schemas.microsoft.com/office/drawing/2014/main" id="{3803B19A-69EA-855A-98FD-BD1186959E33}"/>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32" name="Freeform 31">
                <a:extLst>
                  <a:ext uri="{FF2B5EF4-FFF2-40B4-BE49-F238E27FC236}">
                    <a16:creationId xmlns:a16="http://schemas.microsoft.com/office/drawing/2014/main" id="{EBFA825D-97CB-A8C0-AFB9-8046277D8437}"/>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15" name="Graphic 8">
              <a:extLst>
                <a:ext uri="{FF2B5EF4-FFF2-40B4-BE49-F238E27FC236}">
                  <a16:creationId xmlns:a16="http://schemas.microsoft.com/office/drawing/2014/main" id="{3A2519BE-9221-F0E4-149B-1E0F287B15F2}"/>
                </a:ext>
              </a:extLst>
            </p:cNvPr>
            <p:cNvGrpSpPr/>
            <p:nvPr/>
          </p:nvGrpSpPr>
          <p:grpSpPr>
            <a:xfrm>
              <a:off x="265625" y="6323271"/>
              <a:ext cx="1249223" cy="190348"/>
              <a:chOff x="265625" y="6323271"/>
              <a:chExt cx="1249223" cy="190348"/>
            </a:xfrm>
            <a:solidFill>
              <a:srgbClr val="000000"/>
            </a:solidFill>
          </p:grpSpPr>
          <p:sp>
            <p:nvSpPr>
              <p:cNvPr id="16" name="Freeform 15">
                <a:extLst>
                  <a:ext uri="{FF2B5EF4-FFF2-40B4-BE49-F238E27FC236}">
                    <a16:creationId xmlns:a16="http://schemas.microsoft.com/office/drawing/2014/main" id="{E24DA16D-AFE1-058B-85D1-9EA36D66A8EC}"/>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17" name="Freeform 16">
                <a:extLst>
                  <a:ext uri="{FF2B5EF4-FFF2-40B4-BE49-F238E27FC236}">
                    <a16:creationId xmlns:a16="http://schemas.microsoft.com/office/drawing/2014/main" id="{55335D38-CD27-91AC-1D9C-2ECBE6EA600D}"/>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18" name="Freeform 17">
                <a:extLst>
                  <a:ext uri="{FF2B5EF4-FFF2-40B4-BE49-F238E27FC236}">
                    <a16:creationId xmlns:a16="http://schemas.microsoft.com/office/drawing/2014/main" id="{93057BCE-C1E5-5093-0F75-68335E992A19}"/>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19" name="Freeform 18">
                <a:extLst>
                  <a:ext uri="{FF2B5EF4-FFF2-40B4-BE49-F238E27FC236}">
                    <a16:creationId xmlns:a16="http://schemas.microsoft.com/office/drawing/2014/main" id="{7CA24CC9-729F-DCB8-F923-0F15F8C91888}"/>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20" name="Freeform 19">
                <a:extLst>
                  <a:ext uri="{FF2B5EF4-FFF2-40B4-BE49-F238E27FC236}">
                    <a16:creationId xmlns:a16="http://schemas.microsoft.com/office/drawing/2014/main" id="{BAE7E7AF-181B-E7F5-FE78-4DDD4C4C35B5}"/>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21" name="Freeform 20">
                <a:extLst>
                  <a:ext uri="{FF2B5EF4-FFF2-40B4-BE49-F238E27FC236}">
                    <a16:creationId xmlns:a16="http://schemas.microsoft.com/office/drawing/2014/main" id="{5473C35A-2B1B-B305-B605-0C9EA6533ED6}"/>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22" name="Freeform 21">
                <a:extLst>
                  <a:ext uri="{FF2B5EF4-FFF2-40B4-BE49-F238E27FC236}">
                    <a16:creationId xmlns:a16="http://schemas.microsoft.com/office/drawing/2014/main" id="{150F0538-4DA7-4B39-5875-633FB6643611}"/>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2" name="Freeform: Shape 1">
            <a:extLst>
              <a:ext uri="{FF2B5EF4-FFF2-40B4-BE49-F238E27FC236}">
                <a16:creationId xmlns:a16="http://schemas.microsoft.com/office/drawing/2014/main" id="{1C5EE576-7D35-4E9E-7E82-8116BB430A44}"/>
              </a:ext>
            </a:extLst>
          </p:cNvPr>
          <p:cNvSpPr/>
          <p:nvPr/>
        </p:nvSpPr>
        <p:spPr>
          <a:xfrm>
            <a:off x="0" y="0"/>
            <a:ext cx="8366346" cy="5149879"/>
          </a:xfrm>
          <a:custGeom>
            <a:avLst/>
            <a:gdLst>
              <a:gd name="connsiteX0" fmla="*/ 8300010 w 8406233"/>
              <a:gd name="connsiteY0" fmla="*/ 0 h 5164293"/>
              <a:gd name="connsiteX1" fmla="*/ 8406233 w 8406233"/>
              <a:gd name="connsiteY1" fmla="*/ 0 h 5164293"/>
              <a:gd name="connsiteX2" fmla="*/ 3739706 w 8406233"/>
              <a:gd name="connsiteY2" fmla="*/ 4681182 h 5164293"/>
              <a:gd name="connsiteX3" fmla="*/ 2577461 w 8406233"/>
              <a:gd name="connsiteY3" fmla="*/ 5162629 h 5164293"/>
              <a:gd name="connsiteX4" fmla="*/ 0 w 8406233"/>
              <a:gd name="connsiteY4" fmla="*/ 5164293 h 5164293"/>
              <a:gd name="connsiteX5" fmla="*/ 0 w 8406233"/>
              <a:gd name="connsiteY5" fmla="*/ 5088966 h 5164293"/>
              <a:gd name="connsiteX6" fmla="*/ 2577461 w 8406233"/>
              <a:gd name="connsiteY6" fmla="*/ 5087291 h 5164293"/>
              <a:gd name="connsiteX7" fmla="*/ 3686388 w 8406233"/>
              <a:gd name="connsiteY7" fmla="*/ 4627988 h 51642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406233" h="5164293">
                <a:moveTo>
                  <a:pt x="8300010" y="0"/>
                </a:moveTo>
                <a:lnTo>
                  <a:pt x="8406233" y="0"/>
                </a:lnTo>
                <a:lnTo>
                  <a:pt x="3739706" y="4681182"/>
                </a:lnTo>
                <a:cubicBezTo>
                  <a:pt x="3429197" y="4991691"/>
                  <a:pt x="3016440" y="5162629"/>
                  <a:pt x="2577461" y="5162629"/>
                </a:cubicBezTo>
                <a:lnTo>
                  <a:pt x="0" y="5164293"/>
                </a:lnTo>
                <a:lnTo>
                  <a:pt x="0" y="5088966"/>
                </a:lnTo>
                <a:lnTo>
                  <a:pt x="2577461" y="5087291"/>
                </a:lnTo>
                <a:cubicBezTo>
                  <a:pt x="2993418" y="5087291"/>
                  <a:pt x="3392312" y="4922061"/>
                  <a:pt x="3686388" y="4627988"/>
                </a:cubicBezTo>
                <a:close/>
              </a:path>
            </a:pathLst>
          </a:custGeom>
          <a:gradFill>
            <a:gsLst>
              <a:gs pos="31000">
                <a:srgbClr val="0095C4"/>
              </a:gs>
              <a:gs pos="94000">
                <a:schemeClr val="accent4"/>
              </a:gs>
            </a:gsLst>
            <a:lin ang="0" scaled="1"/>
          </a:gradFill>
          <a:ln w="0" cap="flat">
            <a:noFill/>
            <a:prstDash val="solid"/>
            <a:miter/>
          </a:ln>
        </p:spPr>
        <p:txBody>
          <a:bodyPr rtlCol="0" anchor="ctr"/>
          <a:lstStyle/>
          <a:p>
            <a:endParaRPr lang="en-US" dirty="0"/>
          </a:p>
        </p:txBody>
      </p:sp>
      <p:sp>
        <p:nvSpPr>
          <p:cNvPr id="34" name="Freeform: Shape 1">
            <a:extLst>
              <a:ext uri="{FF2B5EF4-FFF2-40B4-BE49-F238E27FC236}">
                <a16:creationId xmlns:a16="http://schemas.microsoft.com/office/drawing/2014/main" id="{1C5EE576-7D35-4E9E-7E82-8116BB430A44}"/>
              </a:ext>
            </a:extLst>
          </p:cNvPr>
          <p:cNvSpPr/>
          <p:nvPr userDrawn="1"/>
        </p:nvSpPr>
        <p:spPr>
          <a:xfrm>
            <a:off x="0" y="0"/>
            <a:ext cx="8366346" cy="5149879"/>
          </a:xfrm>
          <a:custGeom>
            <a:avLst/>
            <a:gdLst>
              <a:gd name="connsiteX0" fmla="*/ 8300010 w 8406233"/>
              <a:gd name="connsiteY0" fmla="*/ 0 h 5164293"/>
              <a:gd name="connsiteX1" fmla="*/ 8406233 w 8406233"/>
              <a:gd name="connsiteY1" fmla="*/ 0 h 5164293"/>
              <a:gd name="connsiteX2" fmla="*/ 3739706 w 8406233"/>
              <a:gd name="connsiteY2" fmla="*/ 4681182 h 5164293"/>
              <a:gd name="connsiteX3" fmla="*/ 2577461 w 8406233"/>
              <a:gd name="connsiteY3" fmla="*/ 5162629 h 5164293"/>
              <a:gd name="connsiteX4" fmla="*/ 0 w 8406233"/>
              <a:gd name="connsiteY4" fmla="*/ 5164293 h 5164293"/>
              <a:gd name="connsiteX5" fmla="*/ 0 w 8406233"/>
              <a:gd name="connsiteY5" fmla="*/ 5088966 h 5164293"/>
              <a:gd name="connsiteX6" fmla="*/ 2577461 w 8406233"/>
              <a:gd name="connsiteY6" fmla="*/ 5087291 h 5164293"/>
              <a:gd name="connsiteX7" fmla="*/ 3686388 w 8406233"/>
              <a:gd name="connsiteY7" fmla="*/ 4627988 h 51642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406233" h="5164293">
                <a:moveTo>
                  <a:pt x="8300010" y="0"/>
                </a:moveTo>
                <a:lnTo>
                  <a:pt x="8406233" y="0"/>
                </a:lnTo>
                <a:lnTo>
                  <a:pt x="3739706" y="4681182"/>
                </a:lnTo>
                <a:cubicBezTo>
                  <a:pt x="3429197" y="4991691"/>
                  <a:pt x="3016440" y="5162629"/>
                  <a:pt x="2577461" y="5162629"/>
                </a:cubicBezTo>
                <a:lnTo>
                  <a:pt x="0" y="5164293"/>
                </a:lnTo>
                <a:lnTo>
                  <a:pt x="0" y="5088966"/>
                </a:lnTo>
                <a:lnTo>
                  <a:pt x="2577461" y="5087291"/>
                </a:lnTo>
                <a:cubicBezTo>
                  <a:pt x="2993418" y="5087291"/>
                  <a:pt x="3392312" y="4922061"/>
                  <a:pt x="3686388" y="4627988"/>
                </a:cubicBezTo>
                <a:close/>
              </a:path>
            </a:pathLst>
          </a:custGeom>
          <a:gradFill>
            <a:gsLst>
              <a:gs pos="31000">
                <a:srgbClr val="0095C4"/>
              </a:gs>
              <a:gs pos="94000">
                <a:schemeClr val="accent4"/>
              </a:gs>
            </a:gsLst>
            <a:lin ang="0" scaled="1"/>
          </a:gradFill>
          <a:ln w="0" cap="flat">
            <a:noFill/>
            <a:prstDash val="solid"/>
            <a:miter/>
          </a:ln>
        </p:spPr>
        <p:txBody>
          <a:bodyPr rtlCol="0" anchor="ctr"/>
          <a:lstStyle/>
          <a:p>
            <a:endParaRPr lang="en-US" dirty="0"/>
          </a:p>
        </p:txBody>
      </p:sp>
      <p:sp>
        <p:nvSpPr>
          <p:cNvPr id="3" name="TextBox 2">
            <a:extLst>
              <a:ext uri="{FF2B5EF4-FFF2-40B4-BE49-F238E27FC236}">
                <a16:creationId xmlns:a16="http://schemas.microsoft.com/office/drawing/2014/main" id="{73C0D969-A405-CD2A-A392-B917B8B613B7}"/>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11000389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81.xml><?xml version="1.0" encoding="utf-8"?>
<p:sldLayout xmlns:a="http://schemas.openxmlformats.org/drawingml/2006/main" xmlns:r="http://schemas.openxmlformats.org/officeDocument/2006/relationships" xmlns:p="http://schemas.openxmlformats.org/presentationml/2006/main" showMasterSp="0" preserve="1">
  <p:cSld name="Thank You / Closing - Aqua">
    <p:spTree>
      <p:nvGrpSpPr>
        <p:cNvPr id="1" name=""/>
        <p:cNvGrpSpPr/>
        <p:nvPr/>
      </p:nvGrpSpPr>
      <p:grpSpPr>
        <a:xfrm>
          <a:off x="0" y="0"/>
          <a:ext cx="0" cy="0"/>
          <a:chOff x="0" y="0"/>
          <a:chExt cx="0" cy="0"/>
        </a:xfrm>
      </p:grpSpPr>
      <p:sp>
        <p:nvSpPr>
          <p:cNvPr id="14" name="Freeform: Shape 13">
            <a:extLst>
              <a:ext uri="{FF2B5EF4-FFF2-40B4-BE49-F238E27FC236}">
                <a16:creationId xmlns:a16="http://schemas.microsoft.com/office/drawing/2014/main" id="{11BDF268-11B0-0052-054F-E2A7324524A8}"/>
              </a:ext>
            </a:extLst>
          </p:cNvPr>
          <p:cNvSpPr/>
          <p:nvPr/>
        </p:nvSpPr>
        <p:spPr>
          <a:xfrm>
            <a:off x="0" y="0"/>
            <a:ext cx="6635783" cy="4452826"/>
          </a:xfrm>
          <a:custGeom>
            <a:avLst/>
            <a:gdLst>
              <a:gd name="connsiteX0" fmla="*/ 0 w 6635783"/>
              <a:gd name="connsiteY0" fmla="*/ 0 h 4452826"/>
              <a:gd name="connsiteX1" fmla="*/ 6635783 w 6635783"/>
              <a:gd name="connsiteY1" fmla="*/ 0 h 4452826"/>
              <a:gd name="connsiteX2" fmla="*/ 2550426 w 6635783"/>
              <a:gd name="connsiteY2" fmla="*/ 4085358 h 4452826"/>
              <a:gd name="connsiteX3" fmla="*/ 1663310 w 6635783"/>
              <a:gd name="connsiteY3" fmla="*/ 4452826 h 4452826"/>
              <a:gd name="connsiteX4" fmla="*/ 0 w 6635783"/>
              <a:gd name="connsiteY4" fmla="*/ 4452826 h 44528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635783" h="4452826">
                <a:moveTo>
                  <a:pt x="0" y="0"/>
                </a:moveTo>
                <a:lnTo>
                  <a:pt x="6635783" y="0"/>
                </a:lnTo>
                <a:lnTo>
                  <a:pt x="2550426" y="4085358"/>
                </a:lnTo>
                <a:cubicBezTo>
                  <a:pt x="2315128" y="4320656"/>
                  <a:pt x="1996025" y="4452826"/>
                  <a:pt x="1663310" y="4452826"/>
                </a:cubicBezTo>
                <a:lnTo>
                  <a:pt x="0" y="4452826"/>
                </a:lnTo>
                <a:close/>
              </a:path>
            </a:pathLst>
          </a:custGeom>
          <a:gradFill>
            <a:gsLst>
              <a:gs pos="12000">
                <a:schemeClr val="accent2"/>
              </a:gs>
              <a:gs pos="85000">
                <a:srgbClr val="0095C4"/>
              </a:gs>
            </a:gsLst>
            <a:lin ang="18899976" scaled="1"/>
          </a:gradFill>
          <a:ln w="0" cap="flat">
            <a:noFill/>
            <a:prstDash val="solid"/>
            <a:miter/>
          </a:ln>
        </p:spPr>
        <p:txBody>
          <a:bodyPr rtlCol="0" anchor="ctr"/>
          <a:lstStyle/>
          <a:p>
            <a:endParaRPr lang="en-US" dirty="0"/>
          </a:p>
        </p:txBody>
      </p:sp>
      <p:sp>
        <p:nvSpPr>
          <p:cNvPr id="30" name="Freeform: Shape 29">
            <a:extLst>
              <a:ext uri="{FF2B5EF4-FFF2-40B4-BE49-F238E27FC236}">
                <a16:creationId xmlns:a16="http://schemas.microsoft.com/office/drawing/2014/main" id="{FFB6A110-E961-EB34-6F92-35210D5B70F6}"/>
              </a:ext>
            </a:extLst>
          </p:cNvPr>
          <p:cNvSpPr/>
          <p:nvPr/>
        </p:nvSpPr>
        <p:spPr>
          <a:xfrm>
            <a:off x="0" y="0"/>
            <a:ext cx="8366346" cy="5149879"/>
          </a:xfrm>
          <a:custGeom>
            <a:avLst/>
            <a:gdLst>
              <a:gd name="connsiteX0" fmla="*/ 8300010 w 8406233"/>
              <a:gd name="connsiteY0" fmla="*/ 0 h 5164293"/>
              <a:gd name="connsiteX1" fmla="*/ 8406233 w 8406233"/>
              <a:gd name="connsiteY1" fmla="*/ 0 h 5164293"/>
              <a:gd name="connsiteX2" fmla="*/ 3739706 w 8406233"/>
              <a:gd name="connsiteY2" fmla="*/ 4681182 h 5164293"/>
              <a:gd name="connsiteX3" fmla="*/ 2577461 w 8406233"/>
              <a:gd name="connsiteY3" fmla="*/ 5162629 h 5164293"/>
              <a:gd name="connsiteX4" fmla="*/ 0 w 8406233"/>
              <a:gd name="connsiteY4" fmla="*/ 5164293 h 5164293"/>
              <a:gd name="connsiteX5" fmla="*/ 0 w 8406233"/>
              <a:gd name="connsiteY5" fmla="*/ 5088966 h 5164293"/>
              <a:gd name="connsiteX6" fmla="*/ 2577461 w 8406233"/>
              <a:gd name="connsiteY6" fmla="*/ 5087291 h 5164293"/>
              <a:gd name="connsiteX7" fmla="*/ 3686388 w 8406233"/>
              <a:gd name="connsiteY7" fmla="*/ 4627988 h 51642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406233" h="5164293">
                <a:moveTo>
                  <a:pt x="8300010" y="0"/>
                </a:moveTo>
                <a:lnTo>
                  <a:pt x="8406233" y="0"/>
                </a:lnTo>
                <a:lnTo>
                  <a:pt x="3739706" y="4681182"/>
                </a:lnTo>
                <a:cubicBezTo>
                  <a:pt x="3429197" y="4991691"/>
                  <a:pt x="3016440" y="5162629"/>
                  <a:pt x="2577461" y="5162629"/>
                </a:cubicBezTo>
                <a:lnTo>
                  <a:pt x="0" y="5164293"/>
                </a:lnTo>
                <a:lnTo>
                  <a:pt x="0" y="5088966"/>
                </a:lnTo>
                <a:lnTo>
                  <a:pt x="2577461" y="5087291"/>
                </a:lnTo>
                <a:cubicBezTo>
                  <a:pt x="2993418" y="5087291"/>
                  <a:pt x="3392312" y="4922061"/>
                  <a:pt x="3686388" y="4627988"/>
                </a:cubicBezTo>
                <a:close/>
              </a:path>
            </a:pathLst>
          </a:custGeom>
          <a:gradFill>
            <a:gsLst>
              <a:gs pos="31000">
                <a:srgbClr val="0095C4"/>
              </a:gs>
              <a:gs pos="94000">
                <a:schemeClr val="accent2"/>
              </a:gs>
            </a:gsLst>
            <a:lin ang="0" scaled="1"/>
          </a:gradFill>
          <a:ln w="0" cap="flat">
            <a:noFill/>
            <a:prstDash val="solid"/>
            <a:miter/>
          </a:ln>
        </p:spPr>
        <p:txBody>
          <a:bodyPr rtlCol="0" anchor="ctr"/>
          <a:lstStyle/>
          <a:p>
            <a:endParaRPr lang="en-US" dirty="0"/>
          </a:p>
        </p:txBody>
      </p:sp>
      <p:sp>
        <p:nvSpPr>
          <p:cNvPr id="13" name="TextBox 12">
            <a:extLst>
              <a:ext uri="{FF2B5EF4-FFF2-40B4-BE49-F238E27FC236}">
                <a16:creationId xmlns:a16="http://schemas.microsoft.com/office/drawing/2014/main" id="{1BD12A38-34FF-DD48-95F6-31F5ED4772C8}"/>
              </a:ext>
            </a:extLst>
          </p:cNvPr>
          <p:cNvSpPr txBox="1"/>
          <p:nvPr/>
        </p:nvSpPr>
        <p:spPr>
          <a:xfrm>
            <a:off x="7122912" y="4133697"/>
            <a:ext cx="3585557" cy="692497"/>
          </a:xfrm>
          <a:prstGeom prst="rect">
            <a:avLst/>
          </a:prstGeom>
        </p:spPr>
        <p:txBody>
          <a:bodyPr wrap="square" lIns="0" tIns="0" rIns="0" bIns="0" rtlCol="0">
            <a:spAutoFit/>
          </a:bodyPr>
          <a:lstStyle/>
          <a:p>
            <a:pPr algn="r" defTabSz="914400" rtl="0" eaLnBrk="1" latinLnBrk="0" hangingPunct="1">
              <a:lnSpc>
                <a:spcPct val="90000"/>
              </a:lnSpc>
              <a:spcBef>
                <a:spcPct val="0"/>
              </a:spcBef>
              <a:spcAft>
                <a:spcPts val="600"/>
              </a:spcAft>
              <a:buNone/>
            </a:pPr>
            <a:r>
              <a:rPr lang="en-US" sz="5000" b="0" kern="1200" cap="none" baseline="0" dirty="0">
                <a:solidFill>
                  <a:schemeClr val="accent2"/>
                </a:solidFill>
                <a:latin typeface="+mj-lt"/>
                <a:ea typeface="+mj-ea"/>
                <a:cs typeface="+mj-cs"/>
              </a:rPr>
              <a:t>Thank You</a:t>
            </a:r>
          </a:p>
        </p:txBody>
      </p:sp>
      <p:sp>
        <p:nvSpPr>
          <p:cNvPr id="2" name="TextBox 1">
            <a:extLst>
              <a:ext uri="{FF2B5EF4-FFF2-40B4-BE49-F238E27FC236}">
                <a16:creationId xmlns:a16="http://schemas.microsoft.com/office/drawing/2014/main" id="{6870951A-A1C2-4343-3CAE-6020736681CC}"/>
              </a:ext>
            </a:extLst>
          </p:cNvPr>
          <p:cNvSpPr txBox="1"/>
          <p:nvPr/>
        </p:nvSpPr>
        <p:spPr>
          <a:xfrm>
            <a:off x="1645084" y="6461498"/>
            <a:ext cx="2806859" cy="125484"/>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Broadcom Proprietary and Confidential. Copyright © 2024 Broadcom.  </a:t>
            </a:r>
          </a:p>
        </p:txBody>
      </p:sp>
      <p:grpSp>
        <p:nvGrpSpPr>
          <p:cNvPr id="4" name="Graphic 8">
            <a:extLst>
              <a:ext uri="{FF2B5EF4-FFF2-40B4-BE49-F238E27FC236}">
                <a16:creationId xmlns:a16="http://schemas.microsoft.com/office/drawing/2014/main" id="{51193D83-E1DC-D884-497D-C36876692E8C}"/>
              </a:ext>
            </a:extLst>
          </p:cNvPr>
          <p:cNvGrpSpPr/>
          <p:nvPr/>
        </p:nvGrpSpPr>
        <p:grpSpPr>
          <a:xfrm>
            <a:off x="265625" y="6323271"/>
            <a:ext cx="1249223" cy="369648"/>
            <a:chOff x="265625" y="6323271"/>
            <a:chExt cx="1249223" cy="369648"/>
          </a:xfrm>
          <a:solidFill>
            <a:srgbClr val="000000"/>
          </a:solidFill>
        </p:grpSpPr>
        <p:grpSp>
          <p:nvGrpSpPr>
            <p:cNvPr id="5" name="Graphic 8">
              <a:extLst>
                <a:ext uri="{FF2B5EF4-FFF2-40B4-BE49-F238E27FC236}">
                  <a16:creationId xmlns:a16="http://schemas.microsoft.com/office/drawing/2014/main" id="{6288BEE3-23F3-B6B1-B482-0F9A9F569EA0}"/>
                </a:ext>
              </a:extLst>
            </p:cNvPr>
            <p:cNvGrpSpPr/>
            <p:nvPr/>
          </p:nvGrpSpPr>
          <p:grpSpPr>
            <a:xfrm>
              <a:off x="745455" y="6594444"/>
              <a:ext cx="722662" cy="98475"/>
              <a:chOff x="745455" y="6594444"/>
              <a:chExt cx="722662" cy="98475"/>
            </a:xfrm>
            <a:solidFill>
              <a:srgbClr val="000000"/>
            </a:solidFill>
          </p:grpSpPr>
          <p:sp>
            <p:nvSpPr>
              <p:cNvPr id="20" name="Freeform 19">
                <a:extLst>
                  <a:ext uri="{FF2B5EF4-FFF2-40B4-BE49-F238E27FC236}">
                    <a16:creationId xmlns:a16="http://schemas.microsoft.com/office/drawing/2014/main" id="{90DE5843-3B4A-E700-B0DB-5D9A3AD21F98}"/>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21" name="Freeform 20">
                <a:extLst>
                  <a:ext uri="{FF2B5EF4-FFF2-40B4-BE49-F238E27FC236}">
                    <a16:creationId xmlns:a16="http://schemas.microsoft.com/office/drawing/2014/main" id="{BDE397DD-E9E8-91B5-8C3B-45ED0D0B04B1}"/>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22" name="Freeform 21">
                <a:extLst>
                  <a:ext uri="{FF2B5EF4-FFF2-40B4-BE49-F238E27FC236}">
                    <a16:creationId xmlns:a16="http://schemas.microsoft.com/office/drawing/2014/main" id="{6E6BB379-A9C5-4D4D-9C59-B482A1CFFCF1}"/>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23" name="Freeform 22">
                <a:extLst>
                  <a:ext uri="{FF2B5EF4-FFF2-40B4-BE49-F238E27FC236}">
                    <a16:creationId xmlns:a16="http://schemas.microsoft.com/office/drawing/2014/main" id="{5BF377CA-F78E-1D05-7E30-F0B6B3DB3F06}"/>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24" name="Freeform 23">
                <a:extLst>
                  <a:ext uri="{FF2B5EF4-FFF2-40B4-BE49-F238E27FC236}">
                    <a16:creationId xmlns:a16="http://schemas.microsoft.com/office/drawing/2014/main" id="{8C25C045-0720-3CF6-0232-C3865968DD47}"/>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25" name="Freeform 24">
                <a:extLst>
                  <a:ext uri="{FF2B5EF4-FFF2-40B4-BE49-F238E27FC236}">
                    <a16:creationId xmlns:a16="http://schemas.microsoft.com/office/drawing/2014/main" id="{492D9964-F2E9-F1D3-0D41-4D1006001336}"/>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26" name="Freeform 25">
                <a:extLst>
                  <a:ext uri="{FF2B5EF4-FFF2-40B4-BE49-F238E27FC236}">
                    <a16:creationId xmlns:a16="http://schemas.microsoft.com/office/drawing/2014/main" id="{B018C7F5-E13A-499D-ABFD-F4667F22C046}"/>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27" name="Freeform 26">
                <a:extLst>
                  <a:ext uri="{FF2B5EF4-FFF2-40B4-BE49-F238E27FC236}">
                    <a16:creationId xmlns:a16="http://schemas.microsoft.com/office/drawing/2014/main" id="{0E76BD13-FD6A-3266-F187-4A6360DA733F}"/>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28" name="Freeform 27">
                <a:extLst>
                  <a:ext uri="{FF2B5EF4-FFF2-40B4-BE49-F238E27FC236}">
                    <a16:creationId xmlns:a16="http://schemas.microsoft.com/office/drawing/2014/main" id="{254CDF54-5CC7-42D5-FF3B-EA1A9615C9EB}"/>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29" name="Freeform 28">
                <a:extLst>
                  <a:ext uri="{FF2B5EF4-FFF2-40B4-BE49-F238E27FC236}">
                    <a16:creationId xmlns:a16="http://schemas.microsoft.com/office/drawing/2014/main" id="{CA008CD7-A5BA-D93B-24CF-53A3613EEB94}"/>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6" name="Graphic 8">
              <a:extLst>
                <a:ext uri="{FF2B5EF4-FFF2-40B4-BE49-F238E27FC236}">
                  <a16:creationId xmlns:a16="http://schemas.microsoft.com/office/drawing/2014/main" id="{0E16E021-24D5-689F-4C32-B7C3B76D27F1}"/>
                </a:ext>
              </a:extLst>
            </p:cNvPr>
            <p:cNvGrpSpPr/>
            <p:nvPr/>
          </p:nvGrpSpPr>
          <p:grpSpPr>
            <a:xfrm>
              <a:off x="265625" y="6323271"/>
              <a:ext cx="1249223" cy="190348"/>
              <a:chOff x="265625" y="6323271"/>
              <a:chExt cx="1249223" cy="190348"/>
            </a:xfrm>
            <a:solidFill>
              <a:srgbClr val="000000"/>
            </a:solidFill>
          </p:grpSpPr>
          <p:sp>
            <p:nvSpPr>
              <p:cNvPr id="7" name="Freeform 6">
                <a:extLst>
                  <a:ext uri="{FF2B5EF4-FFF2-40B4-BE49-F238E27FC236}">
                    <a16:creationId xmlns:a16="http://schemas.microsoft.com/office/drawing/2014/main" id="{E90104B9-EB0A-6BF7-8DA0-69BE6F5CEC54}"/>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8" name="Freeform 7">
                <a:extLst>
                  <a:ext uri="{FF2B5EF4-FFF2-40B4-BE49-F238E27FC236}">
                    <a16:creationId xmlns:a16="http://schemas.microsoft.com/office/drawing/2014/main" id="{14FF2423-AC5E-7429-E3BB-D400CC6C4F59}"/>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9" name="Freeform 8">
                <a:extLst>
                  <a:ext uri="{FF2B5EF4-FFF2-40B4-BE49-F238E27FC236}">
                    <a16:creationId xmlns:a16="http://schemas.microsoft.com/office/drawing/2014/main" id="{278A855B-3ED8-07E8-9617-3CABB4692131}"/>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16" name="Freeform 15">
                <a:extLst>
                  <a:ext uri="{FF2B5EF4-FFF2-40B4-BE49-F238E27FC236}">
                    <a16:creationId xmlns:a16="http://schemas.microsoft.com/office/drawing/2014/main" id="{630E10BD-35C4-2EB3-CD9E-CB79BB947F28}"/>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17" name="Freeform 16">
                <a:extLst>
                  <a:ext uri="{FF2B5EF4-FFF2-40B4-BE49-F238E27FC236}">
                    <a16:creationId xmlns:a16="http://schemas.microsoft.com/office/drawing/2014/main" id="{4D6F1BE7-A87D-4DD0-910A-5119820395CE}"/>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18" name="Freeform 17">
                <a:extLst>
                  <a:ext uri="{FF2B5EF4-FFF2-40B4-BE49-F238E27FC236}">
                    <a16:creationId xmlns:a16="http://schemas.microsoft.com/office/drawing/2014/main" id="{A59043ED-8660-66C4-91BC-AF45873D847E}"/>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19" name="Freeform 18">
                <a:extLst>
                  <a:ext uri="{FF2B5EF4-FFF2-40B4-BE49-F238E27FC236}">
                    <a16:creationId xmlns:a16="http://schemas.microsoft.com/office/drawing/2014/main" id="{C479B44E-348E-907C-601F-D41A24CC5E58}"/>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32" name="Freeform: Shape 14">
            <a:extLst>
              <a:ext uri="{FF2B5EF4-FFF2-40B4-BE49-F238E27FC236}">
                <a16:creationId xmlns:a16="http://schemas.microsoft.com/office/drawing/2014/main" id="{CD863588-1EDA-72EC-6D61-3E8A0E7CB273}"/>
              </a:ext>
            </a:extLst>
          </p:cNvPr>
          <p:cNvSpPr/>
          <p:nvPr userDrawn="1"/>
        </p:nvSpPr>
        <p:spPr>
          <a:xfrm>
            <a:off x="0" y="0"/>
            <a:ext cx="12188827" cy="6858000"/>
          </a:xfrm>
          <a:custGeom>
            <a:avLst/>
            <a:gdLst>
              <a:gd name="connsiteX0" fmla="*/ 8298300 w 12219884"/>
              <a:gd name="connsiteY0" fmla="*/ 0 h 6858000"/>
              <a:gd name="connsiteX1" fmla="*/ 12219884 w 12219884"/>
              <a:gd name="connsiteY1" fmla="*/ 0 h 6858000"/>
              <a:gd name="connsiteX2" fmla="*/ 12219884 w 12219884"/>
              <a:gd name="connsiteY2" fmla="*/ 6858000 h 6858000"/>
              <a:gd name="connsiteX3" fmla="*/ 0 w 12219884"/>
              <a:gd name="connsiteY3" fmla="*/ 6858000 h 6858000"/>
              <a:gd name="connsiteX4" fmla="*/ 0 w 12219884"/>
              <a:gd name="connsiteY4" fmla="*/ 5087251 h 6858000"/>
              <a:gd name="connsiteX5" fmla="*/ 2577461 w 12219884"/>
              <a:gd name="connsiteY5" fmla="*/ 5085576 h 6858000"/>
              <a:gd name="connsiteX6" fmla="*/ 3686387 w 12219884"/>
              <a:gd name="connsiteY6" fmla="*/ 462627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19884" h="6858000">
                <a:moveTo>
                  <a:pt x="8298300" y="0"/>
                </a:moveTo>
                <a:lnTo>
                  <a:pt x="12219884" y="0"/>
                </a:lnTo>
                <a:lnTo>
                  <a:pt x="12219884" y="6858000"/>
                </a:lnTo>
                <a:lnTo>
                  <a:pt x="0" y="6858000"/>
                </a:lnTo>
                <a:lnTo>
                  <a:pt x="0" y="5087251"/>
                </a:lnTo>
                <a:lnTo>
                  <a:pt x="2577461" y="5085576"/>
                </a:lnTo>
                <a:cubicBezTo>
                  <a:pt x="2993418" y="5085576"/>
                  <a:pt x="3392312" y="4920346"/>
                  <a:pt x="3686387" y="4626273"/>
                </a:cubicBezTo>
                <a:close/>
              </a:path>
            </a:pathLst>
          </a:custGeom>
          <a:solidFill>
            <a:schemeClr val="bg1"/>
          </a:solidFill>
          <a:ln w="0" cap="flat">
            <a:noFill/>
            <a:prstDash val="solid"/>
            <a:miter/>
          </a:ln>
          <a:effectLst/>
        </p:spPr>
        <p:txBody>
          <a:bodyPr rtlCol="0" anchor="ctr"/>
          <a:lstStyle/>
          <a:p>
            <a:endParaRPr lang="en-US" dirty="0"/>
          </a:p>
        </p:txBody>
      </p:sp>
      <p:sp>
        <p:nvSpPr>
          <p:cNvPr id="33" name="Freeform: Shape 29">
            <a:extLst>
              <a:ext uri="{FF2B5EF4-FFF2-40B4-BE49-F238E27FC236}">
                <a16:creationId xmlns:a16="http://schemas.microsoft.com/office/drawing/2014/main" id="{FFB6A110-E961-EB34-6F92-35210D5B70F6}"/>
              </a:ext>
            </a:extLst>
          </p:cNvPr>
          <p:cNvSpPr/>
          <p:nvPr userDrawn="1"/>
        </p:nvSpPr>
        <p:spPr>
          <a:xfrm>
            <a:off x="0" y="0"/>
            <a:ext cx="8366346" cy="5149879"/>
          </a:xfrm>
          <a:custGeom>
            <a:avLst/>
            <a:gdLst>
              <a:gd name="connsiteX0" fmla="*/ 8300010 w 8406233"/>
              <a:gd name="connsiteY0" fmla="*/ 0 h 5164293"/>
              <a:gd name="connsiteX1" fmla="*/ 8406233 w 8406233"/>
              <a:gd name="connsiteY1" fmla="*/ 0 h 5164293"/>
              <a:gd name="connsiteX2" fmla="*/ 3739706 w 8406233"/>
              <a:gd name="connsiteY2" fmla="*/ 4681182 h 5164293"/>
              <a:gd name="connsiteX3" fmla="*/ 2577461 w 8406233"/>
              <a:gd name="connsiteY3" fmla="*/ 5162629 h 5164293"/>
              <a:gd name="connsiteX4" fmla="*/ 0 w 8406233"/>
              <a:gd name="connsiteY4" fmla="*/ 5164293 h 5164293"/>
              <a:gd name="connsiteX5" fmla="*/ 0 w 8406233"/>
              <a:gd name="connsiteY5" fmla="*/ 5088966 h 5164293"/>
              <a:gd name="connsiteX6" fmla="*/ 2577461 w 8406233"/>
              <a:gd name="connsiteY6" fmla="*/ 5087291 h 5164293"/>
              <a:gd name="connsiteX7" fmla="*/ 3686388 w 8406233"/>
              <a:gd name="connsiteY7" fmla="*/ 4627988 h 51642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406233" h="5164293">
                <a:moveTo>
                  <a:pt x="8300010" y="0"/>
                </a:moveTo>
                <a:lnTo>
                  <a:pt x="8406233" y="0"/>
                </a:lnTo>
                <a:lnTo>
                  <a:pt x="3739706" y="4681182"/>
                </a:lnTo>
                <a:cubicBezTo>
                  <a:pt x="3429197" y="4991691"/>
                  <a:pt x="3016440" y="5162629"/>
                  <a:pt x="2577461" y="5162629"/>
                </a:cubicBezTo>
                <a:lnTo>
                  <a:pt x="0" y="5164293"/>
                </a:lnTo>
                <a:lnTo>
                  <a:pt x="0" y="5088966"/>
                </a:lnTo>
                <a:lnTo>
                  <a:pt x="2577461" y="5087291"/>
                </a:lnTo>
                <a:cubicBezTo>
                  <a:pt x="2993418" y="5087291"/>
                  <a:pt x="3392312" y="4922061"/>
                  <a:pt x="3686388" y="4627988"/>
                </a:cubicBezTo>
                <a:close/>
              </a:path>
            </a:pathLst>
          </a:custGeom>
          <a:gradFill>
            <a:gsLst>
              <a:gs pos="31000">
                <a:srgbClr val="0095C4"/>
              </a:gs>
              <a:gs pos="94000">
                <a:schemeClr val="accent2"/>
              </a:gs>
            </a:gsLst>
            <a:lin ang="0" scaled="1"/>
          </a:gradFill>
          <a:ln w="0" cap="flat">
            <a:noFill/>
            <a:prstDash val="solid"/>
            <a:miter/>
          </a:ln>
        </p:spPr>
        <p:txBody>
          <a:bodyPr rtlCol="0" anchor="ctr"/>
          <a:lstStyle/>
          <a:p>
            <a:endParaRPr lang="en-US" dirty="0"/>
          </a:p>
        </p:txBody>
      </p:sp>
      <p:sp>
        <p:nvSpPr>
          <p:cNvPr id="34" name="TextBox 33">
            <a:extLst>
              <a:ext uri="{FF2B5EF4-FFF2-40B4-BE49-F238E27FC236}">
                <a16:creationId xmlns:a16="http://schemas.microsoft.com/office/drawing/2014/main" id="{1BD12A38-34FF-DD48-95F6-31F5ED4772C8}"/>
              </a:ext>
            </a:extLst>
          </p:cNvPr>
          <p:cNvSpPr txBox="1"/>
          <p:nvPr userDrawn="1"/>
        </p:nvSpPr>
        <p:spPr>
          <a:xfrm>
            <a:off x="7122912" y="4133697"/>
            <a:ext cx="3585557" cy="692497"/>
          </a:xfrm>
          <a:prstGeom prst="rect">
            <a:avLst/>
          </a:prstGeom>
        </p:spPr>
        <p:txBody>
          <a:bodyPr wrap="square" lIns="0" tIns="0" rIns="0" bIns="0" rtlCol="0">
            <a:spAutoFit/>
          </a:bodyPr>
          <a:lstStyle/>
          <a:p>
            <a:pPr algn="r" defTabSz="914400" rtl="0" eaLnBrk="1" latinLnBrk="0" hangingPunct="1">
              <a:lnSpc>
                <a:spcPct val="90000"/>
              </a:lnSpc>
              <a:spcBef>
                <a:spcPct val="0"/>
              </a:spcBef>
              <a:spcAft>
                <a:spcPts val="600"/>
              </a:spcAft>
              <a:buNone/>
            </a:pPr>
            <a:r>
              <a:rPr lang="en-US" sz="5000" b="0" kern="1200" cap="none" baseline="0" dirty="0">
                <a:solidFill>
                  <a:schemeClr val="accent2"/>
                </a:solidFill>
                <a:latin typeface="+mj-lt"/>
                <a:ea typeface="+mj-ea"/>
                <a:cs typeface="+mj-cs"/>
              </a:rPr>
              <a:t>Thank You</a:t>
            </a:r>
          </a:p>
        </p:txBody>
      </p:sp>
      <p:grpSp>
        <p:nvGrpSpPr>
          <p:cNvPr id="37" name="Graphic 8">
            <a:extLst>
              <a:ext uri="{FF2B5EF4-FFF2-40B4-BE49-F238E27FC236}">
                <a16:creationId xmlns:a16="http://schemas.microsoft.com/office/drawing/2014/main" id="{51193D83-E1DC-D884-497D-C36876692E8C}"/>
              </a:ext>
            </a:extLst>
          </p:cNvPr>
          <p:cNvGrpSpPr/>
          <p:nvPr userDrawn="1"/>
        </p:nvGrpSpPr>
        <p:grpSpPr>
          <a:xfrm>
            <a:off x="265625" y="6323271"/>
            <a:ext cx="1249223" cy="369648"/>
            <a:chOff x="265625" y="6323271"/>
            <a:chExt cx="1249223" cy="369648"/>
          </a:xfrm>
          <a:solidFill>
            <a:srgbClr val="000000"/>
          </a:solidFill>
        </p:grpSpPr>
        <p:grpSp>
          <p:nvGrpSpPr>
            <p:cNvPr id="38" name="Graphic 8">
              <a:extLst>
                <a:ext uri="{FF2B5EF4-FFF2-40B4-BE49-F238E27FC236}">
                  <a16:creationId xmlns:a16="http://schemas.microsoft.com/office/drawing/2014/main" id="{6288BEE3-23F3-B6B1-B482-0F9A9F569EA0}"/>
                </a:ext>
              </a:extLst>
            </p:cNvPr>
            <p:cNvGrpSpPr/>
            <p:nvPr/>
          </p:nvGrpSpPr>
          <p:grpSpPr>
            <a:xfrm>
              <a:off x="745455" y="6594444"/>
              <a:ext cx="722662" cy="98475"/>
              <a:chOff x="745455" y="6594444"/>
              <a:chExt cx="722662" cy="98475"/>
            </a:xfrm>
            <a:solidFill>
              <a:srgbClr val="000000"/>
            </a:solidFill>
          </p:grpSpPr>
          <p:sp>
            <p:nvSpPr>
              <p:cNvPr id="47" name="Freeform 46">
                <a:extLst>
                  <a:ext uri="{FF2B5EF4-FFF2-40B4-BE49-F238E27FC236}">
                    <a16:creationId xmlns:a16="http://schemas.microsoft.com/office/drawing/2014/main" id="{90DE5843-3B4A-E700-B0DB-5D9A3AD21F98}"/>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48" name="Freeform 47">
                <a:extLst>
                  <a:ext uri="{FF2B5EF4-FFF2-40B4-BE49-F238E27FC236}">
                    <a16:creationId xmlns:a16="http://schemas.microsoft.com/office/drawing/2014/main" id="{BDE397DD-E9E8-91B5-8C3B-45ED0D0B04B1}"/>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49" name="Freeform 48">
                <a:extLst>
                  <a:ext uri="{FF2B5EF4-FFF2-40B4-BE49-F238E27FC236}">
                    <a16:creationId xmlns:a16="http://schemas.microsoft.com/office/drawing/2014/main" id="{6E6BB379-A9C5-4D4D-9C59-B482A1CFFCF1}"/>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50" name="Freeform 49">
                <a:extLst>
                  <a:ext uri="{FF2B5EF4-FFF2-40B4-BE49-F238E27FC236}">
                    <a16:creationId xmlns:a16="http://schemas.microsoft.com/office/drawing/2014/main" id="{5BF377CA-F78E-1D05-7E30-F0B6B3DB3F06}"/>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51" name="Freeform 50">
                <a:extLst>
                  <a:ext uri="{FF2B5EF4-FFF2-40B4-BE49-F238E27FC236}">
                    <a16:creationId xmlns:a16="http://schemas.microsoft.com/office/drawing/2014/main" id="{8C25C045-0720-3CF6-0232-C3865968DD47}"/>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2" name="Freeform 51">
                <a:extLst>
                  <a:ext uri="{FF2B5EF4-FFF2-40B4-BE49-F238E27FC236}">
                    <a16:creationId xmlns:a16="http://schemas.microsoft.com/office/drawing/2014/main" id="{492D9964-F2E9-F1D3-0D41-4D1006001336}"/>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53" name="Freeform 52">
                <a:extLst>
                  <a:ext uri="{FF2B5EF4-FFF2-40B4-BE49-F238E27FC236}">
                    <a16:creationId xmlns:a16="http://schemas.microsoft.com/office/drawing/2014/main" id="{B018C7F5-E13A-499D-ABFD-F4667F22C046}"/>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54" name="Freeform 53">
                <a:extLst>
                  <a:ext uri="{FF2B5EF4-FFF2-40B4-BE49-F238E27FC236}">
                    <a16:creationId xmlns:a16="http://schemas.microsoft.com/office/drawing/2014/main" id="{0E76BD13-FD6A-3266-F187-4A6360DA733F}"/>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55" name="Freeform 54">
                <a:extLst>
                  <a:ext uri="{FF2B5EF4-FFF2-40B4-BE49-F238E27FC236}">
                    <a16:creationId xmlns:a16="http://schemas.microsoft.com/office/drawing/2014/main" id="{254CDF54-5CC7-42D5-FF3B-EA1A9615C9EB}"/>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6" name="Freeform 55">
                <a:extLst>
                  <a:ext uri="{FF2B5EF4-FFF2-40B4-BE49-F238E27FC236}">
                    <a16:creationId xmlns:a16="http://schemas.microsoft.com/office/drawing/2014/main" id="{CA008CD7-A5BA-D93B-24CF-53A3613EEB94}"/>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39" name="Graphic 8">
              <a:extLst>
                <a:ext uri="{FF2B5EF4-FFF2-40B4-BE49-F238E27FC236}">
                  <a16:creationId xmlns:a16="http://schemas.microsoft.com/office/drawing/2014/main" id="{0E16E021-24D5-689F-4C32-B7C3B76D27F1}"/>
                </a:ext>
              </a:extLst>
            </p:cNvPr>
            <p:cNvGrpSpPr/>
            <p:nvPr/>
          </p:nvGrpSpPr>
          <p:grpSpPr>
            <a:xfrm>
              <a:off x="265625" y="6323271"/>
              <a:ext cx="1249223" cy="190348"/>
              <a:chOff x="265625" y="6323271"/>
              <a:chExt cx="1249223" cy="190348"/>
            </a:xfrm>
            <a:solidFill>
              <a:srgbClr val="000000"/>
            </a:solidFill>
          </p:grpSpPr>
          <p:sp>
            <p:nvSpPr>
              <p:cNvPr id="40" name="Freeform 39">
                <a:extLst>
                  <a:ext uri="{FF2B5EF4-FFF2-40B4-BE49-F238E27FC236}">
                    <a16:creationId xmlns:a16="http://schemas.microsoft.com/office/drawing/2014/main" id="{E90104B9-EB0A-6BF7-8DA0-69BE6F5CEC54}"/>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41" name="Freeform 40">
                <a:extLst>
                  <a:ext uri="{FF2B5EF4-FFF2-40B4-BE49-F238E27FC236}">
                    <a16:creationId xmlns:a16="http://schemas.microsoft.com/office/drawing/2014/main" id="{14FF2423-AC5E-7429-E3BB-D400CC6C4F59}"/>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42" name="Freeform 41">
                <a:extLst>
                  <a:ext uri="{FF2B5EF4-FFF2-40B4-BE49-F238E27FC236}">
                    <a16:creationId xmlns:a16="http://schemas.microsoft.com/office/drawing/2014/main" id="{278A855B-3ED8-07E8-9617-3CABB4692131}"/>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43" name="Freeform 42">
                <a:extLst>
                  <a:ext uri="{FF2B5EF4-FFF2-40B4-BE49-F238E27FC236}">
                    <a16:creationId xmlns:a16="http://schemas.microsoft.com/office/drawing/2014/main" id="{630E10BD-35C4-2EB3-CD9E-CB79BB947F28}"/>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44" name="Freeform 43">
                <a:extLst>
                  <a:ext uri="{FF2B5EF4-FFF2-40B4-BE49-F238E27FC236}">
                    <a16:creationId xmlns:a16="http://schemas.microsoft.com/office/drawing/2014/main" id="{4D6F1BE7-A87D-4DD0-910A-5119820395CE}"/>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45" name="Freeform 44">
                <a:extLst>
                  <a:ext uri="{FF2B5EF4-FFF2-40B4-BE49-F238E27FC236}">
                    <a16:creationId xmlns:a16="http://schemas.microsoft.com/office/drawing/2014/main" id="{A59043ED-8660-66C4-91BC-AF45873D847E}"/>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46" name="Freeform 45">
                <a:extLst>
                  <a:ext uri="{FF2B5EF4-FFF2-40B4-BE49-F238E27FC236}">
                    <a16:creationId xmlns:a16="http://schemas.microsoft.com/office/drawing/2014/main" id="{C479B44E-348E-907C-601F-D41A24CC5E58}"/>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10" name="TextBox 9">
            <a:extLst>
              <a:ext uri="{FF2B5EF4-FFF2-40B4-BE49-F238E27FC236}">
                <a16:creationId xmlns:a16="http://schemas.microsoft.com/office/drawing/2014/main" id="{39FCD237-E611-CAC8-3736-F49AF3DA231A}"/>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8537876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82.xml><?xml version="1.0" encoding="utf-8"?>
<p:sldLayout xmlns:a="http://schemas.openxmlformats.org/drawingml/2006/main" xmlns:r="http://schemas.openxmlformats.org/officeDocument/2006/relationships" xmlns:p="http://schemas.openxmlformats.org/presentationml/2006/main" showMasterSp="0" preserve="1">
  <p:cSld name="Thank You / Closing - Plum">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AED7BA03-D917-7BF7-506D-6901DD40B1DF}"/>
              </a:ext>
            </a:extLst>
          </p:cNvPr>
          <p:cNvSpPr/>
          <p:nvPr/>
        </p:nvSpPr>
        <p:spPr>
          <a:xfrm>
            <a:off x="0" y="0"/>
            <a:ext cx="6635783" cy="4452826"/>
          </a:xfrm>
          <a:custGeom>
            <a:avLst/>
            <a:gdLst>
              <a:gd name="connsiteX0" fmla="*/ 0 w 6635783"/>
              <a:gd name="connsiteY0" fmla="*/ 0 h 4452826"/>
              <a:gd name="connsiteX1" fmla="*/ 6635783 w 6635783"/>
              <a:gd name="connsiteY1" fmla="*/ 0 h 4452826"/>
              <a:gd name="connsiteX2" fmla="*/ 2550426 w 6635783"/>
              <a:gd name="connsiteY2" fmla="*/ 4085358 h 4452826"/>
              <a:gd name="connsiteX3" fmla="*/ 1663310 w 6635783"/>
              <a:gd name="connsiteY3" fmla="*/ 4452826 h 4452826"/>
              <a:gd name="connsiteX4" fmla="*/ 0 w 6635783"/>
              <a:gd name="connsiteY4" fmla="*/ 4452826 h 44528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635783" h="4452826">
                <a:moveTo>
                  <a:pt x="0" y="0"/>
                </a:moveTo>
                <a:lnTo>
                  <a:pt x="6635783" y="0"/>
                </a:lnTo>
                <a:lnTo>
                  <a:pt x="2550426" y="4085358"/>
                </a:lnTo>
                <a:cubicBezTo>
                  <a:pt x="2315128" y="4320656"/>
                  <a:pt x="1996025" y="4452826"/>
                  <a:pt x="1663310" y="4452826"/>
                </a:cubicBezTo>
                <a:lnTo>
                  <a:pt x="0" y="4452826"/>
                </a:lnTo>
                <a:close/>
              </a:path>
            </a:pathLst>
          </a:custGeom>
          <a:gradFill>
            <a:gsLst>
              <a:gs pos="12000">
                <a:schemeClr val="accent5"/>
              </a:gs>
              <a:gs pos="85000">
                <a:srgbClr val="0095C4"/>
              </a:gs>
            </a:gsLst>
            <a:lin ang="18899976" scaled="1"/>
          </a:gradFill>
          <a:ln w="0" cap="flat">
            <a:noFill/>
            <a:prstDash val="solid"/>
            <a:miter/>
          </a:ln>
        </p:spPr>
        <p:txBody>
          <a:bodyPr rtlCol="0" anchor="ctr"/>
          <a:lstStyle/>
          <a:p>
            <a:endParaRPr lang="en-US" dirty="0"/>
          </a:p>
        </p:txBody>
      </p:sp>
      <p:sp>
        <p:nvSpPr>
          <p:cNvPr id="10" name="TextBox 9">
            <a:extLst>
              <a:ext uri="{FF2B5EF4-FFF2-40B4-BE49-F238E27FC236}">
                <a16:creationId xmlns:a16="http://schemas.microsoft.com/office/drawing/2014/main" id="{53EB9DBD-7EC8-8749-8D2B-52C66972D46E}"/>
              </a:ext>
            </a:extLst>
          </p:cNvPr>
          <p:cNvSpPr txBox="1"/>
          <p:nvPr/>
        </p:nvSpPr>
        <p:spPr>
          <a:xfrm>
            <a:off x="7122912" y="4133697"/>
            <a:ext cx="3585557" cy="692497"/>
          </a:xfrm>
          <a:prstGeom prst="rect">
            <a:avLst/>
          </a:prstGeom>
        </p:spPr>
        <p:txBody>
          <a:bodyPr wrap="square" lIns="0" tIns="0" rIns="0" bIns="0" rtlCol="0">
            <a:spAutoFit/>
          </a:bodyPr>
          <a:lstStyle/>
          <a:p>
            <a:pPr algn="r" defTabSz="914400" rtl="0" eaLnBrk="1" latinLnBrk="0" hangingPunct="1">
              <a:lnSpc>
                <a:spcPct val="90000"/>
              </a:lnSpc>
              <a:spcBef>
                <a:spcPct val="0"/>
              </a:spcBef>
              <a:spcAft>
                <a:spcPts val="600"/>
              </a:spcAft>
              <a:buNone/>
            </a:pPr>
            <a:r>
              <a:rPr lang="en-US" sz="5000" b="0" kern="1200" cap="none" baseline="0" dirty="0">
                <a:solidFill>
                  <a:schemeClr val="accent2"/>
                </a:solidFill>
                <a:latin typeface="+mj-lt"/>
                <a:ea typeface="+mj-ea"/>
                <a:cs typeface="+mj-cs"/>
              </a:rPr>
              <a:t>Thank You</a:t>
            </a:r>
          </a:p>
        </p:txBody>
      </p:sp>
      <p:sp>
        <p:nvSpPr>
          <p:cNvPr id="2" name="TextBox 1">
            <a:extLst>
              <a:ext uri="{FF2B5EF4-FFF2-40B4-BE49-F238E27FC236}">
                <a16:creationId xmlns:a16="http://schemas.microsoft.com/office/drawing/2014/main" id="{9DB548BE-0CE3-CE23-414D-C93C2FDD312A}"/>
              </a:ext>
            </a:extLst>
          </p:cNvPr>
          <p:cNvSpPr txBox="1"/>
          <p:nvPr/>
        </p:nvSpPr>
        <p:spPr>
          <a:xfrm>
            <a:off x="1645084" y="6461498"/>
            <a:ext cx="2806859" cy="125484"/>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Broadcom Proprietary and Confidential. Copyright © 2024 Broadcom.  </a:t>
            </a:r>
          </a:p>
        </p:txBody>
      </p:sp>
      <p:grpSp>
        <p:nvGrpSpPr>
          <p:cNvPr id="4" name="Graphic 8">
            <a:extLst>
              <a:ext uri="{FF2B5EF4-FFF2-40B4-BE49-F238E27FC236}">
                <a16:creationId xmlns:a16="http://schemas.microsoft.com/office/drawing/2014/main" id="{8112DCCF-A410-8E64-BF5C-1AED8279B1FF}"/>
              </a:ext>
            </a:extLst>
          </p:cNvPr>
          <p:cNvGrpSpPr/>
          <p:nvPr/>
        </p:nvGrpSpPr>
        <p:grpSpPr>
          <a:xfrm>
            <a:off x="265625" y="6323271"/>
            <a:ext cx="1249223" cy="369648"/>
            <a:chOff x="265625" y="6323271"/>
            <a:chExt cx="1249223" cy="369648"/>
          </a:xfrm>
          <a:solidFill>
            <a:srgbClr val="000000"/>
          </a:solidFill>
        </p:grpSpPr>
        <p:grpSp>
          <p:nvGrpSpPr>
            <p:cNvPr id="5" name="Graphic 8">
              <a:extLst>
                <a:ext uri="{FF2B5EF4-FFF2-40B4-BE49-F238E27FC236}">
                  <a16:creationId xmlns:a16="http://schemas.microsoft.com/office/drawing/2014/main" id="{A780A5E4-1B39-5A5D-52AB-EFC20E62EA25}"/>
                </a:ext>
              </a:extLst>
            </p:cNvPr>
            <p:cNvGrpSpPr/>
            <p:nvPr/>
          </p:nvGrpSpPr>
          <p:grpSpPr>
            <a:xfrm>
              <a:off x="745455" y="6594444"/>
              <a:ext cx="722662" cy="98475"/>
              <a:chOff x="745455" y="6594444"/>
              <a:chExt cx="722662" cy="98475"/>
            </a:xfrm>
            <a:solidFill>
              <a:srgbClr val="000000"/>
            </a:solidFill>
          </p:grpSpPr>
          <p:sp>
            <p:nvSpPr>
              <p:cNvPr id="20" name="Freeform 19">
                <a:extLst>
                  <a:ext uri="{FF2B5EF4-FFF2-40B4-BE49-F238E27FC236}">
                    <a16:creationId xmlns:a16="http://schemas.microsoft.com/office/drawing/2014/main" id="{E0903C10-9C43-4029-1989-8796170B6B23}"/>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21" name="Freeform 20">
                <a:extLst>
                  <a:ext uri="{FF2B5EF4-FFF2-40B4-BE49-F238E27FC236}">
                    <a16:creationId xmlns:a16="http://schemas.microsoft.com/office/drawing/2014/main" id="{9527ED7E-456D-AB30-D2D0-4C61F6B8397F}"/>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22" name="Freeform 21">
                <a:extLst>
                  <a:ext uri="{FF2B5EF4-FFF2-40B4-BE49-F238E27FC236}">
                    <a16:creationId xmlns:a16="http://schemas.microsoft.com/office/drawing/2014/main" id="{0499A972-1ADB-ED5A-C815-DB3F2191D945}"/>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23" name="Freeform 22">
                <a:extLst>
                  <a:ext uri="{FF2B5EF4-FFF2-40B4-BE49-F238E27FC236}">
                    <a16:creationId xmlns:a16="http://schemas.microsoft.com/office/drawing/2014/main" id="{D803CC09-D71F-9E10-DA97-C55AD0BCE241}"/>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24" name="Freeform 23">
                <a:extLst>
                  <a:ext uri="{FF2B5EF4-FFF2-40B4-BE49-F238E27FC236}">
                    <a16:creationId xmlns:a16="http://schemas.microsoft.com/office/drawing/2014/main" id="{13B2A944-7BD4-DD11-180F-B80BF28EB678}"/>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25" name="Freeform 24">
                <a:extLst>
                  <a:ext uri="{FF2B5EF4-FFF2-40B4-BE49-F238E27FC236}">
                    <a16:creationId xmlns:a16="http://schemas.microsoft.com/office/drawing/2014/main" id="{CC8B82B9-ED10-F9AC-D3B8-E0275C3CBDE8}"/>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26" name="Freeform 25">
                <a:extLst>
                  <a:ext uri="{FF2B5EF4-FFF2-40B4-BE49-F238E27FC236}">
                    <a16:creationId xmlns:a16="http://schemas.microsoft.com/office/drawing/2014/main" id="{4627E22E-2D4D-FEA9-006A-7DD242E25182}"/>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27" name="Freeform 26">
                <a:extLst>
                  <a:ext uri="{FF2B5EF4-FFF2-40B4-BE49-F238E27FC236}">
                    <a16:creationId xmlns:a16="http://schemas.microsoft.com/office/drawing/2014/main" id="{4169526B-DAA6-4992-5CF6-225DE8545F4E}"/>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28" name="Freeform 27">
                <a:extLst>
                  <a:ext uri="{FF2B5EF4-FFF2-40B4-BE49-F238E27FC236}">
                    <a16:creationId xmlns:a16="http://schemas.microsoft.com/office/drawing/2014/main" id="{4555D210-195A-A18A-E0CE-77874E51EB4A}"/>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29" name="Freeform 28">
                <a:extLst>
                  <a:ext uri="{FF2B5EF4-FFF2-40B4-BE49-F238E27FC236}">
                    <a16:creationId xmlns:a16="http://schemas.microsoft.com/office/drawing/2014/main" id="{83DDD2B8-EB7C-AACE-B23F-6FA8B1A57F12}"/>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6" name="Graphic 8">
              <a:extLst>
                <a:ext uri="{FF2B5EF4-FFF2-40B4-BE49-F238E27FC236}">
                  <a16:creationId xmlns:a16="http://schemas.microsoft.com/office/drawing/2014/main" id="{33CF0C83-9B67-4AA2-133D-C3006C860F5E}"/>
                </a:ext>
              </a:extLst>
            </p:cNvPr>
            <p:cNvGrpSpPr/>
            <p:nvPr/>
          </p:nvGrpSpPr>
          <p:grpSpPr>
            <a:xfrm>
              <a:off x="265625" y="6323271"/>
              <a:ext cx="1249223" cy="190348"/>
              <a:chOff x="265625" y="6323271"/>
              <a:chExt cx="1249223" cy="190348"/>
            </a:xfrm>
            <a:solidFill>
              <a:srgbClr val="000000"/>
            </a:solidFill>
          </p:grpSpPr>
          <p:sp>
            <p:nvSpPr>
              <p:cNvPr id="11" name="Freeform 10">
                <a:extLst>
                  <a:ext uri="{FF2B5EF4-FFF2-40B4-BE49-F238E27FC236}">
                    <a16:creationId xmlns:a16="http://schemas.microsoft.com/office/drawing/2014/main" id="{0811D246-0428-1254-CBB5-CB40B6BB8558}"/>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12" name="Freeform 11">
                <a:extLst>
                  <a:ext uri="{FF2B5EF4-FFF2-40B4-BE49-F238E27FC236}">
                    <a16:creationId xmlns:a16="http://schemas.microsoft.com/office/drawing/2014/main" id="{B0FE8401-7316-2698-D80B-7C0E88A32559}"/>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15" name="Freeform 14">
                <a:extLst>
                  <a:ext uri="{FF2B5EF4-FFF2-40B4-BE49-F238E27FC236}">
                    <a16:creationId xmlns:a16="http://schemas.microsoft.com/office/drawing/2014/main" id="{2241BCF0-F50B-2C01-4E3D-8987EE3AEBC6}"/>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16" name="Freeform 15">
                <a:extLst>
                  <a:ext uri="{FF2B5EF4-FFF2-40B4-BE49-F238E27FC236}">
                    <a16:creationId xmlns:a16="http://schemas.microsoft.com/office/drawing/2014/main" id="{E45D38ED-BA90-5035-9D1B-207CDE6D1DDE}"/>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17" name="Freeform 16">
                <a:extLst>
                  <a:ext uri="{FF2B5EF4-FFF2-40B4-BE49-F238E27FC236}">
                    <a16:creationId xmlns:a16="http://schemas.microsoft.com/office/drawing/2014/main" id="{495663DE-6FC0-F26D-5DE1-C203DA0E3D8E}"/>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18" name="Freeform 17">
                <a:extLst>
                  <a:ext uri="{FF2B5EF4-FFF2-40B4-BE49-F238E27FC236}">
                    <a16:creationId xmlns:a16="http://schemas.microsoft.com/office/drawing/2014/main" id="{EEE0604B-AD28-DEF4-B2C5-6D7AB5FD3A55}"/>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19" name="Freeform 18">
                <a:extLst>
                  <a:ext uri="{FF2B5EF4-FFF2-40B4-BE49-F238E27FC236}">
                    <a16:creationId xmlns:a16="http://schemas.microsoft.com/office/drawing/2014/main" id="{676B44DF-1000-68A6-6AF7-E8182D7C4F2D}"/>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13" name="Freeform: Shape 12">
            <a:extLst>
              <a:ext uri="{FF2B5EF4-FFF2-40B4-BE49-F238E27FC236}">
                <a16:creationId xmlns:a16="http://schemas.microsoft.com/office/drawing/2014/main" id="{C039270F-3B2C-5A52-9E64-757A7B136566}"/>
              </a:ext>
            </a:extLst>
          </p:cNvPr>
          <p:cNvSpPr/>
          <p:nvPr/>
        </p:nvSpPr>
        <p:spPr>
          <a:xfrm>
            <a:off x="0" y="0"/>
            <a:ext cx="8366346" cy="5149879"/>
          </a:xfrm>
          <a:custGeom>
            <a:avLst/>
            <a:gdLst>
              <a:gd name="connsiteX0" fmla="*/ 8300010 w 8406233"/>
              <a:gd name="connsiteY0" fmla="*/ 0 h 5164293"/>
              <a:gd name="connsiteX1" fmla="*/ 8406233 w 8406233"/>
              <a:gd name="connsiteY1" fmla="*/ 0 h 5164293"/>
              <a:gd name="connsiteX2" fmla="*/ 3739706 w 8406233"/>
              <a:gd name="connsiteY2" fmla="*/ 4681182 h 5164293"/>
              <a:gd name="connsiteX3" fmla="*/ 2577461 w 8406233"/>
              <a:gd name="connsiteY3" fmla="*/ 5162629 h 5164293"/>
              <a:gd name="connsiteX4" fmla="*/ 0 w 8406233"/>
              <a:gd name="connsiteY4" fmla="*/ 5164293 h 5164293"/>
              <a:gd name="connsiteX5" fmla="*/ 0 w 8406233"/>
              <a:gd name="connsiteY5" fmla="*/ 5088966 h 5164293"/>
              <a:gd name="connsiteX6" fmla="*/ 2577461 w 8406233"/>
              <a:gd name="connsiteY6" fmla="*/ 5087291 h 5164293"/>
              <a:gd name="connsiteX7" fmla="*/ 3686388 w 8406233"/>
              <a:gd name="connsiteY7" fmla="*/ 4627988 h 51642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406233" h="5164293">
                <a:moveTo>
                  <a:pt x="8300010" y="0"/>
                </a:moveTo>
                <a:lnTo>
                  <a:pt x="8406233" y="0"/>
                </a:lnTo>
                <a:lnTo>
                  <a:pt x="3739706" y="4681182"/>
                </a:lnTo>
                <a:cubicBezTo>
                  <a:pt x="3429197" y="4991691"/>
                  <a:pt x="3016440" y="5162629"/>
                  <a:pt x="2577461" y="5162629"/>
                </a:cubicBezTo>
                <a:lnTo>
                  <a:pt x="0" y="5164293"/>
                </a:lnTo>
                <a:lnTo>
                  <a:pt x="0" y="5088966"/>
                </a:lnTo>
                <a:lnTo>
                  <a:pt x="2577461" y="5087291"/>
                </a:lnTo>
                <a:cubicBezTo>
                  <a:pt x="2993418" y="5087291"/>
                  <a:pt x="3392312" y="4922061"/>
                  <a:pt x="3686388" y="4627988"/>
                </a:cubicBezTo>
                <a:close/>
              </a:path>
            </a:pathLst>
          </a:custGeom>
          <a:gradFill>
            <a:gsLst>
              <a:gs pos="31000">
                <a:srgbClr val="0095C4"/>
              </a:gs>
              <a:gs pos="94000">
                <a:schemeClr val="accent5"/>
              </a:gs>
            </a:gsLst>
            <a:lin ang="0" scaled="1"/>
          </a:gradFill>
          <a:ln w="0" cap="flat">
            <a:noFill/>
            <a:prstDash val="solid"/>
            <a:miter/>
          </a:ln>
        </p:spPr>
        <p:txBody>
          <a:bodyPr rtlCol="0" anchor="ctr"/>
          <a:lstStyle/>
          <a:p>
            <a:endParaRPr lang="en-US" dirty="0"/>
          </a:p>
        </p:txBody>
      </p:sp>
      <p:sp>
        <p:nvSpPr>
          <p:cNvPr id="31" name="Freeform: Shape 7">
            <a:extLst>
              <a:ext uri="{FF2B5EF4-FFF2-40B4-BE49-F238E27FC236}">
                <a16:creationId xmlns:a16="http://schemas.microsoft.com/office/drawing/2014/main" id="{6317424D-DA75-A15F-0C19-096E89461340}"/>
              </a:ext>
            </a:extLst>
          </p:cNvPr>
          <p:cNvSpPr/>
          <p:nvPr userDrawn="1"/>
        </p:nvSpPr>
        <p:spPr>
          <a:xfrm>
            <a:off x="0" y="0"/>
            <a:ext cx="12188827" cy="6858000"/>
          </a:xfrm>
          <a:custGeom>
            <a:avLst/>
            <a:gdLst>
              <a:gd name="connsiteX0" fmla="*/ 8298300 w 12219884"/>
              <a:gd name="connsiteY0" fmla="*/ 0 h 6858000"/>
              <a:gd name="connsiteX1" fmla="*/ 12219884 w 12219884"/>
              <a:gd name="connsiteY1" fmla="*/ 0 h 6858000"/>
              <a:gd name="connsiteX2" fmla="*/ 12219884 w 12219884"/>
              <a:gd name="connsiteY2" fmla="*/ 6858000 h 6858000"/>
              <a:gd name="connsiteX3" fmla="*/ 0 w 12219884"/>
              <a:gd name="connsiteY3" fmla="*/ 6858000 h 6858000"/>
              <a:gd name="connsiteX4" fmla="*/ 0 w 12219884"/>
              <a:gd name="connsiteY4" fmla="*/ 5087251 h 6858000"/>
              <a:gd name="connsiteX5" fmla="*/ 2577461 w 12219884"/>
              <a:gd name="connsiteY5" fmla="*/ 5085576 h 6858000"/>
              <a:gd name="connsiteX6" fmla="*/ 3686387 w 12219884"/>
              <a:gd name="connsiteY6" fmla="*/ 462627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19884" h="6858000">
                <a:moveTo>
                  <a:pt x="8298300" y="0"/>
                </a:moveTo>
                <a:lnTo>
                  <a:pt x="12219884" y="0"/>
                </a:lnTo>
                <a:lnTo>
                  <a:pt x="12219884" y="6858000"/>
                </a:lnTo>
                <a:lnTo>
                  <a:pt x="0" y="6858000"/>
                </a:lnTo>
                <a:lnTo>
                  <a:pt x="0" y="5087251"/>
                </a:lnTo>
                <a:lnTo>
                  <a:pt x="2577461" y="5085576"/>
                </a:lnTo>
                <a:cubicBezTo>
                  <a:pt x="2993418" y="5085576"/>
                  <a:pt x="3392312" y="4920346"/>
                  <a:pt x="3686387" y="4626273"/>
                </a:cubicBezTo>
                <a:close/>
              </a:path>
            </a:pathLst>
          </a:custGeom>
          <a:solidFill>
            <a:schemeClr val="bg1"/>
          </a:solidFill>
          <a:ln w="0" cap="flat">
            <a:noFill/>
            <a:prstDash val="solid"/>
            <a:miter/>
          </a:ln>
          <a:effectLst/>
        </p:spPr>
        <p:txBody>
          <a:bodyPr rtlCol="0" anchor="ctr"/>
          <a:lstStyle/>
          <a:p>
            <a:endParaRPr lang="en-US" dirty="0"/>
          </a:p>
        </p:txBody>
      </p:sp>
      <p:sp>
        <p:nvSpPr>
          <p:cNvPr id="32" name="TextBox 31">
            <a:extLst>
              <a:ext uri="{FF2B5EF4-FFF2-40B4-BE49-F238E27FC236}">
                <a16:creationId xmlns:a16="http://schemas.microsoft.com/office/drawing/2014/main" id="{53EB9DBD-7EC8-8749-8D2B-52C66972D46E}"/>
              </a:ext>
            </a:extLst>
          </p:cNvPr>
          <p:cNvSpPr txBox="1"/>
          <p:nvPr userDrawn="1"/>
        </p:nvSpPr>
        <p:spPr>
          <a:xfrm>
            <a:off x="7122912" y="4133697"/>
            <a:ext cx="3585557" cy="692497"/>
          </a:xfrm>
          <a:prstGeom prst="rect">
            <a:avLst/>
          </a:prstGeom>
        </p:spPr>
        <p:txBody>
          <a:bodyPr wrap="square" lIns="0" tIns="0" rIns="0" bIns="0" rtlCol="0">
            <a:spAutoFit/>
          </a:bodyPr>
          <a:lstStyle/>
          <a:p>
            <a:pPr algn="r" defTabSz="914400" rtl="0" eaLnBrk="1" latinLnBrk="0" hangingPunct="1">
              <a:lnSpc>
                <a:spcPct val="90000"/>
              </a:lnSpc>
              <a:spcBef>
                <a:spcPct val="0"/>
              </a:spcBef>
              <a:spcAft>
                <a:spcPts val="600"/>
              </a:spcAft>
              <a:buNone/>
            </a:pPr>
            <a:r>
              <a:rPr lang="en-US" sz="5000" b="0" kern="1200" cap="none" baseline="0" dirty="0">
                <a:solidFill>
                  <a:schemeClr val="accent2"/>
                </a:solidFill>
                <a:latin typeface="+mj-lt"/>
                <a:ea typeface="+mj-ea"/>
                <a:cs typeface="+mj-cs"/>
              </a:rPr>
              <a:t>Thank You</a:t>
            </a:r>
          </a:p>
        </p:txBody>
      </p:sp>
      <p:grpSp>
        <p:nvGrpSpPr>
          <p:cNvPr id="35" name="Graphic 8">
            <a:extLst>
              <a:ext uri="{FF2B5EF4-FFF2-40B4-BE49-F238E27FC236}">
                <a16:creationId xmlns:a16="http://schemas.microsoft.com/office/drawing/2014/main" id="{8112DCCF-A410-8E64-BF5C-1AED8279B1FF}"/>
              </a:ext>
            </a:extLst>
          </p:cNvPr>
          <p:cNvGrpSpPr/>
          <p:nvPr userDrawn="1"/>
        </p:nvGrpSpPr>
        <p:grpSpPr>
          <a:xfrm>
            <a:off x="265625" y="6323271"/>
            <a:ext cx="1249223" cy="369648"/>
            <a:chOff x="265625" y="6323271"/>
            <a:chExt cx="1249223" cy="369648"/>
          </a:xfrm>
          <a:solidFill>
            <a:srgbClr val="000000"/>
          </a:solidFill>
        </p:grpSpPr>
        <p:grpSp>
          <p:nvGrpSpPr>
            <p:cNvPr id="36" name="Graphic 8">
              <a:extLst>
                <a:ext uri="{FF2B5EF4-FFF2-40B4-BE49-F238E27FC236}">
                  <a16:creationId xmlns:a16="http://schemas.microsoft.com/office/drawing/2014/main" id="{A780A5E4-1B39-5A5D-52AB-EFC20E62EA25}"/>
                </a:ext>
              </a:extLst>
            </p:cNvPr>
            <p:cNvGrpSpPr/>
            <p:nvPr/>
          </p:nvGrpSpPr>
          <p:grpSpPr>
            <a:xfrm>
              <a:off x="745455" y="6594444"/>
              <a:ext cx="722662" cy="98475"/>
              <a:chOff x="745455" y="6594444"/>
              <a:chExt cx="722662" cy="98475"/>
            </a:xfrm>
            <a:solidFill>
              <a:srgbClr val="000000"/>
            </a:solidFill>
          </p:grpSpPr>
          <p:sp>
            <p:nvSpPr>
              <p:cNvPr id="45" name="Freeform 44">
                <a:extLst>
                  <a:ext uri="{FF2B5EF4-FFF2-40B4-BE49-F238E27FC236}">
                    <a16:creationId xmlns:a16="http://schemas.microsoft.com/office/drawing/2014/main" id="{E0903C10-9C43-4029-1989-8796170B6B23}"/>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46" name="Freeform 45">
                <a:extLst>
                  <a:ext uri="{FF2B5EF4-FFF2-40B4-BE49-F238E27FC236}">
                    <a16:creationId xmlns:a16="http://schemas.microsoft.com/office/drawing/2014/main" id="{9527ED7E-456D-AB30-D2D0-4C61F6B8397F}"/>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47" name="Freeform 46">
                <a:extLst>
                  <a:ext uri="{FF2B5EF4-FFF2-40B4-BE49-F238E27FC236}">
                    <a16:creationId xmlns:a16="http://schemas.microsoft.com/office/drawing/2014/main" id="{0499A972-1ADB-ED5A-C815-DB3F2191D945}"/>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48" name="Freeform 47">
                <a:extLst>
                  <a:ext uri="{FF2B5EF4-FFF2-40B4-BE49-F238E27FC236}">
                    <a16:creationId xmlns:a16="http://schemas.microsoft.com/office/drawing/2014/main" id="{D803CC09-D71F-9E10-DA97-C55AD0BCE241}"/>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49" name="Freeform 48">
                <a:extLst>
                  <a:ext uri="{FF2B5EF4-FFF2-40B4-BE49-F238E27FC236}">
                    <a16:creationId xmlns:a16="http://schemas.microsoft.com/office/drawing/2014/main" id="{13B2A944-7BD4-DD11-180F-B80BF28EB678}"/>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0" name="Freeform 49">
                <a:extLst>
                  <a:ext uri="{FF2B5EF4-FFF2-40B4-BE49-F238E27FC236}">
                    <a16:creationId xmlns:a16="http://schemas.microsoft.com/office/drawing/2014/main" id="{CC8B82B9-ED10-F9AC-D3B8-E0275C3CBDE8}"/>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51" name="Freeform 50">
                <a:extLst>
                  <a:ext uri="{FF2B5EF4-FFF2-40B4-BE49-F238E27FC236}">
                    <a16:creationId xmlns:a16="http://schemas.microsoft.com/office/drawing/2014/main" id="{4627E22E-2D4D-FEA9-006A-7DD242E25182}"/>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52" name="Freeform 51">
                <a:extLst>
                  <a:ext uri="{FF2B5EF4-FFF2-40B4-BE49-F238E27FC236}">
                    <a16:creationId xmlns:a16="http://schemas.microsoft.com/office/drawing/2014/main" id="{4169526B-DAA6-4992-5CF6-225DE8545F4E}"/>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53" name="Freeform 52">
                <a:extLst>
                  <a:ext uri="{FF2B5EF4-FFF2-40B4-BE49-F238E27FC236}">
                    <a16:creationId xmlns:a16="http://schemas.microsoft.com/office/drawing/2014/main" id="{4555D210-195A-A18A-E0CE-77874E51EB4A}"/>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4" name="Freeform 53">
                <a:extLst>
                  <a:ext uri="{FF2B5EF4-FFF2-40B4-BE49-F238E27FC236}">
                    <a16:creationId xmlns:a16="http://schemas.microsoft.com/office/drawing/2014/main" id="{83DDD2B8-EB7C-AACE-B23F-6FA8B1A57F12}"/>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37" name="Graphic 8">
              <a:extLst>
                <a:ext uri="{FF2B5EF4-FFF2-40B4-BE49-F238E27FC236}">
                  <a16:creationId xmlns:a16="http://schemas.microsoft.com/office/drawing/2014/main" id="{33CF0C83-9B67-4AA2-133D-C3006C860F5E}"/>
                </a:ext>
              </a:extLst>
            </p:cNvPr>
            <p:cNvGrpSpPr/>
            <p:nvPr/>
          </p:nvGrpSpPr>
          <p:grpSpPr>
            <a:xfrm>
              <a:off x="265625" y="6323271"/>
              <a:ext cx="1249223" cy="190348"/>
              <a:chOff x="265625" y="6323271"/>
              <a:chExt cx="1249223" cy="190348"/>
            </a:xfrm>
            <a:solidFill>
              <a:srgbClr val="000000"/>
            </a:solidFill>
          </p:grpSpPr>
          <p:sp>
            <p:nvSpPr>
              <p:cNvPr id="38" name="Freeform 37">
                <a:extLst>
                  <a:ext uri="{FF2B5EF4-FFF2-40B4-BE49-F238E27FC236}">
                    <a16:creationId xmlns:a16="http://schemas.microsoft.com/office/drawing/2014/main" id="{0811D246-0428-1254-CBB5-CB40B6BB8558}"/>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39" name="Freeform 38">
                <a:extLst>
                  <a:ext uri="{FF2B5EF4-FFF2-40B4-BE49-F238E27FC236}">
                    <a16:creationId xmlns:a16="http://schemas.microsoft.com/office/drawing/2014/main" id="{B0FE8401-7316-2698-D80B-7C0E88A32559}"/>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40" name="Freeform 39">
                <a:extLst>
                  <a:ext uri="{FF2B5EF4-FFF2-40B4-BE49-F238E27FC236}">
                    <a16:creationId xmlns:a16="http://schemas.microsoft.com/office/drawing/2014/main" id="{2241BCF0-F50B-2C01-4E3D-8987EE3AEBC6}"/>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41" name="Freeform 40">
                <a:extLst>
                  <a:ext uri="{FF2B5EF4-FFF2-40B4-BE49-F238E27FC236}">
                    <a16:creationId xmlns:a16="http://schemas.microsoft.com/office/drawing/2014/main" id="{E45D38ED-BA90-5035-9D1B-207CDE6D1DDE}"/>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42" name="Freeform 41">
                <a:extLst>
                  <a:ext uri="{FF2B5EF4-FFF2-40B4-BE49-F238E27FC236}">
                    <a16:creationId xmlns:a16="http://schemas.microsoft.com/office/drawing/2014/main" id="{495663DE-6FC0-F26D-5DE1-C203DA0E3D8E}"/>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43" name="Freeform 42">
                <a:extLst>
                  <a:ext uri="{FF2B5EF4-FFF2-40B4-BE49-F238E27FC236}">
                    <a16:creationId xmlns:a16="http://schemas.microsoft.com/office/drawing/2014/main" id="{EEE0604B-AD28-DEF4-B2C5-6D7AB5FD3A55}"/>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44" name="Freeform 43">
                <a:extLst>
                  <a:ext uri="{FF2B5EF4-FFF2-40B4-BE49-F238E27FC236}">
                    <a16:creationId xmlns:a16="http://schemas.microsoft.com/office/drawing/2014/main" id="{676B44DF-1000-68A6-6AF7-E8182D7C4F2D}"/>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55" name="Freeform: Shape 12">
            <a:extLst>
              <a:ext uri="{FF2B5EF4-FFF2-40B4-BE49-F238E27FC236}">
                <a16:creationId xmlns:a16="http://schemas.microsoft.com/office/drawing/2014/main" id="{C039270F-3B2C-5A52-9E64-757A7B136566}"/>
              </a:ext>
            </a:extLst>
          </p:cNvPr>
          <p:cNvSpPr/>
          <p:nvPr userDrawn="1"/>
        </p:nvSpPr>
        <p:spPr>
          <a:xfrm>
            <a:off x="0" y="0"/>
            <a:ext cx="8366346" cy="5149879"/>
          </a:xfrm>
          <a:custGeom>
            <a:avLst/>
            <a:gdLst>
              <a:gd name="connsiteX0" fmla="*/ 8300010 w 8406233"/>
              <a:gd name="connsiteY0" fmla="*/ 0 h 5164293"/>
              <a:gd name="connsiteX1" fmla="*/ 8406233 w 8406233"/>
              <a:gd name="connsiteY1" fmla="*/ 0 h 5164293"/>
              <a:gd name="connsiteX2" fmla="*/ 3739706 w 8406233"/>
              <a:gd name="connsiteY2" fmla="*/ 4681182 h 5164293"/>
              <a:gd name="connsiteX3" fmla="*/ 2577461 w 8406233"/>
              <a:gd name="connsiteY3" fmla="*/ 5162629 h 5164293"/>
              <a:gd name="connsiteX4" fmla="*/ 0 w 8406233"/>
              <a:gd name="connsiteY4" fmla="*/ 5164293 h 5164293"/>
              <a:gd name="connsiteX5" fmla="*/ 0 w 8406233"/>
              <a:gd name="connsiteY5" fmla="*/ 5088966 h 5164293"/>
              <a:gd name="connsiteX6" fmla="*/ 2577461 w 8406233"/>
              <a:gd name="connsiteY6" fmla="*/ 5087291 h 5164293"/>
              <a:gd name="connsiteX7" fmla="*/ 3686388 w 8406233"/>
              <a:gd name="connsiteY7" fmla="*/ 4627988 h 51642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406233" h="5164293">
                <a:moveTo>
                  <a:pt x="8300010" y="0"/>
                </a:moveTo>
                <a:lnTo>
                  <a:pt x="8406233" y="0"/>
                </a:lnTo>
                <a:lnTo>
                  <a:pt x="3739706" y="4681182"/>
                </a:lnTo>
                <a:cubicBezTo>
                  <a:pt x="3429197" y="4991691"/>
                  <a:pt x="3016440" y="5162629"/>
                  <a:pt x="2577461" y="5162629"/>
                </a:cubicBezTo>
                <a:lnTo>
                  <a:pt x="0" y="5164293"/>
                </a:lnTo>
                <a:lnTo>
                  <a:pt x="0" y="5088966"/>
                </a:lnTo>
                <a:lnTo>
                  <a:pt x="2577461" y="5087291"/>
                </a:lnTo>
                <a:cubicBezTo>
                  <a:pt x="2993418" y="5087291"/>
                  <a:pt x="3392312" y="4922061"/>
                  <a:pt x="3686388" y="4627988"/>
                </a:cubicBezTo>
                <a:close/>
              </a:path>
            </a:pathLst>
          </a:custGeom>
          <a:gradFill>
            <a:gsLst>
              <a:gs pos="31000">
                <a:srgbClr val="0095C4"/>
              </a:gs>
              <a:gs pos="94000">
                <a:schemeClr val="accent5"/>
              </a:gs>
            </a:gsLst>
            <a:lin ang="0" scaled="1"/>
          </a:gradFill>
          <a:ln w="0" cap="flat">
            <a:noFill/>
            <a:prstDash val="solid"/>
            <a:miter/>
          </a:ln>
        </p:spPr>
        <p:txBody>
          <a:bodyPr rtlCol="0" anchor="ctr"/>
          <a:lstStyle/>
          <a:p>
            <a:endParaRPr lang="en-US" dirty="0"/>
          </a:p>
        </p:txBody>
      </p:sp>
      <p:sp>
        <p:nvSpPr>
          <p:cNvPr id="9" name="TextBox 8">
            <a:extLst>
              <a:ext uri="{FF2B5EF4-FFF2-40B4-BE49-F238E27FC236}">
                <a16:creationId xmlns:a16="http://schemas.microsoft.com/office/drawing/2014/main" id="{6B6C42D0-DC6D-DA1A-9109-B30DDBCA1FD2}"/>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22134491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83.xml><?xml version="1.0" encoding="utf-8"?>
<p:sldLayout xmlns:a="http://schemas.openxmlformats.org/drawingml/2006/main" xmlns:r="http://schemas.openxmlformats.org/officeDocument/2006/relationships" xmlns:p="http://schemas.openxmlformats.org/presentationml/2006/main" showMasterSp="0" preserve="1">
  <p:cSld name="vcf-close-a">
    <p:spTree>
      <p:nvGrpSpPr>
        <p:cNvPr id="1" name=""/>
        <p:cNvGrpSpPr/>
        <p:nvPr/>
      </p:nvGrpSpPr>
      <p:grpSpPr>
        <a:xfrm>
          <a:off x="0" y="0"/>
          <a:ext cx="0" cy="0"/>
          <a:chOff x="0" y="0"/>
          <a:chExt cx="0" cy="0"/>
        </a:xfrm>
      </p:grpSpPr>
      <p:pic>
        <p:nvPicPr>
          <p:cNvPr id="7" name="Picture 6" descr="A screen shot of a computer&#10;&#10;AI-generated content may be incorrect.">
            <a:extLst>
              <a:ext uri="{FF2B5EF4-FFF2-40B4-BE49-F238E27FC236}">
                <a16:creationId xmlns:a16="http://schemas.microsoft.com/office/drawing/2014/main" id="{5D22B5DE-D878-0F7B-8289-C21F71E7925B}"/>
              </a:ext>
            </a:extLst>
          </p:cNvPr>
          <p:cNvPicPr>
            <a:picLocks noChangeAspect="1"/>
          </p:cNvPicPr>
          <p:nvPr userDrawn="1"/>
        </p:nvPicPr>
        <p:blipFill>
          <a:blip r:embed="rId2"/>
          <a:srcRect l="53694" b="13698"/>
          <a:stretch>
            <a:fillRect/>
          </a:stretch>
        </p:blipFill>
        <p:spPr>
          <a:xfrm>
            <a:off x="6544638" y="893"/>
            <a:ext cx="5644186" cy="5917022"/>
          </a:xfrm>
          <a:prstGeom prst="rect">
            <a:avLst/>
          </a:prstGeom>
        </p:spPr>
      </p:pic>
      <p:sp>
        <p:nvSpPr>
          <p:cNvPr id="10" name="TextBox 9">
            <a:extLst>
              <a:ext uri="{FF2B5EF4-FFF2-40B4-BE49-F238E27FC236}">
                <a16:creationId xmlns:a16="http://schemas.microsoft.com/office/drawing/2014/main" id="{01F07DE2-A4BE-3B43-A385-D616B948566C}"/>
              </a:ext>
            </a:extLst>
          </p:cNvPr>
          <p:cNvSpPr txBox="1"/>
          <p:nvPr/>
        </p:nvSpPr>
        <p:spPr>
          <a:xfrm>
            <a:off x="612593" y="3730021"/>
            <a:ext cx="3585557" cy="692497"/>
          </a:xfrm>
          <a:prstGeom prst="rect">
            <a:avLst/>
          </a:prstGeom>
        </p:spPr>
        <p:txBody>
          <a:bodyPr wrap="square" lIns="0" tIns="0" rIns="0" bIns="0" rtlCol="0">
            <a:spAutoFit/>
          </a:bodyPr>
          <a:lstStyle/>
          <a:p>
            <a:pPr algn="l" defTabSz="914400" rtl="0" eaLnBrk="1" latinLnBrk="0" hangingPunct="1">
              <a:lnSpc>
                <a:spcPct val="90000"/>
              </a:lnSpc>
              <a:spcBef>
                <a:spcPct val="0"/>
              </a:spcBef>
              <a:spcAft>
                <a:spcPts val="600"/>
              </a:spcAft>
              <a:buNone/>
            </a:pPr>
            <a:r>
              <a:rPr lang="en-US" sz="5000" b="0" kern="1200" cap="none" baseline="0" dirty="0">
                <a:solidFill>
                  <a:schemeClr val="accent2"/>
                </a:solidFill>
                <a:latin typeface="+mj-lt"/>
                <a:ea typeface="+mj-ea"/>
                <a:cs typeface="+mj-cs"/>
              </a:rPr>
              <a:t>Thank You</a:t>
            </a:r>
          </a:p>
        </p:txBody>
      </p:sp>
      <p:pic>
        <p:nvPicPr>
          <p:cNvPr id="2" name="Graphic 1">
            <a:extLst>
              <a:ext uri="{FF2B5EF4-FFF2-40B4-BE49-F238E27FC236}">
                <a16:creationId xmlns:a16="http://schemas.microsoft.com/office/drawing/2014/main" id="{231E1D4D-2045-E0A6-9319-80E550D43A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633266" y="570134"/>
            <a:ext cx="2857719" cy="562472"/>
          </a:xfrm>
          <a:prstGeom prst="rect">
            <a:avLst/>
          </a:prstGeom>
        </p:spPr>
      </p:pic>
      <p:grpSp>
        <p:nvGrpSpPr>
          <p:cNvPr id="4" name="Graphic 8">
            <a:extLst>
              <a:ext uri="{FF2B5EF4-FFF2-40B4-BE49-F238E27FC236}">
                <a16:creationId xmlns:a16="http://schemas.microsoft.com/office/drawing/2014/main" id="{D240381F-D431-6FBD-1BD4-B90BBD2F5331}"/>
              </a:ext>
            </a:extLst>
          </p:cNvPr>
          <p:cNvGrpSpPr/>
          <p:nvPr userDrawn="1"/>
        </p:nvGrpSpPr>
        <p:grpSpPr>
          <a:xfrm>
            <a:off x="10169913" y="6323271"/>
            <a:ext cx="1249223" cy="369648"/>
            <a:chOff x="265625" y="6323271"/>
            <a:chExt cx="1249223" cy="369648"/>
          </a:xfrm>
          <a:solidFill>
            <a:srgbClr val="000000"/>
          </a:solidFill>
        </p:grpSpPr>
        <p:grpSp>
          <p:nvGrpSpPr>
            <p:cNvPr id="5" name="Graphic 8">
              <a:extLst>
                <a:ext uri="{FF2B5EF4-FFF2-40B4-BE49-F238E27FC236}">
                  <a16:creationId xmlns:a16="http://schemas.microsoft.com/office/drawing/2014/main" id="{2126EE8A-3BAE-0199-0098-43FF0694566B}"/>
                </a:ext>
              </a:extLst>
            </p:cNvPr>
            <p:cNvGrpSpPr/>
            <p:nvPr/>
          </p:nvGrpSpPr>
          <p:grpSpPr>
            <a:xfrm>
              <a:off x="745455" y="6594444"/>
              <a:ext cx="722662" cy="98475"/>
              <a:chOff x="745455" y="6594444"/>
              <a:chExt cx="722662" cy="98475"/>
            </a:xfrm>
            <a:solidFill>
              <a:srgbClr val="000000"/>
            </a:solidFill>
          </p:grpSpPr>
          <p:sp>
            <p:nvSpPr>
              <p:cNvPr id="16" name="Freeform 15">
                <a:extLst>
                  <a:ext uri="{FF2B5EF4-FFF2-40B4-BE49-F238E27FC236}">
                    <a16:creationId xmlns:a16="http://schemas.microsoft.com/office/drawing/2014/main" id="{C845378D-FD42-9D1E-B3E5-6856C0244909}"/>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17" name="Freeform 16">
                <a:extLst>
                  <a:ext uri="{FF2B5EF4-FFF2-40B4-BE49-F238E27FC236}">
                    <a16:creationId xmlns:a16="http://schemas.microsoft.com/office/drawing/2014/main" id="{01B4F03C-6425-086A-B4A0-22FA153080A3}"/>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18" name="Freeform 17">
                <a:extLst>
                  <a:ext uri="{FF2B5EF4-FFF2-40B4-BE49-F238E27FC236}">
                    <a16:creationId xmlns:a16="http://schemas.microsoft.com/office/drawing/2014/main" id="{E49E38D1-463D-4C64-CA19-58E01C037DDC}"/>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19" name="Freeform 18">
                <a:extLst>
                  <a:ext uri="{FF2B5EF4-FFF2-40B4-BE49-F238E27FC236}">
                    <a16:creationId xmlns:a16="http://schemas.microsoft.com/office/drawing/2014/main" id="{8F4C03AD-9A01-0F91-8CE4-6E2D45403784}"/>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20" name="Freeform 19">
                <a:extLst>
                  <a:ext uri="{FF2B5EF4-FFF2-40B4-BE49-F238E27FC236}">
                    <a16:creationId xmlns:a16="http://schemas.microsoft.com/office/drawing/2014/main" id="{2127FF99-1099-4457-6014-133A0B2B3314}"/>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21" name="Freeform 20">
                <a:extLst>
                  <a:ext uri="{FF2B5EF4-FFF2-40B4-BE49-F238E27FC236}">
                    <a16:creationId xmlns:a16="http://schemas.microsoft.com/office/drawing/2014/main" id="{0636C64C-5C63-B92E-3F14-6BD8275DC6FD}"/>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22" name="Freeform 21">
                <a:extLst>
                  <a:ext uri="{FF2B5EF4-FFF2-40B4-BE49-F238E27FC236}">
                    <a16:creationId xmlns:a16="http://schemas.microsoft.com/office/drawing/2014/main" id="{5F210CBC-9EFA-8E8A-956F-90C41FFE7028}"/>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23" name="Freeform 22">
                <a:extLst>
                  <a:ext uri="{FF2B5EF4-FFF2-40B4-BE49-F238E27FC236}">
                    <a16:creationId xmlns:a16="http://schemas.microsoft.com/office/drawing/2014/main" id="{C72D9EBE-6044-B591-406D-781CDFE07903}"/>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24" name="Freeform 23">
                <a:extLst>
                  <a:ext uri="{FF2B5EF4-FFF2-40B4-BE49-F238E27FC236}">
                    <a16:creationId xmlns:a16="http://schemas.microsoft.com/office/drawing/2014/main" id="{D642E36F-CA65-D7DC-71EB-5C5EBBD4CEC1}"/>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25" name="Freeform 24">
                <a:extLst>
                  <a:ext uri="{FF2B5EF4-FFF2-40B4-BE49-F238E27FC236}">
                    <a16:creationId xmlns:a16="http://schemas.microsoft.com/office/drawing/2014/main" id="{09EF31A7-C6D1-D919-812E-4103196A5CDE}"/>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6" name="Graphic 8">
              <a:extLst>
                <a:ext uri="{FF2B5EF4-FFF2-40B4-BE49-F238E27FC236}">
                  <a16:creationId xmlns:a16="http://schemas.microsoft.com/office/drawing/2014/main" id="{DADBD257-43D0-4CDA-4A5A-3CDA7BF6740C}"/>
                </a:ext>
              </a:extLst>
            </p:cNvPr>
            <p:cNvGrpSpPr/>
            <p:nvPr/>
          </p:nvGrpSpPr>
          <p:grpSpPr>
            <a:xfrm>
              <a:off x="265625" y="6323271"/>
              <a:ext cx="1249223" cy="190348"/>
              <a:chOff x="265625" y="6323271"/>
              <a:chExt cx="1249223" cy="190348"/>
            </a:xfrm>
            <a:solidFill>
              <a:srgbClr val="000000"/>
            </a:solidFill>
          </p:grpSpPr>
          <p:sp>
            <p:nvSpPr>
              <p:cNvPr id="8" name="Freeform 7">
                <a:extLst>
                  <a:ext uri="{FF2B5EF4-FFF2-40B4-BE49-F238E27FC236}">
                    <a16:creationId xmlns:a16="http://schemas.microsoft.com/office/drawing/2014/main" id="{B5BFAD0C-7AD2-00F4-4919-505C12E2501B}"/>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9" name="Freeform 8">
                <a:extLst>
                  <a:ext uri="{FF2B5EF4-FFF2-40B4-BE49-F238E27FC236}">
                    <a16:creationId xmlns:a16="http://schemas.microsoft.com/office/drawing/2014/main" id="{AE52F78E-16F0-DF94-70DA-D5582B097064}"/>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11" name="Freeform 10">
                <a:extLst>
                  <a:ext uri="{FF2B5EF4-FFF2-40B4-BE49-F238E27FC236}">
                    <a16:creationId xmlns:a16="http://schemas.microsoft.com/office/drawing/2014/main" id="{9C32BCE4-0107-EF3E-0450-AA6CBFDD165A}"/>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12" name="Freeform 11">
                <a:extLst>
                  <a:ext uri="{FF2B5EF4-FFF2-40B4-BE49-F238E27FC236}">
                    <a16:creationId xmlns:a16="http://schemas.microsoft.com/office/drawing/2014/main" id="{49F81FA8-AAC7-6F89-E33E-0311B404D828}"/>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13" name="Freeform 12">
                <a:extLst>
                  <a:ext uri="{FF2B5EF4-FFF2-40B4-BE49-F238E27FC236}">
                    <a16:creationId xmlns:a16="http://schemas.microsoft.com/office/drawing/2014/main" id="{BA01788C-E05D-6DA1-6A16-F0654896083D}"/>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14" name="Freeform 13">
                <a:extLst>
                  <a:ext uri="{FF2B5EF4-FFF2-40B4-BE49-F238E27FC236}">
                    <a16:creationId xmlns:a16="http://schemas.microsoft.com/office/drawing/2014/main" id="{DB1CA306-CB93-3B83-69A3-BF09A3F8EDB4}"/>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15" name="Freeform 14">
                <a:extLst>
                  <a:ext uri="{FF2B5EF4-FFF2-40B4-BE49-F238E27FC236}">
                    <a16:creationId xmlns:a16="http://schemas.microsoft.com/office/drawing/2014/main" id="{89196C2B-5506-6430-A14E-6A9FF840E3A0}"/>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Tree>
    <p:extLst>
      <p:ext uri="{BB962C8B-B14F-4D97-AF65-F5344CB8AC3E}">
        <p14:creationId xmlns:p14="http://schemas.microsoft.com/office/powerpoint/2010/main" val="16325560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4.xml><?xml version="1.0" encoding="utf-8"?>
<p:sldLayout xmlns:a="http://schemas.openxmlformats.org/drawingml/2006/main" xmlns:r="http://schemas.openxmlformats.org/officeDocument/2006/relationships" xmlns:p="http://schemas.openxmlformats.org/presentationml/2006/main" showMasterSp="0" preserve="1">
  <p:cSld name="vcf-close-b">
    <p:spTree>
      <p:nvGrpSpPr>
        <p:cNvPr id="1" name=""/>
        <p:cNvGrpSpPr/>
        <p:nvPr/>
      </p:nvGrpSpPr>
      <p:grpSpPr>
        <a:xfrm>
          <a:off x="0" y="0"/>
          <a:ext cx="0" cy="0"/>
          <a:chOff x="0" y="0"/>
          <a:chExt cx="0" cy="0"/>
        </a:xfrm>
      </p:grpSpPr>
      <p:pic>
        <p:nvPicPr>
          <p:cNvPr id="4" name="Picture 3" descr="A logo of a cloud computing system&#10;&#10;AI-generated content may be incorrect.">
            <a:extLst>
              <a:ext uri="{FF2B5EF4-FFF2-40B4-BE49-F238E27FC236}">
                <a16:creationId xmlns:a16="http://schemas.microsoft.com/office/drawing/2014/main" id="{D5B6D3D3-656A-E2AE-0E8D-85964108B23F}"/>
              </a:ext>
            </a:extLst>
          </p:cNvPr>
          <p:cNvPicPr>
            <a:picLocks noChangeAspect="1"/>
          </p:cNvPicPr>
          <p:nvPr userDrawn="1"/>
        </p:nvPicPr>
        <p:blipFill>
          <a:blip r:embed="rId2"/>
          <a:stretch>
            <a:fillRect/>
          </a:stretch>
        </p:blipFill>
        <p:spPr>
          <a:xfrm>
            <a:off x="5330825" y="0"/>
            <a:ext cx="6858000" cy="6858000"/>
          </a:xfrm>
          <a:prstGeom prst="rect">
            <a:avLst/>
          </a:prstGeom>
        </p:spPr>
      </p:pic>
      <p:pic>
        <p:nvPicPr>
          <p:cNvPr id="2" name="Graphic 1">
            <a:extLst>
              <a:ext uri="{FF2B5EF4-FFF2-40B4-BE49-F238E27FC236}">
                <a16:creationId xmlns:a16="http://schemas.microsoft.com/office/drawing/2014/main" id="{0663E1E2-33E8-E1CE-2C1C-C00429E453F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633266" y="570134"/>
            <a:ext cx="2857719" cy="562472"/>
          </a:xfrm>
          <a:prstGeom prst="rect">
            <a:avLst/>
          </a:prstGeom>
        </p:spPr>
      </p:pic>
      <p:sp>
        <p:nvSpPr>
          <p:cNvPr id="5" name="TextBox 4">
            <a:extLst>
              <a:ext uri="{FF2B5EF4-FFF2-40B4-BE49-F238E27FC236}">
                <a16:creationId xmlns:a16="http://schemas.microsoft.com/office/drawing/2014/main" id="{4599F36B-0C50-2222-827C-116C6403C43F}"/>
              </a:ext>
            </a:extLst>
          </p:cNvPr>
          <p:cNvSpPr txBox="1"/>
          <p:nvPr userDrawn="1"/>
        </p:nvSpPr>
        <p:spPr>
          <a:xfrm>
            <a:off x="612593" y="3730021"/>
            <a:ext cx="3585557" cy="692497"/>
          </a:xfrm>
          <a:prstGeom prst="rect">
            <a:avLst/>
          </a:prstGeom>
        </p:spPr>
        <p:txBody>
          <a:bodyPr wrap="square" lIns="0" tIns="0" rIns="0" bIns="0" rtlCol="0">
            <a:spAutoFit/>
          </a:bodyPr>
          <a:lstStyle/>
          <a:p>
            <a:pPr algn="l" defTabSz="914400" rtl="0" eaLnBrk="1" latinLnBrk="0" hangingPunct="1">
              <a:lnSpc>
                <a:spcPct val="90000"/>
              </a:lnSpc>
              <a:spcBef>
                <a:spcPct val="0"/>
              </a:spcBef>
              <a:spcAft>
                <a:spcPts val="600"/>
              </a:spcAft>
              <a:buNone/>
            </a:pPr>
            <a:r>
              <a:rPr lang="en-US" sz="5000" b="0" kern="1200" cap="none" baseline="0" dirty="0">
                <a:solidFill>
                  <a:schemeClr val="accent2"/>
                </a:solidFill>
                <a:latin typeface="+mj-lt"/>
                <a:ea typeface="+mj-ea"/>
                <a:cs typeface="+mj-cs"/>
              </a:rPr>
              <a:t>Thank You</a:t>
            </a:r>
          </a:p>
        </p:txBody>
      </p:sp>
      <p:grpSp>
        <p:nvGrpSpPr>
          <p:cNvPr id="6" name="Graphic 8">
            <a:extLst>
              <a:ext uri="{FF2B5EF4-FFF2-40B4-BE49-F238E27FC236}">
                <a16:creationId xmlns:a16="http://schemas.microsoft.com/office/drawing/2014/main" id="{0E509A79-F6D5-B06C-958E-E5AC3C46A63D}"/>
              </a:ext>
            </a:extLst>
          </p:cNvPr>
          <p:cNvGrpSpPr/>
          <p:nvPr userDrawn="1"/>
        </p:nvGrpSpPr>
        <p:grpSpPr>
          <a:xfrm>
            <a:off x="10169913" y="6323271"/>
            <a:ext cx="1249223" cy="369648"/>
            <a:chOff x="265625" y="6323271"/>
            <a:chExt cx="1249223" cy="369648"/>
          </a:xfrm>
          <a:solidFill>
            <a:srgbClr val="000000"/>
          </a:solidFill>
        </p:grpSpPr>
        <p:grpSp>
          <p:nvGrpSpPr>
            <p:cNvPr id="7" name="Graphic 8">
              <a:extLst>
                <a:ext uri="{FF2B5EF4-FFF2-40B4-BE49-F238E27FC236}">
                  <a16:creationId xmlns:a16="http://schemas.microsoft.com/office/drawing/2014/main" id="{AE2275C1-A234-6DD2-C47A-488F2A0C5DA4}"/>
                </a:ext>
              </a:extLst>
            </p:cNvPr>
            <p:cNvGrpSpPr/>
            <p:nvPr/>
          </p:nvGrpSpPr>
          <p:grpSpPr>
            <a:xfrm>
              <a:off x="745455" y="6594444"/>
              <a:ext cx="722662" cy="98475"/>
              <a:chOff x="745455" y="6594444"/>
              <a:chExt cx="722662" cy="98475"/>
            </a:xfrm>
            <a:solidFill>
              <a:srgbClr val="000000"/>
            </a:solidFill>
          </p:grpSpPr>
          <p:sp>
            <p:nvSpPr>
              <p:cNvPr id="37" name="Freeform 36">
                <a:extLst>
                  <a:ext uri="{FF2B5EF4-FFF2-40B4-BE49-F238E27FC236}">
                    <a16:creationId xmlns:a16="http://schemas.microsoft.com/office/drawing/2014/main" id="{431CE114-F3E9-E98A-4BA4-0516F542A3B4}"/>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38" name="Freeform 37">
                <a:extLst>
                  <a:ext uri="{FF2B5EF4-FFF2-40B4-BE49-F238E27FC236}">
                    <a16:creationId xmlns:a16="http://schemas.microsoft.com/office/drawing/2014/main" id="{04CA1A03-77AA-780C-B68C-660F5BE34849}"/>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39" name="Freeform 38">
                <a:extLst>
                  <a:ext uri="{FF2B5EF4-FFF2-40B4-BE49-F238E27FC236}">
                    <a16:creationId xmlns:a16="http://schemas.microsoft.com/office/drawing/2014/main" id="{E977FFEE-E440-16F9-70F1-AF4A6B54B5E6}"/>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40" name="Freeform 39">
                <a:extLst>
                  <a:ext uri="{FF2B5EF4-FFF2-40B4-BE49-F238E27FC236}">
                    <a16:creationId xmlns:a16="http://schemas.microsoft.com/office/drawing/2014/main" id="{D1ED6AF7-ED02-66B3-EC40-7F0E29353BD1}"/>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41" name="Freeform 40">
                <a:extLst>
                  <a:ext uri="{FF2B5EF4-FFF2-40B4-BE49-F238E27FC236}">
                    <a16:creationId xmlns:a16="http://schemas.microsoft.com/office/drawing/2014/main" id="{C4E3B68D-CA96-AC9D-0CE3-1DC359FC4FE1}"/>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42" name="Freeform 41">
                <a:extLst>
                  <a:ext uri="{FF2B5EF4-FFF2-40B4-BE49-F238E27FC236}">
                    <a16:creationId xmlns:a16="http://schemas.microsoft.com/office/drawing/2014/main" id="{1E4C566D-E2F2-8C83-D974-455EBFEF2C88}"/>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43" name="Freeform 42">
                <a:extLst>
                  <a:ext uri="{FF2B5EF4-FFF2-40B4-BE49-F238E27FC236}">
                    <a16:creationId xmlns:a16="http://schemas.microsoft.com/office/drawing/2014/main" id="{D46FE9B7-AFAF-8AE9-BCAC-32C7050AA675}"/>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44" name="Freeform 43">
                <a:extLst>
                  <a:ext uri="{FF2B5EF4-FFF2-40B4-BE49-F238E27FC236}">
                    <a16:creationId xmlns:a16="http://schemas.microsoft.com/office/drawing/2014/main" id="{AFD97213-6487-8766-F754-42FD7EAF5EDE}"/>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45" name="Freeform 44">
                <a:extLst>
                  <a:ext uri="{FF2B5EF4-FFF2-40B4-BE49-F238E27FC236}">
                    <a16:creationId xmlns:a16="http://schemas.microsoft.com/office/drawing/2014/main" id="{D9C10BB5-50E6-63AC-9025-257334522483}"/>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46" name="Freeform 45">
                <a:extLst>
                  <a:ext uri="{FF2B5EF4-FFF2-40B4-BE49-F238E27FC236}">
                    <a16:creationId xmlns:a16="http://schemas.microsoft.com/office/drawing/2014/main" id="{212E531C-C28B-20F7-D4D0-A118CF3F0A39}"/>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8" name="Graphic 8">
              <a:extLst>
                <a:ext uri="{FF2B5EF4-FFF2-40B4-BE49-F238E27FC236}">
                  <a16:creationId xmlns:a16="http://schemas.microsoft.com/office/drawing/2014/main" id="{CEA5CC23-5057-2830-8024-F07AC496D337}"/>
                </a:ext>
              </a:extLst>
            </p:cNvPr>
            <p:cNvGrpSpPr/>
            <p:nvPr/>
          </p:nvGrpSpPr>
          <p:grpSpPr>
            <a:xfrm>
              <a:off x="265625" y="6323271"/>
              <a:ext cx="1249223" cy="190348"/>
              <a:chOff x="265625" y="6323271"/>
              <a:chExt cx="1249223" cy="190348"/>
            </a:xfrm>
            <a:solidFill>
              <a:srgbClr val="000000"/>
            </a:solidFill>
          </p:grpSpPr>
          <p:sp>
            <p:nvSpPr>
              <p:cNvPr id="9" name="Freeform 8">
                <a:extLst>
                  <a:ext uri="{FF2B5EF4-FFF2-40B4-BE49-F238E27FC236}">
                    <a16:creationId xmlns:a16="http://schemas.microsoft.com/office/drawing/2014/main" id="{4B25CB1A-60DF-B7A7-9480-4C3711052CA3}"/>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13" name="Freeform 12">
                <a:extLst>
                  <a:ext uri="{FF2B5EF4-FFF2-40B4-BE49-F238E27FC236}">
                    <a16:creationId xmlns:a16="http://schemas.microsoft.com/office/drawing/2014/main" id="{2D52DF86-E0EF-1071-BA38-4713BDFCE640}"/>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14" name="Freeform 13">
                <a:extLst>
                  <a:ext uri="{FF2B5EF4-FFF2-40B4-BE49-F238E27FC236}">
                    <a16:creationId xmlns:a16="http://schemas.microsoft.com/office/drawing/2014/main" id="{955C11E2-D041-6BE5-4E9B-09F93712BADA}"/>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33" name="Freeform 32">
                <a:extLst>
                  <a:ext uri="{FF2B5EF4-FFF2-40B4-BE49-F238E27FC236}">
                    <a16:creationId xmlns:a16="http://schemas.microsoft.com/office/drawing/2014/main" id="{2CF69822-31CE-ADA8-C134-6B78BC3E1E84}"/>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34" name="Freeform 33">
                <a:extLst>
                  <a:ext uri="{FF2B5EF4-FFF2-40B4-BE49-F238E27FC236}">
                    <a16:creationId xmlns:a16="http://schemas.microsoft.com/office/drawing/2014/main" id="{0245EF83-A7DA-4288-6266-89EFA916B9AA}"/>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35" name="Freeform 34">
                <a:extLst>
                  <a:ext uri="{FF2B5EF4-FFF2-40B4-BE49-F238E27FC236}">
                    <a16:creationId xmlns:a16="http://schemas.microsoft.com/office/drawing/2014/main" id="{7329DD28-4D16-8B03-2869-6F43ABDB61E6}"/>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36" name="Freeform 35">
                <a:extLst>
                  <a:ext uri="{FF2B5EF4-FFF2-40B4-BE49-F238E27FC236}">
                    <a16:creationId xmlns:a16="http://schemas.microsoft.com/office/drawing/2014/main" id="{38E7EA31-3D35-8902-97AE-4FD7D2938A7B}"/>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Tree>
    <p:extLst>
      <p:ext uri="{BB962C8B-B14F-4D97-AF65-F5344CB8AC3E}">
        <p14:creationId xmlns:p14="http://schemas.microsoft.com/office/powerpoint/2010/main" val="25770725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preserve="1" userDrawn="1">
  <p:cSld name="Section - DPU">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9107" y="938794"/>
            <a:ext cx="6587869" cy="1229360"/>
          </a:xfrm>
        </p:spPr>
        <p:txBody>
          <a:bodyPr wrap="square" anchor="b"/>
          <a:lstStyle>
            <a:lvl1pPr algn="l">
              <a:defRPr sz="3600" b="0" cap="none" baseline="0">
                <a:solidFill>
                  <a:schemeClr val="accent2"/>
                </a:solidFill>
              </a:defRPr>
            </a:lvl1pPr>
          </a:lstStyle>
          <a:p>
            <a:r>
              <a:rPr lang="en-US" dirty="0"/>
              <a:t>Section Title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574010" cy="700882"/>
          </a:xfrm>
        </p:spPr>
        <p:txBody>
          <a:bodyPr/>
          <a:lstStyle>
            <a:lvl1pPr marL="0" indent="0" algn="l">
              <a:buNone/>
              <a:defRPr sz="2400">
                <a:solidFill>
                  <a:schemeClr val="bg2">
                    <a:lumMod val="2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
        <p:nvSpPr>
          <p:cNvPr id="3" name="Parallelogram 2">
            <a:extLst>
              <a:ext uri="{FF2B5EF4-FFF2-40B4-BE49-F238E27FC236}">
                <a16:creationId xmlns:a16="http://schemas.microsoft.com/office/drawing/2014/main" id="{21BD0E35-5D00-D896-6AA2-BCA2A752CB7C}"/>
              </a:ext>
            </a:extLst>
          </p:cNvPr>
          <p:cNvSpPr/>
          <p:nvPr userDrawn="1"/>
        </p:nvSpPr>
        <p:spPr>
          <a:xfrm>
            <a:off x="5406003" y="-1"/>
            <a:ext cx="14676689" cy="6858001"/>
          </a:xfrm>
          <a:prstGeom prst="parallelogram">
            <a:avLst>
              <a:gd name="adj" fmla="val 100124"/>
            </a:avLst>
          </a:prstGeom>
          <a:gradFill flip="none" rotWithShape="1">
            <a:gsLst>
              <a:gs pos="30000">
                <a:schemeClr val="accent2"/>
              </a:gs>
              <a:gs pos="100000">
                <a:schemeClr val="accent1"/>
              </a:gs>
            </a:gsLst>
            <a:lin ang="18900000" scaled="1"/>
            <a:tileRect/>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4" name="Parallelogram 3">
            <a:extLst>
              <a:ext uri="{FF2B5EF4-FFF2-40B4-BE49-F238E27FC236}">
                <a16:creationId xmlns:a16="http://schemas.microsoft.com/office/drawing/2014/main" id="{10FB33BD-057D-5F3D-318C-AA409D826C58}"/>
              </a:ext>
            </a:extLst>
          </p:cNvPr>
          <p:cNvSpPr/>
          <p:nvPr userDrawn="1"/>
        </p:nvSpPr>
        <p:spPr>
          <a:xfrm>
            <a:off x="1840256" y="-1"/>
            <a:ext cx="12934077" cy="6470788"/>
          </a:xfrm>
          <a:prstGeom prst="parallelogram">
            <a:avLst>
              <a:gd name="adj" fmla="val 100124"/>
            </a:avLst>
          </a:prstGeom>
          <a:gradFill flip="none" rotWithShape="1">
            <a:gsLst>
              <a:gs pos="0">
                <a:schemeClr val="accent2">
                  <a:lumMod val="60000"/>
                  <a:lumOff val="40000"/>
                  <a:alpha val="25000"/>
                </a:schemeClr>
              </a:gs>
              <a:gs pos="74000">
                <a:schemeClr val="accent2">
                  <a:alpha val="0"/>
                </a:schemeClr>
              </a:gs>
            </a:gsLst>
            <a:lin ang="8100000" scaled="1"/>
            <a:tileRect/>
          </a:gra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 name="Graphic 143">
            <a:extLst>
              <a:ext uri="{FF2B5EF4-FFF2-40B4-BE49-F238E27FC236}">
                <a16:creationId xmlns:a16="http://schemas.microsoft.com/office/drawing/2014/main" id="{E81225B4-DF65-9170-E786-AD4D904C6E23}"/>
              </a:ext>
            </a:extLst>
          </p:cNvPr>
          <p:cNvSpPr/>
          <p:nvPr userDrawn="1"/>
        </p:nvSpPr>
        <p:spPr>
          <a:xfrm>
            <a:off x="4130978" y="4499933"/>
            <a:ext cx="2421204" cy="666750"/>
          </a:xfrm>
          <a:custGeom>
            <a:avLst/>
            <a:gdLst>
              <a:gd name="connsiteX0" fmla="*/ 482061 w 600651"/>
              <a:gd name="connsiteY0" fmla="*/ 38962 h 165407"/>
              <a:gd name="connsiteX1" fmla="*/ 398886 w 600651"/>
              <a:gd name="connsiteY1" fmla="*/ 75298 h 165407"/>
              <a:gd name="connsiteX2" fmla="*/ 268849 w 600651"/>
              <a:gd name="connsiteY2" fmla="*/ 0 h 165407"/>
              <a:gd name="connsiteX3" fmla="*/ 118927 w 600651"/>
              <a:gd name="connsiteY3" fmla="*/ 122878 h 165407"/>
              <a:gd name="connsiteX4" fmla="*/ 66185 w 600651"/>
              <a:gd name="connsiteY4" fmla="*/ 94823 h 165407"/>
              <a:gd name="connsiteX5" fmla="*/ 0 w 600651"/>
              <a:gd name="connsiteY5" fmla="*/ 165408 h 165407"/>
              <a:gd name="connsiteX6" fmla="*/ 600652 w 600651"/>
              <a:gd name="connsiteY6" fmla="*/ 165408 h 165407"/>
              <a:gd name="connsiteX7" fmla="*/ 482061 w 600651"/>
              <a:gd name="connsiteY7" fmla="*/ 38939 h 1654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651" h="165407">
                <a:moveTo>
                  <a:pt x="482061" y="38962"/>
                </a:moveTo>
                <a:cubicBezTo>
                  <a:pt x="449653" y="38962"/>
                  <a:pt x="420297" y="52832"/>
                  <a:pt x="398886" y="75298"/>
                </a:cubicBezTo>
                <a:cubicBezTo>
                  <a:pt x="371236" y="29984"/>
                  <a:pt x="323341" y="0"/>
                  <a:pt x="268849" y="0"/>
                </a:cubicBezTo>
                <a:cubicBezTo>
                  <a:pt x="196963" y="0"/>
                  <a:pt x="136523" y="52136"/>
                  <a:pt x="118927" y="122878"/>
                </a:cubicBezTo>
                <a:cubicBezTo>
                  <a:pt x="106853" y="105865"/>
                  <a:pt x="87754" y="94823"/>
                  <a:pt x="66185" y="94823"/>
                </a:cubicBezTo>
                <a:cubicBezTo>
                  <a:pt x="29625" y="94823"/>
                  <a:pt x="0" y="126446"/>
                  <a:pt x="0" y="165408"/>
                </a:cubicBezTo>
                <a:lnTo>
                  <a:pt x="600652" y="165408"/>
                </a:lnTo>
                <a:cubicBezTo>
                  <a:pt x="600652" y="95564"/>
                  <a:pt x="547551" y="38939"/>
                  <a:pt x="482061" y="38939"/>
                </a:cubicBezTo>
                <a:close/>
              </a:path>
            </a:pathLst>
          </a:custGeom>
          <a:solidFill>
            <a:schemeClr val="accent2">
              <a:alpha val="13000"/>
            </a:schemeClr>
          </a:soli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pic>
        <p:nvPicPr>
          <p:cNvPr id="6" name="Graphic 5">
            <a:extLst>
              <a:ext uri="{FF2B5EF4-FFF2-40B4-BE49-F238E27FC236}">
                <a16:creationId xmlns:a16="http://schemas.microsoft.com/office/drawing/2014/main" id="{8CCD6C51-1ACC-C903-BF0A-FE887F4E9951}"/>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979191" y="2319345"/>
            <a:ext cx="3124591" cy="1207366"/>
          </a:xfrm>
          <a:prstGeom prst="rect">
            <a:avLst/>
          </a:prstGeom>
        </p:spPr>
      </p:pic>
      <p:grpSp>
        <p:nvGrpSpPr>
          <p:cNvPr id="7" name="Group 6">
            <a:extLst>
              <a:ext uri="{FF2B5EF4-FFF2-40B4-BE49-F238E27FC236}">
                <a16:creationId xmlns:a16="http://schemas.microsoft.com/office/drawing/2014/main" id="{F3DFDBE6-637C-999F-7ECE-33E381EE535B}"/>
              </a:ext>
            </a:extLst>
          </p:cNvPr>
          <p:cNvGrpSpPr/>
          <p:nvPr userDrawn="1"/>
        </p:nvGrpSpPr>
        <p:grpSpPr>
          <a:xfrm>
            <a:off x="8467108" y="1045130"/>
            <a:ext cx="1685206" cy="686138"/>
            <a:chOff x="437672" y="1280130"/>
            <a:chExt cx="2910783" cy="1185138"/>
          </a:xfrm>
        </p:grpSpPr>
        <p:sp>
          <p:nvSpPr>
            <p:cNvPr id="8" name="Freeform: Shape 187">
              <a:extLst>
                <a:ext uri="{FF2B5EF4-FFF2-40B4-BE49-F238E27FC236}">
                  <a16:creationId xmlns:a16="http://schemas.microsoft.com/office/drawing/2014/main" id="{8D8E4B6A-1D78-7AFB-265C-490D60C20349}"/>
                </a:ext>
              </a:extLst>
            </p:cNvPr>
            <p:cNvSpPr/>
            <p:nvPr/>
          </p:nvSpPr>
          <p:spPr>
            <a:xfrm>
              <a:off x="437672" y="1280130"/>
              <a:ext cx="2720832" cy="1110872"/>
            </a:xfrm>
            <a:custGeom>
              <a:avLst/>
              <a:gdLst>
                <a:gd name="connsiteX0" fmla="*/ 749249 w 907209"/>
                <a:gd name="connsiteY0" fmla="*/ 212440 h 370400"/>
                <a:gd name="connsiteX1" fmla="*/ 700014 w 907209"/>
                <a:gd name="connsiteY1" fmla="*/ 220306 h 370400"/>
                <a:gd name="connsiteX2" fmla="*/ 454537 w 907209"/>
                <a:gd name="connsiteY2" fmla="*/ 0 h 370400"/>
                <a:gd name="connsiteX3" fmla="*/ 213896 w 907209"/>
                <a:gd name="connsiteY3" fmla="*/ 191405 h 370400"/>
                <a:gd name="connsiteX4" fmla="*/ 178995 w 907209"/>
                <a:gd name="connsiteY4" fmla="*/ 191405 h 370400"/>
                <a:gd name="connsiteX5" fmla="*/ 0 w 907209"/>
                <a:gd name="connsiteY5" fmla="*/ 370400 h 370400"/>
                <a:gd name="connsiteX6" fmla="*/ 907209 w 907209"/>
                <a:gd name="connsiteY6" fmla="*/ 370400 h 370400"/>
                <a:gd name="connsiteX7" fmla="*/ 749249 w 907209"/>
                <a:gd name="connsiteY7" fmla="*/ 212440 h 370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07209" h="370400">
                  <a:moveTo>
                    <a:pt x="749249" y="212440"/>
                  </a:moveTo>
                  <a:cubicBezTo>
                    <a:pt x="732060" y="212440"/>
                    <a:pt x="715512" y="215236"/>
                    <a:pt x="700014" y="220306"/>
                  </a:cubicBezTo>
                  <a:cubicBezTo>
                    <a:pt x="686729" y="96489"/>
                    <a:pt x="581907" y="0"/>
                    <a:pt x="454537" y="0"/>
                  </a:cubicBezTo>
                  <a:cubicBezTo>
                    <a:pt x="337246" y="0"/>
                    <a:pt x="239126" y="81806"/>
                    <a:pt x="213896" y="191405"/>
                  </a:cubicBezTo>
                  <a:lnTo>
                    <a:pt x="178995" y="191405"/>
                  </a:lnTo>
                  <a:cubicBezTo>
                    <a:pt x="80116" y="191405"/>
                    <a:pt x="0" y="271522"/>
                    <a:pt x="0" y="370400"/>
                  </a:cubicBezTo>
                  <a:lnTo>
                    <a:pt x="907209" y="370400"/>
                  </a:lnTo>
                  <a:cubicBezTo>
                    <a:pt x="907209" y="283175"/>
                    <a:pt x="836474" y="212440"/>
                    <a:pt x="749249" y="212440"/>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9" name="Freeform: Shape 188">
              <a:extLst>
                <a:ext uri="{FF2B5EF4-FFF2-40B4-BE49-F238E27FC236}">
                  <a16:creationId xmlns:a16="http://schemas.microsoft.com/office/drawing/2014/main" id="{8ECF167B-7A9C-771D-FE58-50C2F70A19BC}"/>
                </a:ext>
              </a:extLst>
            </p:cNvPr>
            <p:cNvSpPr/>
            <p:nvPr/>
          </p:nvSpPr>
          <p:spPr>
            <a:xfrm>
              <a:off x="1651302" y="1789783"/>
              <a:ext cx="1697153" cy="675485"/>
            </a:xfrm>
            <a:custGeom>
              <a:avLst/>
              <a:gdLst>
                <a:gd name="connsiteX0" fmla="*/ 154872 w 565884"/>
                <a:gd name="connsiteY0" fmla="*/ 70357 h 225229"/>
                <a:gd name="connsiteX1" fmla="*/ 0 w 565884"/>
                <a:gd name="connsiteY1" fmla="*/ 225229 h 225229"/>
                <a:gd name="connsiteX2" fmla="*/ 565884 w 565884"/>
                <a:gd name="connsiteY2" fmla="*/ 225229 h 225229"/>
                <a:gd name="connsiteX3" fmla="*/ 496023 w 565884"/>
                <a:gd name="connsiteY3" fmla="*/ 70357 h 225229"/>
                <a:gd name="connsiteX4" fmla="*/ 496023 w 565884"/>
                <a:gd name="connsiteY4" fmla="*/ 70357 h 225229"/>
                <a:gd name="connsiteX5" fmla="*/ 154872 w 565884"/>
                <a:gd name="connsiteY5" fmla="*/ 70357 h 225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5884" h="225229">
                  <a:moveTo>
                    <a:pt x="154872" y="70357"/>
                  </a:moveTo>
                  <a:lnTo>
                    <a:pt x="0" y="225229"/>
                  </a:lnTo>
                  <a:lnTo>
                    <a:pt x="565884" y="225229"/>
                  </a:lnTo>
                  <a:cubicBezTo>
                    <a:pt x="562272" y="168711"/>
                    <a:pt x="538965" y="113299"/>
                    <a:pt x="496023" y="70357"/>
                  </a:cubicBezTo>
                  <a:lnTo>
                    <a:pt x="496023" y="70357"/>
                  </a:lnTo>
                  <a:cubicBezTo>
                    <a:pt x="402213" y="-23452"/>
                    <a:pt x="248681" y="-23452"/>
                    <a:pt x="154872" y="70357"/>
                  </a:cubicBezTo>
                  <a:close/>
                </a:path>
              </a:pathLst>
            </a:custGeom>
            <a:gradFill>
              <a:gsLst>
                <a:gs pos="29000">
                  <a:srgbClr val="FFFFFF"/>
                </a:gs>
                <a:gs pos="48000">
                  <a:srgbClr val="F8FBFE"/>
                </a:gs>
                <a:gs pos="73000">
                  <a:srgbClr val="E7F3FB"/>
                </a:gs>
                <a:gs pos="100000">
                  <a:srgbClr val="CEE6F7"/>
                </a:gs>
              </a:gsLst>
              <a:lin ang="2700000" scaled="1"/>
            </a:gra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10" name="Graphic 133">
            <a:extLst>
              <a:ext uri="{FF2B5EF4-FFF2-40B4-BE49-F238E27FC236}">
                <a16:creationId xmlns:a16="http://schemas.microsoft.com/office/drawing/2014/main" id="{FCD194F5-B559-BDA4-6514-A523BC24E7E0}"/>
              </a:ext>
            </a:extLst>
          </p:cNvPr>
          <p:cNvGrpSpPr/>
          <p:nvPr userDrawn="1"/>
        </p:nvGrpSpPr>
        <p:grpSpPr>
          <a:xfrm>
            <a:off x="7658062" y="759262"/>
            <a:ext cx="747561" cy="1467875"/>
            <a:chOff x="7819347" y="302010"/>
            <a:chExt cx="1311782" cy="2575749"/>
          </a:xfrm>
          <a:noFill/>
        </p:grpSpPr>
        <p:sp>
          <p:nvSpPr>
            <p:cNvPr id="11" name="Freeform: Shape 232">
              <a:extLst>
                <a:ext uri="{FF2B5EF4-FFF2-40B4-BE49-F238E27FC236}">
                  <a16:creationId xmlns:a16="http://schemas.microsoft.com/office/drawing/2014/main" id="{806BDCBE-3187-F906-99C7-617B7DF4EF39}"/>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2" name="Freeform: Shape 233">
              <a:extLst>
                <a:ext uri="{FF2B5EF4-FFF2-40B4-BE49-F238E27FC236}">
                  <a16:creationId xmlns:a16="http://schemas.microsoft.com/office/drawing/2014/main" id="{D233A677-3C04-B05C-18B6-82985B4202DC}"/>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 name="Freeform: Shape 234">
              <a:extLst>
                <a:ext uri="{FF2B5EF4-FFF2-40B4-BE49-F238E27FC236}">
                  <a16:creationId xmlns:a16="http://schemas.microsoft.com/office/drawing/2014/main" id="{1F0B3719-A0BA-F350-B875-1E3FAA4FE40F}"/>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4" name="Freeform: Shape 235">
              <a:extLst>
                <a:ext uri="{FF2B5EF4-FFF2-40B4-BE49-F238E27FC236}">
                  <a16:creationId xmlns:a16="http://schemas.microsoft.com/office/drawing/2014/main" id="{7FFB93A6-1BE5-187F-CF39-CEC54C80072F}"/>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6" name="Freeform: Shape 236">
              <a:extLst>
                <a:ext uri="{FF2B5EF4-FFF2-40B4-BE49-F238E27FC236}">
                  <a16:creationId xmlns:a16="http://schemas.microsoft.com/office/drawing/2014/main" id="{246E8F66-9AB2-2BBD-C1B6-A3F270294899}"/>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17" name="Freeform: Shape 265">
            <a:extLst>
              <a:ext uri="{FF2B5EF4-FFF2-40B4-BE49-F238E27FC236}">
                <a16:creationId xmlns:a16="http://schemas.microsoft.com/office/drawing/2014/main" id="{86F2EBD6-1BE5-3DC2-C446-7E82BAF899B0}"/>
              </a:ext>
            </a:extLst>
          </p:cNvPr>
          <p:cNvSpPr/>
          <p:nvPr userDrawn="1"/>
        </p:nvSpPr>
        <p:spPr>
          <a:xfrm>
            <a:off x="11119385" y="4173017"/>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8" name="Freeform: Shape 269">
            <a:extLst>
              <a:ext uri="{FF2B5EF4-FFF2-40B4-BE49-F238E27FC236}">
                <a16:creationId xmlns:a16="http://schemas.microsoft.com/office/drawing/2014/main" id="{B83295D7-DB92-BC1F-8358-2F91913B85BD}"/>
              </a:ext>
            </a:extLst>
          </p:cNvPr>
          <p:cNvSpPr/>
          <p:nvPr userDrawn="1"/>
        </p:nvSpPr>
        <p:spPr>
          <a:xfrm>
            <a:off x="6195382" y="4307691"/>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9" name="Freeform: Shape 285">
            <a:extLst>
              <a:ext uri="{FF2B5EF4-FFF2-40B4-BE49-F238E27FC236}">
                <a16:creationId xmlns:a16="http://schemas.microsoft.com/office/drawing/2014/main" id="{62C6CAA2-7A2D-1543-0F72-BFDD67956E95}"/>
              </a:ext>
            </a:extLst>
          </p:cNvPr>
          <p:cNvSpPr/>
          <p:nvPr userDrawn="1"/>
        </p:nvSpPr>
        <p:spPr>
          <a:xfrm>
            <a:off x="8709950" y="5303803"/>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0" name="Freeform: Shape 286">
            <a:extLst>
              <a:ext uri="{FF2B5EF4-FFF2-40B4-BE49-F238E27FC236}">
                <a16:creationId xmlns:a16="http://schemas.microsoft.com/office/drawing/2014/main" id="{72397947-8AE8-A764-24E5-C95C592DB51F}"/>
              </a:ext>
            </a:extLst>
          </p:cNvPr>
          <p:cNvSpPr/>
          <p:nvPr userDrawn="1"/>
        </p:nvSpPr>
        <p:spPr>
          <a:xfrm>
            <a:off x="9116688" y="501008"/>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21" name="Graphic 133">
            <a:extLst>
              <a:ext uri="{FF2B5EF4-FFF2-40B4-BE49-F238E27FC236}">
                <a16:creationId xmlns:a16="http://schemas.microsoft.com/office/drawing/2014/main" id="{0BF38EAF-B463-1122-00DD-53352C4BAF39}"/>
              </a:ext>
            </a:extLst>
          </p:cNvPr>
          <p:cNvGrpSpPr/>
          <p:nvPr userDrawn="1"/>
        </p:nvGrpSpPr>
        <p:grpSpPr>
          <a:xfrm rot="15300000">
            <a:off x="9138526" y="3220265"/>
            <a:ext cx="1311782" cy="2575749"/>
            <a:chOff x="7819347" y="302010"/>
            <a:chExt cx="1311782" cy="2575749"/>
          </a:xfrm>
          <a:noFill/>
        </p:grpSpPr>
        <p:sp>
          <p:nvSpPr>
            <p:cNvPr id="22" name="Freeform: Shape 288">
              <a:extLst>
                <a:ext uri="{FF2B5EF4-FFF2-40B4-BE49-F238E27FC236}">
                  <a16:creationId xmlns:a16="http://schemas.microsoft.com/office/drawing/2014/main" id="{EF516624-F862-686A-ED8B-23595C6BC436}"/>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3" name="Freeform: Shape 289">
              <a:extLst>
                <a:ext uri="{FF2B5EF4-FFF2-40B4-BE49-F238E27FC236}">
                  <a16:creationId xmlns:a16="http://schemas.microsoft.com/office/drawing/2014/main" id="{0360A49C-243C-32F7-64CC-00F3A3A561AE}"/>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4" name="Freeform: Shape 290">
              <a:extLst>
                <a:ext uri="{FF2B5EF4-FFF2-40B4-BE49-F238E27FC236}">
                  <a16:creationId xmlns:a16="http://schemas.microsoft.com/office/drawing/2014/main" id="{117CD992-4D17-4FD2-EE98-83D72CB2B157}"/>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5" name="Freeform: Shape 291">
              <a:extLst>
                <a:ext uri="{FF2B5EF4-FFF2-40B4-BE49-F238E27FC236}">
                  <a16:creationId xmlns:a16="http://schemas.microsoft.com/office/drawing/2014/main" id="{E1731443-A103-9445-2C7D-58E30E0CD91A}"/>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6" name="Freeform: Shape 292">
              <a:extLst>
                <a:ext uri="{FF2B5EF4-FFF2-40B4-BE49-F238E27FC236}">
                  <a16:creationId xmlns:a16="http://schemas.microsoft.com/office/drawing/2014/main" id="{7D89BC9E-804E-5723-0DA5-C939751F23F3}"/>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27" name="Oval 26">
            <a:extLst>
              <a:ext uri="{FF2B5EF4-FFF2-40B4-BE49-F238E27FC236}">
                <a16:creationId xmlns:a16="http://schemas.microsoft.com/office/drawing/2014/main" id="{41AC4E2B-BAB3-FD9B-1B06-3CB7E1D8CE6F}"/>
              </a:ext>
            </a:extLst>
          </p:cNvPr>
          <p:cNvSpPr/>
          <p:nvPr userDrawn="1"/>
        </p:nvSpPr>
        <p:spPr>
          <a:xfrm flipV="1">
            <a:off x="6354876" y="1852997"/>
            <a:ext cx="3152006" cy="3152006"/>
          </a:xfrm>
          <a:prstGeom prst="ellipse">
            <a:avLst/>
          </a:prstGeom>
          <a:solidFill>
            <a:schemeClr val="bg1"/>
          </a:solidFill>
          <a:ln w="50800">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28" name="Freeform: Shape 298">
            <a:extLst>
              <a:ext uri="{FF2B5EF4-FFF2-40B4-BE49-F238E27FC236}">
                <a16:creationId xmlns:a16="http://schemas.microsoft.com/office/drawing/2014/main" id="{13B3781F-AEB6-FB39-DD25-051B1879B621}"/>
              </a:ext>
            </a:extLst>
          </p:cNvPr>
          <p:cNvSpPr/>
          <p:nvPr userDrawn="1"/>
        </p:nvSpPr>
        <p:spPr>
          <a:xfrm>
            <a:off x="5406003" y="4429286"/>
            <a:ext cx="2921280" cy="1192670"/>
          </a:xfrm>
          <a:custGeom>
            <a:avLst/>
            <a:gdLst>
              <a:gd name="connsiteX0" fmla="*/ 2797989 w 3387980"/>
              <a:gd name="connsiteY0" fmla="*/ 793219 h 1383210"/>
              <a:gd name="connsiteX1" fmla="*/ 2614092 w 3387980"/>
              <a:gd name="connsiteY1" fmla="*/ 822614 h 1383210"/>
              <a:gd name="connsiteX2" fmla="*/ 1697357 w 3387980"/>
              <a:gd name="connsiteY2" fmla="*/ 0 h 1383210"/>
              <a:gd name="connsiteX3" fmla="*/ 798795 w 3387980"/>
              <a:gd name="connsiteY3" fmla="*/ 714810 h 1383210"/>
              <a:gd name="connsiteX4" fmla="*/ 668546 w 3387980"/>
              <a:gd name="connsiteY4" fmla="*/ 714665 h 1383210"/>
              <a:gd name="connsiteX5" fmla="*/ 0 w 3387980"/>
              <a:gd name="connsiteY5" fmla="*/ 1383211 h 1383210"/>
              <a:gd name="connsiteX6" fmla="*/ 3387981 w 3387980"/>
              <a:gd name="connsiteY6" fmla="*/ 1383211 h 1383210"/>
              <a:gd name="connsiteX7" fmla="*/ 2797989 w 3387980"/>
              <a:gd name="connsiteY7" fmla="*/ 793219 h 1383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387980" h="1383210">
                <a:moveTo>
                  <a:pt x="2797989" y="793219"/>
                </a:moveTo>
                <a:cubicBezTo>
                  <a:pt x="2733770" y="793219"/>
                  <a:pt x="2671940" y="803573"/>
                  <a:pt x="2614092" y="822614"/>
                </a:cubicBezTo>
                <a:cubicBezTo>
                  <a:pt x="2564425" y="360192"/>
                  <a:pt x="2172956" y="0"/>
                  <a:pt x="1697357" y="0"/>
                </a:cubicBezTo>
                <a:cubicBezTo>
                  <a:pt x="1259406" y="0"/>
                  <a:pt x="892915" y="305385"/>
                  <a:pt x="798795" y="714810"/>
                </a:cubicBezTo>
                <a:lnTo>
                  <a:pt x="668546" y="714665"/>
                </a:lnTo>
                <a:cubicBezTo>
                  <a:pt x="299304" y="714737"/>
                  <a:pt x="0" y="1014041"/>
                  <a:pt x="0" y="1383211"/>
                </a:cubicBezTo>
                <a:lnTo>
                  <a:pt x="3387981" y="1383211"/>
                </a:lnTo>
                <a:cubicBezTo>
                  <a:pt x="3387981" y="1057336"/>
                  <a:pt x="3123864" y="793219"/>
                  <a:pt x="2797989" y="793219"/>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29" name="Graphic 133">
            <a:extLst>
              <a:ext uri="{FF2B5EF4-FFF2-40B4-BE49-F238E27FC236}">
                <a16:creationId xmlns:a16="http://schemas.microsoft.com/office/drawing/2014/main" id="{C545CC15-9F87-12FC-90C2-50A26F2AB9EE}"/>
              </a:ext>
            </a:extLst>
          </p:cNvPr>
          <p:cNvGrpSpPr/>
          <p:nvPr userDrawn="1"/>
        </p:nvGrpSpPr>
        <p:grpSpPr>
          <a:xfrm>
            <a:off x="6411279" y="5443017"/>
            <a:ext cx="492164" cy="535997"/>
            <a:chOff x="8799755" y="943899"/>
            <a:chExt cx="839533" cy="914304"/>
          </a:xfrm>
          <a:noFill/>
        </p:grpSpPr>
        <p:sp>
          <p:nvSpPr>
            <p:cNvPr id="30" name="Freeform: Shape 300">
              <a:extLst>
                <a:ext uri="{FF2B5EF4-FFF2-40B4-BE49-F238E27FC236}">
                  <a16:creationId xmlns:a16="http://schemas.microsoft.com/office/drawing/2014/main" id="{68C2B103-9A7E-9DDF-61FC-FAF17E953394}"/>
                </a:ext>
              </a:extLst>
            </p:cNvPr>
            <p:cNvSpPr/>
            <p:nvPr/>
          </p:nvSpPr>
          <p:spPr>
            <a:xfrm>
              <a:off x="8799755" y="943899"/>
              <a:ext cx="839533" cy="914304"/>
            </a:xfrm>
            <a:custGeom>
              <a:avLst/>
              <a:gdLst>
                <a:gd name="connsiteX0" fmla="*/ 419767 w 839533"/>
                <a:gd name="connsiteY0" fmla="*/ 914305 h 914304"/>
                <a:gd name="connsiteX1" fmla="*/ 415576 w 839533"/>
                <a:gd name="connsiteY1" fmla="*/ 913638 h 914304"/>
                <a:gd name="connsiteX2" fmla="*/ 0 w 839533"/>
                <a:gd name="connsiteY2" fmla="*/ 345281 h 914304"/>
                <a:gd name="connsiteX3" fmla="*/ 0 w 839533"/>
                <a:gd name="connsiteY3" fmla="*/ 13906 h 914304"/>
                <a:gd name="connsiteX4" fmla="*/ 13906 w 839533"/>
                <a:gd name="connsiteY4" fmla="*/ 0 h 914304"/>
                <a:gd name="connsiteX5" fmla="*/ 825627 w 839533"/>
                <a:gd name="connsiteY5" fmla="*/ 0 h 914304"/>
                <a:gd name="connsiteX6" fmla="*/ 839534 w 839533"/>
                <a:gd name="connsiteY6" fmla="*/ 13906 h 914304"/>
                <a:gd name="connsiteX7" fmla="*/ 839534 w 839533"/>
                <a:gd name="connsiteY7" fmla="*/ 345281 h 914304"/>
                <a:gd name="connsiteX8" fmla="*/ 424053 w 839533"/>
                <a:gd name="connsiteY8" fmla="*/ 913638 h 914304"/>
                <a:gd name="connsiteX9" fmla="*/ 419862 w 839533"/>
                <a:gd name="connsiteY9" fmla="*/ 914305 h 91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39533" h="914304">
                  <a:moveTo>
                    <a:pt x="419767" y="914305"/>
                  </a:moveTo>
                  <a:cubicBezTo>
                    <a:pt x="418338" y="914305"/>
                    <a:pt x="416909" y="914114"/>
                    <a:pt x="415576" y="913638"/>
                  </a:cubicBezTo>
                  <a:cubicBezTo>
                    <a:pt x="167069" y="834676"/>
                    <a:pt x="0" y="606266"/>
                    <a:pt x="0" y="345281"/>
                  </a:cubicBezTo>
                  <a:lnTo>
                    <a:pt x="0" y="13906"/>
                  </a:lnTo>
                  <a:cubicBezTo>
                    <a:pt x="0" y="6191"/>
                    <a:pt x="6191" y="0"/>
                    <a:pt x="13906" y="0"/>
                  </a:cubicBezTo>
                  <a:lnTo>
                    <a:pt x="825627" y="0"/>
                  </a:lnTo>
                  <a:cubicBezTo>
                    <a:pt x="833342" y="0"/>
                    <a:pt x="839534" y="6191"/>
                    <a:pt x="839534" y="13906"/>
                  </a:cubicBezTo>
                  <a:lnTo>
                    <a:pt x="839534" y="345281"/>
                  </a:lnTo>
                  <a:cubicBezTo>
                    <a:pt x="839534" y="606266"/>
                    <a:pt x="672560" y="834676"/>
                    <a:pt x="424053" y="913638"/>
                  </a:cubicBezTo>
                  <a:cubicBezTo>
                    <a:pt x="422624" y="914114"/>
                    <a:pt x="421195" y="914305"/>
                    <a:pt x="419862" y="914305"/>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1" name="Freeform: Shape 301">
              <a:extLst>
                <a:ext uri="{FF2B5EF4-FFF2-40B4-BE49-F238E27FC236}">
                  <a16:creationId xmlns:a16="http://schemas.microsoft.com/office/drawing/2014/main" id="{B6276FF2-C76B-4640-1EC5-0A92565D4352}"/>
                </a:ext>
              </a:extLst>
            </p:cNvPr>
            <p:cNvSpPr/>
            <p:nvPr/>
          </p:nvSpPr>
          <p:spPr>
            <a:xfrm>
              <a:off x="9223713" y="943899"/>
              <a:ext cx="9525" cy="913638"/>
            </a:xfrm>
            <a:custGeom>
              <a:avLst/>
              <a:gdLst>
                <a:gd name="connsiteX0" fmla="*/ 0 w 9525"/>
                <a:gd name="connsiteY0" fmla="*/ 913638 h 913638"/>
                <a:gd name="connsiteX1" fmla="*/ 0 w 9525"/>
                <a:gd name="connsiteY1" fmla="*/ 0 h 913638"/>
              </a:gdLst>
              <a:ahLst/>
              <a:cxnLst>
                <a:cxn ang="0">
                  <a:pos x="connsiteX0" y="connsiteY0"/>
                </a:cxn>
                <a:cxn ang="0">
                  <a:pos x="connsiteX1" y="connsiteY1"/>
                </a:cxn>
              </a:cxnLst>
              <a:rect l="l" t="t" r="r" b="b"/>
              <a:pathLst>
                <a:path w="9525" h="913638">
                  <a:moveTo>
                    <a:pt x="0" y="913638"/>
                  </a:moveTo>
                  <a:lnTo>
                    <a:pt x="0" y="0"/>
                  </a:lnTo>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pic>
        <p:nvPicPr>
          <p:cNvPr id="32" name="Graphic 31">
            <a:extLst>
              <a:ext uri="{FF2B5EF4-FFF2-40B4-BE49-F238E27FC236}">
                <a16:creationId xmlns:a16="http://schemas.microsoft.com/office/drawing/2014/main" id="{F1D51467-FF96-F831-05F5-04A58F51C48B}"/>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0443296" y="1047277"/>
            <a:ext cx="676275" cy="1038225"/>
          </a:xfrm>
          <a:prstGeom prst="rect">
            <a:avLst/>
          </a:prstGeom>
        </p:spPr>
      </p:pic>
      <p:pic>
        <p:nvPicPr>
          <p:cNvPr id="33" name="Graphic 32">
            <a:extLst>
              <a:ext uri="{FF2B5EF4-FFF2-40B4-BE49-F238E27FC236}">
                <a16:creationId xmlns:a16="http://schemas.microsoft.com/office/drawing/2014/main" id="{3C866566-DD2D-BA57-E4FB-F42C0EE990D5}"/>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5307081" y="3378738"/>
            <a:ext cx="723502" cy="794279"/>
          </a:xfrm>
          <a:prstGeom prst="rect">
            <a:avLst/>
          </a:prstGeom>
        </p:spPr>
      </p:pic>
      <p:sp>
        <p:nvSpPr>
          <p:cNvPr id="34" name="page number">
            <a:extLst>
              <a:ext uri="{FF2B5EF4-FFF2-40B4-BE49-F238E27FC236}">
                <a16:creationId xmlns:a16="http://schemas.microsoft.com/office/drawing/2014/main" id="{E947C074-3EA6-6FA3-00E7-4C8916F024CE}"/>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marL="0" marR="0" lvl="0" indent="0" algn="r" defTabSz="914400" rtl="0" eaLnBrk="1" fontAlgn="auto" latinLnBrk="0" hangingPunct="1">
              <a:lnSpc>
                <a:spcPct val="90000"/>
              </a:lnSpc>
              <a:spcBef>
                <a:spcPts val="0"/>
              </a:spcBef>
              <a:spcAft>
                <a:spcPts val="0"/>
              </a:spcAft>
              <a:buClrTx/>
              <a:buSzTx/>
              <a:buFontTx/>
              <a:buNone/>
              <a:tabLst/>
              <a:defRPr/>
            </a:pPr>
            <a:fld id="{7A51DB15-7364-4F0B-A3A0-1309F8830053}" type="slidenum">
              <a:rPr kumimoji="0" lang="en-US" sz="800" b="0" i="0" u="none" strike="noStrike" kern="1200" cap="none" spc="0" normalizeH="0" baseline="0" noProof="0" smtClean="0">
                <a:ln>
                  <a:noFill/>
                </a:ln>
                <a:solidFill>
                  <a:srgbClr val="FFFFFF"/>
                </a:solidFill>
                <a:effectLst/>
                <a:uLnTx/>
                <a:uFillTx/>
                <a:latin typeface="Arial" panose="020B0604020202020204" pitchFamily="34" charset="0"/>
                <a:ea typeface="Arial" panose="020B0604020202020204" pitchFamily="34" charset="0"/>
                <a:cs typeface="Arial" panose="020B0604020202020204" pitchFamily="34" charset="0"/>
              </a:rPr>
              <a:pPr marL="0" marR="0" lvl="0" indent="0" algn="r" defTabSz="914400" rtl="0" eaLnBrk="1" fontAlgn="auto" latinLnBrk="0" hangingPunct="1">
                <a:lnSpc>
                  <a:spcPct val="90000"/>
                </a:lnSpc>
                <a:spcBef>
                  <a:spcPts val="0"/>
                </a:spcBef>
                <a:spcAft>
                  <a:spcPts val="0"/>
                </a:spcAft>
                <a:buClrTx/>
                <a:buSzTx/>
                <a:buFontTx/>
                <a:buNone/>
                <a:tabLst/>
                <a:defRPr/>
              </a:pPr>
              <a:t>‹#›</a:t>
            </a:fld>
            <a:endParaRPr kumimoji="0" lang="en-US" sz="800" b="0" i="0" u="none" strike="noStrike" kern="1200" cap="none" spc="0" normalizeH="0" baseline="0" noProof="0" dirty="0">
              <a:ln>
                <a:noFill/>
              </a:ln>
              <a:solidFill>
                <a:srgbClr val="FFFFFF"/>
              </a:solidFill>
              <a:effectLst/>
              <a:uLnTx/>
              <a:uFillTx/>
              <a:latin typeface="Arial" panose="020B0604020202020204" pitchFamily="34" charset="0"/>
              <a:ea typeface="Arial" panose="020B0604020202020204" pitchFamily="34" charset="0"/>
              <a:cs typeface="Arial" panose="020B0604020202020204" pitchFamily="34" charset="0"/>
            </a:endParaRPr>
          </a:p>
        </p:txBody>
      </p:sp>
      <p:grpSp>
        <p:nvGrpSpPr>
          <p:cNvPr id="35" name="Group 34" descr="Network Card&#10;">
            <a:extLst>
              <a:ext uri="{FF2B5EF4-FFF2-40B4-BE49-F238E27FC236}">
                <a16:creationId xmlns:a16="http://schemas.microsoft.com/office/drawing/2014/main" id="{1BA537B2-1415-85E6-41B1-E463A2825BB1}"/>
              </a:ext>
            </a:extLst>
          </p:cNvPr>
          <p:cNvGrpSpPr>
            <a:grpSpLocks noChangeAspect="1"/>
          </p:cNvGrpSpPr>
          <p:nvPr userDrawn="1"/>
        </p:nvGrpSpPr>
        <p:grpSpPr>
          <a:xfrm>
            <a:off x="7016479" y="2763455"/>
            <a:ext cx="1828800" cy="1370018"/>
            <a:chOff x="7124173" y="2008599"/>
            <a:chExt cx="602545" cy="451386"/>
          </a:xfrm>
          <a:solidFill>
            <a:schemeClr val="accent2"/>
          </a:solidFill>
        </p:grpSpPr>
        <p:sp>
          <p:nvSpPr>
            <p:cNvPr id="36" name="Picture Placeholder 91">
              <a:extLst>
                <a:ext uri="{FF2B5EF4-FFF2-40B4-BE49-F238E27FC236}">
                  <a16:creationId xmlns:a16="http://schemas.microsoft.com/office/drawing/2014/main" id="{D53DBAB2-C14D-CADD-FF16-A601E1867FEF}"/>
                </a:ext>
              </a:extLst>
            </p:cNvPr>
            <p:cNvSpPr/>
            <p:nvPr/>
          </p:nvSpPr>
          <p:spPr>
            <a:xfrm>
              <a:off x="7443060" y="2142743"/>
              <a:ext cx="185627" cy="185563"/>
            </a:xfrm>
            <a:custGeom>
              <a:avLst/>
              <a:gdLst>
                <a:gd name="connsiteX0" fmla="*/ 0 w 185627"/>
                <a:gd name="connsiteY0" fmla="*/ 0 h 185563"/>
                <a:gd name="connsiteX1" fmla="*/ 0 w 185627"/>
                <a:gd name="connsiteY1" fmla="*/ 185564 h 185563"/>
                <a:gd name="connsiteX2" fmla="*/ 185627 w 185627"/>
                <a:gd name="connsiteY2" fmla="*/ 185564 h 185563"/>
                <a:gd name="connsiteX3" fmla="*/ 185627 w 185627"/>
                <a:gd name="connsiteY3" fmla="*/ 0 h 185563"/>
                <a:gd name="connsiteX4" fmla="*/ 169942 w 185627"/>
                <a:gd name="connsiteY4" fmla="*/ 169752 h 185563"/>
                <a:gd name="connsiteX5" fmla="*/ 15812 w 185627"/>
                <a:gd name="connsiteY5" fmla="*/ 169752 h 185563"/>
                <a:gd name="connsiteX6" fmla="*/ 15812 w 185627"/>
                <a:gd name="connsiteY6" fmla="*/ 15622 h 185563"/>
                <a:gd name="connsiteX7" fmla="*/ 169942 w 185627"/>
                <a:gd name="connsiteY7" fmla="*/ 15622 h 185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85627" h="185563">
                  <a:moveTo>
                    <a:pt x="0" y="0"/>
                  </a:moveTo>
                  <a:lnTo>
                    <a:pt x="0" y="185564"/>
                  </a:lnTo>
                  <a:lnTo>
                    <a:pt x="185627" y="185564"/>
                  </a:lnTo>
                  <a:lnTo>
                    <a:pt x="185627" y="0"/>
                  </a:lnTo>
                  <a:close/>
                  <a:moveTo>
                    <a:pt x="169942" y="169752"/>
                  </a:moveTo>
                  <a:lnTo>
                    <a:pt x="15812" y="169752"/>
                  </a:lnTo>
                  <a:lnTo>
                    <a:pt x="15812" y="15622"/>
                  </a:lnTo>
                  <a:lnTo>
                    <a:pt x="169942" y="15622"/>
                  </a:ln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7" name="Picture Placeholder 91">
              <a:extLst>
                <a:ext uri="{FF2B5EF4-FFF2-40B4-BE49-F238E27FC236}">
                  <a16:creationId xmlns:a16="http://schemas.microsoft.com/office/drawing/2014/main" id="{E3736E9F-2C9C-7D79-45A1-665565F05E0D}"/>
                </a:ext>
              </a:extLst>
            </p:cNvPr>
            <p:cNvSpPr/>
            <p:nvPr/>
          </p:nvSpPr>
          <p:spPr>
            <a:xfrm>
              <a:off x="7258489" y="2179103"/>
              <a:ext cx="168569" cy="112718"/>
            </a:xfrm>
            <a:custGeom>
              <a:avLst/>
              <a:gdLst>
                <a:gd name="connsiteX0" fmla="*/ 112154 w 168569"/>
                <a:gd name="connsiteY0" fmla="*/ 64265 h 112718"/>
                <a:gd name="connsiteX1" fmla="*/ 168570 w 168569"/>
                <a:gd name="connsiteY1" fmla="*/ 64265 h 112718"/>
                <a:gd name="connsiteX2" fmla="*/ 168570 w 168569"/>
                <a:gd name="connsiteY2" fmla="*/ 48454 h 112718"/>
                <a:gd name="connsiteX3" fmla="*/ 112154 w 168569"/>
                <a:gd name="connsiteY3" fmla="*/ 48454 h 112718"/>
                <a:gd name="connsiteX4" fmla="*/ 48454 w 168569"/>
                <a:gd name="connsiteY4" fmla="*/ 564 h 112718"/>
                <a:gd name="connsiteX5" fmla="*/ 564 w 168569"/>
                <a:gd name="connsiteY5" fmla="*/ 64265 h 112718"/>
                <a:gd name="connsiteX6" fmla="*/ 64265 w 168569"/>
                <a:gd name="connsiteY6" fmla="*/ 112154 h 112718"/>
                <a:gd name="connsiteX7" fmla="*/ 112154 w 168569"/>
                <a:gd name="connsiteY7" fmla="*/ 64265 h 112718"/>
                <a:gd name="connsiteX8" fmla="*/ 16020 w 168569"/>
                <a:gd name="connsiteY8" fmla="*/ 56359 h 112718"/>
                <a:gd name="connsiteX9" fmla="*/ 56561 w 168569"/>
                <a:gd name="connsiteY9" fmla="*/ 15819 h 112718"/>
                <a:gd name="connsiteX10" fmla="*/ 97102 w 168569"/>
                <a:gd name="connsiteY10" fmla="*/ 56359 h 112718"/>
                <a:gd name="connsiteX11" fmla="*/ 56561 w 168569"/>
                <a:gd name="connsiteY11" fmla="*/ 96900 h 112718"/>
                <a:gd name="connsiteX12" fmla="*/ 16020 w 168569"/>
                <a:gd name="connsiteY12" fmla="*/ 56359 h 1127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8569" h="112718">
                  <a:moveTo>
                    <a:pt x="112154" y="64265"/>
                  </a:moveTo>
                  <a:lnTo>
                    <a:pt x="168570" y="64265"/>
                  </a:lnTo>
                  <a:lnTo>
                    <a:pt x="168570" y="48454"/>
                  </a:lnTo>
                  <a:lnTo>
                    <a:pt x="112154" y="48454"/>
                  </a:lnTo>
                  <a:cubicBezTo>
                    <a:pt x="107788" y="17639"/>
                    <a:pt x="79268" y="-3802"/>
                    <a:pt x="48454" y="564"/>
                  </a:cubicBezTo>
                  <a:cubicBezTo>
                    <a:pt x="17639" y="4931"/>
                    <a:pt x="-3802" y="33450"/>
                    <a:pt x="564" y="64265"/>
                  </a:cubicBezTo>
                  <a:cubicBezTo>
                    <a:pt x="4931" y="95080"/>
                    <a:pt x="33450" y="116520"/>
                    <a:pt x="64265" y="112154"/>
                  </a:cubicBezTo>
                  <a:cubicBezTo>
                    <a:pt x="89110" y="108634"/>
                    <a:pt x="108634" y="89110"/>
                    <a:pt x="112154" y="64265"/>
                  </a:cubicBezTo>
                  <a:close/>
                  <a:moveTo>
                    <a:pt x="16020" y="56359"/>
                  </a:moveTo>
                  <a:cubicBezTo>
                    <a:pt x="16020" y="33970"/>
                    <a:pt x="34171" y="15819"/>
                    <a:pt x="56561" y="15819"/>
                  </a:cubicBezTo>
                  <a:cubicBezTo>
                    <a:pt x="78951" y="15819"/>
                    <a:pt x="97102" y="33970"/>
                    <a:pt x="97102" y="56359"/>
                  </a:cubicBezTo>
                  <a:cubicBezTo>
                    <a:pt x="97102" y="78749"/>
                    <a:pt x="78951" y="96900"/>
                    <a:pt x="56561" y="96900"/>
                  </a:cubicBezTo>
                  <a:cubicBezTo>
                    <a:pt x="34185" y="96865"/>
                    <a:pt x="16055" y="78735"/>
                    <a:pt x="16020" y="56359"/>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8" name="Picture Placeholder 91">
              <a:extLst>
                <a:ext uri="{FF2B5EF4-FFF2-40B4-BE49-F238E27FC236}">
                  <a16:creationId xmlns:a16="http://schemas.microsoft.com/office/drawing/2014/main" id="{8C65F2BB-A3E8-953A-2A41-014D3269D19F}"/>
                </a:ext>
              </a:extLst>
            </p:cNvPr>
            <p:cNvSpPr/>
            <p:nvPr/>
          </p:nvSpPr>
          <p:spPr>
            <a:xfrm>
              <a:off x="7220750" y="2071845"/>
              <a:ext cx="505968" cy="316230"/>
            </a:xfrm>
            <a:custGeom>
              <a:avLst/>
              <a:gdLst>
                <a:gd name="connsiteX0" fmla="*/ 0 w 505968"/>
                <a:gd name="connsiteY0" fmla="*/ 0 h 316230"/>
                <a:gd name="connsiteX1" fmla="*/ 0 w 505968"/>
                <a:gd name="connsiteY1" fmla="*/ 15812 h 316230"/>
                <a:gd name="connsiteX2" fmla="*/ 490157 w 505968"/>
                <a:gd name="connsiteY2" fmla="*/ 15812 h 316230"/>
                <a:gd name="connsiteX3" fmla="*/ 490157 w 505968"/>
                <a:gd name="connsiteY3" fmla="*/ 300419 h 316230"/>
                <a:gd name="connsiteX4" fmla="*/ 0 w 505968"/>
                <a:gd name="connsiteY4" fmla="*/ 300419 h 316230"/>
                <a:gd name="connsiteX5" fmla="*/ 0 w 505968"/>
                <a:gd name="connsiteY5" fmla="*/ 316230 h 316230"/>
                <a:gd name="connsiteX6" fmla="*/ 505968 w 505968"/>
                <a:gd name="connsiteY6" fmla="*/ 316230 h 316230"/>
                <a:gd name="connsiteX7" fmla="*/ 505968 w 505968"/>
                <a:gd name="connsiteY7" fmla="*/ 0 h 316230"/>
                <a:gd name="connsiteX8" fmla="*/ 0 w 505968"/>
                <a:gd name="connsiteY8" fmla="*/ 0 h 31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5968" h="316230">
                  <a:moveTo>
                    <a:pt x="0" y="0"/>
                  </a:moveTo>
                  <a:lnTo>
                    <a:pt x="0" y="15812"/>
                  </a:lnTo>
                  <a:lnTo>
                    <a:pt x="490157" y="15812"/>
                  </a:lnTo>
                  <a:lnTo>
                    <a:pt x="490157" y="300419"/>
                  </a:lnTo>
                  <a:lnTo>
                    <a:pt x="0" y="300419"/>
                  </a:lnTo>
                  <a:lnTo>
                    <a:pt x="0" y="316230"/>
                  </a:lnTo>
                  <a:lnTo>
                    <a:pt x="505968" y="316230"/>
                  </a:lnTo>
                  <a:lnTo>
                    <a:pt x="505968" y="0"/>
                  </a:lnTo>
                  <a:lnTo>
                    <a:pt x="0" y="0"/>
                  </a:ln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9" name="Picture Placeholder 91">
              <a:extLst>
                <a:ext uri="{FF2B5EF4-FFF2-40B4-BE49-F238E27FC236}">
                  <a16:creationId xmlns:a16="http://schemas.microsoft.com/office/drawing/2014/main" id="{5BB60AFF-4297-5F63-303F-8F7808176A4E}"/>
                </a:ext>
              </a:extLst>
            </p:cNvPr>
            <p:cNvSpPr/>
            <p:nvPr/>
          </p:nvSpPr>
          <p:spPr>
            <a:xfrm>
              <a:off x="7124173" y="2008599"/>
              <a:ext cx="79057" cy="442722"/>
            </a:xfrm>
            <a:custGeom>
              <a:avLst/>
              <a:gdLst>
                <a:gd name="connsiteX0" fmla="*/ 0 w 79057"/>
                <a:gd name="connsiteY0" fmla="*/ 442722 h 442722"/>
                <a:gd name="connsiteX1" fmla="*/ 79058 w 79057"/>
                <a:gd name="connsiteY1" fmla="*/ 442722 h 442722"/>
                <a:gd name="connsiteX2" fmla="*/ 79058 w 79057"/>
                <a:gd name="connsiteY2" fmla="*/ 0 h 442722"/>
                <a:gd name="connsiteX3" fmla="*/ 0 w 79057"/>
                <a:gd name="connsiteY3" fmla="*/ 0 h 442722"/>
                <a:gd name="connsiteX4" fmla="*/ 15812 w 79057"/>
                <a:gd name="connsiteY4" fmla="*/ 15812 h 442722"/>
                <a:gd name="connsiteX5" fmla="*/ 63246 w 79057"/>
                <a:gd name="connsiteY5" fmla="*/ 15812 h 442722"/>
                <a:gd name="connsiteX6" fmla="*/ 63246 w 79057"/>
                <a:gd name="connsiteY6" fmla="*/ 426911 h 442722"/>
                <a:gd name="connsiteX7" fmla="*/ 15812 w 79057"/>
                <a:gd name="connsiteY7" fmla="*/ 426911 h 44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9057" h="442722">
                  <a:moveTo>
                    <a:pt x="0" y="442722"/>
                  </a:moveTo>
                  <a:lnTo>
                    <a:pt x="79058" y="442722"/>
                  </a:lnTo>
                  <a:lnTo>
                    <a:pt x="79058" y="0"/>
                  </a:lnTo>
                  <a:lnTo>
                    <a:pt x="0" y="0"/>
                  </a:lnTo>
                  <a:close/>
                  <a:moveTo>
                    <a:pt x="15812" y="15812"/>
                  </a:moveTo>
                  <a:lnTo>
                    <a:pt x="63246" y="15812"/>
                  </a:lnTo>
                  <a:lnTo>
                    <a:pt x="63246" y="426911"/>
                  </a:lnTo>
                  <a:lnTo>
                    <a:pt x="15812" y="426911"/>
                  </a:ln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0" name="Picture Placeholder 91">
              <a:extLst>
                <a:ext uri="{FF2B5EF4-FFF2-40B4-BE49-F238E27FC236}">
                  <a16:creationId xmlns:a16="http://schemas.microsoft.com/office/drawing/2014/main" id="{E181014E-2B52-2161-9B9B-2C36B0AFCB53}"/>
                </a:ext>
              </a:extLst>
            </p:cNvPr>
            <p:cNvSpPr/>
            <p:nvPr/>
          </p:nvSpPr>
          <p:spPr>
            <a:xfrm>
              <a:off x="7388858" y="2403886"/>
              <a:ext cx="273159" cy="56099"/>
            </a:xfrm>
            <a:custGeom>
              <a:avLst/>
              <a:gdLst>
                <a:gd name="connsiteX0" fmla="*/ 257348 w 273159"/>
                <a:gd name="connsiteY0" fmla="*/ 40288 h 56099"/>
                <a:gd name="connsiteX1" fmla="*/ 218072 w 273159"/>
                <a:gd name="connsiteY1" fmla="*/ 40288 h 56099"/>
                <a:gd name="connsiteX2" fmla="*/ 218072 w 273159"/>
                <a:gd name="connsiteY2" fmla="*/ 0 h 56099"/>
                <a:gd name="connsiteX3" fmla="*/ 202261 w 273159"/>
                <a:gd name="connsiteY3" fmla="*/ 0 h 56099"/>
                <a:gd name="connsiteX4" fmla="*/ 202261 w 273159"/>
                <a:gd name="connsiteY4" fmla="*/ 40288 h 56099"/>
                <a:gd name="connsiteX5" fmla="*/ 168740 w 273159"/>
                <a:gd name="connsiteY5" fmla="*/ 40288 h 56099"/>
                <a:gd name="connsiteX6" fmla="*/ 168740 w 273159"/>
                <a:gd name="connsiteY6" fmla="*/ 0 h 56099"/>
                <a:gd name="connsiteX7" fmla="*/ 152929 w 273159"/>
                <a:gd name="connsiteY7" fmla="*/ 0 h 56099"/>
                <a:gd name="connsiteX8" fmla="*/ 152929 w 273159"/>
                <a:gd name="connsiteY8" fmla="*/ 40288 h 56099"/>
                <a:gd name="connsiteX9" fmla="*/ 119345 w 273159"/>
                <a:gd name="connsiteY9" fmla="*/ 40288 h 56099"/>
                <a:gd name="connsiteX10" fmla="*/ 119345 w 273159"/>
                <a:gd name="connsiteY10" fmla="*/ 0 h 56099"/>
                <a:gd name="connsiteX11" fmla="*/ 103534 w 273159"/>
                <a:gd name="connsiteY11" fmla="*/ 0 h 56099"/>
                <a:gd name="connsiteX12" fmla="*/ 103534 w 273159"/>
                <a:gd name="connsiteY12" fmla="*/ 40288 h 56099"/>
                <a:gd name="connsiteX13" fmla="*/ 70013 w 273159"/>
                <a:gd name="connsiteY13" fmla="*/ 40288 h 56099"/>
                <a:gd name="connsiteX14" fmla="*/ 70013 w 273159"/>
                <a:gd name="connsiteY14" fmla="*/ 0 h 56099"/>
                <a:gd name="connsiteX15" fmla="*/ 54202 w 273159"/>
                <a:gd name="connsiteY15" fmla="*/ 0 h 56099"/>
                <a:gd name="connsiteX16" fmla="*/ 54202 w 273159"/>
                <a:gd name="connsiteY16" fmla="*/ 40288 h 56099"/>
                <a:gd name="connsiteX17" fmla="*/ 15812 w 273159"/>
                <a:gd name="connsiteY17" fmla="*/ 40288 h 56099"/>
                <a:gd name="connsiteX18" fmla="*/ 15812 w 273159"/>
                <a:gd name="connsiteY18" fmla="*/ 0 h 56099"/>
                <a:gd name="connsiteX19" fmla="*/ 0 w 273159"/>
                <a:gd name="connsiteY19" fmla="*/ 0 h 56099"/>
                <a:gd name="connsiteX20" fmla="*/ 0 w 273159"/>
                <a:gd name="connsiteY20" fmla="*/ 56099 h 56099"/>
                <a:gd name="connsiteX21" fmla="*/ 273159 w 273159"/>
                <a:gd name="connsiteY21" fmla="*/ 56099 h 56099"/>
                <a:gd name="connsiteX22" fmla="*/ 273159 w 273159"/>
                <a:gd name="connsiteY22" fmla="*/ 0 h 56099"/>
                <a:gd name="connsiteX23" fmla="*/ 257348 w 273159"/>
                <a:gd name="connsiteY23" fmla="*/ 0 h 56099"/>
                <a:gd name="connsiteX24" fmla="*/ 257348 w 273159"/>
                <a:gd name="connsiteY24" fmla="*/ 40288 h 560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73159" h="56099">
                  <a:moveTo>
                    <a:pt x="257348" y="40288"/>
                  </a:moveTo>
                  <a:lnTo>
                    <a:pt x="218072" y="40288"/>
                  </a:lnTo>
                  <a:lnTo>
                    <a:pt x="218072" y="0"/>
                  </a:lnTo>
                  <a:lnTo>
                    <a:pt x="202261" y="0"/>
                  </a:lnTo>
                  <a:lnTo>
                    <a:pt x="202261" y="40288"/>
                  </a:lnTo>
                  <a:lnTo>
                    <a:pt x="168740" y="40288"/>
                  </a:lnTo>
                  <a:lnTo>
                    <a:pt x="168740" y="0"/>
                  </a:lnTo>
                  <a:lnTo>
                    <a:pt x="152929" y="0"/>
                  </a:lnTo>
                  <a:lnTo>
                    <a:pt x="152929" y="40288"/>
                  </a:lnTo>
                  <a:lnTo>
                    <a:pt x="119345" y="40288"/>
                  </a:lnTo>
                  <a:lnTo>
                    <a:pt x="119345" y="0"/>
                  </a:lnTo>
                  <a:lnTo>
                    <a:pt x="103534" y="0"/>
                  </a:lnTo>
                  <a:lnTo>
                    <a:pt x="103534" y="40288"/>
                  </a:lnTo>
                  <a:lnTo>
                    <a:pt x="70013" y="40288"/>
                  </a:lnTo>
                  <a:lnTo>
                    <a:pt x="70013" y="0"/>
                  </a:lnTo>
                  <a:lnTo>
                    <a:pt x="54202" y="0"/>
                  </a:lnTo>
                  <a:lnTo>
                    <a:pt x="54202" y="40288"/>
                  </a:lnTo>
                  <a:lnTo>
                    <a:pt x="15812" y="40288"/>
                  </a:lnTo>
                  <a:lnTo>
                    <a:pt x="15812" y="0"/>
                  </a:lnTo>
                  <a:lnTo>
                    <a:pt x="0" y="0"/>
                  </a:lnTo>
                  <a:lnTo>
                    <a:pt x="0" y="56099"/>
                  </a:lnTo>
                  <a:lnTo>
                    <a:pt x="273159" y="56099"/>
                  </a:lnTo>
                  <a:lnTo>
                    <a:pt x="273159" y="0"/>
                  </a:lnTo>
                  <a:lnTo>
                    <a:pt x="257348" y="0"/>
                  </a:lnTo>
                  <a:lnTo>
                    <a:pt x="257348" y="40288"/>
                  </a:ln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15" name="TextBox 14">
            <a:extLst>
              <a:ext uri="{FF2B5EF4-FFF2-40B4-BE49-F238E27FC236}">
                <a16:creationId xmlns:a16="http://schemas.microsoft.com/office/drawing/2014/main" id="{53B3F872-7A9F-6E51-39B1-4980F27924BF}"/>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42" name="Graphic 8">
            <a:extLst>
              <a:ext uri="{FF2B5EF4-FFF2-40B4-BE49-F238E27FC236}">
                <a16:creationId xmlns:a16="http://schemas.microsoft.com/office/drawing/2014/main" id="{E4067B95-8427-A6A0-40A1-8877A59EF2E8}"/>
              </a:ext>
            </a:extLst>
          </p:cNvPr>
          <p:cNvGrpSpPr/>
          <p:nvPr userDrawn="1"/>
        </p:nvGrpSpPr>
        <p:grpSpPr>
          <a:xfrm>
            <a:off x="265625" y="6323271"/>
            <a:ext cx="1249223" cy="369648"/>
            <a:chOff x="265625" y="6323271"/>
            <a:chExt cx="1249223" cy="369648"/>
          </a:xfrm>
          <a:solidFill>
            <a:srgbClr val="000000"/>
          </a:solidFill>
        </p:grpSpPr>
        <p:grpSp>
          <p:nvGrpSpPr>
            <p:cNvPr id="43" name="Graphic 8">
              <a:extLst>
                <a:ext uri="{FF2B5EF4-FFF2-40B4-BE49-F238E27FC236}">
                  <a16:creationId xmlns:a16="http://schemas.microsoft.com/office/drawing/2014/main" id="{71316BB1-97A1-72FB-EE4F-5BA4899D0E62}"/>
                </a:ext>
              </a:extLst>
            </p:cNvPr>
            <p:cNvGrpSpPr/>
            <p:nvPr/>
          </p:nvGrpSpPr>
          <p:grpSpPr>
            <a:xfrm>
              <a:off x="745455" y="6594444"/>
              <a:ext cx="722662" cy="98475"/>
              <a:chOff x="745455" y="6594444"/>
              <a:chExt cx="722662" cy="98475"/>
            </a:xfrm>
            <a:solidFill>
              <a:srgbClr val="000000"/>
            </a:solidFill>
          </p:grpSpPr>
          <p:sp>
            <p:nvSpPr>
              <p:cNvPr id="52" name="Freeform 19">
                <a:extLst>
                  <a:ext uri="{FF2B5EF4-FFF2-40B4-BE49-F238E27FC236}">
                    <a16:creationId xmlns:a16="http://schemas.microsoft.com/office/drawing/2014/main" id="{7515DF42-21ED-93A9-6588-D0F0C227E43B}"/>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53" name="Freeform 20">
                <a:extLst>
                  <a:ext uri="{FF2B5EF4-FFF2-40B4-BE49-F238E27FC236}">
                    <a16:creationId xmlns:a16="http://schemas.microsoft.com/office/drawing/2014/main" id="{5FAC4A0A-5E2A-D5D2-C684-744AB2E492BE}"/>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54" name="Freeform 21">
                <a:extLst>
                  <a:ext uri="{FF2B5EF4-FFF2-40B4-BE49-F238E27FC236}">
                    <a16:creationId xmlns:a16="http://schemas.microsoft.com/office/drawing/2014/main" id="{630EA699-6669-3985-9241-F5B309798249}"/>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55" name="Freeform 22">
                <a:extLst>
                  <a:ext uri="{FF2B5EF4-FFF2-40B4-BE49-F238E27FC236}">
                    <a16:creationId xmlns:a16="http://schemas.microsoft.com/office/drawing/2014/main" id="{EAAF898E-AA02-FA15-67F3-4858D8B1D300}"/>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56" name="Freeform 23">
                <a:extLst>
                  <a:ext uri="{FF2B5EF4-FFF2-40B4-BE49-F238E27FC236}">
                    <a16:creationId xmlns:a16="http://schemas.microsoft.com/office/drawing/2014/main" id="{45675FD8-FCD7-7341-1B45-9DBBD02DE3C4}"/>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57" name="Freeform 24">
                <a:extLst>
                  <a:ext uri="{FF2B5EF4-FFF2-40B4-BE49-F238E27FC236}">
                    <a16:creationId xmlns:a16="http://schemas.microsoft.com/office/drawing/2014/main" id="{402BBAAA-A972-7A45-FAA5-BC62C2B48044}"/>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58" name="Freeform 25">
                <a:extLst>
                  <a:ext uri="{FF2B5EF4-FFF2-40B4-BE49-F238E27FC236}">
                    <a16:creationId xmlns:a16="http://schemas.microsoft.com/office/drawing/2014/main" id="{BD122BAC-E451-AFA9-6C57-BD05C276768E}"/>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59" name="Freeform 26">
                <a:extLst>
                  <a:ext uri="{FF2B5EF4-FFF2-40B4-BE49-F238E27FC236}">
                    <a16:creationId xmlns:a16="http://schemas.microsoft.com/office/drawing/2014/main" id="{4E3885BA-1BA8-681D-4DE4-9B936A4CB061}"/>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60" name="Freeform 27">
                <a:extLst>
                  <a:ext uri="{FF2B5EF4-FFF2-40B4-BE49-F238E27FC236}">
                    <a16:creationId xmlns:a16="http://schemas.microsoft.com/office/drawing/2014/main" id="{ABEE044F-792E-433B-BC5E-4BD542A8121C}"/>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61" name="Freeform 28">
                <a:extLst>
                  <a:ext uri="{FF2B5EF4-FFF2-40B4-BE49-F238E27FC236}">
                    <a16:creationId xmlns:a16="http://schemas.microsoft.com/office/drawing/2014/main" id="{30D1C92A-B752-A811-96B4-0AC45129E517}"/>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44" name="Graphic 8">
              <a:extLst>
                <a:ext uri="{FF2B5EF4-FFF2-40B4-BE49-F238E27FC236}">
                  <a16:creationId xmlns:a16="http://schemas.microsoft.com/office/drawing/2014/main" id="{36971FEF-83F0-1684-6B0F-0A4CE1E3F755}"/>
                </a:ext>
              </a:extLst>
            </p:cNvPr>
            <p:cNvGrpSpPr/>
            <p:nvPr/>
          </p:nvGrpSpPr>
          <p:grpSpPr>
            <a:xfrm>
              <a:off x="265625" y="6323271"/>
              <a:ext cx="1249223" cy="190348"/>
              <a:chOff x="265625" y="6323271"/>
              <a:chExt cx="1249223" cy="190348"/>
            </a:xfrm>
            <a:solidFill>
              <a:srgbClr val="000000"/>
            </a:solidFill>
          </p:grpSpPr>
          <p:sp>
            <p:nvSpPr>
              <p:cNvPr id="45" name="Freeform 10">
                <a:extLst>
                  <a:ext uri="{FF2B5EF4-FFF2-40B4-BE49-F238E27FC236}">
                    <a16:creationId xmlns:a16="http://schemas.microsoft.com/office/drawing/2014/main" id="{E1651F97-7313-DC47-8032-24B11DF86431}"/>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46" name="Freeform 11">
                <a:extLst>
                  <a:ext uri="{FF2B5EF4-FFF2-40B4-BE49-F238E27FC236}">
                    <a16:creationId xmlns:a16="http://schemas.microsoft.com/office/drawing/2014/main" id="{EC2D56F3-54B0-F753-7D7E-8CD7F909BD20}"/>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47" name="Freeform 14">
                <a:extLst>
                  <a:ext uri="{FF2B5EF4-FFF2-40B4-BE49-F238E27FC236}">
                    <a16:creationId xmlns:a16="http://schemas.microsoft.com/office/drawing/2014/main" id="{22F9538F-4310-E56C-8570-C752A504AFC8}"/>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48" name="Freeform 15">
                <a:extLst>
                  <a:ext uri="{FF2B5EF4-FFF2-40B4-BE49-F238E27FC236}">
                    <a16:creationId xmlns:a16="http://schemas.microsoft.com/office/drawing/2014/main" id="{A7FF8F85-C708-F67F-847F-13224AC780A9}"/>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49" name="Freeform 16">
                <a:extLst>
                  <a:ext uri="{FF2B5EF4-FFF2-40B4-BE49-F238E27FC236}">
                    <a16:creationId xmlns:a16="http://schemas.microsoft.com/office/drawing/2014/main" id="{7DCA0435-BA87-CDA6-28C3-F86E8E6ACCE5}"/>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50" name="Freeform 17">
                <a:extLst>
                  <a:ext uri="{FF2B5EF4-FFF2-40B4-BE49-F238E27FC236}">
                    <a16:creationId xmlns:a16="http://schemas.microsoft.com/office/drawing/2014/main" id="{5C5D9B5E-4C5C-48CB-8068-3770554F7563}"/>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51" name="Freeform 18">
                <a:extLst>
                  <a:ext uri="{FF2B5EF4-FFF2-40B4-BE49-F238E27FC236}">
                    <a16:creationId xmlns:a16="http://schemas.microsoft.com/office/drawing/2014/main" id="{9FBE4E79-BD31-CBEB-69ED-2244D2FD89C6}"/>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41" name="TextBox 40">
            <a:extLst>
              <a:ext uri="{FF2B5EF4-FFF2-40B4-BE49-F238E27FC236}">
                <a16:creationId xmlns:a16="http://schemas.microsoft.com/office/drawing/2014/main" id="{C8383F88-1740-C522-167A-B50719415214}"/>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28065132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dec="http://schemas.microsoft.com/office/drawing/2017/decorative" xmlns:a16="http://schemas.microsoft.com/office/drawing/2014/main" xmlns="">
      <p:transition spd="med">
        <p:fade/>
      </p:transition>
    </mc:Fallback>
  </mc:AlternateContent>
</p:sldLayout>
</file>

<file path=ppt/slideLayouts/slideLayout86.xml><?xml version="1.0" encoding="utf-8"?>
<p:sldLayout xmlns:a="http://schemas.openxmlformats.org/drawingml/2006/main" xmlns:r="http://schemas.openxmlformats.org/officeDocument/2006/relationships" xmlns:p="http://schemas.openxmlformats.org/presentationml/2006/main" showMasterSp="0" preserve="1" userDrawn="1">
  <p:cSld name="Section - VK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9107" y="938794"/>
            <a:ext cx="6587869" cy="1229360"/>
          </a:xfrm>
        </p:spPr>
        <p:txBody>
          <a:bodyPr wrap="square" anchor="b"/>
          <a:lstStyle>
            <a:lvl1pPr algn="l">
              <a:defRPr sz="3600" b="0" cap="none" baseline="0">
                <a:solidFill>
                  <a:schemeClr val="accent2"/>
                </a:solidFill>
              </a:defRPr>
            </a:lvl1pPr>
          </a:lstStyle>
          <a:p>
            <a:r>
              <a:rPr lang="en-US" dirty="0"/>
              <a:t>Section Title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574010" cy="700882"/>
          </a:xfrm>
        </p:spPr>
        <p:txBody>
          <a:bodyPr/>
          <a:lstStyle>
            <a:lvl1pPr marL="0" indent="0" algn="l">
              <a:buNone/>
              <a:defRPr sz="2400">
                <a:solidFill>
                  <a:schemeClr val="bg2">
                    <a:lumMod val="2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
        <p:nvSpPr>
          <p:cNvPr id="3" name="Parallelogram 2">
            <a:extLst>
              <a:ext uri="{FF2B5EF4-FFF2-40B4-BE49-F238E27FC236}">
                <a16:creationId xmlns:a16="http://schemas.microsoft.com/office/drawing/2014/main" id="{5F942261-A521-60D5-A5C3-A85CF4F32FA9}"/>
              </a:ext>
            </a:extLst>
          </p:cNvPr>
          <p:cNvSpPr/>
          <p:nvPr userDrawn="1"/>
        </p:nvSpPr>
        <p:spPr>
          <a:xfrm>
            <a:off x="5406003" y="15044"/>
            <a:ext cx="14676689" cy="6858001"/>
          </a:xfrm>
          <a:prstGeom prst="parallelogram">
            <a:avLst>
              <a:gd name="adj" fmla="val 100124"/>
            </a:avLst>
          </a:prstGeom>
          <a:gradFill flip="none" rotWithShape="1">
            <a:gsLst>
              <a:gs pos="24000">
                <a:schemeClr val="accent5"/>
              </a:gs>
              <a:gs pos="100000">
                <a:schemeClr val="accent5">
                  <a:lumMod val="60000"/>
                  <a:lumOff val="40000"/>
                </a:schemeClr>
              </a:gs>
            </a:gsLst>
            <a:lin ang="18900000" scaled="1"/>
            <a:tileRect/>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4" name="Parallelogram 3">
            <a:extLst>
              <a:ext uri="{FF2B5EF4-FFF2-40B4-BE49-F238E27FC236}">
                <a16:creationId xmlns:a16="http://schemas.microsoft.com/office/drawing/2014/main" id="{DC55FDFC-BFF5-72B6-48F8-99C6DED616E4}"/>
              </a:ext>
            </a:extLst>
          </p:cNvPr>
          <p:cNvSpPr/>
          <p:nvPr userDrawn="1"/>
        </p:nvSpPr>
        <p:spPr>
          <a:xfrm>
            <a:off x="1840256" y="-1"/>
            <a:ext cx="12934077" cy="6470788"/>
          </a:xfrm>
          <a:prstGeom prst="parallelogram">
            <a:avLst>
              <a:gd name="adj" fmla="val 100124"/>
            </a:avLst>
          </a:prstGeom>
          <a:gradFill flip="none" rotWithShape="1">
            <a:gsLst>
              <a:gs pos="0">
                <a:schemeClr val="accent5">
                  <a:alpha val="33000"/>
                </a:schemeClr>
              </a:gs>
              <a:gs pos="97000">
                <a:schemeClr val="accent5">
                  <a:alpha val="0"/>
                </a:schemeClr>
              </a:gs>
            </a:gsLst>
            <a:lin ang="8100000" scaled="1"/>
            <a:tileRect/>
          </a:gra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 name="Graphic 143">
            <a:extLst>
              <a:ext uri="{FF2B5EF4-FFF2-40B4-BE49-F238E27FC236}">
                <a16:creationId xmlns:a16="http://schemas.microsoft.com/office/drawing/2014/main" id="{D4D344BF-B1DE-868D-E423-BD5DAAC7B0C9}"/>
              </a:ext>
            </a:extLst>
          </p:cNvPr>
          <p:cNvSpPr/>
          <p:nvPr userDrawn="1"/>
        </p:nvSpPr>
        <p:spPr>
          <a:xfrm>
            <a:off x="4130978" y="4499933"/>
            <a:ext cx="2421204" cy="666750"/>
          </a:xfrm>
          <a:custGeom>
            <a:avLst/>
            <a:gdLst>
              <a:gd name="connsiteX0" fmla="*/ 482061 w 600651"/>
              <a:gd name="connsiteY0" fmla="*/ 38962 h 165407"/>
              <a:gd name="connsiteX1" fmla="*/ 398886 w 600651"/>
              <a:gd name="connsiteY1" fmla="*/ 75298 h 165407"/>
              <a:gd name="connsiteX2" fmla="*/ 268849 w 600651"/>
              <a:gd name="connsiteY2" fmla="*/ 0 h 165407"/>
              <a:gd name="connsiteX3" fmla="*/ 118927 w 600651"/>
              <a:gd name="connsiteY3" fmla="*/ 122878 h 165407"/>
              <a:gd name="connsiteX4" fmla="*/ 66185 w 600651"/>
              <a:gd name="connsiteY4" fmla="*/ 94823 h 165407"/>
              <a:gd name="connsiteX5" fmla="*/ 0 w 600651"/>
              <a:gd name="connsiteY5" fmla="*/ 165408 h 165407"/>
              <a:gd name="connsiteX6" fmla="*/ 600652 w 600651"/>
              <a:gd name="connsiteY6" fmla="*/ 165408 h 165407"/>
              <a:gd name="connsiteX7" fmla="*/ 482061 w 600651"/>
              <a:gd name="connsiteY7" fmla="*/ 38939 h 1654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651" h="165407">
                <a:moveTo>
                  <a:pt x="482061" y="38962"/>
                </a:moveTo>
                <a:cubicBezTo>
                  <a:pt x="449653" y="38962"/>
                  <a:pt x="420297" y="52832"/>
                  <a:pt x="398886" y="75298"/>
                </a:cubicBezTo>
                <a:cubicBezTo>
                  <a:pt x="371236" y="29984"/>
                  <a:pt x="323341" y="0"/>
                  <a:pt x="268849" y="0"/>
                </a:cubicBezTo>
                <a:cubicBezTo>
                  <a:pt x="196963" y="0"/>
                  <a:pt x="136523" y="52136"/>
                  <a:pt x="118927" y="122878"/>
                </a:cubicBezTo>
                <a:cubicBezTo>
                  <a:pt x="106853" y="105865"/>
                  <a:pt x="87754" y="94823"/>
                  <a:pt x="66185" y="94823"/>
                </a:cubicBezTo>
                <a:cubicBezTo>
                  <a:pt x="29625" y="94823"/>
                  <a:pt x="0" y="126446"/>
                  <a:pt x="0" y="165408"/>
                </a:cubicBezTo>
                <a:lnTo>
                  <a:pt x="600652" y="165408"/>
                </a:lnTo>
                <a:cubicBezTo>
                  <a:pt x="600652" y="95564"/>
                  <a:pt x="547551" y="38939"/>
                  <a:pt x="482061" y="38939"/>
                </a:cubicBezTo>
                <a:close/>
              </a:path>
            </a:pathLst>
          </a:custGeom>
          <a:solidFill>
            <a:schemeClr val="accent5">
              <a:alpha val="18000"/>
            </a:schemeClr>
          </a:soli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pic>
        <p:nvPicPr>
          <p:cNvPr id="6" name="Graphic 5">
            <a:extLst>
              <a:ext uri="{FF2B5EF4-FFF2-40B4-BE49-F238E27FC236}">
                <a16:creationId xmlns:a16="http://schemas.microsoft.com/office/drawing/2014/main" id="{C9DAFB5F-D079-0D12-1A57-03B02261AA93}"/>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979191" y="2988649"/>
            <a:ext cx="3124591" cy="1207366"/>
          </a:xfrm>
          <a:prstGeom prst="rect">
            <a:avLst/>
          </a:prstGeom>
        </p:spPr>
      </p:pic>
      <p:grpSp>
        <p:nvGrpSpPr>
          <p:cNvPr id="7" name="Group 6">
            <a:extLst>
              <a:ext uri="{FF2B5EF4-FFF2-40B4-BE49-F238E27FC236}">
                <a16:creationId xmlns:a16="http://schemas.microsoft.com/office/drawing/2014/main" id="{112E8C14-E13E-8DDB-974A-C1206CB93365}"/>
              </a:ext>
            </a:extLst>
          </p:cNvPr>
          <p:cNvGrpSpPr/>
          <p:nvPr userDrawn="1"/>
        </p:nvGrpSpPr>
        <p:grpSpPr>
          <a:xfrm>
            <a:off x="8467108" y="1045130"/>
            <a:ext cx="1685206" cy="686138"/>
            <a:chOff x="437672" y="1280130"/>
            <a:chExt cx="2910783" cy="1185138"/>
          </a:xfrm>
        </p:grpSpPr>
        <p:sp>
          <p:nvSpPr>
            <p:cNvPr id="8" name="Freeform: Shape 187">
              <a:extLst>
                <a:ext uri="{FF2B5EF4-FFF2-40B4-BE49-F238E27FC236}">
                  <a16:creationId xmlns:a16="http://schemas.microsoft.com/office/drawing/2014/main" id="{8C76084E-C788-0541-4171-49BECD52252F}"/>
                </a:ext>
              </a:extLst>
            </p:cNvPr>
            <p:cNvSpPr/>
            <p:nvPr/>
          </p:nvSpPr>
          <p:spPr>
            <a:xfrm>
              <a:off x="437672" y="1280130"/>
              <a:ext cx="2720832" cy="1110872"/>
            </a:xfrm>
            <a:custGeom>
              <a:avLst/>
              <a:gdLst>
                <a:gd name="connsiteX0" fmla="*/ 749249 w 907209"/>
                <a:gd name="connsiteY0" fmla="*/ 212440 h 370400"/>
                <a:gd name="connsiteX1" fmla="*/ 700014 w 907209"/>
                <a:gd name="connsiteY1" fmla="*/ 220306 h 370400"/>
                <a:gd name="connsiteX2" fmla="*/ 454537 w 907209"/>
                <a:gd name="connsiteY2" fmla="*/ 0 h 370400"/>
                <a:gd name="connsiteX3" fmla="*/ 213896 w 907209"/>
                <a:gd name="connsiteY3" fmla="*/ 191405 h 370400"/>
                <a:gd name="connsiteX4" fmla="*/ 178995 w 907209"/>
                <a:gd name="connsiteY4" fmla="*/ 191405 h 370400"/>
                <a:gd name="connsiteX5" fmla="*/ 0 w 907209"/>
                <a:gd name="connsiteY5" fmla="*/ 370400 h 370400"/>
                <a:gd name="connsiteX6" fmla="*/ 907209 w 907209"/>
                <a:gd name="connsiteY6" fmla="*/ 370400 h 370400"/>
                <a:gd name="connsiteX7" fmla="*/ 749249 w 907209"/>
                <a:gd name="connsiteY7" fmla="*/ 212440 h 370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07209" h="370400">
                  <a:moveTo>
                    <a:pt x="749249" y="212440"/>
                  </a:moveTo>
                  <a:cubicBezTo>
                    <a:pt x="732060" y="212440"/>
                    <a:pt x="715512" y="215236"/>
                    <a:pt x="700014" y="220306"/>
                  </a:cubicBezTo>
                  <a:cubicBezTo>
                    <a:pt x="686729" y="96489"/>
                    <a:pt x="581907" y="0"/>
                    <a:pt x="454537" y="0"/>
                  </a:cubicBezTo>
                  <a:cubicBezTo>
                    <a:pt x="337246" y="0"/>
                    <a:pt x="239126" y="81806"/>
                    <a:pt x="213896" y="191405"/>
                  </a:cubicBezTo>
                  <a:lnTo>
                    <a:pt x="178995" y="191405"/>
                  </a:lnTo>
                  <a:cubicBezTo>
                    <a:pt x="80116" y="191405"/>
                    <a:pt x="0" y="271522"/>
                    <a:pt x="0" y="370400"/>
                  </a:cubicBezTo>
                  <a:lnTo>
                    <a:pt x="907209" y="370400"/>
                  </a:lnTo>
                  <a:cubicBezTo>
                    <a:pt x="907209" y="283175"/>
                    <a:pt x="836474" y="212440"/>
                    <a:pt x="749249" y="212440"/>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9" name="Freeform: Shape 188">
              <a:extLst>
                <a:ext uri="{FF2B5EF4-FFF2-40B4-BE49-F238E27FC236}">
                  <a16:creationId xmlns:a16="http://schemas.microsoft.com/office/drawing/2014/main" id="{98E8A708-0D42-A8DA-8AE7-3B300A42D78D}"/>
                </a:ext>
              </a:extLst>
            </p:cNvPr>
            <p:cNvSpPr/>
            <p:nvPr/>
          </p:nvSpPr>
          <p:spPr>
            <a:xfrm>
              <a:off x="1651302" y="1789783"/>
              <a:ext cx="1697153" cy="675485"/>
            </a:xfrm>
            <a:custGeom>
              <a:avLst/>
              <a:gdLst>
                <a:gd name="connsiteX0" fmla="*/ 154872 w 565884"/>
                <a:gd name="connsiteY0" fmla="*/ 70357 h 225229"/>
                <a:gd name="connsiteX1" fmla="*/ 0 w 565884"/>
                <a:gd name="connsiteY1" fmla="*/ 225229 h 225229"/>
                <a:gd name="connsiteX2" fmla="*/ 565884 w 565884"/>
                <a:gd name="connsiteY2" fmla="*/ 225229 h 225229"/>
                <a:gd name="connsiteX3" fmla="*/ 496023 w 565884"/>
                <a:gd name="connsiteY3" fmla="*/ 70357 h 225229"/>
                <a:gd name="connsiteX4" fmla="*/ 496023 w 565884"/>
                <a:gd name="connsiteY4" fmla="*/ 70357 h 225229"/>
                <a:gd name="connsiteX5" fmla="*/ 154872 w 565884"/>
                <a:gd name="connsiteY5" fmla="*/ 70357 h 225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5884" h="225229">
                  <a:moveTo>
                    <a:pt x="154872" y="70357"/>
                  </a:moveTo>
                  <a:lnTo>
                    <a:pt x="0" y="225229"/>
                  </a:lnTo>
                  <a:lnTo>
                    <a:pt x="565884" y="225229"/>
                  </a:lnTo>
                  <a:cubicBezTo>
                    <a:pt x="562272" y="168711"/>
                    <a:pt x="538965" y="113299"/>
                    <a:pt x="496023" y="70357"/>
                  </a:cubicBezTo>
                  <a:lnTo>
                    <a:pt x="496023" y="70357"/>
                  </a:lnTo>
                  <a:cubicBezTo>
                    <a:pt x="402213" y="-23452"/>
                    <a:pt x="248681" y="-23452"/>
                    <a:pt x="154872" y="70357"/>
                  </a:cubicBezTo>
                  <a:close/>
                </a:path>
              </a:pathLst>
            </a:custGeom>
            <a:gradFill>
              <a:gsLst>
                <a:gs pos="29000">
                  <a:srgbClr val="FFFFFF"/>
                </a:gs>
                <a:gs pos="48000">
                  <a:srgbClr val="F8FBFE"/>
                </a:gs>
                <a:gs pos="73000">
                  <a:srgbClr val="E7F3FB"/>
                </a:gs>
                <a:gs pos="100000">
                  <a:srgbClr val="CEE6F7"/>
                </a:gs>
              </a:gsLst>
              <a:lin ang="2700000" scaled="1"/>
            </a:gra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10" name="Graphic 133">
            <a:extLst>
              <a:ext uri="{FF2B5EF4-FFF2-40B4-BE49-F238E27FC236}">
                <a16:creationId xmlns:a16="http://schemas.microsoft.com/office/drawing/2014/main" id="{FB3DD8E2-0BCC-6714-E82C-B029271CB351}"/>
              </a:ext>
            </a:extLst>
          </p:cNvPr>
          <p:cNvGrpSpPr/>
          <p:nvPr userDrawn="1"/>
        </p:nvGrpSpPr>
        <p:grpSpPr>
          <a:xfrm>
            <a:off x="7658058" y="759261"/>
            <a:ext cx="747561" cy="1467873"/>
            <a:chOff x="7819347" y="302010"/>
            <a:chExt cx="1311783" cy="2575750"/>
          </a:xfrm>
          <a:noFill/>
        </p:grpSpPr>
        <p:sp>
          <p:nvSpPr>
            <p:cNvPr id="11" name="Freeform: Shape 232">
              <a:extLst>
                <a:ext uri="{FF2B5EF4-FFF2-40B4-BE49-F238E27FC236}">
                  <a16:creationId xmlns:a16="http://schemas.microsoft.com/office/drawing/2014/main" id="{C2577F02-047D-0975-B302-56A78525778A}"/>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2" name="Freeform: Shape 233">
              <a:extLst>
                <a:ext uri="{FF2B5EF4-FFF2-40B4-BE49-F238E27FC236}">
                  <a16:creationId xmlns:a16="http://schemas.microsoft.com/office/drawing/2014/main" id="{EDE0F961-9F58-9C23-96A4-E34614F246AB}"/>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 name="Freeform: Shape 234">
              <a:extLst>
                <a:ext uri="{FF2B5EF4-FFF2-40B4-BE49-F238E27FC236}">
                  <a16:creationId xmlns:a16="http://schemas.microsoft.com/office/drawing/2014/main" id="{B6430474-CA1A-BB5E-209C-CAD73B4295D9}"/>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4" name="Freeform: Shape 235">
              <a:extLst>
                <a:ext uri="{FF2B5EF4-FFF2-40B4-BE49-F238E27FC236}">
                  <a16:creationId xmlns:a16="http://schemas.microsoft.com/office/drawing/2014/main" id="{0A9E379F-4B31-3B2E-8A81-46096DF0F0CC}"/>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5" name="Freeform: Shape 236">
              <a:extLst>
                <a:ext uri="{FF2B5EF4-FFF2-40B4-BE49-F238E27FC236}">
                  <a16:creationId xmlns:a16="http://schemas.microsoft.com/office/drawing/2014/main" id="{EDE9FD9F-999F-0A4A-7B11-FFFEFDAB16FD}"/>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16" name="Freeform: Shape 265">
            <a:extLst>
              <a:ext uri="{FF2B5EF4-FFF2-40B4-BE49-F238E27FC236}">
                <a16:creationId xmlns:a16="http://schemas.microsoft.com/office/drawing/2014/main" id="{BFFFFBE8-2A79-29C1-7C5F-AD54B3445A55}"/>
              </a:ext>
            </a:extLst>
          </p:cNvPr>
          <p:cNvSpPr/>
          <p:nvPr userDrawn="1"/>
        </p:nvSpPr>
        <p:spPr>
          <a:xfrm>
            <a:off x="10295515" y="4002501"/>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7" name="Freeform: Shape 269">
            <a:extLst>
              <a:ext uri="{FF2B5EF4-FFF2-40B4-BE49-F238E27FC236}">
                <a16:creationId xmlns:a16="http://schemas.microsoft.com/office/drawing/2014/main" id="{7334EB20-8D55-719E-4645-08AA4B56CCFD}"/>
              </a:ext>
            </a:extLst>
          </p:cNvPr>
          <p:cNvSpPr/>
          <p:nvPr userDrawn="1"/>
        </p:nvSpPr>
        <p:spPr>
          <a:xfrm>
            <a:off x="6195382" y="4307691"/>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8" name="Freeform: Shape 285">
            <a:extLst>
              <a:ext uri="{FF2B5EF4-FFF2-40B4-BE49-F238E27FC236}">
                <a16:creationId xmlns:a16="http://schemas.microsoft.com/office/drawing/2014/main" id="{D547FC94-84E4-3086-8AAB-1FE3154A1BF4}"/>
              </a:ext>
            </a:extLst>
          </p:cNvPr>
          <p:cNvSpPr/>
          <p:nvPr userDrawn="1"/>
        </p:nvSpPr>
        <p:spPr>
          <a:xfrm>
            <a:off x="8709950" y="5303803"/>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9" name="Freeform: Shape 286">
            <a:extLst>
              <a:ext uri="{FF2B5EF4-FFF2-40B4-BE49-F238E27FC236}">
                <a16:creationId xmlns:a16="http://schemas.microsoft.com/office/drawing/2014/main" id="{F979284F-5A03-14A2-13EB-9A248232DAC6}"/>
              </a:ext>
            </a:extLst>
          </p:cNvPr>
          <p:cNvSpPr/>
          <p:nvPr userDrawn="1"/>
        </p:nvSpPr>
        <p:spPr>
          <a:xfrm>
            <a:off x="9116688" y="501008"/>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20" name="Graphic 133">
            <a:extLst>
              <a:ext uri="{FF2B5EF4-FFF2-40B4-BE49-F238E27FC236}">
                <a16:creationId xmlns:a16="http://schemas.microsoft.com/office/drawing/2014/main" id="{FE336CA2-3D98-870D-70F9-622EA63E0E7D}"/>
              </a:ext>
            </a:extLst>
          </p:cNvPr>
          <p:cNvGrpSpPr/>
          <p:nvPr userDrawn="1"/>
        </p:nvGrpSpPr>
        <p:grpSpPr>
          <a:xfrm rot="15300000">
            <a:off x="5392445" y="1828091"/>
            <a:ext cx="1311783" cy="2575750"/>
            <a:chOff x="7819347" y="302010"/>
            <a:chExt cx="1311783" cy="2575750"/>
          </a:xfrm>
          <a:noFill/>
        </p:grpSpPr>
        <p:sp>
          <p:nvSpPr>
            <p:cNvPr id="21" name="Freeform: Shape 288">
              <a:extLst>
                <a:ext uri="{FF2B5EF4-FFF2-40B4-BE49-F238E27FC236}">
                  <a16:creationId xmlns:a16="http://schemas.microsoft.com/office/drawing/2014/main" id="{D917E33A-9066-C254-C5AC-926BD37B8684}"/>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2" name="Freeform: Shape 289">
              <a:extLst>
                <a:ext uri="{FF2B5EF4-FFF2-40B4-BE49-F238E27FC236}">
                  <a16:creationId xmlns:a16="http://schemas.microsoft.com/office/drawing/2014/main" id="{E026DA6A-6474-3AB6-434B-83A3DAE60764}"/>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3" name="Freeform: Shape 290">
              <a:extLst>
                <a:ext uri="{FF2B5EF4-FFF2-40B4-BE49-F238E27FC236}">
                  <a16:creationId xmlns:a16="http://schemas.microsoft.com/office/drawing/2014/main" id="{04DE64F1-F0B1-EC8C-1E3E-F2F2053278BE}"/>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4" name="Freeform: Shape 291">
              <a:extLst>
                <a:ext uri="{FF2B5EF4-FFF2-40B4-BE49-F238E27FC236}">
                  <a16:creationId xmlns:a16="http://schemas.microsoft.com/office/drawing/2014/main" id="{E3F395B2-A6F6-9642-A9B3-0907549B7EED}"/>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5" name="Freeform: Shape 292">
              <a:extLst>
                <a:ext uri="{FF2B5EF4-FFF2-40B4-BE49-F238E27FC236}">
                  <a16:creationId xmlns:a16="http://schemas.microsoft.com/office/drawing/2014/main" id="{64432B98-9ECF-C74B-6250-0AF86BF6ED8C}"/>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26" name="Oval 25">
            <a:extLst>
              <a:ext uri="{FF2B5EF4-FFF2-40B4-BE49-F238E27FC236}">
                <a16:creationId xmlns:a16="http://schemas.microsoft.com/office/drawing/2014/main" id="{0F585DDC-7D94-0B19-9D98-23DBB6B83975}"/>
              </a:ext>
            </a:extLst>
          </p:cNvPr>
          <p:cNvSpPr/>
          <p:nvPr userDrawn="1"/>
        </p:nvSpPr>
        <p:spPr>
          <a:xfrm flipV="1">
            <a:off x="6354876" y="1852997"/>
            <a:ext cx="3152006" cy="3152006"/>
          </a:xfrm>
          <a:prstGeom prst="ellipse">
            <a:avLst/>
          </a:prstGeom>
          <a:solidFill>
            <a:schemeClr val="bg1"/>
          </a:solidFill>
          <a:ln w="508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27" name="Freeform: Shape 298">
            <a:extLst>
              <a:ext uri="{FF2B5EF4-FFF2-40B4-BE49-F238E27FC236}">
                <a16:creationId xmlns:a16="http://schemas.microsoft.com/office/drawing/2014/main" id="{A3F6C062-6099-E639-9F9C-45ACE06D07DA}"/>
              </a:ext>
            </a:extLst>
          </p:cNvPr>
          <p:cNvSpPr/>
          <p:nvPr userDrawn="1"/>
        </p:nvSpPr>
        <p:spPr>
          <a:xfrm>
            <a:off x="5406003" y="4429286"/>
            <a:ext cx="2921280" cy="1192670"/>
          </a:xfrm>
          <a:custGeom>
            <a:avLst/>
            <a:gdLst>
              <a:gd name="connsiteX0" fmla="*/ 2797989 w 3387980"/>
              <a:gd name="connsiteY0" fmla="*/ 793219 h 1383210"/>
              <a:gd name="connsiteX1" fmla="*/ 2614092 w 3387980"/>
              <a:gd name="connsiteY1" fmla="*/ 822614 h 1383210"/>
              <a:gd name="connsiteX2" fmla="*/ 1697357 w 3387980"/>
              <a:gd name="connsiteY2" fmla="*/ 0 h 1383210"/>
              <a:gd name="connsiteX3" fmla="*/ 798795 w 3387980"/>
              <a:gd name="connsiteY3" fmla="*/ 714810 h 1383210"/>
              <a:gd name="connsiteX4" fmla="*/ 668546 w 3387980"/>
              <a:gd name="connsiteY4" fmla="*/ 714665 h 1383210"/>
              <a:gd name="connsiteX5" fmla="*/ 0 w 3387980"/>
              <a:gd name="connsiteY5" fmla="*/ 1383211 h 1383210"/>
              <a:gd name="connsiteX6" fmla="*/ 3387981 w 3387980"/>
              <a:gd name="connsiteY6" fmla="*/ 1383211 h 1383210"/>
              <a:gd name="connsiteX7" fmla="*/ 2797989 w 3387980"/>
              <a:gd name="connsiteY7" fmla="*/ 793219 h 1383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387980" h="1383210">
                <a:moveTo>
                  <a:pt x="2797989" y="793219"/>
                </a:moveTo>
                <a:cubicBezTo>
                  <a:pt x="2733770" y="793219"/>
                  <a:pt x="2671940" y="803573"/>
                  <a:pt x="2614092" y="822614"/>
                </a:cubicBezTo>
                <a:cubicBezTo>
                  <a:pt x="2564425" y="360192"/>
                  <a:pt x="2172956" y="0"/>
                  <a:pt x="1697357" y="0"/>
                </a:cubicBezTo>
                <a:cubicBezTo>
                  <a:pt x="1259406" y="0"/>
                  <a:pt x="892915" y="305385"/>
                  <a:pt x="798795" y="714810"/>
                </a:cubicBezTo>
                <a:lnTo>
                  <a:pt x="668546" y="714665"/>
                </a:lnTo>
                <a:cubicBezTo>
                  <a:pt x="299304" y="714737"/>
                  <a:pt x="0" y="1014041"/>
                  <a:pt x="0" y="1383211"/>
                </a:cubicBezTo>
                <a:lnTo>
                  <a:pt x="3387981" y="1383211"/>
                </a:lnTo>
                <a:cubicBezTo>
                  <a:pt x="3387981" y="1057336"/>
                  <a:pt x="3123864" y="793219"/>
                  <a:pt x="2797989" y="793219"/>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pic>
        <p:nvPicPr>
          <p:cNvPr id="29" name="Graphic 28">
            <a:extLst>
              <a:ext uri="{FF2B5EF4-FFF2-40B4-BE49-F238E27FC236}">
                <a16:creationId xmlns:a16="http://schemas.microsoft.com/office/drawing/2014/main" id="{3269DD7D-A762-90F0-BAAE-246E4B1956B5}"/>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025699" y="4707812"/>
            <a:ext cx="2490461" cy="837840"/>
          </a:xfrm>
          <a:prstGeom prst="rect">
            <a:avLst/>
          </a:prstGeom>
        </p:spPr>
      </p:pic>
      <p:sp>
        <p:nvSpPr>
          <p:cNvPr id="31" name="Freeform: Shape 265">
            <a:extLst>
              <a:ext uri="{FF2B5EF4-FFF2-40B4-BE49-F238E27FC236}">
                <a16:creationId xmlns:a16="http://schemas.microsoft.com/office/drawing/2014/main" id="{40AE0C90-3611-90B9-945F-CD5690F37797}"/>
              </a:ext>
            </a:extLst>
          </p:cNvPr>
          <p:cNvSpPr/>
          <p:nvPr userDrawn="1"/>
        </p:nvSpPr>
        <p:spPr>
          <a:xfrm>
            <a:off x="11185175" y="2792968"/>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32" name="Group 31">
            <a:extLst>
              <a:ext uri="{FF2B5EF4-FFF2-40B4-BE49-F238E27FC236}">
                <a16:creationId xmlns:a16="http://schemas.microsoft.com/office/drawing/2014/main" id="{7896B294-4741-B5DC-2EF0-8E83E0D9D5F3}"/>
              </a:ext>
            </a:extLst>
          </p:cNvPr>
          <p:cNvGrpSpPr/>
          <p:nvPr userDrawn="1"/>
        </p:nvGrpSpPr>
        <p:grpSpPr>
          <a:xfrm>
            <a:off x="9801434" y="1855519"/>
            <a:ext cx="2078815" cy="773140"/>
            <a:chOff x="9469303" y="1724685"/>
            <a:chExt cx="2078815" cy="773140"/>
          </a:xfrm>
        </p:grpSpPr>
        <p:grpSp>
          <p:nvGrpSpPr>
            <p:cNvPr id="33" name="Graphic 6">
              <a:extLst>
                <a:ext uri="{FF2B5EF4-FFF2-40B4-BE49-F238E27FC236}">
                  <a16:creationId xmlns:a16="http://schemas.microsoft.com/office/drawing/2014/main" id="{9AAFCDE0-37FF-86EC-D9BC-9DA31372AA81}"/>
                </a:ext>
              </a:extLst>
            </p:cNvPr>
            <p:cNvGrpSpPr/>
            <p:nvPr/>
          </p:nvGrpSpPr>
          <p:grpSpPr>
            <a:xfrm>
              <a:off x="10935407" y="1804642"/>
              <a:ext cx="612711" cy="613079"/>
              <a:chOff x="10935407" y="1804642"/>
              <a:chExt cx="612711" cy="613079"/>
            </a:xfrm>
            <a:noFill/>
          </p:grpSpPr>
          <p:sp>
            <p:nvSpPr>
              <p:cNvPr id="48" name="Freeform: Shape 10">
                <a:extLst>
                  <a:ext uri="{FF2B5EF4-FFF2-40B4-BE49-F238E27FC236}">
                    <a16:creationId xmlns:a16="http://schemas.microsoft.com/office/drawing/2014/main" id="{4E4B1818-8929-589D-DD23-0B1DB0B0E373}"/>
                  </a:ext>
                </a:extLst>
              </p:cNvPr>
              <p:cNvSpPr/>
              <p:nvPr/>
            </p:nvSpPr>
            <p:spPr>
              <a:xfrm>
                <a:off x="10935407" y="1804642"/>
                <a:ext cx="612711" cy="613079"/>
              </a:xfrm>
              <a:custGeom>
                <a:avLst/>
                <a:gdLst>
                  <a:gd name="connsiteX0" fmla="*/ 257027 w 612711"/>
                  <a:gd name="connsiteY0" fmla="*/ 613079 h 613079"/>
                  <a:gd name="connsiteX1" fmla="*/ 352666 w 612711"/>
                  <a:gd name="connsiteY1" fmla="*/ 612564 h 613079"/>
                  <a:gd name="connsiteX2" fmla="*/ 362605 w 612711"/>
                  <a:gd name="connsiteY2" fmla="*/ 579580 h 613079"/>
                  <a:gd name="connsiteX3" fmla="*/ 371661 w 612711"/>
                  <a:gd name="connsiteY3" fmla="*/ 551528 h 613079"/>
                  <a:gd name="connsiteX4" fmla="*/ 376668 w 612711"/>
                  <a:gd name="connsiteY4" fmla="*/ 547626 h 613079"/>
                  <a:gd name="connsiteX5" fmla="*/ 427985 w 612711"/>
                  <a:gd name="connsiteY5" fmla="*/ 527306 h 613079"/>
                  <a:gd name="connsiteX6" fmla="*/ 435642 w 612711"/>
                  <a:gd name="connsiteY6" fmla="*/ 527600 h 613079"/>
                  <a:gd name="connsiteX7" fmla="*/ 487621 w 612711"/>
                  <a:gd name="connsiteY7" fmla="*/ 557197 h 613079"/>
                  <a:gd name="connsiteX8" fmla="*/ 488210 w 612711"/>
                  <a:gd name="connsiteY8" fmla="*/ 557492 h 613079"/>
                  <a:gd name="connsiteX9" fmla="*/ 488652 w 612711"/>
                  <a:gd name="connsiteY9" fmla="*/ 557050 h 613079"/>
                  <a:gd name="connsiteX10" fmla="*/ 556461 w 612711"/>
                  <a:gd name="connsiteY10" fmla="*/ 486591 h 613079"/>
                  <a:gd name="connsiteX11" fmla="*/ 556829 w 612711"/>
                  <a:gd name="connsiteY11" fmla="*/ 486002 h 613079"/>
                  <a:gd name="connsiteX12" fmla="*/ 556388 w 612711"/>
                  <a:gd name="connsiteY12" fmla="*/ 485486 h 613079"/>
                  <a:gd name="connsiteX13" fmla="*/ 539748 w 612711"/>
                  <a:gd name="connsiteY13" fmla="*/ 459570 h 613079"/>
                  <a:gd name="connsiteX14" fmla="*/ 526864 w 612711"/>
                  <a:gd name="connsiteY14" fmla="*/ 437188 h 613079"/>
                  <a:gd name="connsiteX15" fmla="*/ 527232 w 612711"/>
                  <a:gd name="connsiteY15" fmla="*/ 429236 h 613079"/>
                  <a:gd name="connsiteX16" fmla="*/ 539822 w 612711"/>
                  <a:gd name="connsiteY16" fmla="*/ 403320 h 613079"/>
                  <a:gd name="connsiteX17" fmla="*/ 551381 w 612711"/>
                  <a:gd name="connsiteY17" fmla="*/ 375563 h 613079"/>
                  <a:gd name="connsiteX18" fmla="*/ 556682 w 612711"/>
                  <a:gd name="connsiteY18" fmla="*/ 371661 h 613079"/>
                  <a:gd name="connsiteX19" fmla="*/ 582893 w 612711"/>
                  <a:gd name="connsiteY19" fmla="*/ 365403 h 613079"/>
                  <a:gd name="connsiteX20" fmla="*/ 611975 w 612711"/>
                  <a:gd name="connsiteY20" fmla="*/ 357304 h 613079"/>
                  <a:gd name="connsiteX21" fmla="*/ 612711 w 612711"/>
                  <a:gd name="connsiteY21" fmla="*/ 357157 h 613079"/>
                  <a:gd name="connsiteX22" fmla="*/ 611975 w 612711"/>
                  <a:gd name="connsiteY22" fmla="*/ 258793 h 613079"/>
                  <a:gd name="connsiteX23" fmla="*/ 581715 w 612711"/>
                  <a:gd name="connsiteY23" fmla="*/ 250768 h 613079"/>
                  <a:gd name="connsiteX24" fmla="*/ 554105 w 612711"/>
                  <a:gd name="connsiteY24" fmla="*/ 244363 h 613079"/>
                  <a:gd name="connsiteX25" fmla="*/ 548289 w 612711"/>
                  <a:gd name="connsiteY25" fmla="*/ 239724 h 613079"/>
                  <a:gd name="connsiteX26" fmla="*/ 528410 w 612711"/>
                  <a:gd name="connsiteY26" fmla="*/ 183990 h 613079"/>
                  <a:gd name="connsiteX27" fmla="*/ 529220 w 612711"/>
                  <a:gd name="connsiteY27" fmla="*/ 177585 h 613079"/>
                  <a:gd name="connsiteX28" fmla="*/ 559554 w 612711"/>
                  <a:gd name="connsiteY28" fmla="*/ 125016 h 613079"/>
                  <a:gd name="connsiteX29" fmla="*/ 559922 w 612711"/>
                  <a:gd name="connsiteY29" fmla="*/ 124353 h 613079"/>
                  <a:gd name="connsiteX30" fmla="*/ 559333 w 612711"/>
                  <a:gd name="connsiteY30" fmla="*/ 123838 h 613079"/>
                  <a:gd name="connsiteX31" fmla="*/ 524876 w 612711"/>
                  <a:gd name="connsiteY31" fmla="*/ 90854 h 613079"/>
                  <a:gd name="connsiteX32" fmla="*/ 488579 w 612711"/>
                  <a:gd name="connsiteY32" fmla="*/ 58974 h 613079"/>
                  <a:gd name="connsiteX33" fmla="*/ 488137 w 612711"/>
                  <a:gd name="connsiteY33" fmla="*/ 58753 h 613079"/>
                  <a:gd name="connsiteX34" fmla="*/ 487695 w 612711"/>
                  <a:gd name="connsiteY34" fmla="*/ 58974 h 613079"/>
                  <a:gd name="connsiteX35" fmla="*/ 460012 w 612711"/>
                  <a:gd name="connsiteY35" fmla="*/ 74509 h 613079"/>
                  <a:gd name="connsiteX36" fmla="*/ 435863 w 612711"/>
                  <a:gd name="connsiteY36" fmla="*/ 87025 h 613079"/>
                  <a:gd name="connsiteX37" fmla="*/ 429384 w 612711"/>
                  <a:gd name="connsiteY37" fmla="*/ 86215 h 613079"/>
                  <a:gd name="connsiteX38" fmla="*/ 403688 w 612711"/>
                  <a:gd name="connsiteY38" fmla="*/ 73846 h 613079"/>
                  <a:gd name="connsiteX39" fmla="*/ 377110 w 612711"/>
                  <a:gd name="connsiteY39" fmla="*/ 63539 h 613079"/>
                  <a:gd name="connsiteX40" fmla="*/ 372839 w 612711"/>
                  <a:gd name="connsiteY40" fmla="*/ 58606 h 613079"/>
                  <a:gd name="connsiteX41" fmla="*/ 355832 w 612711"/>
                  <a:gd name="connsiteY41" fmla="*/ 589 h 613079"/>
                  <a:gd name="connsiteX42" fmla="*/ 355611 w 612711"/>
                  <a:gd name="connsiteY42" fmla="*/ 0 h 613079"/>
                  <a:gd name="connsiteX43" fmla="*/ 259898 w 612711"/>
                  <a:gd name="connsiteY43" fmla="*/ 663 h 613079"/>
                  <a:gd name="connsiteX44" fmla="*/ 250915 w 612711"/>
                  <a:gd name="connsiteY44" fmla="*/ 32616 h 613079"/>
                  <a:gd name="connsiteX45" fmla="*/ 243332 w 612711"/>
                  <a:gd name="connsiteY45" fmla="*/ 60520 h 613079"/>
                  <a:gd name="connsiteX46" fmla="*/ 238178 w 612711"/>
                  <a:gd name="connsiteY46" fmla="*/ 65600 h 613079"/>
                  <a:gd name="connsiteX47" fmla="*/ 185168 w 612711"/>
                  <a:gd name="connsiteY47" fmla="*/ 86363 h 613079"/>
                  <a:gd name="connsiteX48" fmla="*/ 178026 w 612711"/>
                  <a:gd name="connsiteY48" fmla="*/ 85626 h 613079"/>
                  <a:gd name="connsiteX49" fmla="*/ 125531 w 612711"/>
                  <a:gd name="connsiteY49" fmla="*/ 55882 h 613079"/>
                  <a:gd name="connsiteX50" fmla="*/ 124942 w 612711"/>
                  <a:gd name="connsiteY50" fmla="*/ 55587 h 613079"/>
                  <a:gd name="connsiteX51" fmla="*/ 124501 w 612711"/>
                  <a:gd name="connsiteY51" fmla="*/ 56029 h 613079"/>
                  <a:gd name="connsiteX52" fmla="*/ 56323 w 612711"/>
                  <a:gd name="connsiteY52" fmla="*/ 126489 h 613079"/>
                  <a:gd name="connsiteX53" fmla="*/ 55882 w 612711"/>
                  <a:gd name="connsiteY53" fmla="*/ 127078 h 613079"/>
                  <a:gd name="connsiteX54" fmla="*/ 56397 w 612711"/>
                  <a:gd name="connsiteY54" fmla="*/ 127667 h 613079"/>
                  <a:gd name="connsiteX55" fmla="*/ 86510 w 612711"/>
                  <a:gd name="connsiteY55" fmla="*/ 176407 h 613079"/>
                  <a:gd name="connsiteX56" fmla="*/ 86289 w 612711"/>
                  <a:gd name="connsiteY56" fmla="*/ 183696 h 613079"/>
                  <a:gd name="connsiteX57" fmla="*/ 73331 w 612711"/>
                  <a:gd name="connsiteY57" fmla="*/ 210201 h 613079"/>
                  <a:gd name="connsiteX58" fmla="*/ 61256 w 612711"/>
                  <a:gd name="connsiteY58" fmla="*/ 237442 h 613079"/>
                  <a:gd name="connsiteX59" fmla="*/ 55882 w 612711"/>
                  <a:gd name="connsiteY59" fmla="*/ 241418 h 613079"/>
                  <a:gd name="connsiteX60" fmla="*/ 29818 w 612711"/>
                  <a:gd name="connsiteY60" fmla="*/ 247676 h 613079"/>
                  <a:gd name="connsiteX61" fmla="*/ 736 w 612711"/>
                  <a:gd name="connsiteY61" fmla="*/ 255775 h 613079"/>
                  <a:gd name="connsiteX62" fmla="*/ 0 w 612711"/>
                  <a:gd name="connsiteY62" fmla="*/ 255922 h 613079"/>
                  <a:gd name="connsiteX63" fmla="*/ 736 w 612711"/>
                  <a:gd name="connsiteY63" fmla="*/ 354286 h 613079"/>
                  <a:gd name="connsiteX64" fmla="*/ 31217 w 612711"/>
                  <a:gd name="connsiteY64" fmla="*/ 362384 h 613079"/>
                  <a:gd name="connsiteX65" fmla="*/ 57133 w 612711"/>
                  <a:gd name="connsiteY65" fmla="*/ 368348 h 613079"/>
                  <a:gd name="connsiteX66" fmla="*/ 63097 w 612711"/>
                  <a:gd name="connsiteY66" fmla="*/ 374017 h 613079"/>
                  <a:gd name="connsiteX67" fmla="*/ 72521 w 612711"/>
                  <a:gd name="connsiteY67" fmla="*/ 402363 h 613079"/>
                  <a:gd name="connsiteX68" fmla="*/ 84301 w 612711"/>
                  <a:gd name="connsiteY68" fmla="*/ 429089 h 613079"/>
                  <a:gd name="connsiteX69" fmla="*/ 83859 w 612711"/>
                  <a:gd name="connsiteY69" fmla="*/ 435495 h 613079"/>
                  <a:gd name="connsiteX70" fmla="*/ 56176 w 612711"/>
                  <a:gd name="connsiteY70" fmla="*/ 488137 h 613079"/>
                  <a:gd name="connsiteX71" fmla="*/ 56029 w 612711"/>
                  <a:gd name="connsiteY71" fmla="*/ 488652 h 613079"/>
                  <a:gd name="connsiteX72" fmla="*/ 56397 w 612711"/>
                  <a:gd name="connsiteY72" fmla="*/ 489020 h 613079"/>
                  <a:gd name="connsiteX73" fmla="*/ 124648 w 612711"/>
                  <a:gd name="connsiteY73" fmla="*/ 553958 h 613079"/>
                  <a:gd name="connsiteX74" fmla="*/ 125090 w 612711"/>
                  <a:gd name="connsiteY74" fmla="*/ 554252 h 613079"/>
                  <a:gd name="connsiteX75" fmla="*/ 125531 w 612711"/>
                  <a:gd name="connsiteY75" fmla="*/ 554032 h 613079"/>
                  <a:gd name="connsiteX76" fmla="*/ 152625 w 612711"/>
                  <a:gd name="connsiteY76" fmla="*/ 538644 h 613079"/>
                  <a:gd name="connsiteX77" fmla="*/ 178174 w 612711"/>
                  <a:gd name="connsiteY77" fmla="*/ 525833 h 613079"/>
                  <a:gd name="connsiteX78" fmla="*/ 183843 w 612711"/>
                  <a:gd name="connsiteY78" fmla="*/ 526127 h 613079"/>
                  <a:gd name="connsiteX79" fmla="*/ 236338 w 612711"/>
                  <a:gd name="connsiteY79" fmla="*/ 549614 h 613079"/>
                  <a:gd name="connsiteX80" fmla="*/ 240313 w 612711"/>
                  <a:gd name="connsiteY80" fmla="*/ 554032 h 613079"/>
                  <a:gd name="connsiteX81" fmla="*/ 247602 w 612711"/>
                  <a:gd name="connsiteY81" fmla="*/ 581494 h 613079"/>
                  <a:gd name="connsiteX82" fmla="*/ 257100 w 612711"/>
                  <a:gd name="connsiteY82" fmla="*/ 612417 h 613079"/>
                  <a:gd name="connsiteX83" fmla="*/ 257395 w 612711"/>
                  <a:gd name="connsiteY83" fmla="*/ 612932 h 613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Lst>
                <a:rect l="l" t="t" r="r" b="b"/>
                <a:pathLst>
                  <a:path w="612711" h="613079">
                    <a:moveTo>
                      <a:pt x="257027" y="613079"/>
                    </a:moveTo>
                    <a:lnTo>
                      <a:pt x="352666" y="612564"/>
                    </a:lnTo>
                    <a:cubicBezTo>
                      <a:pt x="355537" y="606821"/>
                      <a:pt x="358850" y="595704"/>
                      <a:pt x="362605" y="579580"/>
                    </a:cubicBezTo>
                    <a:cubicBezTo>
                      <a:pt x="365403" y="567431"/>
                      <a:pt x="368422" y="558007"/>
                      <a:pt x="371661" y="551528"/>
                    </a:cubicBezTo>
                    <a:cubicBezTo>
                      <a:pt x="372618" y="549540"/>
                      <a:pt x="374533" y="548068"/>
                      <a:pt x="376668" y="547626"/>
                    </a:cubicBezTo>
                    <a:cubicBezTo>
                      <a:pt x="392792" y="544166"/>
                      <a:pt x="410094" y="537319"/>
                      <a:pt x="427985" y="527306"/>
                    </a:cubicBezTo>
                    <a:cubicBezTo>
                      <a:pt x="430414" y="525980"/>
                      <a:pt x="433359" y="526054"/>
                      <a:pt x="435642" y="527600"/>
                    </a:cubicBezTo>
                    <a:cubicBezTo>
                      <a:pt x="452576" y="538865"/>
                      <a:pt x="470099" y="548804"/>
                      <a:pt x="487621" y="557197"/>
                    </a:cubicBezTo>
                    <a:lnTo>
                      <a:pt x="488210" y="557492"/>
                    </a:lnTo>
                    <a:lnTo>
                      <a:pt x="488652" y="557050"/>
                    </a:lnTo>
                    <a:cubicBezTo>
                      <a:pt x="527968" y="518544"/>
                      <a:pt x="550718" y="494837"/>
                      <a:pt x="556461" y="486591"/>
                    </a:cubicBezTo>
                    <a:lnTo>
                      <a:pt x="556829" y="486002"/>
                    </a:lnTo>
                    <a:lnTo>
                      <a:pt x="556388" y="485486"/>
                    </a:lnTo>
                    <a:cubicBezTo>
                      <a:pt x="551528" y="479228"/>
                      <a:pt x="545933" y="470540"/>
                      <a:pt x="539748" y="459570"/>
                    </a:cubicBezTo>
                    <a:cubicBezTo>
                      <a:pt x="534006" y="449483"/>
                      <a:pt x="529735" y="442047"/>
                      <a:pt x="526864" y="437188"/>
                    </a:cubicBezTo>
                    <a:cubicBezTo>
                      <a:pt x="525391" y="434685"/>
                      <a:pt x="525539" y="431592"/>
                      <a:pt x="527232" y="429236"/>
                    </a:cubicBezTo>
                    <a:cubicBezTo>
                      <a:pt x="531502" y="423273"/>
                      <a:pt x="535772" y="414511"/>
                      <a:pt x="539822" y="403320"/>
                    </a:cubicBezTo>
                    <a:cubicBezTo>
                      <a:pt x="544608" y="390657"/>
                      <a:pt x="548510" y="381306"/>
                      <a:pt x="551381" y="375563"/>
                    </a:cubicBezTo>
                    <a:cubicBezTo>
                      <a:pt x="552412" y="373502"/>
                      <a:pt x="554400" y="372103"/>
                      <a:pt x="556682" y="371661"/>
                    </a:cubicBezTo>
                    <a:cubicBezTo>
                      <a:pt x="564192" y="370410"/>
                      <a:pt x="573027" y="368275"/>
                      <a:pt x="582893" y="365403"/>
                    </a:cubicBezTo>
                    <a:cubicBezTo>
                      <a:pt x="600710" y="360176"/>
                      <a:pt x="608514" y="358114"/>
                      <a:pt x="611975" y="357304"/>
                    </a:cubicBezTo>
                    <a:lnTo>
                      <a:pt x="612711" y="357157"/>
                    </a:lnTo>
                    <a:lnTo>
                      <a:pt x="611975" y="258793"/>
                    </a:lnTo>
                    <a:cubicBezTo>
                      <a:pt x="606527" y="257689"/>
                      <a:pt x="596661" y="255112"/>
                      <a:pt x="581715" y="250768"/>
                    </a:cubicBezTo>
                    <a:cubicBezTo>
                      <a:pt x="571186" y="247602"/>
                      <a:pt x="561909" y="245467"/>
                      <a:pt x="554105" y="244363"/>
                    </a:cubicBezTo>
                    <a:cubicBezTo>
                      <a:pt x="551455" y="243995"/>
                      <a:pt x="549246" y="242228"/>
                      <a:pt x="548289" y="239724"/>
                    </a:cubicBezTo>
                    <a:cubicBezTo>
                      <a:pt x="545859" y="233540"/>
                      <a:pt x="540485" y="218741"/>
                      <a:pt x="528410" y="183990"/>
                    </a:cubicBezTo>
                    <a:cubicBezTo>
                      <a:pt x="527674" y="181855"/>
                      <a:pt x="527968" y="179499"/>
                      <a:pt x="529220" y="177585"/>
                    </a:cubicBezTo>
                    <a:cubicBezTo>
                      <a:pt x="536730" y="166025"/>
                      <a:pt x="546669" y="148871"/>
                      <a:pt x="559554" y="125016"/>
                    </a:cubicBezTo>
                    <a:lnTo>
                      <a:pt x="559922" y="124353"/>
                    </a:lnTo>
                    <a:lnTo>
                      <a:pt x="559333" y="123838"/>
                    </a:lnTo>
                    <a:cubicBezTo>
                      <a:pt x="552264" y="118242"/>
                      <a:pt x="540705" y="107125"/>
                      <a:pt x="524876" y="90854"/>
                    </a:cubicBezTo>
                    <a:cubicBezTo>
                      <a:pt x="510814" y="75761"/>
                      <a:pt x="499033" y="65379"/>
                      <a:pt x="488579" y="58974"/>
                    </a:cubicBezTo>
                    <a:lnTo>
                      <a:pt x="488137" y="58753"/>
                    </a:lnTo>
                    <a:lnTo>
                      <a:pt x="487695" y="58974"/>
                    </a:lnTo>
                    <a:cubicBezTo>
                      <a:pt x="482247" y="61256"/>
                      <a:pt x="473191" y="66337"/>
                      <a:pt x="460012" y="74509"/>
                    </a:cubicBezTo>
                    <a:cubicBezTo>
                      <a:pt x="451250" y="80252"/>
                      <a:pt x="443078" y="84522"/>
                      <a:pt x="435863" y="87025"/>
                    </a:cubicBezTo>
                    <a:cubicBezTo>
                      <a:pt x="433728" y="87762"/>
                      <a:pt x="431298" y="87467"/>
                      <a:pt x="429384" y="86215"/>
                    </a:cubicBezTo>
                    <a:cubicBezTo>
                      <a:pt x="423052" y="82019"/>
                      <a:pt x="414658" y="77969"/>
                      <a:pt x="403688" y="73846"/>
                    </a:cubicBezTo>
                    <a:cubicBezTo>
                      <a:pt x="389184" y="68398"/>
                      <a:pt x="381306" y="65306"/>
                      <a:pt x="377110" y="63539"/>
                    </a:cubicBezTo>
                    <a:cubicBezTo>
                      <a:pt x="374974" y="62655"/>
                      <a:pt x="373428" y="60815"/>
                      <a:pt x="372839" y="58606"/>
                    </a:cubicBezTo>
                    <a:cubicBezTo>
                      <a:pt x="364814" y="28272"/>
                      <a:pt x="359145" y="8761"/>
                      <a:pt x="355832" y="589"/>
                    </a:cubicBezTo>
                    <a:lnTo>
                      <a:pt x="355611" y="0"/>
                    </a:lnTo>
                    <a:lnTo>
                      <a:pt x="259898" y="663"/>
                    </a:lnTo>
                    <a:cubicBezTo>
                      <a:pt x="257321" y="8909"/>
                      <a:pt x="254302" y="19658"/>
                      <a:pt x="250915" y="32616"/>
                    </a:cubicBezTo>
                    <a:cubicBezTo>
                      <a:pt x="246940" y="47636"/>
                      <a:pt x="244657" y="55955"/>
                      <a:pt x="243332" y="60520"/>
                    </a:cubicBezTo>
                    <a:cubicBezTo>
                      <a:pt x="242596" y="63023"/>
                      <a:pt x="240682" y="64938"/>
                      <a:pt x="238178" y="65600"/>
                    </a:cubicBezTo>
                    <a:cubicBezTo>
                      <a:pt x="229490" y="67883"/>
                      <a:pt x="212115" y="74656"/>
                      <a:pt x="185168" y="86363"/>
                    </a:cubicBezTo>
                    <a:cubicBezTo>
                      <a:pt x="182812" y="87393"/>
                      <a:pt x="180088" y="87099"/>
                      <a:pt x="178026" y="85626"/>
                    </a:cubicBezTo>
                    <a:cubicBezTo>
                      <a:pt x="165363" y="76644"/>
                      <a:pt x="147693" y="66705"/>
                      <a:pt x="125531" y="55882"/>
                    </a:cubicBezTo>
                    <a:lnTo>
                      <a:pt x="124942" y="55587"/>
                    </a:lnTo>
                    <a:lnTo>
                      <a:pt x="124501" y="56029"/>
                    </a:lnTo>
                    <a:cubicBezTo>
                      <a:pt x="84964" y="94535"/>
                      <a:pt x="61993" y="118242"/>
                      <a:pt x="56323" y="126489"/>
                    </a:cubicBezTo>
                    <a:lnTo>
                      <a:pt x="55882" y="127078"/>
                    </a:lnTo>
                    <a:lnTo>
                      <a:pt x="56397" y="127667"/>
                    </a:lnTo>
                    <a:cubicBezTo>
                      <a:pt x="62803" y="134808"/>
                      <a:pt x="72889" y="151227"/>
                      <a:pt x="86510" y="176407"/>
                    </a:cubicBezTo>
                    <a:cubicBezTo>
                      <a:pt x="87761" y="178689"/>
                      <a:pt x="87688" y="181487"/>
                      <a:pt x="86289" y="183696"/>
                    </a:cubicBezTo>
                    <a:cubicBezTo>
                      <a:pt x="82313" y="190248"/>
                      <a:pt x="78043" y="198862"/>
                      <a:pt x="73331" y="210201"/>
                    </a:cubicBezTo>
                    <a:cubicBezTo>
                      <a:pt x="68104" y="222643"/>
                      <a:pt x="64054" y="231773"/>
                      <a:pt x="61256" y="237442"/>
                    </a:cubicBezTo>
                    <a:cubicBezTo>
                      <a:pt x="60226" y="239577"/>
                      <a:pt x="58238" y="240976"/>
                      <a:pt x="55882" y="241418"/>
                    </a:cubicBezTo>
                    <a:cubicBezTo>
                      <a:pt x="48372" y="242670"/>
                      <a:pt x="39831" y="244731"/>
                      <a:pt x="29818" y="247676"/>
                    </a:cubicBezTo>
                    <a:cubicBezTo>
                      <a:pt x="14946" y="252020"/>
                      <a:pt x="5448" y="254670"/>
                      <a:pt x="736" y="255775"/>
                    </a:cubicBezTo>
                    <a:lnTo>
                      <a:pt x="0" y="255922"/>
                    </a:lnTo>
                    <a:lnTo>
                      <a:pt x="736" y="354286"/>
                    </a:lnTo>
                    <a:cubicBezTo>
                      <a:pt x="6405" y="355390"/>
                      <a:pt x="16639" y="358114"/>
                      <a:pt x="31217" y="362384"/>
                    </a:cubicBezTo>
                    <a:cubicBezTo>
                      <a:pt x="41009" y="365035"/>
                      <a:pt x="49771" y="367097"/>
                      <a:pt x="57133" y="368348"/>
                    </a:cubicBezTo>
                    <a:cubicBezTo>
                      <a:pt x="60078" y="368864"/>
                      <a:pt x="62434" y="371146"/>
                      <a:pt x="63097" y="374017"/>
                    </a:cubicBezTo>
                    <a:cubicBezTo>
                      <a:pt x="64864" y="382631"/>
                      <a:pt x="68030" y="392203"/>
                      <a:pt x="72521" y="402363"/>
                    </a:cubicBezTo>
                    <a:cubicBezTo>
                      <a:pt x="79221" y="417162"/>
                      <a:pt x="82608" y="424966"/>
                      <a:pt x="84301" y="429089"/>
                    </a:cubicBezTo>
                    <a:cubicBezTo>
                      <a:pt x="85184" y="431224"/>
                      <a:pt x="84964" y="433580"/>
                      <a:pt x="83859" y="435495"/>
                    </a:cubicBezTo>
                    <a:cubicBezTo>
                      <a:pt x="67146" y="464429"/>
                      <a:pt x="57870" y="482099"/>
                      <a:pt x="56176" y="488137"/>
                    </a:cubicBezTo>
                    <a:lnTo>
                      <a:pt x="56029" y="488652"/>
                    </a:lnTo>
                    <a:lnTo>
                      <a:pt x="56397" y="489020"/>
                    </a:lnTo>
                    <a:cubicBezTo>
                      <a:pt x="93431" y="526716"/>
                      <a:pt x="116328" y="548583"/>
                      <a:pt x="124648" y="553958"/>
                    </a:cubicBezTo>
                    <a:lnTo>
                      <a:pt x="125090" y="554252"/>
                    </a:lnTo>
                    <a:lnTo>
                      <a:pt x="125531" y="554032"/>
                    </a:lnTo>
                    <a:cubicBezTo>
                      <a:pt x="130759" y="551676"/>
                      <a:pt x="139888" y="546522"/>
                      <a:pt x="152625" y="538644"/>
                    </a:cubicBezTo>
                    <a:cubicBezTo>
                      <a:pt x="162123" y="532827"/>
                      <a:pt x="170664" y="528483"/>
                      <a:pt x="178174" y="525833"/>
                    </a:cubicBezTo>
                    <a:cubicBezTo>
                      <a:pt x="180014" y="525170"/>
                      <a:pt x="182076" y="525244"/>
                      <a:pt x="183843" y="526127"/>
                    </a:cubicBezTo>
                    <a:cubicBezTo>
                      <a:pt x="189144" y="528631"/>
                      <a:pt x="202175" y="534594"/>
                      <a:pt x="236338" y="549614"/>
                    </a:cubicBezTo>
                    <a:cubicBezTo>
                      <a:pt x="238252" y="550424"/>
                      <a:pt x="239651" y="552044"/>
                      <a:pt x="240313" y="554032"/>
                    </a:cubicBezTo>
                    <a:cubicBezTo>
                      <a:pt x="242301" y="560069"/>
                      <a:pt x="244731" y="569346"/>
                      <a:pt x="247602" y="581494"/>
                    </a:cubicBezTo>
                    <a:cubicBezTo>
                      <a:pt x="250768" y="595630"/>
                      <a:pt x="253860" y="605717"/>
                      <a:pt x="257100" y="612417"/>
                    </a:cubicBezTo>
                    <a:lnTo>
                      <a:pt x="257395" y="612932"/>
                    </a:lnTo>
                    <a:close/>
                  </a:path>
                </a:pathLst>
              </a:custGeom>
              <a:noFill/>
              <a:ln w="25400" cap="flat">
                <a:solidFill>
                  <a:schemeClr val="accent5">
                    <a:lumMod val="40000"/>
                    <a:lumOff val="6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9" name="Freeform: Shape 11">
                <a:extLst>
                  <a:ext uri="{FF2B5EF4-FFF2-40B4-BE49-F238E27FC236}">
                    <a16:creationId xmlns:a16="http://schemas.microsoft.com/office/drawing/2014/main" id="{59355528-FF33-BC8C-160F-02447A9DF538}"/>
                  </a:ext>
                </a:extLst>
              </p:cNvPr>
              <p:cNvSpPr/>
              <p:nvPr/>
            </p:nvSpPr>
            <p:spPr>
              <a:xfrm>
                <a:off x="11055048" y="1930541"/>
                <a:ext cx="364004" cy="364004"/>
              </a:xfrm>
              <a:custGeom>
                <a:avLst/>
                <a:gdLst>
                  <a:gd name="connsiteX0" fmla="*/ 364004 w 364004"/>
                  <a:gd name="connsiteY0" fmla="*/ 182002 h 364004"/>
                  <a:gd name="connsiteX1" fmla="*/ 182002 w 364004"/>
                  <a:gd name="connsiteY1" fmla="*/ 364004 h 364004"/>
                  <a:gd name="connsiteX2" fmla="*/ 0 w 364004"/>
                  <a:gd name="connsiteY2" fmla="*/ 182002 h 364004"/>
                  <a:gd name="connsiteX3" fmla="*/ 182002 w 364004"/>
                  <a:gd name="connsiteY3" fmla="*/ 0 h 364004"/>
                  <a:gd name="connsiteX4" fmla="*/ 364004 w 364004"/>
                  <a:gd name="connsiteY4" fmla="*/ 182002 h 3640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004" h="364004">
                    <a:moveTo>
                      <a:pt x="364004" y="182002"/>
                    </a:moveTo>
                    <a:cubicBezTo>
                      <a:pt x="364004" y="282519"/>
                      <a:pt x="282519" y="364004"/>
                      <a:pt x="182002" y="364004"/>
                    </a:cubicBezTo>
                    <a:cubicBezTo>
                      <a:pt x="81485" y="364004"/>
                      <a:pt x="0" y="282519"/>
                      <a:pt x="0" y="182002"/>
                    </a:cubicBezTo>
                    <a:cubicBezTo>
                      <a:pt x="0" y="81485"/>
                      <a:pt x="81485" y="0"/>
                      <a:pt x="182002" y="0"/>
                    </a:cubicBezTo>
                    <a:cubicBezTo>
                      <a:pt x="282519" y="0"/>
                      <a:pt x="364004" y="81485"/>
                      <a:pt x="364004" y="182002"/>
                    </a:cubicBezTo>
                    <a:close/>
                  </a:path>
                </a:pathLst>
              </a:custGeom>
              <a:noFill/>
              <a:ln w="25400" cap="flat">
                <a:solidFill>
                  <a:schemeClr val="accent5">
                    <a:lumMod val="40000"/>
                    <a:lumOff val="6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34" name="Graphic 6">
              <a:extLst>
                <a:ext uri="{FF2B5EF4-FFF2-40B4-BE49-F238E27FC236}">
                  <a16:creationId xmlns:a16="http://schemas.microsoft.com/office/drawing/2014/main" id="{112761DA-4A35-5511-E41A-687BE4EEF994}"/>
                </a:ext>
              </a:extLst>
            </p:cNvPr>
            <p:cNvGrpSpPr/>
            <p:nvPr/>
          </p:nvGrpSpPr>
          <p:grpSpPr>
            <a:xfrm>
              <a:off x="10373203" y="2030525"/>
              <a:ext cx="936148" cy="161386"/>
              <a:chOff x="10373203" y="2030525"/>
              <a:chExt cx="936148" cy="161386"/>
            </a:xfrm>
            <a:noFill/>
          </p:grpSpPr>
          <p:sp>
            <p:nvSpPr>
              <p:cNvPr id="45" name="Freeform: Shape 43">
                <a:extLst>
                  <a:ext uri="{FF2B5EF4-FFF2-40B4-BE49-F238E27FC236}">
                    <a16:creationId xmlns:a16="http://schemas.microsoft.com/office/drawing/2014/main" id="{7EF4B7D9-783B-5130-4790-2135D8B2FBF6}"/>
                  </a:ext>
                </a:extLst>
              </p:cNvPr>
              <p:cNvSpPr/>
              <p:nvPr/>
            </p:nvSpPr>
            <p:spPr>
              <a:xfrm>
                <a:off x="10534590" y="2111218"/>
                <a:ext cx="615877" cy="7362"/>
              </a:xfrm>
              <a:custGeom>
                <a:avLst/>
                <a:gdLst>
                  <a:gd name="connsiteX0" fmla="*/ 615877 w 615877"/>
                  <a:gd name="connsiteY0" fmla="*/ 0 h 7362"/>
                  <a:gd name="connsiteX1" fmla="*/ 0 w 615877"/>
                  <a:gd name="connsiteY1" fmla="*/ 0 h 7362"/>
                </a:gdLst>
                <a:ahLst/>
                <a:cxnLst>
                  <a:cxn ang="0">
                    <a:pos x="connsiteX0" y="connsiteY0"/>
                  </a:cxn>
                  <a:cxn ang="0">
                    <a:pos x="connsiteX1" y="connsiteY1"/>
                  </a:cxn>
                </a:cxnLst>
                <a:rect l="l" t="t" r="r" b="b"/>
                <a:pathLst>
                  <a:path w="615877" h="7362">
                    <a:moveTo>
                      <a:pt x="615877" y="0"/>
                    </a:moveTo>
                    <a:lnTo>
                      <a:pt x="0" y="0"/>
                    </a:lnTo>
                  </a:path>
                </a:pathLst>
              </a:custGeom>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6" name="Freeform: Shape 44">
                <a:extLst>
                  <a:ext uri="{FF2B5EF4-FFF2-40B4-BE49-F238E27FC236}">
                    <a16:creationId xmlns:a16="http://schemas.microsoft.com/office/drawing/2014/main" id="{88E29F00-8873-F246-75C0-CC4A900AA005}"/>
                  </a:ext>
                </a:extLst>
              </p:cNvPr>
              <p:cNvSpPr/>
              <p:nvPr/>
            </p:nvSpPr>
            <p:spPr>
              <a:xfrm>
                <a:off x="11147964" y="2030525"/>
                <a:ext cx="161387" cy="161386"/>
              </a:xfrm>
              <a:custGeom>
                <a:avLst/>
                <a:gdLst>
                  <a:gd name="connsiteX0" fmla="*/ 161387 w 161387"/>
                  <a:gd name="connsiteY0" fmla="*/ 80693 h 161386"/>
                  <a:gd name="connsiteX1" fmla="*/ 80693 w 161387"/>
                  <a:gd name="connsiteY1" fmla="*/ 161387 h 161386"/>
                  <a:gd name="connsiteX2" fmla="*/ 0 w 161387"/>
                  <a:gd name="connsiteY2" fmla="*/ 80693 h 161386"/>
                  <a:gd name="connsiteX3" fmla="*/ 80693 w 161387"/>
                  <a:gd name="connsiteY3" fmla="*/ 0 h 161386"/>
                  <a:gd name="connsiteX4" fmla="*/ 161387 w 161387"/>
                  <a:gd name="connsiteY4" fmla="*/ 80693 h 1613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387" h="161386">
                    <a:moveTo>
                      <a:pt x="161387" y="80693"/>
                    </a:moveTo>
                    <a:cubicBezTo>
                      <a:pt x="161387" y="125259"/>
                      <a:pt x="125259" y="161387"/>
                      <a:pt x="80693" y="161387"/>
                    </a:cubicBezTo>
                    <a:cubicBezTo>
                      <a:pt x="36128" y="161387"/>
                      <a:pt x="0" y="125259"/>
                      <a:pt x="0" y="80693"/>
                    </a:cubicBezTo>
                    <a:cubicBezTo>
                      <a:pt x="0" y="36128"/>
                      <a:pt x="36128" y="0"/>
                      <a:pt x="80693" y="0"/>
                    </a:cubicBezTo>
                    <a:cubicBezTo>
                      <a:pt x="125259" y="0"/>
                      <a:pt x="161387" y="36128"/>
                      <a:pt x="161387" y="80693"/>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7" name="Freeform: Shape 45">
                <a:extLst>
                  <a:ext uri="{FF2B5EF4-FFF2-40B4-BE49-F238E27FC236}">
                    <a16:creationId xmlns:a16="http://schemas.microsoft.com/office/drawing/2014/main" id="{17EFD1D7-8075-77E7-77DF-E2E1D8E55B45}"/>
                  </a:ext>
                </a:extLst>
              </p:cNvPr>
              <p:cNvSpPr/>
              <p:nvPr/>
            </p:nvSpPr>
            <p:spPr>
              <a:xfrm>
                <a:off x="10373203" y="2030525"/>
                <a:ext cx="161387" cy="161386"/>
              </a:xfrm>
              <a:custGeom>
                <a:avLst/>
                <a:gdLst>
                  <a:gd name="connsiteX0" fmla="*/ 161387 w 161387"/>
                  <a:gd name="connsiteY0" fmla="*/ 80693 h 161386"/>
                  <a:gd name="connsiteX1" fmla="*/ 80694 w 161387"/>
                  <a:gd name="connsiteY1" fmla="*/ 161387 h 161386"/>
                  <a:gd name="connsiteX2" fmla="*/ 0 w 161387"/>
                  <a:gd name="connsiteY2" fmla="*/ 80693 h 161386"/>
                  <a:gd name="connsiteX3" fmla="*/ 80694 w 161387"/>
                  <a:gd name="connsiteY3" fmla="*/ 0 h 161386"/>
                  <a:gd name="connsiteX4" fmla="*/ 161387 w 161387"/>
                  <a:gd name="connsiteY4" fmla="*/ 80693 h 1613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387" h="161386">
                    <a:moveTo>
                      <a:pt x="161387" y="80693"/>
                    </a:moveTo>
                    <a:cubicBezTo>
                      <a:pt x="161387" y="125259"/>
                      <a:pt x="125259" y="161387"/>
                      <a:pt x="80694" y="161387"/>
                    </a:cubicBezTo>
                    <a:cubicBezTo>
                      <a:pt x="36128" y="161387"/>
                      <a:pt x="0" y="125259"/>
                      <a:pt x="0" y="80693"/>
                    </a:cubicBezTo>
                    <a:cubicBezTo>
                      <a:pt x="0" y="36128"/>
                      <a:pt x="36128" y="0"/>
                      <a:pt x="80694" y="0"/>
                    </a:cubicBezTo>
                    <a:cubicBezTo>
                      <a:pt x="125259" y="0"/>
                      <a:pt x="161387" y="36128"/>
                      <a:pt x="161387" y="80693"/>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35" name="Graphic 6">
              <a:extLst>
                <a:ext uri="{FF2B5EF4-FFF2-40B4-BE49-F238E27FC236}">
                  <a16:creationId xmlns:a16="http://schemas.microsoft.com/office/drawing/2014/main" id="{FE80F247-198B-503D-5A93-FE63375DABDF}"/>
                </a:ext>
              </a:extLst>
            </p:cNvPr>
            <p:cNvGrpSpPr/>
            <p:nvPr/>
          </p:nvGrpSpPr>
          <p:grpSpPr>
            <a:xfrm>
              <a:off x="9469303" y="1724685"/>
              <a:ext cx="984593" cy="773140"/>
              <a:chOff x="9469303" y="1724685"/>
              <a:chExt cx="984593" cy="773140"/>
            </a:xfrm>
            <a:noFill/>
          </p:grpSpPr>
          <p:sp>
            <p:nvSpPr>
              <p:cNvPr id="36" name="Freeform: Shape 47">
                <a:extLst>
                  <a:ext uri="{FF2B5EF4-FFF2-40B4-BE49-F238E27FC236}">
                    <a16:creationId xmlns:a16="http://schemas.microsoft.com/office/drawing/2014/main" id="{7E4EC9FA-A647-9CED-BA72-CF5633F1D103}"/>
                  </a:ext>
                </a:extLst>
              </p:cNvPr>
              <p:cNvSpPr/>
              <p:nvPr/>
            </p:nvSpPr>
            <p:spPr>
              <a:xfrm>
                <a:off x="9469377" y="1724685"/>
                <a:ext cx="984519" cy="773140"/>
              </a:xfrm>
              <a:custGeom>
                <a:avLst/>
                <a:gdLst>
                  <a:gd name="connsiteX0" fmla="*/ 984520 w 984519"/>
                  <a:gd name="connsiteY0" fmla="*/ 467301 h 773140"/>
                  <a:gd name="connsiteX1" fmla="*/ 984520 w 984519"/>
                  <a:gd name="connsiteY1" fmla="*/ 723223 h 773140"/>
                  <a:gd name="connsiteX2" fmla="*/ 934602 w 984519"/>
                  <a:gd name="connsiteY2" fmla="*/ 773141 h 773140"/>
                  <a:gd name="connsiteX3" fmla="*/ 49918 w 984519"/>
                  <a:gd name="connsiteY3" fmla="*/ 773141 h 773140"/>
                  <a:gd name="connsiteX4" fmla="*/ 0 w 984519"/>
                  <a:gd name="connsiteY4" fmla="*/ 723223 h 773140"/>
                  <a:gd name="connsiteX5" fmla="*/ 0 w 984519"/>
                  <a:gd name="connsiteY5" fmla="*/ 49918 h 773140"/>
                  <a:gd name="connsiteX6" fmla="*/ 49918 w 984519"/>
                  <a:gd name="connsiteY6" fmla="*/ 0 h 773140"/>
                  <a:gd name="connsiteX7" fmla="*/ 934602 w 984519"/>
                  <a:gd name="connsiteY7" fmla="*/ 0 h 773140"/>
                  <a:gd name="connsiteX8" fmla="*/ 984520 w 984519"/>
                  <a:gd name="connsiteY8" fmla="*/ 49918 h 773140"/>
                  <a:gd name="connsiteX9" fmla="*/ 984520 w 984519"/>
                  <a:gd name="connsiteY9" fmla="*/ 305840 h 773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84519" h="773140">
                    <a:moveTo>
                      <a:pt x="984520" y="467301"/>
                    </a:moveTo>
                    <a:lnTo>
                      <a:pt x="984520" y="723223"/>
                    </a:lnTo>
                    <a:cubicBezTo>
                      <a:pt x="984520" y="750832"/>
                      <a:pt x="962138" y="773141"/>
                      <a:pt x="934602" y="773141"/>
                    </a:cubicBezTo>
                    <a:lnTo>
                      <a:pt x="49918" y="773141"/>
                    </a:lnTo>
                    <a:cubicBezTo>
                      <a:pt x="22309" y="773141"/>
                      <a:pt x="0" y="750759"/>
                      <a:pt x="0" y="723223"/>
                    </a:cubicBezTo>
                    <a:lnTo>
                      <a:pt x="0" y="49918"/>
                    </a:lnTo>
                    <a:cubicBezTo>
                      <a:pt x="0" y="22309"/>
                      <a:pt x="22382" y="0"/>
                      <a:pt x="49918" y="0"/>
                    </a:cubicBezTo>
                    <a:lnTo>
                      <a:pt x="934602" y="0"/>
                    </a:lnTo>
                    <a:cubicBezTo>
                      <a:pt x="962211" y="0"/>
                      <a:pt x="984520" y="22382"/>
                      <a:pt x="984520" y="49918"/>
                    </a:cubicBezTo>
                    <a:lnTo>
                      <a:pt x="984520" y="305840"/>
                    </a:lnTo>
                  </a:path>
                </a:pathLst>
              </a:custGeom>
              <a:noFill/>
              <a:ln w="25400" cap="flat">
                <a:solidFill>
                  <a:schemeClr val="accent5">
                    <a:lumMod val="40000"/>
                    <a:lumOff val="6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7" name="Freeform: Shape 48">
                <a:extLst>
                  <a:ext uri="{FF2B5EF4-FFF2-40B4-BE49-F238E27FC236}">
                    <a16:creationId xmlns:a16="http://schemas.microsoft.com/office/drawing/2014/main" id="{27048AA3-E371-2C3E-3FC7-641152297CDE}"/>
                  </a:ext>
                </a:extLst>
              </p:cNvPr>
              <p:cNvSpPr/>
              <p:nvPr/>
            </p:nvSpPr>
            <p:spPr>
              <a:xfrm>
                <a:off x="9469303" y="1888869"/>
                <a:ext cx="984593" cy="7362"/>
              </a:xfrm>
              <a:custGeom>
                <a:avLst/>
                <a:gdLst>
                  <a:gd name="connsiteX0" fmla="*/ 0 w 984593"/>
                  <a:gd name="connsiteY0" fmla="*/ 0 h 7362"/>
                  <a:gd name="connsiteX1" fmla="*/ 984593 w 984593"/>
                  <a:gd name="connsiteY1" fmla="*/ 0 h 7362"/>
                </a:gdLst>
                <a:ahLst/>
                <a:cxnLst>
                  <a:cxn ang="0">
                    <a:pos x="connsiteX0" y="connsiteY0"/>
                  </a:cxn>
                  <a:cxn ang="0">
                    <a:pos x="connsiteX1" y="connsiteY1"/>
                  </a:cxn>
                </a:cxnLst>
                <a:rect l="l" t="t" r="r" b="b"/>
                <a:pathLst>
                  <a:path w="984593" h="7362">
                    <a:moveTo>
                      <a:pt x="0" y="0"/>
                    </a:moveTo>
                    <a:lnTo>
                      <a:pt x="984593" y="0"/>
                    </a:lnTo>
                  </a:path>
                </a:pathLst>
              </a:custGeom>
              <a:ln w="25400" cap="flat">
                <a:solidFill>
                  <a:schemeClr val="accent5">
                    <a:lumMod val="40000"/>
                    <a:lumOff val="6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38" name="Graphic 6">
                <a:extLst>
                  <a:ext uri="{FF2B5EF4-FFF2-40B4-BE49-F238E27FC236}">
                    <a16:creationId xmlns:a16="http://schemas.microsoft.com/office/drawing/2014/main" id="{9D3AFC3D-D308-C351-C452-771F43DF949E}"/>
                  </a:ext>
                </a:extLst>
              </p:cNvPr>
              <p:cNvGrpSpPr/>
              <p:nvPr/>
            </p:nvGrpSpPr>
            <p:grpSpPr>
              <a:xfrm>
                <a:off x="9661171" y="2008511"/>
                <a:ext cx="587310" cy="372397"/>
                <a:chOff x="9661171" y="2008511"/>
                <a:chExt cx="587310" cy="372397"/>
              </a:xfrm>
              <a:noFill/>
            </p:grpSpPr>
            <p:sp>
              <p:nvSpPr>
                <p:cNvPr id="42" name="Freeform: Shape 50">
                  <a:extLst>
                    <a:ext uri="{FF2B5EF4-FFF2-40B4-BE49-F238E27FC236}">
                      <a16:creationId xmlns:a16="http://schemas.microsoft.com/office/drawing/2014/main" id="{BC3E2FC3-4976-920B-83E5-0AF469EDFB7C}"/>
                    </a:ext>
                  </a:extLst>
                </p:cNvPr>
                <p:cNvSpPr/>
                <p:nvPr/>
              </p:nvSpPr>
              <p:spPr>
                <a:xfrm>
                  <a:off x="9661171" y="2040096"/>
                  <a:ext cx="143127" cy="286108"/>
                </a:xfrm>
                <a:custGeom>
                  <a:avLst/>
                  <a:gdLst>
                    <a:gd name="connsiteX0" fmla="*/ 143128 w 143127"/>
                    <a:gd name="connsiteY0" fmla="*/ 0 h 286108"/>
                    <a:gd name="connsiteX1" fmla="*/ 0 w 143127"/>
                    <a:gd name="connsiteY1" fmla="*/ 143054 h 286108"/>
                    <a:gd name="connsiteX2" fmla="*/ 143128 w 143127"/>
                    <a:gd name="connsiteY2" fmla="*/ 286109 h 286108"/>
                  </a:gdLst>
                  <a:ahLst/>
                  <a:cxnLst>
                    <a:cxn ang="0">
                      <a:pos x="connsiteX0" y="connsiteY0"/>
                    </a:cxn>
                    <a:cxn ang="0">
                      <a:pos x="connsiteX1" y="connsiteY1"/>
                    </a:cxn>
                    <a:cxn ang="0">
                      <a:pos x="connsiteX2" y="connsiteY2"/>
                    </a:cxn>
                  </a:cxnLst>
                  <a:rect l="l" t="t" r="r" b="b"/>
                  <a:pathLst>
                    <a:path w="143127" h="286108">
                      <a:moveTo>
                        <a:pt x="143128" y="0"/>
                      </a:moveTo>
                      <a:lnTo>
                        <a:pt x="0" y="143054"/>
                      </a:lnTo>
                      <a:lnTo>
                        <a:pt x="143128" y="286109"/>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3" name="Freeform: Shape 51">
                  <a:extLst>
                    <a:ext uri="{FF2B5EF4-FFF2-40B4-BE49-F238E27FC236}">
                      <a16:creationId xmlns:a16="http://schemas.microsoft.com/office/drawing/2014/main" id="{B0B5202B-E491-56CD-6C1D-AE5BBB9E3644}"/>
                    </a:ext>
                  </a:extLst>
                </p:cNvPr>
                <p:cNvSpPr/>
                <p:nvPr/>
              </p:nvSpPr>
              <p:spPr>
                <a:xfrm>
                  <a:off x="10105427" y="2040096"/>
                  <a:ext cx="143054" cy="286108"/>
                </a:xfrm>
                <a:custGeom>
                  <a:avLst/>
                  <a:gdLst>
                    <a:gd name="connsiteX0" fmla="*/ 0 w 143054"/>
                    <a:gd name="connsiteY0" fmla="*/ 0 h 286108"/>
                    <a:gd name="connsiteX1" fmla="*/ 143054 w 143054"/>
                    <a:gd name="connsiteY1" fmla="*/ 143054 h 286108"/>
                    <a:gd name="connsiteX2" fmla="*/ 0 w 143054"/>
                    <a:gd name="connsiteY2" fmla="*/ 286109 h 286108"/>
                  </a:gdLst>
                  <a:ahLst/>
                  <a:cxnLst>
                    <a:cxn ang="0">
                      <a:pos x="connsiteX0" y="connsiteY0"/>
                    </a:cxn>
                    <a:cxn ang="0">
                      <a:pos x="connsiteX1" y="connsiteY1"/>
                    </a:cxn>
                    <a:cxn ang="0">
                      <a:pos x="connsiteX2" y="connsiteY2"/>
                    </a:cxn>
                  </a:cxnLst>
                  <a:rect l="l" t="t" r="r" b="b"/>
                  <a:pathLst>
                    <a:path w="143054" h="286108">
                      <a:moveTo>
                        <a:pt x="0" y="0"/>
                      </a:moveTo>
                      <a:lnTo>
                        <a:pt x="143054" y="143054"/>
                      </a:lnTo>
                      <a:lnTo>
                        <a:pt x="0" y="286109"/>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4" name="Freeform: Shape 52">
                  <a:extLst>
                    <a:ext uri="{FF2B5EF4-FFF2-40B4-BE49-F238E27FC236}">
                      <a16:creationId xmlns:a16="http://schemas.microsoft.com/office/drawing/2014/main" id="{91D024DC-6D92-9527-B733-06AC115037CD}"/>
                    </a:ext>
                  </a:extLst>
                </p:cNvPr>
                <p:cNvSpPr/>
                <p:nvPr/>
              </p:nvSpPr>
              <p:spPr>
                <a:xfrm>
                  <a:off x="9878734" y="2008511"/>
                  <a:ext cx="152257" cy="372397"/>
                </a:xfrm>
                <a:custGeom>
                  <a:avLst/>
                  <a:gdLst>
                    <a:gd name="connsiteX0" fmla="*/ 152257 w 152257"/>
                    <a:gd name="connsiteY0" fmla="*/ 0 h 372397"/>
                    <a:gd name="connsiteX1" fmla="*/ 0 w 152257"/>
                    <a:gd name="connsiteY1" fmla="*/ 372398 h 372397"/>
                  </a:gdLst>
                  <a:ahLst/>
                  <a:cxnLst>
                    <a:cxn ang="0">
                      <a:pos x="connsiteX0" y="connsiteY0"/>
                    </a:cxn>
                    <a:cxn ang="0">
                      <a:pos x="connsiteX1" y="connsiteY1"/>
                    </a:cxn>
                  </a:cxnLst>
                  <a:rect l="l" t="t" r="r" b="b"/>
                  <a:pathLst>
                    <a:path w="152257" h="372397">
                      <a:moveTo>
                        <a:pt x="152257" y="0"/>
                      </a:moveTo>
                      <a:lnTo>
                        <a:pt x="0" y="372398"/>
                      </a:lnTo>
                    </a:path>
                  </a:pathLst>
                </a:custGeom>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39" name="Freeform: Shape 53">
                <a:extLst>
                  <a:ext uri="{FF2B5EF4-FFF2-40B4-BE49-F238E27FC236}">
                    <a16:creationId xmlns:a16="http://schemas.microsoft.com/office/drawing/2014/main" id="{3475758E-292F-4EF9-4B6B-A832197047F9}"/>
                  </a:ext>
                </a:extLst>
              </p:cNvPr>
              <p:cNvSpPr/>
              <p:nvPr/>
            </p:nvSpPr>
            <p:spPr>
              <a:xfrm>
                <a:off x="10106531" y="1777916"/>
                <a:ext cx="57280" cy="57280"/>
              </a:xfrm>
              <a:custGeom>
                <a:avLst/>
                <a:gdLst>
                  <a:gd name="connsiteX0" fmla="*/ 57281 w 57280"/>
                  <a:gd name="connsiteY0" fmla="*/ 28640 h 57280"/>
                  <a:gd name="connsiteX1" fmla="*/ 28640 w 57280"/>
                  <a:gd name="connsiteY1" fmla="*/ 57281 h 57280"/>
                  <a:gd name="connsiteX2" fmla="*/ 0 w 57280"/>
                  <a:gd name="connsiteY2" fmla="*/ 28640 h 57280"/>
                  <a:gd name="connsiteX3" fmla="*/ 28640 w 57280"/>
                  <a:gd name="connsiteY3" fmla="*/ 0 h 57280"/>
                  <a:gd name="connsiteX4" fmla="*/ 57281 w 57280"/>
                  <a:gd name="connsiteY4" fmla="*/ 28640 h 5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280" h="57280">
                    <a:moveTo>
                      <a:pt x="57281" y="28640"/>
                    </a:moveTo>
                    <a:cubicBezTo>
                      <a:pt x="57281" y="44458"/>
                      <a:pt x="44458" y="57281"/>
                      <a:pt x="28640" y="57281"/>
                    </a:cubicBezTo>
                    <a:cubicBezTo>
                      <a:pt x="12823" y="57281"/>
                      <a:pt x="0" y="44458"/>
                      <a:pt x="0" y="28640"/>
                    </a:cubicBezTo>
                    <a:cubicBezTo>
                      <a:pt x="0" y="12823"/>
                      <a:pt x="12823" y="0"/>
                      <a:pt x="28640" y="0"/>
                    </a:cubicBezTo>
                    <a:cubicBezTo>
                      <a:pt x="44458" y="0"/>
                      <a:pt x="57281" y="12823"/>
                      <a:pt x="57281" y="28640"/>
                    </a:cubicBezTo>
                    <a:close/>
                  </a:path>
                </a:pathLst>
              </a:custGeom>
              <a:noFill/>
              <a:ln w="25400" cap="flat">
                <a:solidFill>
                  <a:schemeClr val="accent5">
                    <a:lumMod val="40000"/>
                    <a:lumOff val="6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0" name="Freeform: Shape 54">
                <a:extLst>
                  <a:ext uri="{FF2B5EF4-FFF2-40B4-BE49-F238E27FC236}">
                    <a16:creationId xmlns:a16="http://schemas.microsoft.com/office/drawing/2014/main" id="{17CAB70F-434D-7F52-05F0-EAE7516B917D}"/>
                  </a:ext>
                </a:extLst>
              </p:cNvPr>
              <p:cNvSpPr/>
              <p:nvPr/>
            </p:nvSpPr>
            <p:spPr>
              <a:xfrm>
                <a:off x="10216233" y="1777916"/>
                <a:ext cx="57280" cy="57280"/>
              </a:xfrm>
              <a:custGeom>
                <a:avLst/>
                <a:gdLst>
                  <a:gd name="connsiteX0" fmla="*/ 57281 w 57280"/>
                  <a:gd name="connsiteY0" fmla="*/ 28640 h 57280"/>
                  <a:gd name="connsiteX1" fmla="*/ 28640 w 57280"/>
                  <a:gd name="connsiteY1" fmla="*/ 57281 h 57280"/>
                  <a:gd name="connsiteX2" fmla="*/ 0 w 57280"/>
                  <a:gd name="connsiteY2" fmla="*/ 28640 h 57280"/>
                  <a:gd name="connsiteX3" fmla="*/ 28640 w 57280"/>
                  <a:gd name="connsiteY3" fmla="*/ 0 h 57280"/>
                  <a:gd name="connsiteX4" fmla="*/ 57281 w 57280"/>
                  <a:gd name="connsiteY4" fmla="*/ 28640 h 5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280" h="57280">
                    <a:moveTo>
                      <a:pt x="57281" y="28640"/>
                    </a:moveTo>
                    <a:cubicBezTo>
                      <a:pt x="57281" y="44458"/>
                      <a:pt x="44458" y="57281"/>
                      <a:pt x="28640" y="57281"/>
                    </a:cubicBezTo>
                    <a:cubicBezTo>
                      <a:pt x="12823" y="57281"/>
                      <a:pt x="0" y="44458"/>
                      <a:pt x="0" y="28640"/>
                    </a:cubicBezTo>
                    <a:cubicBezTo>
                      <a:pt x="0" y="12823"/>
                      <a:pt x="12823" y="0"/>
                      <a:pt x="28640" y="0"/>
                    </a:cubicBezTo>
                    <a:cubicBezTo>
                      <a:pt x="44458" y="0"/>
                      <a:pt x="57281" y="12823"/>
                      <a:pt x="57281" y="28640"/>
                    </a:cubicBezTo>
                    <a:close/>
                  </a:path>
                </a:pathLst>
              </a:custGeom>
              <a:noFill/>
              <a:ln w="25400" cap="flat">
                <a:solidFill>
                  <a:schemeClr val="accent5">
                    <a:lumMod val="40000"/>
                    <a:lumOff val="6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1" name="Freeform: Shape 55">
                <a:extLst>
                  <a:ext uri="{FF2B5EF4-FFF2-40B4-BE49-F238E27FC236}">
                    <a16:creationId xmlns:a16="http://schemas.microsoft.com/office/drawing/2014/main" id="{95B551A2-FD61-7D05-DA34-341270117906}"/>
                  </a:ext>
                </a:extLst>
              </p:cNvPr>
              <p:cNvSpPr/>
              <p:nvPr/>
            </p:nvSpPr>
            <p:spPr>
              <a:xfrm>
                <a:off x="10325935" y="1777916"/>
                <a:ext cx="57280" cy="57280"/>
              </a:xfrm>
              <a:custGeom>
                <a:avLst/>
                <a:gdLst>
                  <a:gd name="connsiteX0" fmla="*/ 57281 w 57280"/>
                  <a:gd name="connsiteY0" fmla="*/ 28640 h 57280"/>
                  <a:gd name="connsiteX1" fmla="*/ 28640 w 57280"/>
                  <a:gd name="connsiteY1" fmla="*/ 57281 h 57280"/>
                  <a:gd name="connsiteX2" fmla="*/ 0 w 57280"/>
                  <a:gd name="connsiteY2" fmla="*/ 28640 h 57280"/>
                  <a:gd name="connsiteX3" fmla="*/ 28640 w 57280"/>
                  <a:gd name="connsiteY3" fmla="*/ 0 h 57280"/>
                  <a:gd name="connsiteX4" fmla="*/ 57281 w 57280"/>
                  <a:gd name="connsiteY4" fmla="*/ 28640 h 5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280" h="57280">
                    <a:moveTo>
                      <a:pt x="57281" y="28640"/>
                    </a:moveTo>
                    <a:cubicBezTo>
                      <a:pt x="57281" y="44458"/>
                      <a:pt x="44458" y="57281"/>
                      <a:pt x="28640" y="57281"/>
                    </a:cubicBezTo>
                    <a:cubicBezTo>
                      <a:pt x="12823" y="57281"/>
                      <a:pt x="0" y="44458"/>
                      <a:pt x="0" y="28640"/>
                    </a:cubicBezTo>
                    <a:cubicBezTo>
                      <a:pt x="0" y="12823"/>
                      <a:pt x="12823" y="0"/>
                      <a:pt x="28640" y="0"/>
                    </a:cubicBezTo>
                    <a:cubicBezTo>
                      <a:pt x="44458" y="0"/>
                      <a:pt x="57281" y="12823"/>
                      <a:pt x="57281" y="28640"/>
                    </a:cubicBezTo>
                    <a:close/>
                  </a:path>
                </a:pathLst>
              </a:custGeom>
              <a:noFill/>
              <a:ln w="25400" cap="flat">
                <a:solidFill>
                  <a:schemeClr val="accent5">
                    <a:lumMod val="40000"/>
                    <a:lumOff val="6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sp>
        <p:nvSpPr>
          <p:cNvPr id="28" name="TextBox 27">
            <a:extLst>
              <a:ext uri="{FF2B5EF4-FFF2-40B4-BE49-F238E27FC236}">
                <a16:creationId xmlns:a16="http://schemas.microsoft.com/office/drawing/2014/main" id="{5C36E414-3324-FDD5-88B6-38E99A7B45A1}"/>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51" name="Graphic 8">
            <a:extLst>
              <a:ext uri="{FF2B5EF4-FFF2-40B4-BE49-F238E27FC236}">
                <a16:creationId xmlns:a16="http://schemas.microsoft.com/office/drawing/2014/main" id="{9E06D9E4-9115-0B32-8C99-2EB0628163FB}"/>
              </a:ext>
            </a:extLst>
          </p:cNvPr>
          <p:cNvGrpSpPr/>
          <p:nvPr userDrawn="1"/>
        </p:nvGrpSpPr>
        <p:grpSpPr>
          <a:xfrm>
            <a:off x="265625" y="6323271"/>
            <a:ext cx="1249223" cy="369648"/>
            <a:chOff x="265625" y="6323271"/>
            <a:chExt cx="1249223" cy="369648"/>
          </a:xfrm>
          <a:solidFill>
            <a:srgbClr val="000000"/>
          </a:solidFill>
        </p:grpSpPr>
        <p:grpSp>
          <p:nvGrpSpPr>
            <p:cNvPr id="52" name="Graphic 8">
              <a:extLst>
                <a:ext uri="{FF2B5EF4-FFF2-40B4-BE49-F238E27FC236}">
                  <a16:creationId xmlns:a16="http://schemas.microsoft.com/office/drawing/2014/main" id="{D912C3F0-D141-3BF2-D634-663DD79D1115}"/>
                </a:ext>
              </a:extLst>
            </p:cNvPr>
            <p:cNvGrpSpPr/>
            <p:nvPr/>
          </p:nvGrpSpPr>
          <p:grpSpPr>
            <a:xfrm>
              <a:off x="745455" y="6594444"/>
              <a:ext cx="722662" cy="98475"/>
              <a:chOff x="745455" y="6594444"/>
              <a:chExt cx="722662" cy="98475"/>
            </a:xfrm>
            <a:solidFill>
              <a:srgbClr val="000000"/>
            </a:solidFill>
          </p:grpSpPr>
          <p:sp>
            <p:nvSpPr>
              <p:cNvPr id="61" name="Freeform 19">
                <a:extLst>
                  <a:ext uri="{FF2B5EF4-FFF2-40B4-BE49-F238E27FC236}">
                    <a16:creationId xmlns:a16="http://schemas.microsoft.com/office/drawing/2014/main" id="{2679C535-83D4-F506-0FBC-1FC91502842F}"/>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62" name="Freeform 20">
                <a:extLst>
                  <a:ext uri="{FF2B5EF4-FFF2-40B4-BE49-F238E27FC236}">
                    <a16:creationId xmlns:a16="http://schemas.microsoft.com/office/drawing/2014/main" id="{980D7D2B-B551-6782-CE99-71D9956EAD22}"/>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63" name="Freeform 21">
                <a:extLst>
                  <a:ext uri="{FF2B5EF4-FFF2-40B4-BE49-F238E27FC236}">
                    <a16:creationId xmlns:a16="http://schemas.microsoft.com/office/drawing/2014/main" id="{93E81E0B-EC2C-A55A-6A16-5752CF526133}"/>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129" name="Freeform 22">
                <a:extLst>
                  <a:ext uri="{FF2B5EF4-FFF2-40B4-BE49-F238E27FC236}">
                    <a16:creationId xmlns:a16="http://schemas.microsoft.com/office/drawing/2014/main" id="{1A1E37DC-C8FC-9981-E3B2-DCAA252B4B62}"/>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130" name="Freeform 23">
                <a:extLst>
                  <a:ext uri="{FF2B5EF4-FFF2-40B4-BE49-F238E27FC236}">
                    <a16:creationId xmlns:a16="http://schemas.microsoft.com/office/drawing/2014/main" id="{33344F34-AC51-2527-3C9D-8314279906A8}"/>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131" name="Freeform 24">
                <a:extLst>
                  <a:ext uri="{FF2B5EF4-FFF2-40B4-BE49-F238E27FC236}">
                    <a16:creationId xmlns:a16="http://schemas.microsoft.com/office/drawing/2014/main" id="{44552C25-6E6E-932C-58BE-822700D722AD}"/>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132" name="Freeform 25">
                <a:extLst>
                  <a:ext uri="{FF2B5EF4-FFF2-40B4-BE49-F238E27FC236}">
                    <a16:creationId xmlns:a16="http://schemas.microsoft.com/office/drawing/2014/main" id="{54531708-A4EE-8903-D1B2-4F0CBEAA885C}"/>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133" name="Freeform 26">
                <a:extLst>
                  <a:ext uri="{FF2B5EF4-FFF2-40B4-BE49-F238E27FC236}">
                    <a16:creationId xmlns:a16="http://schemas.microsoft.com/office/drawing/2014/main" id="{36A0D391-E7FE-1B53-5C16-0FE8D35AB496}"/>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134" name="Freeform 27">
                <a:extLst>
                  <a:ext uri="{FF2B5EF4-FFF2-40B4-BE49-F238E27FC236}">
                    <a16:creationId xmlns:a16="http://schemas.microsoft.com/office/drawing/2014/main" id="{8BBFFDD2-A9D2-BD89-FDAB-100B15BC314D}"/>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135" name="Freeform 28">
                <a:extLst>
                  <a:ext uri="{FF2B5EF4-FFF2-40B4-BE49-F238E27FC236}">
                    <a16:creationId xmlns:a16="http://schemas.microsoft.com/office/drawing/2014/main" id="{19DED88E-D488-5A44-76B0-3D062161BDE8}"/>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53" name="Graphic 8">
              <a:extLst>
                <a:ext uri="{FF2B5EF4-FFF2-40B4-BE49-F238E27FC236}">
                  <a16:creationId xmlns:a16="http://schemas.microsoft.com/office/drawing/2014/main" id="{C2965FF7-AEF7-C2F0-63F8-F1FDEE0C409E}"/>
                </a:ext>
              </a:extLst>
            </p:cNvPr>
            <p:cNvGrpSpPr/>
            <p:nvPr/>
          </p:nvGrpSpPr>
          <p:grpSpPr>
            <a:xfrm>
              <a:off x="265625" y="6323271"/>
              <a:ext cx="1249223" cy="190348"/>
              <a:chOff x="265625" y="6323271"/>
              <a:chExt cx="1249223" cy="190348"/>
            </a:xfrm>
            <a:solidFill>
              <a:srgbClr val="000000"/>
            </a:solidFill>
          </p:grpSpPr>
          <p:sp>
            <p:nvSpPr>
              <p:cNvPr id="54" name="Freeform 10">
                <a:extLst>
                  <a:ext uri="{FF2B5EF4-FFF2-40B4-BE49-F238E27FC236}">
                    <a16:creationId xmlns:a16="http://schemas.microsoft.com/office/drawing/2014/main" id="{E038BDB1-BCA2-06EF-CE65-02DB90820FA0}"/>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55" name="Freeform 11">
                <a:extLst>
                  <a:ext uri="{FF2B5EF4-FFF2-40B4-BE49-F238E27FC236}">
                    <a16:creationId xmlns:a16="http://schemas.microsoft.com/office/drawing/2014/main" id="{A747ED16-5106-EF7B-3AF4-C6B84D310198}"/>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56" name="Freeform 14">
                <a:extLst>
                  <a:ext uri="{FF2B5EF4-FFF2-40B4-BE49-F238E27FC236}">
                    <a16:creationId xmlns:a16="http://schemas.microsoft.com/office/drawing/2014/main" id="{93DF5C0C-BE16-8CCE-8B6F-4A8EBA567151}"/>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57" name="Freeform 15">
                <a:extLst>
                  <a:ext uri="{FF2B5EF4-FFF2-40B4-BE49-F238E27FC236}">
                    <a16:creationId xmlns:a16="http://schemas.microsoft.com/office/drawing/2014/main" id="{476666EF-1A24-FB49-755E-173132F59A76}"/>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58" name="Freeform 16">
                <a:extLst>
                  <a:ext uri="{FF2B5EF4-FFF2-40B4-BE49-F238E27FC236}">
                    <a16:creationId xmlns:a16="http://schemas.microsoft.com/office/drawing/2014/main" id="{4C641D78-B6F4-7DF1-7AC8-6C7C3706DC85}"/>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59" name="Freeform 17">
                <a:extLst>
                  <a:ext uri="{FF2B5EF4-FFF2-40B4-BE49-F238E27FC236}">
                    <a16:creationId xmlns:a16="http://schemas.microsoft.com/office/drawing/2014/main" id="{1243D46A-B0E8-A2B8-C46B-283C09251320}"/>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60" name="Freeform 18">
                <a:extLst>
                  <a:ext uri="{FF2B5EF4-FFF2-40B4-BE49-F238E27FC236}">
                    <a16:creationId xmlns:a16="http://schemas.microsoft.com/office/drawing/2014/main" id="{CBF21737-6D15-0013-436F-C4F38B7F768D}"/>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50" name="TextBox 49">
            <a:extLst>
              <a:ext uri="{FF2B5EF4-FFF2-40B4-BE49-F238E27FC236}">
                <a16:creationId xmlns:a16="http://schemas.microsoft.com/office/drawing/2014/main" id="{B88D2144-6E96-D6CF-FAAD-0076DE220724}"/>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pic>
        <p:nvPicPr>
          <p:cNvPr id="137" name="Graphic 136">
            <a:extLst>
              <a:ext uri="{FF2B5EF4-FFF2-40B4-BE49-F238E27FC236}">
                <a16:creationId xmlns:a16="http://schemas.microsoft.com/office/drawing/2014/main" id="{9D88C393-D445-996E-D37B-3926A626ABA3}"/>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7017319" y="2536805"/>
            <a:ext cx="1828800" cy="1828800"/>
          </a:xfrm>
          <a:prstGeom prst="rect">
            <a:avLst/>
          </a:prstGeom>
        </p:spPr>
      </p:pic>
    </p:spTree>
    <p:extLst>
      <p:ext uri="{BB962C8B-B14F-4D97-AF65-F5344CB8AC3E}">
        <p14:creationId xmlns:p14="http://schemas.microsoft.com/office/powerpoint/2010/main" val="33313294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dec="http://schemas.microsoft.com/office/drawing/2017/decorative" xmlns:a16="http://schemas.microsoft.com/office/drawing/2014/main" xmlns="">
      <p:transition spd="med">
        <p:fade/>
      </p:transition>
    </mc:Fallback>
  </mc:AlternateContent>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reserve="1" userDrawn="1">
  <p:cSld name="Section - Supervis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9107" y="938794"/>
            <a:ext cx="6587869" cy="1229360"/>
          </a:xfrm>
        </p:spPr>
        <p:txBody>
          <a:bodyPr wrap="square" anchor="b"/>
          <a:lstStyle>
            <a:lvl1pPr algn="l">
              <a:defRPr sz="3600" b="0" cap="none" baseline="0">
                <a:solidFill>
                  <a:schemeClr val="accent2"/>
                </a:solidFill>
              </a:defRPr>
            </a:lvl1pPr>
          </a:lstStyle>
          <a:p>
            <a:r>
              <a:rPr lang="en-US" dirty="0"/>
              <a:t>Section Title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574010" cy="700882"/>
          </a:xfrm>
        </p:spPr>
        <p:txBody>
          <a:bodyPr/>
          <a:lstStyle>
            <a:lvl1pPr marL="0" indent="0" algn="l">
              <a:buNone/>
              <a:defRPr sz="2400">
                <a:solidFill>
                  <a:schemeClr val="bg2">
                    <a:lumMod val="2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
        <p:nvSpPr>
          <p:cNvPr id="3" name="Parallelogram 2">
            <a:extLst>
              <a:ext uri="{FF2B5EF4-FFF2-40B4-BE49-F238E27FC236}">
                <a16:creationId xmlns:a16="http://schemas.microsoft.com/office/drawing/2014/main" id="{5F942261-A521-60D5-A5C3-A85CF4F32FA9}"/>
              </a:ext>
            </a:extLst>
          </p:cNvPr>
          <p:cNvSpPr/>
          <p:nvPr userDrawn="1"/>
        </p:nvSpPr>
        <p:spPr>
          <a:xfrm>
            <a:off x="5406003" y="15044"/>
            <a:ext cx="14676689" cy="6858001"/>
          </a:xfrm>
          <a:prstGeom prst="parallelogram">
            <a:avLst>
              <a:gd name="adj" fmla="val 100124"/>
            </a:avLst>
          </a:prstGeom>
          <a:gradFill flip="none" rotWithShape="1">
            <a:gsLst>
              <a:gs pos="24000">
                <a:schemeClr val="accent5"/>
              </a:gs>
              <a:gs pos="100000">
                <a:schemeClr val="accent5">
                  <a:lumMod val="60000"/>
                  <a:lumOff val="40000"/>
                </a:schemeClr>
              </a:gs>
            </a:gsLst>
            <a:lin ang="18900000" scaled="1"/>
            <a:tileRect/>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4" name="Parallelogram 3">
            <a:extLst>
              <a:ext uri="{FF2B5EF4-FFF2-40B4-BE49-F238E27FC236}">
                <a16:creationId xmlns:a16="http://schemas.microsoft.com/office/drawing/2014/main" id="{DC55FDFC-BFF5-72B6-48F8-99C6DED616E4}"/>
              </a:ext>
            </a:extLst>
          </p:cNvPr>
          <p:cNvSpPr/>
          <p:nvPr userDrawn="1"/>
        </p:nvSpPr>
        <p:spPr>
          <a:xfrm>
            <a:off x="1840256" y="-1"/>
            <a:ext cx="12934077" cy="6470788"/>
          </a:xfrm>
          <a:prstGeom prst="parallelogram">
            <a:avLst>
              <a:gd name="adj" fmla="val 100124"/>
            </a:avLst>
          </a:prstGeom>
          <a:gradFill flip="none" rotWithShape="1">
            <a:gsLst>
              <a:gs pos="0">
                <a:schemeClr val="accent5">
                  <a:alpha val="33000"/>
                </a:schemeClr>
              </a:gs>
              <a:gs pos="97000">
                <a:schemeClr val="accent5">
                  <a:alpha val="0"/>
                </a:schemeClr>
              </a:gs>
            </a:gsLst>
            <a:lin ang="8100000" scaled="1"/>
            <a:tileRect/>
          </a:gra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 name="Graphic 143">
            <a:extLst>
              <a:ext uri="{FF2B5EF4-FFF2-40B4-BE49-F238E27FC236}">
                <a16:creationId xmlns:a16="http://schemas.microsoft.com/office/drawing/2014/main" id="{D4D344BF-B1DE-868D-E423-BD5DAAC7B0C9}"/>
              </a:ext>
            </a:extLst>
          </p:cNvPr>
          <p:cNvSpPr/>
          <p:nvPr userDrawn="1"/>
        </p:nvSpPr>
        <p:spPr>
          <a:xfrm>
            <a:off x="4130978" y="4499933"/>
            <a:ext cx="2421204" cy="666750"/>
          </a:xfrm>
          <a:custGeom>
            <a:avLst/>
            <a:gdLst>
              <a:gd name="connsiteX0" fmla="*/ 482061 w 600651"/>
              <a:gd name="connsiteY0" fmla="*/ 38962 h 165407"/>
              <a:gd name="connsiteX1" fmla="*/ 398886 w 600651"/>
              <a:gd name="connsiteY1" fmla="*/ 75298 h 165407"/>
              <a:gd name="connsiteX2" fmla="*/ 268849 w 600651"/>
              <a:gd name="connsiteY2" fmla="*/ 0 h 165407"/>
              <a:gd name="connsiteX3" fmla="*/ 118927 w 600651"/>
              <a:gd name="connsiteY3" fmla="*/ 122878 h 165407"/>
              <a:gd name="connsiteX4" fmla="*/ 66185 w 600651"/>
              <a:gd name="connsiteY4" fmla="*/ 94823 h 165407"/>
              <a:gd name="connsiteX5" fmla="*/ 0 w 600651"/>
              <a:gd name="connsiteY5" fmla="*/ 165408 h 165407"/>
              <a:gd name="connsiteX6" fmla="*/ 600652 w 600651"/>
              <a:gd name="connsiteY6" fmla="*/ 165408 h 165407"/>
              <a:gd name="connsiteX7" fmla="*/ 482061 w 600651"/>
              <a:gd name="connsiteY7" fmla="*/ 38939 h 1654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651" h="165407">
                <a:moveTo>
                  <a:pt x="482061" y="38962"/>
                </a:moveTo>
                <a:cubicBezTo>
                  <a:pt x="449653" y="38962"/>
                  <a:pt x="420297" y="52832"/>
                  <a:pt x="398886" y="75298"/>
                </a:cubicBezTo>
                <a:cubicBezTo>
                  <a:pt x="371236" y="29984"/>
                  <a:pt x="323341" y="0"/>
                  <a:pt x="268849" y="0"/>
                </a:cubicBezTo>
                <a:cubicBezTo>
                  <a:pt x="196963" y="0"/>
                  <a:pt x="136523" y="52136"/>
                  <a:pt x="118927" y="122878"/>
                </a:cubicBezTo>
                <a:cubicBezTo>
                  <a:pt x="106853" y="105865"/>
                  <a:pt x="87754" y="94823"/>
                  <a:pt x="66185" y="94823"/>
                </a:cubicBezTo>
                <a:cubicBezTo>
                  <a:pt x="29625" y="94823"/>
                  <a:pt x="0" y="126446"/>
                  <a:pt x="0" y="165408"/>
                </a:cubicBezTo>
                <a:lnTo>
                  <a:pt x="600652" y="165408"/>
                </a:lnTo>
                <a:cubicBezTo>
                  <a:pt x="600652" y="95564"/>
                  <a:pt x="547551" y="38939"/>
                  <a:pt x="482061" y="38939"/>
                </a:cubicBezTo>
                <a:close/>
              </a:path>
            </a:pathLst>
          </a:custGeom>
          <a:solidFill>
            <a:schemeClr val="accent5">
              <a:alpha val="18000"/>
            </a:schemeClr>
          </a:soli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pic>
        <p:nvPicPr>
          <p:cNvPr id="6" name="Graphic 5">
            <a:extLst>
              <a:ext uri="{FF2B5EF4-FFF2-40B4-BE49-F238E27FC236}">
                <a16:creationId xmlns:a16="http://schemas.microsoft.com/office/drawing/2014/main" id="{C9DAFB5F-D079-0D12-1A57-03B02261AA93}"/>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979191" y="2988649"/>
            <a:ext cx="3124591" cy="1207366"/>
          </a:xfrm>
          <a:prstGeom prst="rect">
            <a:avLst/>
          </a:prstGeom>
        </p:spPr>
      </p:pic>
      <p:grpSp>
        <p:nvGrpSpPr>
          <p:cNvPr id="7" name="Group 6">
            <a:extLst>
              <a:ext uri="{FF2B5EF4-FFF2-40B4-BE49-F238E27FC236}">
                <a16:creationId xmlns:a16="http://schemas.microsoft.com/office/drawing/2014/main" id="{112E8C14-E13E-8DDB-974A-C1206CB93365}"/>
              </a:ext>
            </a:extLst>
          </p:cNvPr>
          <p:cNvGrpSpPr/>
          <p:nvPr userDrawn="1"/>
        </p:nvGrpSpPr>
        <p:grpSpPr>
          <a:xfrm>
            <a:off x="8467108" y="1045130"/>
            <a:ext cx="1685206" cy="686138"/>
            <a:chOff x="437672" y="1280130"/>
            <a:chExt cx="2910783" cy="1185138"/>
          </a:xfrm>
        </p:grpSpPr>
        <p:sp>
          <p:nvSpPr>
            <p:cNvPr id="8" name="Freeform: Shape 187">
              <a:extLst>
                <a:ext uri="{FF2B5EF4-FFF2-40B4-BE49-F238E27FC236}">
                  <a16:creationId xmlns:a16="http://schemas.microsoft.com/office/drawing/2014/main" id="{8C76084E-C788-0541-4171-49BECD52252F}"/>
                </a:ext>
              </a:extLst>
            </p:cNvPr>
            <p:cNvSpPr/>
            <p:nvPr/>
          </p:nvSpPr>
          <p:spPr>
            <a:xfrm>
              <a:off x="437672" y="1280130"/>
              <a:ext cx="2720832" cy="1110872"/>
            </a:xfrm>
            <a:custGeom>
              <a:avLst/>
              <a:gdLst>
                <a:gd name="connsiteX0" fmla="*/ 749249 w 907209"/>
                <a:gd name="connsiteY0" fmla="*/ 212440 h 370400"/>
                <a:gd name="connsiteX1" fmla="*/ 700014 w 907209"/>
                <a:gd name="connsiteY1" fmla="*/ 220306 h 370400"/>
                <a:gd name="connsiteX2" fmla="*/ 454537 w 907209"/>
                <a:gd name="connsiteY2" fmla="*/ 0 h 370400"/>
                <a:gd name="connsiteX3" fmla="*/ 213896 w 907209"/>
                <a:gd name="connsiteY3" fmla="*/ 191405 h 370400"/>
                <a:gd name="connsiteX4" fmla="*/ 178995 w 907209"/>
                <a:gd name="connsiteY4" fmla="*/ 191405 h 370400"/>
                <a:gd name="connsiteX5" fmla="*/ 0 w 907209"/>
                <a:gd name="connsiteY5" fmla="*/ 370400 h 370400"/>
                <a:gd name="connsiteX6" fmla="*/ 907209 w 907209"/>
                <a:gd name="connsiteY6" fmla="*/ 370400 h 370400"/>
                <a:gd name="connsiteX7" fmla="*/ 749249 w 907209"/>
                <a:gd name="connsiteY7" fmla="*/ 212440 h 370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07209" h="370400">
                  <a:moveTo>
                    <a:pt x="749249" y="212440"/>
                  </a:moveTo>
                  <a:cubicBezTo>
                    <a:pt x="732060" y="212440"/>
                    <a:pt x="715512" y="215236"/>
                    <a:pt x="700014" y="220306"/>
                  </a:cubicBezTo>
                  <a:cubicBezTo>
                    <a:pt x="686729" y="96489"/>
                    <a:pt x="581907" y="0"/>
                    <a:pt x="454537" y="0"/>
                  </a:cubicBezTo>
                  <a:cubicBezTo>
                    <a:pt x="337246" y="0"/>
                    <a:pt x="239126" y="81806"/>
                    <a:pt x="213896" y="191405"/>
                  </a:cubicBezTo>
                  <a:lnTo>
                    <a:pt x="178995" y="191405"/>
                  </a:lnTo>
                  <a:cubicBezTo>
                    <a:pt x="80116" y="191405"/>
                    <a:pt x="0" y="271522"/>
                    <a:pt x="0" y="370400"/>
                  </a:cubicBezTo>
                  <a:lnTo>
                    <a:pt x="907209" y="370400"/>
                  </a:lnTo>
                  <a:cubicBezTo>
                    <a:pt x="907209" y="283175"/>
                    <a:pt x="836474" y="212440"/>
                    <a:pt x="749249" y="212440"/>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9" name="Freeform: Shape 188">
              <a:extLst>
                <a:ext uri="{FF2B5EF4-FFF2-40B4-BE49-F238E27FC236}">
                  <a16:creationId xmlns:a16="http://schemas.microsoft.com/office/drawing/2014/main" id="{98E8A708-0D42-A8DA-8AE7-3B300A42D78D}"/>
                </a:ext>
              </a:extLst>
            </p:cNvPr>
            <p:cNvSpPr/>
            <p:nvPr/>
          </p:nvSpPr>
          <p:spPr>
            <a:xfrm>
              <a:off x="1651302" y="1789783"/>
              <a:ext cx="1697153" cy="675485"/>
            </a:xfrm>
            <a:custGeom>
              <a:avLst/>
              <a:gdLst>
                <a:gd name="connsiteX0" fmla="*/ 154872 w 565884"/>
                <a:gd name="connsiteY0" fmla="*/ 70357 h 225229"/>
                <a:gd name="connsiteX1" fmla="*/ 0 w 565884"/>
                <a:gd name="connsiteY1" fmla="*/ 225229 h 225229"/>
                <a:gd name="connsiteX2" fmla="*/ 565884 w 565884"/>
                <a:gd name="connsiteY2" fmla="*/ 225229 h 225229"/>
                <a:gd name="connsiteX3" fmla="*/ 496023 w 565884"/>
                <a:gd name="connsiteY3" fmla="*/ 70357 h 225229"/>
                <a:gd name="connsiteX4" fmla="*/ 496023 w 565884"/>
                <a:gd name="connsiteY4" fmla="*/ 70357 h 225229"/>
                <a:gd name="connsiteX5" fmla="*/ 154872 w 565884"/>
                <a:gd name="connsiteY5" fmla="*/ 70357 h 225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5884" h="225229">
                  <a:moveTo>
                    <a:pt x="154872" y="70357"/>
                  </a:moveTo>
                  <a:lnTo>
                    <a:pt x="0" y="225229"/>
                  </a:lnTo>
                  <a:lnTo>
                    <a:pt x="565884" y="225229"/>
                  </a:lnTo>
                  <a:cubicBezTo>
                    <a:pt x="562272" y="168711"/>
                    <a:pt x="538965" y="113299"/>
                    <a:pt x="496023" y="70357"/>
                  </a:cubicBezTo>
                  <a:lnTo>
                    <a:pt x="496023" y="70357"/>
                  </a:lnTo>
                  <a:cubicBezTo>
                    <a:pt x="402213" y="-23452"/>
                    <a:pt x="248681" y="-23452"/>
                    <a:pt x="154872" y="70357"/>
                  </a:cubicBezTo>
                  <a:close/>
                </a:path>
              </a:pathLst>
            </a:custGeom>
            <a:gradFill>
              <a:gsLst>
                <a:gs pos="29000">
                  <a:srgbClr val="FFFFFF"/>
                </a:gs>
                <a:gs pos="48000">
                  <a:srgbClr val="F8FBFE"/>
                </a:gs>
                <a:gs pos="73000">
                  <a:srgbClr val="E7F3FB"/>
                </a:gs>
                <a:gs pos="100000">
                  <a:srgbClr val="CEE6F7"/>
                </a:gs>
              </a:gsLst>
              <a:lin ang="2700000" scaled="1"/>
            </a:gra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10" name="Graphic 133">
            <a:extLst>
              <a:ext uri="{FF2B5EF4-FFF2-40B4-BE49-F238E27FC236}">
                <a16:creationId xmlns:a16="http://schemas.microsoft.com/office/drawing/2014/main" id="{FB3DD8E2-0BCC-6714-E82C-B029271CB351}"/>
              </a:ext>
            </a:extLst>
          </p:cNvPr>
          <p:cNvGrpSpPr/>
          <p:nvPr userDrawn="1"/>
        </p:nvGrpSpPr>
        <p:grpSpPr>
          <a:xfrm>
            <a:off x="7658058" y="759261"/>
            <a:ext cx="747561" cy="1467873"/>
            <a:chOff x="7819347" y="302010"/>
            <a:chExt cx="1311783" cy="2575750"/>
          </a:xfrm>
          <a:noFill/>
        </p:grpSpPr>
        <p:sp>
          <p:nvSpPr>
            <p:cNvPr id="11" name="Freeform: Shape 232">
              <a:extLst>
                <a:ext uri="{FF2B5EF4-FFF2-40B4-BE49-F238E27FC236}">
                  <a16:creationId xmlns:a16="http://schemas.microsoft.com/office/drawing/2014/main" id="{C2577F02-047D-0975-B302-56A78525778A}"/>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2" name="Freeform: Shape 233">
              <a:extLst>
                <a:ext uri="{FF2B5EF4-FFF2-40B4-BE49-F238E27FC236}">
                  <a16:creationId xmlns:a16="http://schemas.microsoft.com/office/drawing/2014/main" id="{EDE0F961-9F58-9C23-96A4-E34614F246AB}"/>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 name="Freeform: Shape 234">
              <a:extLst>
                <a:ext uri="{FF2B5EF4-FFF2-40B4-BE49-F238E27FC236}">
                  <a16:creationId xmlns:a16="http://schemas.microsoft.com/office/drawing/2014/main" id="{B6430474-CA1A-BB5E-209C-CAD73B4295D9}"/>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4" name="Freeform: Shape 235">
              <a:extLst>
                <a:ext uri="{FF2B5EF4-FFF2-40B4-BE49-F238E27FC236}">
                  <a16:creationId xmlns:a16="http://schemas.microsoft.com/office/drawing/2014/main" id="{0A9E379F-4B31-3B2E-8A81-46096DF0F0CC}"/>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5" name="Freeform: Shape 236">
              <a:extLst>
                <a:ext uri="{FF2B5EF4-FFF2-40B4-BE49-F238E27FC236}">
                  <a16:creationId xmlns:a16="http://schemas.microsoft.com/office/drawing/2014/main" id="{EDE9FD9F-999F-0A4A-7B11-FFFEFDAB16FD}"/>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16" name="Freeform: Shape 265">
            <a:extLst>
              <a:ext uri="{FF2B5EF4-FFF2-40B4-BE49-F238E27FC236}">
                <a16:creationId xmlns:a16="http://schemas.microsoft.com/office/drawing/2014/main" id="{BFFFFBE8-2A79-29C1-7C5F-AD54B3445A55}"/>
              </a:ext>
            </a:extLst>
          </p:cNvPr>
          <p:cNvSpPr/>
          <p:nvPr userDrawn="1"/>
        </p:nvSpPr>
        <p:spPr>
          <a:xfrm>
            <a:off x="10295515" y="4002501"/>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7" name="Freeform: Shape 269">
            <a:extLst>
              <a:ext uri="{FF2B5EF4-FFF2-40B4-BE49-F238E27FC236}">
                <a16:creationId xmlns:a16="http://schemas.microsoft.com/office/drawing/2014/main" id="{7334EB20-8D55-719E-4645-08AA4B56CCFD}"/>
              </a:ext>
            </a:extLst>
          </p:cNvPr>
          <p:cNvSpPr/>
          <p:nvPr userDrawn="1"/>
        </p:nvSpPr>
        <p:spPr>
          <a:xfrm>
            <a:off x="6195382" y="4307691"/>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8" name="Freeform: Shape 285">
            <a:extLst>
              <a:ext uri="{FF2B5EF4-FFF2-40B4-BE49-F238E27FC236}">
                <a16:creationId xmlns:a16="http://schemas.microsoft.com/office/drawing/2014/main" id="{D547FC94-84E4-3086-8AAB-1FE3154A1BF4}"/>
              </a:ext>
            </a:extLst>
          </p:cNvPr>
          <p:cNvSpPr/>
          <p:nvPr userDrawn="1"/>
        </p:nvSpPr>
        <p:spPr>
          <a:xfrm>
            <a:off x="8709950" y="5303803"/>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9" name="Freeform: Shape 286">
            <a:extLst>
              <a:ext uri="{FF2B5EF4-FFF2-40B4-BE49-F238E27FC236}">
                <a16:creationId xmlns:a16="http://schemas.microsoft.com/office/drawing/2014/main" id="{F979284F-5A03-14A2-13EB-9A248232DAC6}"/>
              </a:ext>
            </a:extLst>
          </p:cNvPr>
          <p:cNvSpPr/>
          <p:nvPr userDrawn="1"/>
        </p:nvSpPr>
        <p:spPr>
          <a:xfrm>
            <a:off x="9116688" y="501008"/>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20" name="Graphic 133">
            <a:extLst>
              <a:ext uri="{FF2B5EF4-FFF2-40B4-BE49-F238E27FC236}">
                <a16:creationId xmlns:a16="http://schemas.microsoft.com/office/drawing/2014/main" id="{FE336CA2-3D98-870D-70F9-622EA63E0E7D}"/>
              </a:ext>
            </a:extLst>
          </p:cNvPr>
          <p:cNvGrpSpPr/>
          <p:nvPr userDrawn="1"/>
        </p:nvGrpSpPr>
        <p:grpSpPr>
          <a:xfrm rot="15300000">
            <a:off x="5392445" y="1828091"/>
            <a:ext cx="1311783" cy="2575750"/>
            <a:chOff x="7819347" y="302010"/>
            <a:chExt cx="1311783" cy="2575750"/>
          </a:xfrm>
          <a:noFill/>
        </p:grpSpPr>
        <p:sp>
          <p:nvSpPr>
            <p:cNvPr id="21" name="Freeform: Shape 288">
              <a:extLst>
                <a:ext uri="{FF2B5EF4-FFF2-40B4-BE49-F238E27FC236}">
                  <a16:creationId xmlns:a16="http://schemas.microsoft.com/office/drawing/2014/main" id="{D917E33A-9066-C254-C5AC-926BD37B8684}"/>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2" name="Freeform: Shape 289">
              <a:extLst>
                <a:ext uri="{FF2B5EF4-FFF2-40B4-BE49-F238E27FC236}">
                  <a16:creationId xmlns:a16="http://schemas.microsoft.com/office/drawing/2014/main" id="{E026DA6A-6474-3AB6-434B-83A3DAE60764}"/>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3" name="Freeform: Shape 290">
              <a:extLst>
                <a:ext uri="{FF2B5EF4-FFF2-40B4-BE49-F238E27FC236}">
                  <a16:creationId xmlns:a16="http://schemas.microsoft.com/office/drawing/2014/main" id="{04DE64F1-F0B1-EC8C-1E3E-F2F2053278BE}"/>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4" name="Freeform: Shape 291">
              <a:extLst>
                <a:ext uri="{FF2B5EF4-FFF2-40B4-BE49-F238E27FC236}">
                  <a16:creationId xmlns:a16="http://schemas.microsoft.com/office/drawing/2014/main" id="{E3F395B2-A6F6-9642-A9B3-0907549B7EED}"/>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5" name="Freeform: Shape 292">
              <a:extLst>
                <a:ext uri="{FF2B5EF4-FFF2-40B4-BE49-F238E27FC236}">
                  <a16:creationId xmlns:a16="http://schemas.microsoft.com/office/drawing/2014/main" id="{64432B98-9ECF-C74B-6250-0AF86BF6ED8C}"/>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26" name="Oval 25">
            <a:extLst>
              <a:ext uri="{FF2B5EF4-FFF2-40B4-BE49-F238E27FC236}">
                <a16:creationId xmlns:a16="http://schemas.microsoft.com/office/drawing/2014/main" id="{0F585DDC-7D94-0B19-9D98-23DBB6B83975}"/>
              </a:ext>
            </a:extLst>
          </p:cNvPr>
          <p:cNvSpPr/>
          <p:nvPr userDrawn="1"/>
        </p:nvSpPr>
        <p:spPr>
          <a:xfrm flipV="1">
            <a:off x="6354876" y="1852997"/>
            <a:ext cx="3152006" cy="3152006"/>
          </a:xfrm>
          <a:prstGeom prst="ellipse">
            <a:avLst/>
          </a:prstGeom>
          <a:solidFill>
            <a:schemeClr val="bg1"/>
          </a:solidFill>
          <a:ln w="508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27" name="Freeform: Shape 298">
            <a:extLst>
              <a:ext uri="{FF2B5EF4-FFF2-40B4-BE49-F238E27FC236}">
                <a16:creationId xmlns:a16="http://schemas.microsoft.com/office/drawing/2014/main" id="{A3F6C062-6099-E639-9F9C-45ACE06D07DA}"/>
              </a:ext>
            </a:extLst>
          </p:cNvPr>
          <p:cNvSpPr/>
          <p:nvPr userDrawn="1"/>
        </p:nvSpPr>
        <p:spPr>
          <a:xfrm>
            <a:off x="5406003" y="4429286"/>
            <a:ext cx="2921280" cy="1192670"/>
          </a:xfrm>
          <a:custGeom>
            <a:avLst/>
            <a:gdLst>
              <a:gd name="connsiteX0" fmla="*/ 2797989 w 3387980"/>
              <a:gd name="connsiteY0" fmla="*/ 793219 h 1383210"/>
              <a:gd name="connsiteX1" fmla="*/ 2614092 w 3387980"/>
              <a:gd name="connsiteY1" fmla="*/ 822614 h 1383210"/>
              <a:gd name="connsiteX2" fmla="*/ 1697357 w 3387980"/>
              <a:gd name="connsiteY2" fmla="*/ 0 h 1383210"/>
              <a:gd name="connsiteX3" fmla="*/ 798795 w 3387980"/>
              <a:gd name="connsiteY3" fmla="*/ 714810 h 1383210"/>
              <a:gd name="connsiteX4" fmla="*/ 668546 w 3387980"/>
              <a:gd name="connsiteY4" fmla="*/ 714665 h 1383210"/>
              <a:gd name="connsiteX5" fmla="*/ 0 w 3387980"/>
              <a:gd name="connsiteY5" fmla="*/ 1383211 h 1383210"/>
              <a:gd name="connsiteX6" fmla="*/ 3387981 w 3387980"/>
              <a:gd name="connsiteY6" fmla="*/ 1383211 h 1383210"/>
              <a:gd name="connsiteX7" fmla="*/ 2797989 w 3387980"/>
              <a:gd name="connsiteY7" fmla="*/ 793219 h 1383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387980" h="1383210">
                <a:moveTo>
                  <a:pt x="2797989" y="793219"/>
                </a:moveTo>
                <a:cubicBezTo>
                  <a:pt x="2733770" y="793219"/>
                  <a:pt x="2671940" y="803573"/>
                  <a:pt x="2614092" y="822614"/>
                </a:cubicBezTo>
                <a:cubicBezTo>
                  <a:pt x="2564425" y="360192"/>
                  <a:pt x="2172956" y="0"/>
                  <a:pt x="1697357" y="0"/>
                </a:cubicBezTo>
                <a:cubicBezTo>
                  <a:pt x="1259406" y="0"/>
                  <a:pt x="892915" y="305385"/>
                  <a:pt x="798795" y="714810"/>
                </a:cubicBezTo>
                <a:lnTo>
                  <a:pt x="668546" y="714665"/>
                </a:lnTo>
                <a:cubicBezTo>
                  <a:pt x="299304" y="714737"/>
                  <a:pt x="0" y="1014041"/>
                  <a:pt x="0" y="1383211"/>
                </a:cubicBezTo>
                <a:lnTo>
                  <a:pt x="3387981" y="1383211"/>
                </a:lnTo>
                <a:cubicBezTo>
                  <a:pt x="3387981" y="1057336"/>
                  <a:pt x="3123864" y="793219"/>
                  <a:pt x="2797989" y="793219"/>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pic>
        <p:nvPicPr>
          <p:cNvPr id="29" name="Graphic 28">
            <a:extLst>
              <a:ext uri="{FF2B5EF4-FFF2-40B4-BE49-F238E27FC236}">
                <a16:creationId xmlns:a16="http://schemas.microsoft.com/office/drawing/2014/main" id="{3269DD7D-A762-90F0-BAAE-246E4B1956B5}"/>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025699" y="4707812"/>
            <a:ext cx="2490461" cy="837840"/>
          </a:xfrm>
          <a:prstGeom prst="rect">
            <a:avLst/>
          </a:prstGeom>
        </p:spPr>
      </p:pic>
      <p:sp>
        <p:nvSpPr>
          <p:cNvPr id="31" name="Freeform: Shape 265">
            <a:extLst>
              <a:ext uri="{FF2B5EF4-FFF2-40B4-BE49-F238E27FC236}">
                <a16:creationId xmlns:a16="http://schemas.microsoft.com/office/drawing/2014/main" id="{40AE0C90-3611-90B9-945F-CD5690F37797}"/>
              </a:ext>
            </a:extLst>
          </p:cNvPr>
          <p:cNvSpPr/>
          <p:nvPr userDrawn="1"/>
        </p:nvSpPr>
        <p:spPr>
          <a:xfrm>
            <a:off x="11185175" y="2792968"/>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32" name="Group 31">
            <a:extLst>
              <a:ext uri="{FF2B5EF4-FFF2-40B4-BE49-F238E27FC236}">
                <a16:creationId xmlns:a16="http://schemas.microsoft.com/office/drawing/2014/main" id="{7896B294-4741-B5DC-2EF0-8E83E0D9D5F3}"/>
              </a:ext>
            </a:extLst>
          </p:cNvPr>
          <p:cNvGrpSpPr/>
          <p:nvPr userDrawn="1"/>
        </p:nvGrpSpPr>
        <p:grpSpPr>
          <a:xfrm>
            <a:off x="9801434" y="1855519"/>
            <a:ext cx="2078815" cy="773140"/>
            <a:chOff x="9469303" y="1724685"/>
            <a:chExt cx="2078815" cy="773140"/>
          </a:xfrm>
        </p:grpSpPr>
        <p:grpSp>
          <p:nvGrpSpPr>
            <p:cNvPr id="33" name="Graphic 6">
              <a:extLst>
                <a:ext uri="{FF2B5EF4-FFF2-40B4-BE49-F238E27FC236}">
                  <a16:creationId xmlns:a16="http://schemas.microsoft.com/office/drawing/2014/main" id="{9AAFCDE0-37FF-86EC-D9BC-9DA31372AA81}"/>
                </a:ext>
              </a:extLst>
            </p:cNvPr>
            <p:cNvGrpSpPr/>
            <p:nvPr/>
          </p:nvGrpSpPr>
          <p:grpSpPr>
            <a:xfrm>
              <a:off x="10935407" y="1804642"/>
              <a:ext cx="612711" cy="613079"/>
              <a:chOff x="10935407" y="1804642"/>
              <a:chExt cx="612711" cy="613079"/>
            </a:xfrm>
            <a:noFill/>
          </p:grpSpPr>
          <p:sp>
            <p:nvSpPr>
              <p:cNvPr id="48" name="Freeform: Shape 10">
                <a:extLst>
                  <a:ext uri="{FF2B5EF4-FFF2-40B4-BE49-F238E27FC236}">
                    <a16:creationId xmlns:a16="http://schemas.microsoft.com/office/drawing/2014/main" id="{4E4B1818-8929-589D-DD23-0B1DB0B0E373}"/>
                  </a:ext>
                </a:extLst>
              </p:cNvPr>
              <p:cNvSpPr/>
              <p:nvPr/>
            </p:nvSpPr>
            <p:spPr>
              <a:xfrm>
                <a:off x="10935407" y="1804642"/>
                <a:ext cx="612711" cy="613079"/>
              </a:xfrm>
              <a:custGeom>
                <a:avLst/>
                <a:gdLst>
                  <a:gd name="connsiteX0" fmla="*/ 257027 w 612711"/>
                  <a:gd name="connsiteY0" fmla="*/ 613079 h 613079"/>
                  <a:gd name="connsiteX1" fmla="*/ 352666 w 612711"/>
                  <a:gd name="connsiteY1" fmla="*/ 612564 h 613079"/>
                  <a:gd name="connsiteX2" fmla="*/ 362605 w 612711"/>
                  <a:gd name="connsiteY2" fmla="*/ 579580 h 613079"/>
                  <a:gd name="connsiteX3" fmla="*/ 371661 w 612711"/>
                  <a:gd name="connsiteY3" fmla="*/ 551528 h 613079"/>
                  <a:gd name="connsiteX4" fmla="*/ 376668 w 612711"/>
                  <a:gd name="connsiteY4" fmla="*/ 547626 h 613079"/>
                  <a:gd name="connsiteX5" fmla="*/ 427985 w 612711"/>
                  <a:gd name="connsiteY5" fmla="*/ 527306 h 613079"/>
                  <a:gd name="connsiteX6" fmla="*/ 435642 w 612711"/>
                  <a:gd name="connsiteY6" fmla="*/ 527600 h 613079"/>
                  <a:gd name="connsiteX7" fmla="*/ 487621 w 612711"/>
                  <a:gd name="connsiteY7" fmla="*/ 557197 h 613079"/>
                  <a:gd name="connsiteX8" fmla="*/ 488210 w 612711"/>
                  <a:gd name="connsiteY8" fmla="*/ 557492 h 613079"/>
                  <a:gd name="connsiteX9" fmla="*/ 488652 w 612711"/>
                  <a:gd name="connsiteY9" fmla="*/ 557050 h 613079"/>
                  <a:gd name="connsiteX10" fmla="*/ 556461 w 612711"/>
                  <a:gd name="connsiteY10" fmla="*/ 486591 h 613079"/>
                  <a:gd name="connsiteX11" fmla="*/ 556829 w 612711"/>
                  <a:gd name="connsiteY11" fmla="*/ 486002 h 613079"/>
                  <a:gd name="connsiteX12" fmla="*/ 556388 w 612711"/>
                  <a:gd name="connsiteY12" fmla="*/ 485486 h 613079"/>
                  <a:gd name="connsiteX13" fmla="*/ 539748 w 612711"/>
                  <a:gd name="connsiteY13" fmla="*/ 459570 h 613079"/>
                  <a:gd name="connsiteX14" fmla="*/ 526864 w 612711"/>
                  <a:gd name="connsiteY14" fmla="*/ 437188 h 613079"/>
                  <a:gd name="connsiteX15" fmla="*/ 527232 w 612711"/>
                  <a:gd name="connsiteY15" fmla="*/ 429236 h 613079"/>
                  <a:gd name="connsiteX16" fmla="*/ 539822 w 612711"/>
                  <a:gd name="connsiteY16" fmla="*/ 403320 h 613079"/>
                  <a:gd name="connsiteX17" fmla="*/ 551381 w 612711"/>
                  <a:gd name="connsiteY17" fmla="*/ 375563 h 613079"/>
                  <a:gd name="connsiteX18" fmla="*/ 556682 w 612711"/>
                  <a:gd name="connsiteY18" fmla="*/ 371661 h 613079"/>
                  <a:gd name="connsiteX19" fmla="*/ 582893 w 612711"/>
                  <a:gd name="connsiteY19" fmla="*/ 365403 h 613079"/>
                  <a:gd name="connsiteX20" fmla="*/ 611975 w 612711"/>
                  <a:gd name="connsiteY20" fmla="*/ 357304 h 613079"/>
                  <a:gd name="connsiteX21" fmla="*/ 612711 w 612711"/>
                  <a:gd name="connsiteY21" fmla="*/ 357157 h 613079"/>
                  <a:gd name="connsiteX22" fmla="*/ 611975 w 612711"/>
                  <a:gd name="connsiteY22" fmla="*/ 258793 h 613079"/>
                  <a:gd name="connsiteX23" fmla="*/ 581715 w 612711"/>
                  <a:gd name="connsiteY23" fmla="*/ 250768 h 613079"/>
                  <a:gd name="connsiteX24" fmla="*/ 554105 w 612711"/>
                  <a:gd name="connsiteY24" fmla="*/ 244363 h 613079"/>
                  <a:gd name="connsiteX25" fmla="*/ 548289 w 612711"/>
                  <a:gd name="connsiteY25" fmla="*/ 239724 h 613079"/>
                  <a:gd name="connsiteX26" fmla="*/ 528410 w 612711"/>
                  <a:gd name="connsiteY26" fmla="*/ 183990 h 613079"/>
                  <a:gd name="connsiteX27" fmla="*/ 529220 w 612711"/>
                  <a:gd name="connsiteY27" fmla="*/ 177585 h 613079"/>
                  <a:gd name="connsiteX28" fmla="*/ 559554 w 612711"/>
                  <a:gd name="connsiteY28" fmla="*/ 125016 h 613079"/>
                  <a:gd name="connsiteX29" fmla="*/ 559922 w 612711"/>
                  <a:gd name="connsiteY29" fmla="*/ 124353 h 613079"/>
                  <a:gd name="connsiteX30" fmla="*/ 559333 w 612711"/>
                  <a:gd name="connsiteY30" fmla="*/ 123838 h 613079"/>
                  <a:gd name="connsiteX31" fmla="*/ 524876 w 612711"/>
                  <a:gd name="connsiteY31" fmla="*/ 90854 h 613079"/>
                  <a:gd name="connsiteX32" fmla="*/ 488579 w 612711"/>
                  <a:gd name="connsiteY32" fmla="*/ 58974 h 613079"/>
                  <a:gd name="connsiteX33" fmla="*/ 488137 w 612711"/>
                  <a:gd name="connsiteY33" fmla="*/ 58753 h 613079"/>
                  <a:gd name="connsiteX34" fmla="*/ 487695 w 612711"/>
                  <a:gd name="connsiteY34" fmla="*/ 58974 h 613079"/>
                  <a:gd name="connsiteX35" fmla="*/ 460012 w 612711"/>
                  <a:gd name="connsiteY35" fmla="*/ 74509 h 613079"/>
                  <a:gd name="connsiteX36" fmla="*/ 435863 w 612711"/>
                  <a:gd name="connsiteY36" fmla="*/ 87025 h 613079"/>
                  <a:gd name="connsiteX37" fmla="*/ 429384 w 612711"/>
                  <a:gd name="connsiteY37" fmla="*/ 86215 h 613079"/>
                  <a:gd name="connsiteX38" fmla="*/ 403688 w 612711"/>
                  <a:gd name="connsiteY38" fmla="*/ 73846 h 613079"/>
                  <a:gd name="connsiteX39" fmla="*/ 377110 w 612711"/>
                  <a:gd name="connsiteY39" fmla="*/ 63539 h 613079"/>
                  <a:gd name="connsiteX40" fmla="*/ 372839 w 612711"/>
                  <a:gd name="connsiteY40" fmla="*/ 58606 h 613079"/>
                  <a:gd name="connsiteX41" fmla="*/ 355832 w 612711"/>
                  <a:gd name="connsiteY41" fmla="*/ 589 h 613079"/>
                  <a:gd name="connsiteX42" fmla="*/ 355611 w 612711"/>
                  <a:gd name="connsiteY42" fmla="*/ 0 h 613079"/>
                  <a:gd name="connsiteX43" fmla="*/ 259898 w 612711"/>
                  <a:gd name="connsiteY43" fmla="*/ 663 h 613079"/>
                  <a:gd name="connsiteX44" fmla="*/ 250915 w 612711"/>
                  <a:gd name="connsiteY44" fmla="*/ 32616 h 613079"/>
                  <a:gd name="connsiteX45" fmla="*/ 243332 w 612711"/>
                  <a:gd name="connsiteY45" fmla="*/ 60520 h 613079"/>
                  <a:gd name="connsiteX46" fmla="*/ 238178 w 612711"/>
                  <a:gd name="connsiteY46" fmla="*/ 65600 h 613079"/>
                  <a:gd name="connsiteX47" fmla="*/ 185168 w 612711"/>
                  <a:gd name="connsiteY47" fmla="*/ 86363 h 613079"/>
                  <a:gd name="connsiteX48" fmla="*/ 178026 w 612711"/>
                  <a:gd name="connsiteY48" fmla="*/ 85626 h 613079"/>
                  <a:gd name="connsiteX49" fmla="*/ 125531 w 612711"/>
                  <a:gd name="connsiteY49" fmla="*/ 55882 h 613079"/>
                  <a:gd name="connsiteX50" fmla="*/ 124942 w 612711"/>
                  <a:gd name="connsiteY50" fmla="*/ 55587 h 613079"/>
                  <a:gd name="connsiteX51" fmla="*/ 124501 w 612711"/>
                  <a:gd name="connsiteY51" fmla="*/ 56029 h 613079"/>
                  <a:gd name="connsiteX52" fmla="*/ 56323 w 612711"/>
                  <a:gd name="connsiteY52" fmla="*/ 126489 h 613079"/>
                  <a:gd name="connsiteX53" fmla="*/ 55882 w 612711"/>
                  <a:gd name="connsiteY53" fmla="*/ 127078 h 613079"/>
                  <a:gd name="connsiteX54" fmla="*/ 56397 w 612711"/>
                  <a:gd name="connsiteY54" fmla="*/ 127667 h 613079"/>
                  <a:gd name="connsiteX55" fmla="*/ 86510 w 612711"/>
                  <a:gd name="connsiteY55" fmla="*/ 176407 h 613079"/>
                  <a:gd name="connsiteX56" fmla="*/ 86289 w 612711"/>
                  <a:gd name="connsiteY56" fmla="*/ 183696 h 613079"/>
                  <a:gd name="connsiteX57" fmla="*/ 73331 w 612711"/>
                  <a:gd name="connsiteY57" fmla="*/ 210201 h 613079"/>
                  <a:gd name="connsiteX58" fmla="*/ 61256 w 612711"/>
                  <a:gd name="connsiteY58" fmla="*/ 237442 h 613079"/>
                  <a:gd name="connsiteX59" fmla="*/ 55882 w 612711"/>
                  <a:gd name="connsiteY59" fmla="*/ 241418 h 613079"/>
                  <a:gd name="connsiteX60" fmla="*/ 29818 w 612711"/>
                  <a:gd name="connsiteY60" fmla="*/ 247676 h 613079"/>
                  <a:gd name="connsiteX61" fmla="*/ 736 w 612711"/>
                  <a:gd name="connsiteY61" fmla="*/ 255775 h 613079"/>
                  <a:gd name="connsiteX62" fmla="*/ 0 w 612711"/>
                  <a:gd name="connsiteY62" fmla="*/ 255922 h 613079"/>
                  <a:gd name="connsiteX63" fmla="*/ 736 w 612711"/>
                  <a:gd name="connsiteY63" fmla="*/ 354286 h 613079"/>
                  <a:gd name="connsiteX64" fmla="*/ 31217 w 612711"/>
                  <a:gd name="connsiteY64" fmla="*/ 362384 h 613079"/>
                  <a:gd name="connsiteX65" fmla="*/ 57133 w 612711"/>
                  <a:gd name="connsiteY65" fmla="*/ 368348 h 613079"/>
                  <a:gd name="connsiteX66" fmla="*/ 63097 w 612711"/>
                  <a:gd name="connsiteY66" fmla="*/ 374017 h 613079"/>
                  <a:gd name="connsiteX67" fmla="*/ 72521 w 612711"/>
                  <a:gd name="connsiteY67" fmla="*/ 402363 h 613079"/>
                  <a:gd name="connsiteX68" fmla="*/ 84301 w 612711"/>
                  <a:gd name="connsiteY68" fmla="*/ 429089 h 613079"/>
                  <a:gd name="connsiteX69" fmla="*/ 83859 w 612711"/>
                  <a:gd name="connsiteY69" fmla="*/ 435495 h 613079"/>
                  <a:gd name="connsiteX70" fmla="*/ 56176 w 612711"/>
                  <a:gd name="connsiteY70" fmla="*/ 488137 h 613079"/>
                  <a:gd name="connsiteX71" fmla="*/ 56029 w 612711"/>
                  <a:gd name="connsiteY71" fmla="*/ 488652 h 613079"/>
                  <a:gd name="connsiteX72" fmla="*/ 56397 w 612711"/>
                  <a:gd name="connsiteY72" fmla="*/ 489020 h 613079"/>
                  <a:gd name="connsiteX73" fmla="*/ 124648 w 612711"/>
                  <a:gd name="connsiteY73" fmla="*/ 553958 h 613079"/>
                  <a:gd name="connsiteX74" fmla="*/ 125090 w 612711"/>
                  <a:gd name="connsiteY74" fmla="*/ 554252 h 613079"/>
                  <a:gd name="connsiteX75" fmla="*/ 125531 w 612711"/>
                  <a:gd name="connsiteY75" fmla="*/ 554032 h 613079"/>
                  <a:gd name="connsiteX76" fmla="*/ 152625 w 612711"/>
                  <a:gd name="connsiteY76" fmla="*/ 538644 h 613079"/>
                  <a:gd name="connsiteX77" fmla="*/ 178174 w 612711"/>
                  <a:gd name="connsiteY77" fmla="*/ 525833 h 613079"/>
                  <a:gd name="connsiteX78" fmla="*/ 183843 w 612711"/>
                  <a:gd name="connsiteY78" fmla="*/ 526127 h 613079"/>
                  <a:gd name="connsiteX79" fmla="*/ 236338 w 612711"/>
                  <a:gd name="connsiteY79" fmla="*/ 549614 h 613079"/>
                  <a:gd name="connsiteX80" fmla="*/ 240313 w 612711"/>
                  <a:gd name="connsiteY80" fmla="*/ 554032 h 613079"/>
                  <a:gd name="connsiteX81" fmla="*/ 247602 w 612711"/>
                  <a:gd name="connsiteY81" fmla="*/ 581494 h 613079"/>
                  <a:gd name="connsiteX82" fmla="*/ 257100 w 612711"/>
                  <a:gd name="connsiteY82" fmla="*/ 612417 h 613079"/>
                  <a:gd name="connsiteX83" fmla="*/ 257395 w 612711"/>
                  <a:gd name="connsiteY83" fmla="*/ 612932 h 613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Lst>
                <a:rect l="l" t="t" r="r" b="b"/>
                <a:pathLst>
                  <a:path w="612711" h="613079">
                    <a:moveTo>
                      <a:pt x="257027" y="613079"/>
                    </a:moveTo>
                    <a:lnTo>
                      <a:pt x="352666" y="612564"/>
                    </a:lnTo>
                    <a:cubicBezTo>
                      <a:pt x="355537" y="606821"/>
                      <a:pt x="358850" y="595704"/>
                      <a:pt x="362605" y="579580"/>
                    </a:cubicBezTo>
                    <a:cubicBezTo>
                      <a:pt x="365403" y="567431"/>
                      <a:pt x="368422" y="558007"/>
                      <a:pt x="371661" y="551528"/>
                    </a:cubicBezTo>
                    <a:cubicBezTo>
                      <a:pt x="372618" y="549540"/>
                      <a:pt x="374533" y="548068"/>
                      <a:pt x="376668" y="547626"/>
                    </a:cubicBezTo>
                    <a:cubicBezTo>
                      <a:pt x="392792" y="544166"/>
                      <a:pt x="410094" y="537319"/>
                      <a:pt x="427985" y="527306"/>
                    </a:cubicBezTo>
                    <a:cubicBezTo>
                      <a:pt x="430414" y="525980"/>
                      <a:pt x="433359" y="526054"/>
                      <a:pt x="435642" y="527600"/>
                    </a:cubicBezTo>
                    <a:cubicBezTo>
                      <a:pt x="452576" y="538865"/>
                      <a:pt x="470099" y="548804"/>
                      <a:pt x="487621" y="557197"/>
                    </a:cubicBezTo>
                    <a:lnTo>
                      <a:pt x="488210" y="557492"/>
                    </a:lnTo>
                    <a:lnTo>
                      <a:pt x="488652" y="557050"/>
                    </a:lnTo>
                    <a:cubicBezTo>
                      <a:pt x="527968" y="518544"/>
                      <a:pt x="550718" y="494837"/>
                      <a:pt x="556461" y="486591"/>
                    </a:cubicBezTo>
                    <a:lnTo>
                      <a:pt x="556829" y="486002"/>
                    </a:lnTo>
                    <a:lnTo>
                      <a:pt x="556388" y="485486"/>
                    </a:lnTo>
                    <a:cubicBezTo>
                      <a:pt x="551528" y="479228"/>
                      <a:pt x="545933" y="470540"/>
                      <a:pt x="539748" y="459570"/>
                    </a:cubicBezTo>
                    <a:cubicBezTo>
                      <a:pt x="534006" y="449483"/>
                      <a:pt x="529735" y="442047"/>
                      <a:pt x="526864" y="437188"/>
                    </a:cubicBezTo>
                    <a:cubicBezTo>
                      <a:pt x="525391" y="434685"/>
                      <a:pt x="525539" y="431592"/>
                      <a:pt x="527232" y="429236"/>
                    </a:cubicBezTo>
                    <a:cubicBezTo>
                      <a:pt x="531502" y="423273"/>
                      <a:pt x="535772" y="414511"/>
                      <a:pt x="539822" y="403320"/>
                    </a:cubicBezTo>
                    <a:cubicBezTo>
                      <a:pt x="544608" y="390657"/>
                      <a:pt x="548510" y="381306"/>
                      <a:pt x="551381" y="375563"/>
                    </a:cubicBezTo>
                    <a:cubicBezTo>
                      <a:pt x="552412" y="373502"/>
                      <a:pt x="554400" y="372103"/>
                      <a:pt x="556682" y="371661"/>
                    </a:cubicBezTo>
                    <a:cubicBezTo>
                      <a:pt x="564192" y="370410"/>
                      <a:pt x="573027" y="368275"/>
                      <a:pt x="582893" y="365403"/>
                    </a:cubicBezTo>
                    <a:cubicBezTo>
                      <a:pt x="600710" y="360176"/>
                      <a:pt x="608514" y="358114"/>
                      <a:pt x="611975" y="357304"/>
                    </a:cubicBezTo>
                    <a:lnTo>
                      <a:pt x="612711" y="357157"/>
                    </a:lnTo>
                    <a:lnTo>
                      <a:pt x="611975" y="258793"/>
                    </a:lnTo>
                    <a:cubicBezTo>
                      <a:pt x="606527" y="257689"/>
                      <a:pt x="596661" y="255112"/>
                      <a:pt x="581715" y="250768"/>
                    </a:cubicBezTo>
                    <a:cubicBezTo>
                      <a:pt x="571186" y="247602"/>
                      <a:pt x="561909" y="245467"/>
                      <a:pt x="554105" y="244363"/>
                    </a:cubicBezTo>
                    <a:cubicBezTo>
                      <a:pt x="551455" y="243995"/>
                      <a:pt x="549246" y="242228"/>
                      <a:pt x="548289" y="239724"/>
                    </a:cubicBezTo>
                    <a:cubicBezTo>
                      <a:pt x="545859" y="233540"/>
                      <a:pt x="540485" y="218741"/>
                      <a:pt x="528410" y="183990"/>
                    </a:cubicBezTo>
                    <a:cubicBezTo>
                      <a:pt x="527674" y="181855"/>
                      <a:pt x="527968" y="179499"/>
                      <a:pt x="529220" y="177585"/>
                    </a:cubicBezTo>
                    <a:cubicBezTo>
                      <a:pt x="536730" y="166025"/>
                      <a:pt x="546669" y="148871"/>
                      <a:pt x="559554" y="125016"/>
                    </a:cubicBezTo>
                    <a:lnTo>
                      <a:pt x="559922" y="124353"/>
                    </a:lnTo>
                    <a:lnTo>
                      <a:pt x="559333" y="123838"/>
                    </a:lnTo>
                    <a:cubicBezTo>
                      <a:pt x="552264" y="118242"/>
                      <a:pt x="540705" y="107125"/>
                      <a:pt x="524876" y="90854"/>
                    </a:cubicBezTo>
                    <a:cubicBezTo>
                      <a:pt x="510814" y="75761"/>
                      <a:pt x="499033" y="65379"/>
                      <a:pt x="488579" y="58974"/>
                    </a:cubicBezTo>
                    <a:lnTo>
                      <a:pt x="488137" y="58753"/>
                    </a:lnTo>
                    <a:lnTo>
                      <a:pt x="487695" y="58974"/>
                    </a:lnTo>
                    <a:cubicBezTo>
                      <a:pt x="482247" y="61256"/>
                      <a:pt x="473191" y="66337"/>
                      <a:pt x="460012" y="74509"/>
                    </a:cubicBezTo>
                    <a:cubicBezTo>
                      <a:pt x="451250" y="80252"/>
                      <a:pt x="443078" y="84522"/>
                      <a:pt x="435863" y="87025"/>
                    </a:cubicBezTo>
                    <a:cubicBezTo>
                      <a:pt x="433728" y="87762"/>
                      <a:pt x="431298" y="87467"/>
                      <a:pt x="429384" y="86215"/>
                    </a:cubicBezTo>
                    <a:cubicBezTo>
                      <a:pt x="423052" y="82019"/>
                      <a:pt x="414658" y="77969"/>
                      <a:pt x="403688" y="73846"/>
                    </a:cubicBezTo>
                    <a:cubicBezTo>
                      <a:pt x="389184" y="68398"/>
                      <a:pt x="381306" y="65306"/>
                      <a:pt x="377110" y="63539"/>
                    </a:cubicBezTo>
                    <a:cubicBezTo>
                      <a:pt x="374974" y="62655"/>
                      <a:pt x="373428" y="60815"/>
                      <a:pt x="372839" y="58606"/>
                    </a:cubicBezTo>
                    <a:cubicBezTo>
                      <a:pt x="364814" y="28272"/>
                      <a:pt x="359145" y="8761"/>
                      <a:pt x="355832" y="589"/>
                    </a:cubicBezTo>
                    <a:lnTo>
                      <a:pt x="355611" y="0"/>
                    </a:lnTo>
                    <a:lnTo>
                      <a:pt x="259898" y="663"/>
                    </a:lnTo>
                    <a:cubicBezTo>
                      <a:pt x="257321" y="8909"/>
                      <a:pt x="254302" y="19658"/>
                      <a:pt x="250915" y="32616"/>
                    </a:cubicBezTo>
                    <a:cubicBezTo>
                      <a:pt x="246940" y="47636"/>
                      <a:pt x="244657" y="55955"/>
                      <a:pt x="243332" y="60520"/>
                    </a:cubicBezTo>
                    <a:cubicBezTo>
                      <a:pt x="242596" y="63023"/>
                      <a:pt x="240682" y="64938"/>
                      <a:pt x="238178" y="65600"/>
                    </a:cubicBezTo>
                    <a:cubicBezTo>
                      <a:pt x="229490" y="67883"/>
                      <a:pt x="212115" y="74656"/>
                      <a:pt x="185168" y="86363"/>
                    </a:cubicBezTo>
                    <a:cubicBezTo>
                      <a:pt x="182812" y="87393"/>
                      <a:pt x="180088" y="87099"/>
                      <a:pt x="178026" y="85626"/>
                    </a:cubicBezTo>
                    <a:cubicBezTo>
                      <a:pt x="165363" y="76644"/>
                      <a:pt x="147693" y="66705"/>
                      <a:pt x="125531" y="55882"/>
                    </a:cubicBezTo>
                    <a:lnTo>
                      <a:pt x="124942" y="55587"/>
                    </a:lnTo>
                    <a:lnTo>
                      <a:pt x="124501" y="56029"/>
                    </a:lnTo>
                    <a:cubicBezTo>
                      <a:pt x="84964" y="94535"/>
                      <a:pt x="61993" y="118242"/>
                      <a:pt x="56323" y="126489"/>
                    </a:cubicBezTo>
                    <a:lnTo>
                      <a:pt x="55882" y="127078"/>
                    </a:lnTo>
                    <a:lnTo>
                      <a:pt x="56397" y="127667"/>
                    </a:lnTo>
                    <a:cubicBezTo>
                      <a:pt x="62803" y="134808"/>
                      <a:pt x="72889" y="151227"/>
                      <a:pt x="86510" y="176407"/>
                    </a:cubicBezTo>
                    <a:cubicBezTo>
                      <a:pt x="87761" y="178689"/>
                      <a:pt x="87688" y="181487"/>
                      <a:pt x="86289" y="183696"/>
                    </a:cubicBezTo>
                    <a:cubicBezTo>
                      <a:pt x="82313" y="190248"/>
                      <a:pt x="78043" y="198862"/>
                      <a:pt x="73331" y="210201"/>
                    </a:cubicBezTo>
                    <a:cubicBezTo>
                      <a:pt x="68104" y="222643"/>
                      <a:pt x="64054" y="231773"/>
                      <a:pt x="61256" y="237442"/>
                    </a:cubicBezTo>
                    <a:cubicBezTo>
                      <a:pt x="60226" y="239577"/>
                      <a:pt x="58238" y="240976"/>
                      <a:pt x="55882" y="241418"/>
                    </a:cubicBezTo>
                    <a:cubicBezTo>
                      <a:pt x="48372" y="242670"/>
                      <a:pt x="39831" y="244731"/>
                      <a:pt x="29818" y="247676"/>
                    </a:cubicBezTo>
                    <a:cubicBezTo>
                      <a:pt x="14946" y="252020"/>
                      <a:pt x="5448" y="254670"/>
                      <a:pt x="736" y="255775"/>
                    </a:cubicBezTo>
                    <a:lnTo>
                      <a:pt x="0" y="255922"/>
                    </a:lnTo>
                    <a:lnTo>
                      <a:pt x="736" y="354286"/>
                    </a:lnTo>
                    <a:cubicBezTo>
                      <a:pt x="6405" y="355390"/>
                      <a:pt x="16639" y="358114"/>
                      <a:pt x="31217" y="362384"/>
                    </a:cubicBezTo>
                    <a:cubicBezTo>
                      <a:pt x="41009" y="365035"/>
                      <a:pt x="49771" y="367097"/>
                      <a:pt x="57133" y="368348"/>
                    </a:cubicBezTo>
                    <a:cubicBezTo>
                      <a:pt x="60078" y="368864"/>
                      <a:pt x="62434" y="371146"/>
                      <a:pt x="63097" y="374017"/>
                    </a:cubicBezTo>
                    <a:cubicBezTo>
                      <a:pt x="64864" y="382631"/>
                      <a:pt x="68030" y="392203"/>
                      <a:pt x="72521" y="402363"/>
                    </a:cubicBezTo>
                    <a:cubicBezTo>
                      <a:pt x="79221" y="417162"/>
                      <a:pt x="82608" y="424966"/>
                      <a:pt x="84301" y="429089"/>
                    </a:cubicBezTo>
                    <a:cubicBezTo>
                      <a:pt x="85184" y="431224"/>
                      <a:pt x="84964" y="433580"/>
                      <a:pt x="83859" y="435495"/>
                    </a:cubicBezTo>
                    <a:cubicBezTo>
                      <a:pt x="67146" y="464429"/>
                      <a:pt x="57870" y="482099"/>
                      <a:pt x="56176" y="488137"/>
                    </a:cubicBezTo>
                    <a:lnTo>
                      <a:pt x="56029" y="488652"/>
                    </a:lnTo>
                    <a:lnTo>
                      <a:pt x="56397" y="489020"/>
                    </a:lnTo>
                    <a:cubicBezTo>
                      <a:pt x="93431" y="526716"/>
                      <a:pt x="116328" y="548583"/>
                      <a:pt x="124648" y="553958"/>
                    </a:cubicBezTo>
                    <a:lnTo>
                      <a:pt x="125090" y="554252"/>
                    </a:lnTo>
                    <a:lnTo>
                      <a:pt x="125531" y="554032"/>
                    </a:lnTo>
                    <a:cubicBezTo>
                      <a:pt x="130759" y="551676"/>
                      <a:pt x="139888" y="546522"/>
                      <a:pt x="152625" y="538644"/>
                    </a:cubicBezTo>
                    <a:cubicBezTo>
                      <a:pt x="162123" y="532827"/>
                      <a:pt x="170664" y="528483"/>
                      <a:pt x="178174" y="525833"/>
                    </a:cubicBezTo>
                    <a:cubicBezTo>
                      <a:pt x="180014" y="525170"/>
                      <a:pt x="182076" y="525244"/>
                      <a:pt x="183843" y="526127"/>
                    </a:cubicBezTo>
                    <a:cubicBezTo>
                      <a:pt x="189144" y="528631"/>
                      <a:pt x="202175" y="534594"/>
                      <a:pt x="236338" y="549614"/>
                    </a:cubicBezTo>
                    <a:cubicBezTo>
                      <a:pt x="238252" y="550424"/>
                      <a:pt x="239651" y="552044"/>
                      <a:pt x="240313" y="554032"/>
                    </a:cubicBezTo>
                    <a:cubicBezTo>
                      <a:pt x="242301" y="560069"/>
                      <a:pt x="244731" y="569346"/>
                      <a:pt x="247602" y="581494"/>
                    </a:cubicBezTo>
                    <a:cubicBezTo>
                      <a:pt x="250768" y="595630"/>
                      <a:pt x="253860" y="605717"/>
                      <a:pt x="257100" y="612417"/>
                    </a:cubicBezTo>
                    <a:lnTo>
                      <a:pt x="257395" y="612932"/>
                    </a:lnTo>
                    <a:close/>
                  </a:path>
                </a:pathLst>
              </a:custGeom>
              <a:noFill/>
              <a:ln w="25400" cap="flat">
                <a:solidFill>
                  <a:schemeClr val="accent5">
                    <a:lumMod val="40000"/>
                    <a:lumOff val="6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9" name="Freeform: Shape 11">
                <a:extLst>
                  <a:ext uri="{FF2B5EF4-FFF2-40B4-BE49-F238E27FC236}">
                    <a16:creationId xmlns:a16="http://schemas.microsoft.com/office/drawing/2014/main" id="{59355528-FF33-BC8C-160F-02447A9DF538}"/>
                  </a:ext>
                </a:extLst>
              </p:cNvPr>
              <p:cNvSpPr/>
              <p:nvPr/>
            </p:nvSpPr>
            <p:spPr>
              <a:xfrm>
                <a:off x="11055048" y="1930541"/>
                <a:ext cx="364004" cy="364004"/>
              </a:xfrm>
              <a:custGeom>
                <a:avLst/>
                <a:gdLst>
                  <a:gd name="connsiteX0" fmla="*/ 364004 w 364004"/>
                  <a:gd name="connsiteY0" fmla="*/ 182002 h 364004"/>
                  <a:gd name="connsiteX1" fmla="*/ 182002 w 364004"/>
                  <a:gd name="connsiteY1" fmla="*/ 364004 h 364004"/>
                  <a:gd name="connsiteX2" fmla="*/ 0 w 364004"/>
                  <a:gd name="connsiteY2" fmla="*/ 182002 h 364004"/>
                  <a:gd name="connsiteX3" fmla="*/ 182002 w 364004"/>
                  <a:gd name="connsiteY3" fmla="*/ 0 h 364004"/>
                  <a:gd name="connsiteX4" fmla="*/ 364004 w 364004"/>
                  <a:gd name="connsiteY4" fmla="*/ 182002 h 3640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004" h="364004">
                    <a:moveTo>
                      <a:pt x="364004" y="182002"/>
                    </a:moveTo>
                    <a:cubicBezTo>
                      <a:pt x="364004" y="282519"/>
                      <a:pt x="282519" y="364004"/>
                      <a:pt x="182002" y="364004"/>
                    </a:cubicBezTo>
                    <a:cubicBezTo>
                      <a:pt x="81485" y="364004"/>
                      <a:pt x="0" y="282519"/>
                      <a:pt x="0" y="182002"/>
                    </a:cubicBezTo>
                    <a:cubicBezTo>
                      <a:pt x="0" y="81485"/>
                      <a:pt x="81485" y="0"/>
                      <a:pt x="182002" y="0"/>
                    </a:cubicBezTo>
                    <a:cubicBezTo>
                      <a:pt x="282519" y="0"/>
                      <a:pt x="364004" y="81485"/>
                      <a:pt x="364004" y="182002"/>
                    </a:cubicBezTo>
                    <a:close/>
                  </a:path>
                </a:pathLst>
              </a:custGeom>
              <a:noFill/>
              <a:ln w="25400" cap="flat">
                <a:solidFill>
                  <a:schemeClr val="accent5">
                    <a:lumMod val="40000"/>
                    <a:lumOff val="6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34" name="Graphic 6">
              <a:extLst>
                <a:ext uri="{FF2B5EF4-FFF2-40B4-BE49-F238E27FC236}">
                  <a16:creationId xmlns:a16="http://schemas.microsoft.com/office/drawing/2014/main" id="{112761DA-4A35-5511-E41A-687BE4EEF994}"/>
                </a:ext>
              </a:extLst>
            </p:cNvPr>
            <p:cNvGrpSpPr/>
            <p:nvPr/>
          </p:nvGrpSpPr>
          <p:grpSpPr>
            <a:xfrm>
              <a:off x="10373203" y="2030525"/>
              <a:ext cx="936148" cy="161386"/>
              <a:chOff x="10373203" y="2030525"/>
              <a:chExt cx="936148" cy="161386"/>
            </a:xfrm>
            <a:noFill/>
          </p:grpSpPr>
          <p:sp>
            <p:nvSpPr>
              <p:cNvPr id="45" name="Freeform: Shape 43">
                <a:extLst>
                  <a:ext uri="{FF2B5EF4-FFF2-40B4-BE49-F238E27FC236}">
                    <a16:creationId xmlns:a16="http://schemas.microsoft.com/office/drawing/2014/main" id="{7EF4B7D9-783B-5130-4790-2135D8B2FBF6}"/>
                  </a:ext>
                </a:extLst>
              </p:cNvPr>
              <p:cNvSpPr/>
              <p:nvPr/>
            </p:nvSpPr>
            <p:spPr>
              <a:xfrm>
                <a:off x="10534590" y="2111218"/>
                <a:ext cx="615877" cy="7362"/>
              </a:xfrm>
              <a:custGeom>
                <a:avLst/>
                <a:gdLst>
                  <a:gd name="connsiteX0" fmla="*/ 615877 w 615877"/>
                  <a:gd name="connsiteY0" fmla="*/ 0 h 7362"/>
                  <a:gd name="connsiteX1" fmla="*/ 0 w 615877"/>
                  <a:gd name="connsiteY1" fmla="*/ 0 h 7362"/>
                </a:gdLst>
                <a:ahLst/>
                <a:cxnLst>
                  <a:cxn ang="0">
                    <a:pos x="connsiteX0" y="connsiteY0"/>
                  </a:cxn>
                  <a:cxn ang="0">
                    <a:pos x="connsiteX1" y="connsiteY1"/>
                  </a:cxn>
                </a:cxnLst>
                <a:rect l="l" t="t" r="r" b="b"/>
                <a:pathLst>
                  <a:path w="615877" h="7362">
                    <a:moveTo>
                      <a:pt x="615877" y="0"/>
                    </a:moveTo>
                    <a:lnTo>
                      <a:pt x="0" y="0"/>
                    </a:lnTo>
                  </a:path>
                </a:pathLst>
              </a:custGeom>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6" name="Freeform: Shape 44">
                <a:extLst>
                  <a:ext uri="{FF2B5EF4-FFF2-40B4-BE49-F238E27FC236}">
                    <a16:creationId xmlns:a16="http://schemas.microsoft.com/office/drawing/2014/main" id="{88E29F00-8873-F246-75C0-CC4A900AA005}"/>
                  </a:ext>
                </a:extLst>
              </p:cNvPr>
              <p:cNvSpPr/>
              <p:nvPr/>
            </p:nvSpPr>
            <p:spPr>
              <a:xfrm>
                <a:off x="11147964" y="2030525"/>
                <a:ext cx="161387" cy="161386"/>
              </a:xfrm>
              <a:custGeom>
                <a:avLst/>
                <a:gdLst>
                  <a:gd name="connsiteX0" fmla="*/ 161387 w 161387"/>
                  <a:gd name="connsiteY0" fmla="*/ 80693 h 161386"/>
                  <a:gd name="connsiteX1" fmla="*/ 80693 w 161387"/>
                  <a:gd name="connsiteY1" fmla="*/ 161387 h 161386"/>
                  <a:gd name="connsiteX2" fmla="*/ 0 w 161387"/>
                  <a:gd name="connsiteY2" fmla="*/ 80693 h 161386"/>
                  <a:gd name="connsiteX3" fmla="*/ 80693 w 161387"/>
                  <a:gd name="connsiteY3" fmla="*/ 0 h 161386"/>
                  <a:gd name="connsiteX4" fmla="*/ 161387 w 161387"/>
                  <a:gd name="connsiteY4" fmla="*/ 80693 h 1613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387" h="161386">
                    <a:moveTo>
                      <a:pt x="161387" y="80693"/>
                    </a:moveTo>
                    <a:cubicBezTo>
                      <a:pt x="161387" y="125259"/>
                      <a:pt x="125259" y="161387"/>
                      <a:pt x="80693" y="161387"/>
                    </a:cubicBezTo>
                    <a:cubicBezTo>
                      <a:pt x="36128" y="161387"/>
                      <a:pt x="0" y="125259"/>
                      <a:pt x="0" y="80693"/>
                    </a:cubicBezTo>
                    <a:cubicBezTo>
                      <a:pt x="0" y="36128"/>
                      <a:pt x="36128" y="0"/>
                      <a:pt x="80693" y="0"/>
                    </a:cubicBezTo>
                    <a:cubicBezTo>
                      <a:pt x="125259" y="0"/>
                      <a:pt x="161387" y="36128"/>
                      <a:pt x="161387" y="80693"/>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7" name="Freeform: Shape 45">
                <a:extLst>
                  <a:ext uri="{FF2B5EF4-FFF2-40B4-BE49-F238E27FC236}">
                    <a16:creationId xmlns:a16="http://schemas.microsoft.com/office/drawing/2014/main" id="{17EFD1D7-8075-77E7-77DF-E2E1D8E55B45}"/>
                  </a:ext>
                </a:extLst>
              </p:cNvPr>
              <p:cNvSpPr/>
              <p:nvPr/>
            </p:nvSpPr>
            <p:spPr>
              <a:xfrm>
                <a:off x="10373203" y="2030525"/>
                <a:ext cx="161387" cy="161386"/>
              </a:xfrm>
              <a:custGeom>
                <a:avLst/>
                <a:gdLst>
                  <a:gd name="connsiteX0" fmla="*/ 161387 w 161387"/>
                  <a:gd name="connsiteY0" fmla="*/ 80693 h 161386"/>
                  <a:gd name="connsiteX1" fmla="*/ 80694 w 161387"/>
                  <a:gd name="connsiteY1" fmla="*/ 161387 h 161386"/>
                  <a:gd name="connsiteX2" fmla="*/ 0 w 161387"/>
                  <a:gd name="connsiteY2" fmla="*/ 80693 h 161386"/>
                  <a:gd name="connsiteX3" fmla="*/ 80694 w 161387"/>
                  <a:gd name="connsiteY3" fmla="*/ 0 h 161386"/>
                  <a:gd name="connsiteX4" fmla="*/ 161387 w 161387"/>
                  <a:gd name="connsiteY4" fmla="*/ 80693 h 1613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387" h="161386">
                    <a:moveTo>
                      <a:pt x="161387" y="80693"/>
                    </a:moveTo>
                    <a:cubicBezTo>
                      <a:pt x="161387" y="125259"/>
                      <a:pt x="125259" y="161387"/>
                      <a:pt x="80694" y="161387"/>
                    </a:cubicBezTo>
                    <a:cubicBezTo>
                      <a:pt x="36128" y="161387"/>
                      <a:pt x="0" y="125259"/>
                      <a:pt x="0" y="80693"/>
                    </a:cubicBezTo>
                    <a:cubicBezTo>
                      <a:pt x="0" y="36128"/>
                      <a:pt x="36128" y="0"/>
                      <a:pt x="80694" y="0"/>
                    </a:cubicBezTo>
                    <a:cubicBezTo>
                      <a:pt x="125259" y="0"/>
                      <a:pt x="161387" y="36128"/>
                      <a:pt x="161387" y="80693"/>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35" name="Graphic 6">
              <a:extLst>
                <a:ext uri="{FF2B5EF4-FFF2-40B4-BE49-F238E27FC236}">
                  <a16:creationId xmlns:a16="http://schemas.microsoft.com/office/drawing/2014/main" id="{FE80F247-198B-503D-5A93-FE63375DABDF}"/>
                </a:ext>
              </a:extLst>
            </p:cNvPr>
            <p:cNvGrpSpPr/>
            <p:nvPr/>
          </p:nvGrpSpPr>
          <p:grpSpPr>
            <a:xfrm>
              <a:off x="9469303" y="1724685"/>
              <a:ext cx="984593" cy="773140"/>
              <a:chOff x="9469303" y="1724685"/>
              <a:chExt cx="984593" cy="773140"/>
            </a:xfrm>
            <a:noFill/>
          </p:grpSpPr>
          <p:sp>
            <p:nvSpPr>
              <p:cNvPr id="36" name="Freeform: Shape 47">
                <a:extLst>
                  <a:ext uri="{FF2B5EF4-FFF2-40B4-BE49-F238E27FC236}">
                    <a16:creationId xmlns:a16="http://schemas.microsoft.com/office/drawing/2014/main" id="{7E4EC9FA-A647-9CED-BA72-CF5633F1D103}"/>
                  </a:ext>
                </a:extLst>
              </p:cNvPr>
              <p:cNvSpPr/>
              <p:nvPr/>
            </p:nvSpPr>
            <p:spPr>
              <a:xfrm>
                <a:off x="9469377" y="1724685"/>
                <a:ext cx="984519" cy="773140"/>
              </a:xfrm>
              <a:custGeom>
                <a:avLst/>
                <a:gdLst>
                  <a:gd name="connsiteX0" fmla="*/ 984520 w 984519"/>
                  <a:gd name="connsiteY0" fmla="*/ 467301 h 773140"/>
                  <a:gd name="connsiteX1" fmla="*/ 984520 w 984519"/>
                  <a:gd name="connsiteY1" fmla="*/ 723223 h 773140"/>
                  <a:gd name="connsiteX2" fmla="*/ 934602 w 984519"/>
                  <a:gd name="connsiteY2" fmla="*/ 773141 h 773140"/>
                  <a:gd name="connsiteX3" fmla="*/ 49918 w 984519"/>
                  <a:gd name="connsiteY3" fmla="*/ 773141 h 773140"/>
                  <a:gd name="connsiteX4" fmla="*/ 0 w 984519"/>
                  <a:gd name="connsiteY4" fmla="*/ 723223 h 773140"/>
                  <a:gd name="connsiteX5" fmla="*/ 0 w 984519"/>
                  <a:gd name="connsiteY5" fmla="*/ 49918 h 773140"/>
                  <a:gd name="connsiteX6" fmla="*/ 49918 w 984519"/>
                  <a:gd name="connsiteY6" fmla="*/ 0 h 773140"/>
                  <a:gd name="connsiteX7" fmla="*/ 934602 w 984519"/>
                  <a:gd name="connsiteY7" fmla="*/ 0 h 773140"/>
                  <a:gd name="connsiteX8" fmla="*/ 984520 w 984519"/>
                  <a:gd name="connsiteY8" fmla="*/ 49918 h 773140"/>
                  <a:gd name="connsiteX9" fmla="*/ 984520 w 984519"/>
                  <a:gd name="connsiteY9" fmla="*/ 305840 h 773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84519" h="773140">
                    <a:moveTo>
                      <a:pt x="984520" y="467301"/>
                    </a:moveTo>
                    <a:lnTo>
                      <a:pt x="984520" y="723223"/>
                    </a:lnTo>
                    <a:cubicBezTo>
                      <a:pt x="984520" y="750832"/>
                      <a:pt x="962138" y="773141"/>
                      <a:pt x="934602" y="773141"/>
                    </a:cubicBezTo>
                    <a:lnTo>
                      <a:pt x="49918" y="773141"/>
                    </a:lnTo>
                    <a:cubicBezTo>
                      <a:pt x="22309" y="773141"/>
                      <a:pt x="0" y="750759"/>
                      <a:pt x="0" y="723223"/>
                    </a:cubicBezTo>
                    <a:lnTo>
                      <a:pt x="0" y="49918"/>
                    </a:lnTo>
                    <a:cubicBezTo>
                      <a:pt x="0" y="22309"/>
                      <a:pt x="22382" y="0"/>
                      <a:pt x="49918" y="0"/>
                    </a:cubicBezTo>
                    <a:lnTo>
                      <a:pt x="934602" y="0"/>
                    </a:lnTo>
                    <a:cubicBezTo>
                      <a:pt x="962211" y="0"/>
                      <a:pt x="984520" y="22382"/>
                      <a:pt x="984520" y="49918"/>
                    </a:cubicBezTo>
                    <a:lnTo>
                      <a:pt x="984520" y="305840"/>
                    </a:lnTo>
                  </a:path>
                </a:pathLst>
              </a:custGeom>
              <a:noFill/>
              <a:ln w="25400" cap="flat">
                <a:solidFill>
                  <a:schemeClr val="accent5">
                    <a:lumMod val="40000"/>
                    <a:lumOff val="6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7" name="Freeform: Shape 48">
                <a:extLst>
                  <a:ext uri="{FF2B5EF4-FFF2-40B4-BE49-F238E27FC236}">
                    <a16:creationId xmlns:a16="http://schemas.microsoft.com/office/drawing/2014/main" id="{27048AA3-E371-2C3E-3FC7-641152297CDE}"/>
                  </a:ext>
                </a:extLst>
              </p:cNvPr>
              <p:cNvSpPr/>
              <p:nvPr/>
            </p:nvSpPr>
            <p:spPr>
              <a:xfrm>
                <a:off x="9469303" y="1888869"/>
                <a:ext cx="984593" cy="7362"/>
              </a:xfrm>
              <a:custGeom>
                <a:avLst/>
                <a:gdLst>
                  <a:gd name="connsiteX0" fmla="*/ 0 w 984593"/>
                  <a:gd name="connsiteY0" fmla="*/ 0 h 7362"/>
                  <a:gd name="connsiteX1" fmla="*/ 984593 w 984593"/>
                  <a:gd name="connsiteY1" fmla="*/ 0 h 7362"/>
                </a:gdLst>
                <a:ahLst/>
                <a:cxnLst>
                  <a:cxn ang="0">
                    <a:pos x="connsiteX0" y="connsiteY0"/>
                  </a:cxn>
                  <a:cxn ang="0">
                    <a:pos x="connsiteX1" y="connsiteY1"/>
                  </a:cxn>
                </a:cxnLst>
                <a:rect l="l" t="t" r="r" b="b"/>
                <a:pathLst>
                  <a:path w="984593" h="7362">
                    <a:moveTo>
                      <a:pt x="0" y="0"/>
                    </a:moveTo>
                    <a:lnTo>
                      <a:pt x="984593" y="0"/>
                    </a:lnTo>
                  </a:path>
                </a:pathLst>
              </a:custGeom>
              <a:ln w="25400" cap="flat">
                <a:solidFill>
                  <a:schemeClr val="accent5">
                    <a:lumMod val="40000"/>
                    <a:lumOff val="6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38" name="Graphic 6">
                <a:extLst>
                  <a:ext uri="{FF2B5EF4-FFF2-40B4-BE49-F238E27FC236}">
                    <a16:creationId xmlns:a16="http://schemas.microsoft.com/office/drawing/2014/main" id="{9D3AFC3D-D308-C351-C452-771F43DF949E}"/>
                  </a:ext>
                </a:extLst>
              </p:cNvPr>
              <p:cNvGrpSpPr/>
              <p:nvPr/>
            </p:nvGrpSpPr>
            <p:grpSpPr>
              <a:xfrm>
                <a:off x="9661171" y="2008511"/>
                <a:ext cx="587310" cy="372397"/>
                <a:chOff x="9661171" y="2008511"/>
                <a:chExt cx="587310" cy="372397"/>
              </a:xfrm>
              <a:noFill/>
            </p:grpSpPr>
            <p:sp>
              <p:nvSpPr>
                <p:cNvPr id="42" name="Freeform: Shape 50">
                  <a:extLst>
                    <a:ext uri="{FF2B5EF4-FFF2-40B4-BE49-F238E27FC236}">
                      <a16:creationId xmlns:a16="http://schemas.microsoft.com/office/drawing/2014/main" id="{BC3E2FC3-4976-920B-83E5-0AF469EDFB7C}"/>
                    </a:ext>
                  </a:extLst>
                </p:cNvPr>
                <p:cNvSpPr/>
                <p:nvPr/>
              </p:nvSpPr>
              <p:spPr>
                <a:xfrm>
                  <a:off x="9661171" y="2040096"/>
                  <a:ext cx="143127" cy="286108"/>
                </a:xfrm>
                <a:custGeom>
                  <a:avLst/>
                  <a:gdLst>
                    <a:gd name="connsiteX0" fmla="*/ 143128 w 143127"/>
                    <a:gd name="connsiteY0" fmla="*/ 0 h 286108"/>
                    <a:gd name="connsiteX1" fmla="*/ 0 w 143127"/>
                    <a:gd name="connsiteY1" fmla="*/ 143054 h 286108"/>
                    <a:gd name="connsiteX2" fmla="*/ 143128 w 143127"/>
                    <a:gd name="connsiteY2" fmla="*/ 286109 h 286108"/>
                  </a:gdLst>
                  <a:ahLst/>
                  <a:cxnLst>
                    <a:cxn ang="0">
                      <a:pos x="connsiteX0" y="connsiteY0"/>
                    </a:cxn>
                    <a:cxn ang="0">
                      <a:pos x="connsiteX1" y="connsiteY1"/>
                    </a:cxn>
                    <a:cxn ang="0">
                      <a:pos x="connsiteX2" y="connsiteY2"/>
                    </a:cxn>
                  </a:cxnLst>
                  <a:rect l="l" t="t" r="r" b="b"/>
                  <a:pathLst>
                    <a:path w="143127" h="286108">
                      <a:moveTo>
                        <a:pt x="143128" y="0"/>
                      </a:moveTo>
                      <a:lnTo>
                        <a:pt x="0" y="143054"/>
                      </a:lnTo>
                      <a:lnTo>
                        <a:pt x="143128" y="286109"/>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3" name="Freeform: Shape 51">
                  <a:extLst>
                    <a:ext uri="{FF2B5EF4-FFF2-40B4-BE49-F238E27FC236}">
                      <a16:creationId xmlns:a16="http://schemas.microsoft.com/office/drawing/2014/main" id="{B0B5202B-E491-56CD-6C1D-AE5BBB9E3644}"/>
                    </a:ext>
                  </a:extLst>
                </p:cNvPr>
                <p:cNvSpPr/>
                <p:nvPr/>
              </p:nvSpPr>
              <p:spPr>
                <a:xfrm>
                  <a:off x="10105427" y="2040096"/>
                  <a:ext cx="143054" cy="286108"/>
                </a:xfrm>
                <a:custGeom>
                  <a:avLst/>
                  <a:gdLst>
                    <a:gd name="connsiteX0" fmla="*/ 0 w 143054"/>
                    <a:gd name="connsiteY0" fmla="*/ 0 h 286108"/>
                    <a:gd name="connsiteX1" fmla="*/ 143054 w 143054"/>
                    <a:gd name="connsiteY1" fmla="*/ 143054 h 286108"/>
                    <a:gd name="connsiteX2" fmla="*/ 0 w 143054"/>
                    <a:gd name="connsiteY2" fmla="*/ 286109 h 286108"/>
                  </a:gdLst>
                  <a:ahLst/>
                  <a:cxnLst>
                    <a:cxn ang="0">
                      <a:pos x="connsiteX0" y="connsiteY0"/>
                    </a:cxn>
                    <a:cxn ang="0">
                      <a:pos x="connsiteX1" y="connsiteY1"/>
                    </a:cxn>
                    <a:cxn ang="0">
                      <a:pos x="connsiteX2" y="connsiteY2"/>
                    </a:cxn>
                  </a:cxnLst>
                  <a:rect l="l" t="t" r="r" b="b"/>
                  <a:pathLst>
                    <a:path w="143054" h="286108">
                      <a:moveTo>
                        <a:pt x="0" y="0"/>
                      </a:moveTo>
                      <a:lnTo>
                        <a:pt x="143054" y="143054"/>
                      </a:lnTo>
                      <a:lnTo>
                        <a:pt x="0" y="286109"/>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4" name="Freeform: Shape 52">
                  <a:extLst>
                    <a:ext uri="{FF2B5EF4-FFF2-40B4-BE49-F238E27FC236}">
                      <a16:creationId xmlns:a16="http://schemas.microsoft.com/office/drawing/2014/main" id="{91D024DC-6D92-9527-B733-06AC115037CD}"/>
                    </a:ext>
                  </a:extLst>
                </p:cNvPr>
                <p:cNvSpPr/>
                <p:nvPr/>
              </p:nvSpPr>
              <p:spPr>
                <a:xfrm>
                  <a:off x="9878734" y="2008511"/>
                  <a:ext cx="152257" cy="372397"/>
                </a:xfrm>
                <a:custGeom>
                  <a:avLst/>
                  <a:gdLst>
                    <a:gd name="connsiteX0" fmla="*/ 152257 w 152257"/>
                    <a:gd name="connsiteY0" fmla="*/ 0 h 372397"/>
                    <a:gd name="connsiteX1" fmla="*/ 0 w 152257"/>
                    <a:gd name="connsiteY1" fmla="*/ 372398 h 372397"/>
                  </a:gdLst>
                  <a:ahLst/>
                  <a:cxnLst>
                    <a:cxn ang="0">
                      <a:pos x="connsiteX0" y="connsiteY0"/>
                    </a:cxn>
                    <a:cxn ang="0">
                      <a:pos x="connsiteX1" y="connsiteY1"/>
                    </a:cxn>
                  </a:cxnLst>
                  <a:rect l="l" t="t" r="r" b="b"/>
                  <a:pathLst>
                    <a:path w="152257" h="372397">
                      <a:moveTo>
                        <a:pt x="152257" y="0"/>
                      </a:moveTo>
                      <a:lnTo>
                        <a:pt x="0" y="372398"/>
                      </a:lnTo>
                    </a:path>
                  </a:pathLst>
                </a:custGeom>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39" name="Freeform: Shape 53">
                <a:extLst>
                  <a:ext uri="{FF2B5EF4-FFF2-40B4-BE49-F238E27FC236}">
                    <a16:creationId xmlns:a16="http://schemas.microsoft.com/office/drawing/2014/main" id="{3475758E-292F-4EF9-4B6B-A832197047F9}"/>
                  </a:ext>
                </a:extLst>
              </p:cNvPr>
              <p:cNvSpPr/>
              <p:nvPr/>
            </p:nvSpPr>
            <p:spPr>
              <a:xfrm>
                <a:off x="10106531" y="1777916"/>
                <a:ext cx="57280" cy="57280"/>
              </a:xfrm>
              <a:custGeom>
                <a:avLst/>
                <a:gdLst>
                  <a:gd name="connsiteX0" fmla="*/ 57281 w 57280"/>
                  <a:gd name="connsiteY0" fmla="*/ 28640 h 57280"/>
                  <a:gd name="connsiteX1" fmla="*/ 28640 w 57280"/>
                  <a:gd name="connsiteY1" fmla="*/ 57281 h 57280"/>
                  <a:gd name="connsiteX2" fmla="*/ 0 w 57280"/>
                  <a:gd name="connsiteY2" fmla="*/ 28640 h 57280"/>
                  <a:gd name="connsiteX3" fmla="*/ 28640 w 57280"/>
                  <a:gd name="connsiteY3" fmla="*/ 0 h 57280"/>
                  <a:gd name="connsiteX4" fmla="*/ 57281 w 57280"/>
                  <a:gd name="connsiteY4" fmla="*/ 28640 h 5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280" h="57280">
                    <a:moveTo>
                      <a:pt x="57281" y="28640"/>
                    </a:moveTo>
                    <a:cubicBezTo>
                      <a:pt x="57281" y="44458"/>
                      <a:pt x="44458" y="57281"/>
                      <a:pt x="28640" y="57281"/>
                    </a:cubicBezTo>
                    <a:cubicBezTo>
                      <a:pt x="12823" y="57281"/>
                      <a:pt x="0" y="44458"/>
                      <a:pt x="0" y="28640"/>
                    </a:cubicBezTo>
                    <a:cubicBezTo>
                      <a:pt x="0" y="12823"/>
                      <a:pt x="12823" y="0"/>
                      <a:pt x="28640" y="0"/>
                    </a:cubicBezTo>
                    <a:cubicBezTo>
                      <a:pt x="44458" y="0"/>
                      <a:pt x="57281" y="12823"/>
                      <a:pt x="57281" y="28640"/>
                    </a:cubicBezTo>
                    <a:close/>
                  </a:path>
                </a:pathLst>
              </a:custGeom>
              <a:noFill/>
              <a:ln w="25400" cap="flat">
                <a:solidFill>
                  <a:schemeClr val="accent5">
                    <a:lumMod val="40000"/>
                    <a:lumOff val="6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0" name="Freeform: Shape 54">
                <a:extLst>
                  <a:ext uri="{FF2B5EF4-FFF2-40B4-BE49-F238E27FC236}">
                    <a16:creationId xmlns:a16="http://schemas.microsoft.com/office/drawing/2014/main" id="{17CAB70F-434D-7F52-05F0-EAE7516B917D}"/>
                  </a:ext>
                </a:extLst>
              </p:cNvPr>
              <p:cNvSpPr/>
              <p:nvPr/>
            </p:nvSpPr>
            <p:spPr>
              <a:xfrm>
                <a:off x="10216233" y="1777916"/>
                <a:ext cx="57280" cy="57280"/>
              </a:xfrm>
              <a:custGeom>
                <a:avLst/>
                <a:gdLst>
                  <a:gd name="connsiteX0" fmla="*/ 57281 w 57280"/>
                  <a:gd name="connsiteY0" fmla="*/ 28640 h 57280"/>
                  <a:gd name="connsiteX1" fmla="*/ 28640 w 57280"/>
                  <a:gd name="connsiteY1" fmla="*/ 57281 h 57280"/>
                  <a:gd name="connsiteX2" fmla="*/ 0 w 57280"/>
                  <a:gd name="connsiteY2" fmla="*/ 28640 h 57280"/>
                  <a:gd name="connsiteX3" fmla="*/ 28640 w 57280"/>
                  <a:gd name="connsiteY3" fmla="*/ 0 h 57280"/>
                  <a:gd name="connsiteX4" fmla="*/ 57281 w 57280"/>
                  <a:gd name="connsiteY4" fmla="*/ 28640 h 5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280" h="57280">
                    <a:moveTo>
                      <a:pt x="57281" y="28640"/>
                    </a:moveTo>
                    <a:cubicBezTo>
                      <a:pt x="57281" y="44458"/>
                      <a:pt x="44458" y="57281"/>
                      <a:pt x="28640" y="57281"/>
                    </a:cubicBezTo>
                    <a:cubicBezTo>
                      <a:pt x="12823" y="57281"/>
                      <a:pt x="0" y="44458"/>
                      <a:pt x="0" y="28640"/>
                    </a:cubicBezTo>
                    <a:cubicBezTo>
                      <a:pt x="0" y="12823"/>
                      <a:pt x="12823" y="0"/>
                      <a:pt x="28640" y="0"/>
                    </a:cubicBezTo>
                    <a:cubicBezTo>
                      <a:pt x="44458" y="0"/>
                      <a:pt x="57281" y="12823"/>
                      <a:pt x="57281" y="28640"/>
                    </a:cubicBezTo>
                    <a:close/>
                  </a:path>
                </a:pathLst>
              </a:custGeom>
              <a:noFill/>
              <a:ln w="25400" cap="flat">
                <a:solidFill>
                  <a:schemeClr val="accent5">
                    <a:lumMod val="40000"/>
                    <a:lumOff val="6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1" name="Freeform: Shape 55">
                <a:extLst>
                  <a:ext uri="{FF2B5EF4-FFF2-40B4-BE49-F238E27FC236}">
                    <a16:creationId xmlns:a16="http://schemas.microsoft.com/office/drawing/2014/main" id="{95B551A2-FD61-7D05-DA34-341270117906}"/>
                  </a:ext>
                </a:extLst>
              </p:cNvPr>
              <p:cNvSpPr/>
              <p:nvPr/>
            </p:nvSpPr>
            <p:spPr>
              <a:xfrm>
                <a:off x="10325935" y="1777916"/>
                <a:ext cx="57280" cy="57280"/>
              </a:xfrm>
              <a:custGeom>
                <a:avLst/>
                <a:gdLst>
                  <a:gd name="connsiteX0" fmla="*/ 57281 w 57280"/>
                  <a:gd name="connsiteY0" fmla="*/ 28640 h 57280"/>
                  <a:gd name="connsiteX1" fmla="*/ 28640 w 57280"/>
                  <a:gd name="connsiteY1" fmla="*/ 57281 h 57280"/>
                  <a:gd name="connsiteX2" fmla="*/ 0 w 57280"/>
                  <a:gd name="connsiteY2" fmla="*/ 28640 h 57280"/>
                  <a:gd name="connsiteX3" fmla="*/ 28640 w 57280"/>
                  <a:gd name="connsiteY3" fmla="*/ 0 h 57280"/>
                  <a:gd name="connsiteX4" fmla="*/ 57281 w 57280"/>
                  <a:gd name="connsiteY4" fmla="*/ 28640 h 5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280" h="57280">
                    <a:moveTo>
                      <a:pt x="57281" y="28640"/>
                    </a:moveTo>
                    <a:cubicBezTo>
                      <a:pt x="57281" y="44458"/>
                      <a:pt x="44458" y="57281"/>
                      <a:pt x="28640" y="57281"/>
                    </a:cubicBezTo>
                    <a:cubicBezTo>
                      <a:pt x="12823" y="57281"/>
                      <a:pt x="0" y="44458"/>
                      <a:pt x="0" y="28640"/>
                    </a:cubicBezTo>
                    <a:cubicBezTo>
                      <a:pt x="0" y="12823"/>
                      <a:pt x="12823" y="0"/>
                      <a:pt x="28640" y="0"/>
                    </a:cubicBezTo>
                    <a:cubicBezTo>
                      <a:pt x="44458" y="0"/>
                      <a:pt x="57281" y="12823"/>
                      <a:pt x="57281" y="28640"/>
                    </a:cubicBezTo>
                    <a:close/>
                  </a:path>
                </a:pathLst>
              </a:custGeom>
              <a:noFill/>
              <a:ln w="25400" cap="flat">
                <a:solidFill>
                  <a:schemeClr val="accent5">
                    <a:lumMod val="40000"/>
                    <a:lumOff val="6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sp>
        <p:nvSpPr>
          <p:cNvPr id="28" name="TextBox 27">
            <a:extLst>
              <a:ext uri="{FF2B5EF4-FFF2-40B4-BE49-F238E27FC236}">
                <a16:creationId xmlns:a16="http://schemas.microsoft.com/office/drawing/2014/main" id="{5C36E414-3324-FDD5-88B6-38E99A7B45A1}"/>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51" name="Graphic 8">
            <a:extLst>
              <a:ext uri="{FF2B5EF4-FFF2-40B4-BE49-F238E27FC236}">
                <a16:creationId xmlns:a16="http://schemas.microsoft.com/office/drawing/2014/main" id="{9E06D9E4-9115-0B32-8C99-2EB0628163FB}"/>
              </a:ext>
            </a:extLst>
          </p:cNvPr>
          <p:cNvGrpSpPr/>
          <p:nvPr userDrawn="1"/>
        </p:nvGrpSpPr>
        <p:grpSpPr>
          <a:xfrm>
            <a:off x="265625" y="6323271"/>
            <a:ext cx="1249223" cy="369648"/>
            <a:chOff x="265625" y="6323271"/>
            <a:chExt cx="1249223" cy="369648"/>
          </a:xfrm>
          <a:solidFill>
            <a:srgbClr val="000000"/>
          </a:solidFill>
        </p:grpSpPr>
        <p:grpSp>
          <p:nvGrpSpPr>
            <p:cNvPr id="52" name="Graphic 8">
              <a:extLst>
                <a:ext uri="{FF2B5EF4-FFF2-40B4-BE49-F238E27FC236}">
                  <a16:creationId xmlns:a16="http://schemas.microsoft.com/office/drawing/2014/main" id="{D912C3F0-D141-3BF2-D634-663DD79D1115}"/>
                </a:ext>
              </a:extLst>
            </p:cNvPr>
            <p:cNvGrpSpPr/>
            <p:nvPr/>
          </p:nvGrpSpPr>
          <p:grpSpPr>
            <a:xfrm>
              <a:off x="745455" y="6594444"/>
              <a:ext cx="722662" cy="98475"/>
              <a:chOff x="745455" y="6594444"/>
              <a:chExt cx="722662" cy="98475"/>
            </a:xfrm>
            <a:solidFill>
              <a:srgbClr val="000000"/>
            </a:solidFill>
          </p:grpSpPr>
          <p:sp>
            <p:nvSpPr>
              <p:cNvPr id="61" name="Freeform 19">
                <a:extLst>
                  <a:ext uri="{FF2B5EF4-FFF2-40B4-BE49-F238E27FC236}">
                    <a16:creationId xmlns:a16="http://schemas.microsoft.com/office/drawing/2014/main" id="{2679C535-83D4-F506-0FBC-1FC91502842F}"/>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62" name="Freeform 20">
                <a:extLst>
                  <a:ext uri="{FF2B5EF4-FFF2-40B4-BE49-F238E27FC236}">
                    <a16:creationId xmlns:a16="http://schemas.microsoft.com/office/drawing/2014/main" id="{980D7D2B-B551-6782-CE99-71D9956EAD22}"/>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63" name="Freeform 21">
                <a:extLst>
                  <a:ext uri="{FF2B5EF4-FFF2-40B4-BE49-F238E27FC236}">
                    <a16:creationId xmlns:a16="http://schemas.microsoft.com/office/drawing/2014/main" id="{93E81E0B-EC2C-A55A-6A16-5752CF526133}"/>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129" name="Freeform 22">
                <a:extLst>
                  <a:ext uri="{FF2B5EF4-FFF2-40B4-BE49-F238E27FC236}">
                    <a16:creationId xmlns:a16="http://schemas.microsoft.com/office/drawing/2014/main" id="{1A1E37DC-C8FC-9981-E3B2-DCAA252B4B62}"/>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130" name="Freeform 23">
                <a:extLst>
                  <a:ext uri="{FF2B5EF4-FFF2-40B4-BE49-F238E27FC236}">
                    <a16:creationId xmlns:a16="http://schemas.microsoft.com/office/drawing/2014/main" id="{33344F34-AC51-2527-3C9D-8314279906A8}"/>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131" name="Freeform 24">
                <a:extLst>
                  <a:ext uri="{FF2B5EF4-FFF2-40B4-BE49-F238E27FC236}">
                    <a16:creationId xmlns:a16="http://schemas.microsoft.com/office/drawing/2014/main" id="{44552C25-6E6E-932C-58BE-822700D722AD}"/>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132" name="Freeform 25">
                <a:extLst>
                  <a:ext uri="{FF2B5EF4-FFF2-40B4-BE49-F238E27FC236}">
                    <a16:creationId xmlns:a16="http://schemas.microsoft.com/office/drawing/2014/main" id="{54531708-A4EE-8903-D1B2-4F0CBEAA885C}"/>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133" name="Freeform 26">
                <a:extLst>
                  <a:ext uri="{FF2B5EF4-FFF2-40B4-BE49-F238E27FC236}">
                    <a16:creationId xmlns:a16="http://schemas.microsoft.com/office/drawing/2014/main" id="{36A0D391-E7FE-1B53-5C16-0FE8D35AB496}"/>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134" name="Freeform 27">
                <a:extLst>
                  <a:ext uri="{FF2B5EF4-FFF2-40B4-BE49-F238E27FC236}">
                    <a16:creationId xmlns:a16="http://schemas.microsoft.com/office/drawing/2014/main" id="{8BBFFDD2-A9D2-BD89-FDAB-100B15BC314D}"/>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135" name="Freeform 28">
                <a:extLst>
                  <a:ext uri="{FF2B5EF4-FFF2-40B4-BE49-F238E27FC236}">
                    <a16:creationId xmlns:a16="http://schemas.microsoft.com/office/drawing/2014/main" id="{19DED88E-D488-5A44-76B0-3D062161BDE8}"/>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53" name="Graphic 8">
              <a:extLst>
                <a:ext uri="{FF2B5EF4-FFF2-40B4-BE49-F238E27FC236}">
                  <a16:creationId xmlns:a16="http://schemas.microsoft.com/office/drawing/2014/main" id="{C2965FF7-AEF7-C2F0-63F8-F1FDEE0C409E}"/>
                </a:ext>
              </a:extLst>
            </p:cNvPr>
            <p:cNvGrpSpPr/>
            <p:nvPr/>
          </p:nvGrpSpPr>
          <p:grpSpPr>
            <a:xfrm>
              <a:off x="265625" y="6323271"/>
              <a:ext cx="1249223" cy="190348"/>
              <a:chOff x="265625" y="6323271"/>
              <a:chExt cx="1249223" cy="190348"/>
            </a:xfrm>
            <a:solidFill>
              <a:srgbClr val="000000"/>
            </a:solidFill>
          </p:grpSpPr>
          <p:sp>
            <p:nvSpPr>
              <p:cNvPr id="54" name="Freeform 10">
                <a:extLst>
                  <a:ext uri="{FF2B5EF4-FFF2-40B4-BE49-F238E27FC236}">
                    <a16:creationId xmlns:a16="http://schemas.microsoft.com/office/drawing/2014/main" id="{E038BDB1-BCA2-06EF-CE65-02DB90820FA0}"/>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55" name="Freeform 11">
                <a:extLst>
                  <a:ext uri="{FF2B5EF4-FFF2-40B4-BE49-F238E27FC236}">
                    <a16:creationId xmlns:a16="http://schemas.microsoft.com/office/drawing/2014/main" id="{A747ED16-5106-EF7B-3AF4-C6B84D310198}"/>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56" name="Freeform 14">
                <a:extLst>
                  <a:ext uri="{FF2B5EF4-FFF2-40B4-BE49-F238E27FC236}">
                    <a16:creationId xmlns:a16="http://schemas.microsoft.com/office/drawing/2014/main" id="{93DF5C0C-BE16-8CCE-8B6F-4A8EBA567151}"/>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57" name="Freeform 15">
                <a:extLst>
                  <a:ext uri="{FF2B5EF4-FFF2-40B4-BE49-F238E27FC236}">
                    <a16:creationId xmlns:a16="http://schemas.microsoft.com/office/drawing/2014/main" id="{476666EF-1A24-FB49-755E-173132F59A76}"/>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58" name="Freeform 16">
                <a:extLst>
                  <a:ext uri="{FF2B5EF4-FFF2-40B4-BE49-F238E27FC236}">
                    <a16:creationId xmlns:a16="http://schemas.microsoft.com/office/drawing/2014/main" id="{4C641D78-B6F4-7DF1-7AC8-6C7C3706DC85}"/>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59" name="Freeform 17">
                <a:extLst>
                  <a:ext uri="{FF2B5EF4-FFF2-40B4-BE49-F238E27FC236}">
                    <a16:creationId xmlns:a16="http://schemas.microsoft.com/office/drawing/2014/main" id="{1243D46A-B0E8-A2B8-C46B-283C09251320}"/>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60" name="Freeform 18">
                <a:extLst>
                  <a:ext uri="{FF2B5EF4-FFF2-40B4-BE49-F238E27FC236}">
                    <a16:creationId xmlns:a16="http://schemas.microsoft.com/office/drawing/2014/main" id="{CBF21737-6D15-0013-436F-C4F38B7F768D}"/>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50" name="TextBox 49">
            <a:extLst>
              <a:ext uri="{FF2B5EF4-FFF2-40B4-BE49-F238E27FC236}">
                <a16:creationId xmlns:a16="http://schemas.microsoft.com/office/drawing/2014/main" id="{B88D2144-6E96-D6CF-FAAD-0076DE220724}"/>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grpSp>
        <p:nvGrpSpPr>
          <p:cNvPr id="138" name="Picture Placeholder 76">
            <a:extLst>
              <a:ext uri="{FF2B5EF4-FFF2-40B4-BE49-F238E27FC236}">
                <a16:creationId xmlns:a16="http://schemas.microsoft.com/office/drawing/2014/main" id="{6E50E1B4-3F0D-D20F-C428-B72B15CA7632}"/>
              </a:ext>
            </a:extLst>
          </p:cNvPr>
          <p:cNvGrpSpPr/>
          <p:nvPr/>
        </p:nvGrpSpPr>
        <p:grpSpPr>
          <a:xfrm>
            <a:off x="7016479" y="2531945"/>
            <a:ext cx="1828800" cy="1828800"/>
            <a:chOff x="3200394" y="4032442"/>
            <a:chExt cx="588187" cy="588187"/>
          </a:xfrm>
          <a:solidFill>
            <a:schemeClr val="accent5"/>
          </a:solidFill>
        </p:grpSpPr>
        <p:sp>
          <p:nvSpPr>
            <p:cNvPr id="139" name="Picture Placeholder 76">
              <a:extLst>
                <a:ext uri="{FF2B5EF4-FFF2-40B4-BE49-F238E27FC236}">
                  <a16:creationId xmlns:a16="http://schemas.microsoft.com/office/drawing/2014/main" id="{1BF42488-4217-3351-88A6-948BAC1EFDEE}"/>
                </a:ext>
              </a:extLst>
            </p:cNvPr>
            <p:cNvSpPr/>
            <p:nvPr/>
          </p:nvSpPr>
          <p:spPr>
            <a:xfrm>
              <a:off x="3337248" y="4155999"/>
              <a:ext cx="327718" cy="340668"/>
            </a:xfrm>
            <a:custGeom>
              <a:avLst/>
              <a:gdLst>
                <a:gd name="connsiteX0" fmla="*/ 157240 w 327718"/>
                <a:gd name="connsiteY0" fmla="*/ 340668 h 340668"/>
                <a:gd name="connsiteX1" fmla="*/ 90200 w 327718"/>
                <a:gd name="connsiteY1" fmla="*/ 326754 h 340668"/>
                <a:gd name="connsiteX2" fmla="*/ 85772 w 327718"/>
                <a:gd name="connsiteY2" fmla="*/ 316635 h 340668"/>
                <a:gd name="connsiteX3" fmla="*/ 95892 w 327718"/>
                <a:gd name="connsiteY3" fmla="*/ 312208 h 340668"/>
                <a:gd name="connsiteX4" fmla="*/ 298911 w 327718"/>
                <a:gd name="connsiteY4" fmla="*/ 230620 h 340668"/>
                <a:gd name="connsiteX5" fmla="*/ 217324 w 327718"/>
                <a:gd name="connsiteY5" fmla="*/ 27601 h 340668"/>
                <a:gd name="connsiteX6" fmla="*/ 99054 w 327718"/>
                <a:gd name="connsiteY6" fmla="*/ 26336 h 340668"/>
                <a:gd name="connsiteX7" fmla="*/ 14937 w 327718"/>
                <a:gd name="connsiteY7" fmla="*/ 109188 h 340668"/>
                <a:gd name="connsiteX8" fmla="*/ 4817 w 327718"/>
                <a:gd name="connsiteY8" fmla="*/ 113615 h 340668"/>
                <a:gd name="connsiteX9" fmla="*/ 390 w 327718"/>
                <a:gd name="connsiteY9" fmla="*/ 103496 h 340668"/>
                <a:gd name="connsiteX10" fmla="*/ 93994 w 327718"/>
                <a:gd name="connsiteY10" fmla="*/ 12422 h 340668"/>
                <a:gd name="connsiteX11" fmla="*/ 224281 w 327718"/>
                <a:gd name="connsiteY11" fmla="*/ 13687 h 340668"/>
                <a:gd name="connsiteX12" fmla="*/ 314090 w 327718"/>
                <a:gd name="connsiteY12" fmla="*/ 237578 h 340668"/>
                <a:gd name="connsiteX13" fmla="*/ 157240 w 327718"/>
                <a:gd name="connsiteY13" fmla="*/ 340668 h 3406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27718" h="340668">
                  <a:moveTo>
                    <a:pt x="157240" y="340668"/>
                  </a:moveTo>
                  <a:cubicBezTo>
                    <a:pt x="135104" y="340668"/>
                    <a:pt x="112336" y="336241"/>
                    <a:pt x="90200" y="326754"/>
                  </a:cubicBezTo>
                  <a:cubicBezTo>
                    <a:pt x="86405" y="324857"/>
                    <a:pt x="84507" y="320430"/>
                    <a:pt x="85772" y="316635"/>
                  </a:cubicBezTo>
                  <a:cubicBezTo>
                    <a:pt x="87670" y="312840"/>
                    <a:pt x="92097" y="310943"/>
                    <a:pt x="95892" y="312208"/>
                  </a:cubicBezTo>
                  <a:cubicBezTo>
                    <a:pt x="174317" y="345728"/>
                    <a:pt x="265391" y="309045"/>
                    <a:pt x="298911" y="230620"/>
                  </a:cubicBezTo>
                  <a:cubicBezTo>
                    <a:pt x="332432" y="152195"/>
                    <a:pt x="295749" y="61121"/>
                    <a:pt x="217324" y="27601"/>
                  </a:cubicBezTo>
                  <a:cubicBezTo>
                    <a:pt x="179376" y="11157"/>
                    <a:pt x="137634" y="11157"/>
                    <a:pt x="99054" y="26336"/>
                  </a:cubicBezTo>
                  <a:cubicBezTo>
                    <a:pt x="61106" y="42147"/>
                    <a:pt x="31381" y="71241"/>
                    <a:pt x="14937" y="109188"/>
                  </a:cubicBezTo>
                  <a:cubicBezTo>
                    <a:pt x="13039" y="112983"/>
                    <a:pt x="8612" y="114880"/>
                    <a:pt x="4817" y="113615"/>
                  </a:cubicBezTo>
                  <a:cubicBezTo>
                    <a:pt x="1023" y="111718"/>
                    <a:pt x="-875" y="107291"/>
                    <a:pt x="390" y="103496"/>
                  </a:cubicBezTo>
                  <a:cubicBezTo>
                    <a:pt x="18099" y="61754"/>
                    <a:pt x="51620" y="29498"/>
                    <a:pt x="93994" y="12422"/>
                  </a:cubicBezTo>
                  <a:cubicBezTo>
                    <a:pt x="136369" y="-4655"/>
                    <a:pt x="182539" y="-4022"/>
                    <a:pt x="224281" y="13687"/>
                  </a:cubicBezTo>
                  <a:cubicBezTo>
                    <a:pt x="310928" y="50369"/>
                    <a:pt x="350773" y="150930"/>
                    <a:pt x="314090" y="237578"/>
                  </a:cubicBezTo>
                  <a:cubicBezTo>
                    <a:pt x="286262" y="302088"/>
                    <a:pt x="223016" y="340668"/>
                    <a:pt x="157240" y="340668"/>
                  </a:cubicBezTo>
                  <a:close/>
                </a:path>
              </a:pathLst>
            </a:custGeom>
            <a:grpFill/>
            <a:ln w="6271" cap="flat">
              <a:noFill/>
              <a:prstDash val="solid"/>
              <a:miter/>
            </a:ln>
          </p:spPr>
          <p:txBody>
            <a:bodyPr rtlCol="0" anchor="ctr"/>
            <a:lstStyle/>
            <a:p>
              <a:endParaRPr lang="en-US"/>
            </a:p>
          </p:txBody>
        </p:sp>
        <p:sp>
          <p:nvSpPr>
            <p:cNvPr id="140" name="Picture Placeholder 76">
              <a:extLst>
                <a:ext uri="{FF2B5EF4-FFF2-40B4-BE49-F238E27FC236}">
                  <a16:creationId xmlns:a16="http://schemas.microsoft.com/office/drawing/2014/main" id="{22DF471F-79B3-DDA9-9577-EC1EFBC297DA}"/>
                </a:ext>
              </a:extLst>
            </p:cNvPr>
            <p:cNvSpPr/>
            <p:nvPr/>
          </p:nvSpPr>
          <p:spPr>
            <a:xfrm>
              <a:off x="3200394" y="4032442"/>
              <a:ext cx="588187" cy="588187"/>
            </a:xfrm>
            <a:custGeom>
              <a:avLst/>
              <a:gdLst>
                <a:gd name="connsiteX0" fmla="*/ 337101 w 588187"/>
                <a:gd name="connsiteY0" fmla="*/ 588188 h 588187"/>
                <a:gd name="connsiteX1" fmla="*/ 248557 w 588187"/>
                <a:gd name="connsiteY1" fmla="*/ 588188 h 588187"/>
                <a:gd name="connsiteX2" fmla="*/ 241600 w 588187"/>
                <a:gd name="connsiteY2" fmla="*/ 583761 h 588187"/>
                <a:gd name="connsiteX3" fmla="*/ 232113 w 588187"/>
                <a:gd name="connsiteY3" fmla="*/ 553403 h 588187"/>
                <a:gd name="connsiteX4" fmla="*/ 225788 w 588187"/>
                <a:gd name="connsiteY4" fmla="*/ 528104 h 588187"/>
                <a:gd name="connsiteX5" fmla="*/ 176456 w 588187"/>
                <a:gd name="connsiteY5" fmla="*/ 505968 h 588187"/>
                <a:gd name="connsiteX6" fmla="*/ 153688 w 588187"/>
                <a:gd name="connsiteY6" fmla="*/ 517352 h 588187"/>
                <a:gd name="connsiteX7" fmla="*/ 127757 w 588187"/>
                <a:gd name="connsiteY7" fmla="*/ 532531 h 588187"/>
                <a:gd name="connsiteX8" fmla="*/ 120167 w 588187"/>
                <a:gd name="connsiteY8" fmla="*/ 531899 h 588187"/>
                <a:gd name="connsiteX9" fmla="*/ 55024 w 588187"/>
                <a:gd name="connsiteY9" fmla="*/ 469918 h 588187"/>
                <a:gd name="connsiteX10" fmla="*/ 53127 w 588187"/>
                <a:gd name="connsiteY10" fmla="*/ 462328 h 588187"/>
                <a:gd name="connsiteX11" fmla="*/ 79690 w 588187"/>
                <a:gd name="connsiteY11" fmla="*/ 411099 h 588187"/>
                <a:gd name="connsiteX12" fmla="*/ 68938 w 588187"/>
                <a:gd name="connsiteY12" fmla="*/ 386433 h 588187"/>
                <a:gd name="connsiteX13" fmla="*/ 59451 w 588187"/>
                <a:gd name="connsiteY13" fmla="*/ 358605 h 588187"/>
                <a:gd name="connsiteX14" fmla="*/ 34153 w 588187"/>
                <a:gd name="connsiteY14" fmla="*/ 352913 h 588187"/>
                <a:gd name="connsiteX15" fmla="*/ 6325 w 588187"/>
                <a:gd name="connsiteY15" fmla="*/ 345323 h 588187"/>
                <a:gd name="connsiteX16" fmla="*/ 0 w 588187"/>
                <a:gd name="connsiteY16" fmla="*/ 337734 h 588187"/>
                <a:gd name="connsiteX17" fmla="*/ 0 w 588187"/>
                <a:gd name="connsiteY17" fmla="*/ 247292 h 588187"/>
                <a:gd name="connsiteX18" fmla="*/ 6325 w 588187"/>
                <a:gd name="connsiteY18" fmla="*/ 239702 h 588187"/>
                <a:gd name="connsiteX19" fmla="*/ 32888 w 588187"/>
                <a:gd name="connsiteY19" fmla="*/ 232113 h 588187"/>
                <a:gd name="connsiteX20" fmla="*/ 58186 w 588187"/>
                <a:gd name="connsiteY20" fmla="*/ 226421 h 588187"/>
                <a:gd name="connsiteX21" fmla="*/ 69571 w 588187"/>
                <a:gd name="connsiteY21" fmla="*/ 201122 h 588187"/>
                <a:gd name="connsiteX22" fmla="*/ 82220 w 588187"/>
                <a:gd name="connsiteY22" fmla="*/ 175191 h 588187"/>
                <a:gd name="connsiteX23" fmla="*/ 55024 w 588187"/>
                <a:gd name="connsiteY23" fmla="*/ 130919 h 588187"/>
                <a:gd name="connsiteX24" fmla="*/ 54392 w 588187"/>
                <a:gd name="connsiteY24" fmla="*/ 121432 h 588187"/>
                <a:gd name="connsiteX25" fmla="*/ 118902 w 588187"/>
                <a:gd name="connsiteY25" fmla="*/ 54392 h 588187"/>
                <a:gd name="connsiteX26" fmla="*/ 127757 w 588187"/>
                <a:gd name="connsiteY26" fmla="*/ 53127 h 588187"/>
                <a:gd name="connsiteX27" fmla="*/ 177721 w 588187"/>
                <a:gd name="connsiteY27" fmla="*/ 81587 h 588187"/>
                <a:gd name="connsiteX28" fmla="*/ 228318 w 588187"/>
                <a:gd name="connsiteY28" fmla="*/ 61981 h 588187"/>
                <a:gd name="connsiteX29" fmla="*/ 235275 w 588187"/>
                <a:gd name="connsiteY29" fmla="*/ 36050 h 588187"/>
                <a:gd name="connsiteX30" fmla="*/ 243497 w 588187"/>
                <a:gd name="connsiteY30" fmla="*/ 5692 h 588187"/>
                <a:gd name="connsiteX31" fmla="*/ 251087 w 588187"/>
                <a:gd name="connsiteY31" fmla="*/ 0 h 588187"/>
                <a:gd name="connsiteX32" fmla="*/ 339631 w 588187"/>
                <a:gd name="connsiteY32" fmla="*/ 0 h 588187"/>
                <a:gd name="connsiteX33" fmla="*/ 347221 w 588187"/>
                <a:gd name="connsiteY33" fmla="*/ 5060 h 588187"/>
                <a:gd name="connsiteX34" fmla="*/ 363664 w 588187"/>
                <a:gd name="connsiteY34" fmla="*/ 60084 h 588187"/>
                <a:gd name="connsiteX35" fmla="*/ 388330 w 588187"/>
                <a:gd name="connsiteY35" fmla="*/ 69571 h 588187"/>
                <a:gd name="connsiteX36" fmla="*/ 413629 w 588187"/>
                <a:gd name="connsiteY36" fmla="*/ 81587 h 588187"/>
                <a:gd name="connsiteX37" fmla="*/ 434500 w 588187"/>
                <a:gd name="connsiteY37" fmla="*/ 70203 h 588187"/>
                <a:gd name="connsiteX38" fmla="*/ 461696 w 588187"/>
                <a:gd name="connsiteY38" fmla="*/ 55024 h 588187"/>
                <a:gd name="connsiteX39" fmla="*/ 468653 w 588187"/>
                <a:gd name="connsiteY39" fmla="*/ 55656 h 588187"/>
                <a:gd name="connsiteX40" fmla="*/ 504071 w 588187"/>
                <a:gd name="connsiteY40" fmla="*/ 86647 h 588187"/>
                <a:gd name="connsiteX41" fmla="*/ 535694 w 588187"/>
                <a:gd name="connsiteY41" fmla="*/ 117005 h 588187"/>
                <a:gd name="connsiteX42" fmla="*/ 537591 w 588187"/>
                <a:gd name="connsiteY42" fmla="*/ 127124 h 588187"/>
                <a:gd name="connsiteX43" fmla="*/ 509130 w 588187"/>
                <a:gd name="connsiteY43" fmla="*/ 177089 h 588187"/>
                <a:gd name="connsiteX44" fmla="*/ 527472 w 588187"/>
                <a:gd name="connsiteY44" fmla="*/ 228951 h 588187"/>
                <a:gd name="connsiteX45" fmla="*/ 554035 w 588187"/>
                <a:gd name="connsiteY45" fmla="*/ 235275 h 588187"/>
                <a:gd name="connsiteX46" fmla="*/ 581863 w 588187"/>
                <a:gd name="connsiteY46" fmla="*/ 242865 h 588187"/>
                <a:gd name="connsiteX47" fmla="*/ 588188 w 588187"/>
                <a:gd name="connsiteY47" fmla="*/ 250454 h 588187"/>
                <a:gd name="connsiteX48" fmla="*/ 588188 w 588187"/>
                <a:gd name="connsiteY48" fmla="*/ 340263 h 588187"/>
                <a:gd name="connsiteX49" fmla="*/ 581863 w 588187"/>
                <a:gd name="connsiteY49" fmla="*/ 347853 h 588187"/>
                <a:gd name="connsiteX50" fmla="*/ 555300 w 588187"/>
                <a:gd name="connsiteY50" fmla="*/ 355443 h 588187"/>
                <a:gd name="connsiteX51" fmla="*/ 530002 w 588187"/>
                <a:gd name="connsiteY51" fmla="*/ 361767 h 588187"/>
                <a:gd name="connsiteX52" fmla="*/ 519250 w 588187"/>
                <a:gd name="connsiteY52" fmla="*/ 387066 h 588187"/>
                <a:gd name="connsiteX53" fmla="*/ 506600 w 588187"/>
                <a:gd name="connsiteY53" fmla="*/ 412996 h 588187"/>
                <a:gd name="connsiteX54" fmla="*/ 518617 w 588187"/>
                <a:gd name="connsiteY54" fmla="*/ 433868 h 588187"/>
                <a:gd name="connsiteX55" fmla="*/ 533796 w 588187"/>
                <a:gd name="connsiteY55" fmla="*/ 457269 h 588187"/>
                <a:gd name="connsiteX56" fmla="*/ 533796 w 588187"/>
                <a:gd name="connsiteY56" fmla="*/ 466755 h 588187"/>
                <a:gd name="connsiteX57" fmla="*/ 469285 w 588187"/>
                <a:gd name="connsiteY57" fmla="*/ 533796 h 588187"/>
                <a:gd name="connsiteX58" fmla="*/ 460431 w 588187"/>
                <a:gd name="connsiteY58" fmla="*/ 535061 h 588187"/>
                <a:gd name="connsiteX59" fmla="*/ 411099 w 588187"/>
                <a:gd name="connsiteY59" fmla="*/ 506600 h 588187"/>
                <a:gd name="connsiteX60" fmla="*/ 361135 w 588187"/>
                <a:gd name="connsiteY60" fmla="*/ 526207 h 588187"/>
                <a:gd name="connsiteX61" fmla="*/ 353545 w 588187"/>
                <a:gd name="connsiteY61" fmla="*/ 550873 h 588187"/>
                <a:gd name="connsiteX62" fmla="*/ 343426 w 588187"/>
                <a:gd name="connsiteY62" fmla="*/ 583128 h 588187"/>
                <a:gd name="connsiteX63" fmla="*/ 337101 w 588187"/>
                <a:gd name="connsiteY63" fmla="*/ 588188 h 588187"/>
                <a:gd name="connsiteX64" fmla="*/ 253616 w 588187"/>
                <a:gd name="connsiteY64" fmla="*/ 572376 h 588187"/>
                <a:gd name="connsiteX65" fmla="*/ 331409 w 588187"/>
                <a:gd name="connsiteY65" fmla="*/ 572376 h 588187"/>
                <a:gd name="connsiteX66" fmla="*/ 338366 w 588187"/>
                <a:gd name="connsiteY66" fmla="*/ 547710 h 588187"/>
                <a:gd name="connsiteX67" fmla="*/ 349750 w 588187"/>
                <a:gd name="connsiteY67" fmla="*/ 515455 h 588187"/>
                <a:gd name="connsiteX68" fmla="*/ 354810 w 588187"/>
                <a:gd name="connsiteY68" fmla="*/ 511660 h 588187"/>
                <a:gd name="connsiteX69" fmla="*/ 407937 w 588187"/>
                <a:gd name="connsiteY69" fmla="*/ 490789 h 588187"/>
                <a:gd name="connsiteX70" fmla="*/ 416159 w 588187"/>
                <a:gd name="connsiteY70" fmla="*/ 490789 h 588187"/>
                <a:gd name="connsiteX71" fmla="*/ 462961 w 588187"/>
                <a:gd name="connsiteY71" fmla="*/ 517985 h 588187"/>
                <a:gd name="connsiteX72" fmla="*/ 517985 w 588187"/>
                <a:gd name="connsiteY72" fmla="*/ 461696 h 588187"/>
                <a:gd name="connsiteX73" fmla="*/ 505336 w 588187"/>
                <a:gd name="connsiteY73" fmla="*/ 441457 h 588187"/>
                <a:gd name="connsiteX74" fmla="*/ 490789 w 588187"/>
                <a:gd name="connsiteY74" fmla="*/ 416159 h 588187"/>
                <a:gd name="connsiteX75" fmla="*/ 492054 w 588187"/>
                <a:gd name="connsiteY75" fmla="*/ 406672 h 588187"/>
                <a:gd name="connsiteX76" fmla="*/ 505336 w 588187"/>
                <a:gd name="connsiteY76" fmla="*/ 381373 h 588187"/>
                <a:gd name="connsiteX77" fmla="*/ 518617 w 588187"/>
                <a:gd name="connsiteY77" fmla="*/ 350383 h 588187"/>
                <a:gd name="connsiteX78" fmla="*/ 524309 w 588187"/>
                <a:gd name="connsiteY78" fmla="*/ 346588 h 588187"/>
                <a:gd name="connsiteX79" fmla="*/ 551505 w 588187"/>
                <a:gd name="connsiteY79" fmla="*/ 340263 h 588187"/>
                <a:gd name="connsiteX80" fmla="*/ 573009 w 588187"/>
                <a:gd name="connsiteY80" fmla="*/ 333939 h 588187"/>
                <a:gd name="connsiteX81" fmla="*/ 573009 w 588187"/>
                <a:gd name="connsiteY81" fmla="*/ 256146 h 588187"/>
                <a:gd name="connsiteX82" fmla="*/ 550240 w 588187"/>
                <a:gd name="connsiteY82" fmla="*/ 249822 h 588187"/>
                <a:gd name="connsiteX83" fmla="*/ 524309 w 588187"/>
                <a:gd name="connsiteY83" fmla="*/ 244130 h 588187"/>
                <a:gd name="connsiteX84" fmla="*/ 493319 w 588187"/>
                <a:gd name="connsiteY84" fmla="*/ 178354 h 588187"/>
                <a:gd name="connsiteX85" fmla="*/ 493319 w 588187"/>
                <a:gd name="connsiteY85" fmla="*/ 171397 h 588187"/>
                <a:gd name="connsiteX86" fmla="*/ 520515 w 588187"/>
                <a:gd name="connsiteY86" fmla="*/ 125227 h 588187"/>
                <a:gd name="connsiteX87" fmla="*/ 492054 w 588187"/>
                <a:gd name="connsiteY87" fmla="*/ 97399 h 588187"/>
                <a:gd name="connsiteX88" fmla="*/ 463593 w 588187"/>
                <a:gd name="connsiteY88" fmla="*/ 71468 h 588187"/>
                <a:gd name="connsiteX89" fmla="*/ 442722 w 588187"/>
                <a:gd name="connsiteY89" fmla="*/ 83485 h 588187"/>
                <a:gd name="connsiteX90" fmla="*/ 413629 w 588187"/>
                <a:gd name="connsiteY90" fmla="*/ 97399 h 588187"/>
                <a:gd name="connsiteX91" fmla="*/ 406672 w 588187"/>
                <a:gd name="connsiteY91" fmla="*/ 96134 h 588187"/>
                <a:gd name="connsiteX92" fmla="*/ 382006 w 588187"/>
                <a:gd name="connsiteY92" fmla="*/ 83485 h 588187"/>
                <a:gd name="connsiteX93" fmla="*/ 352913 w 588187"/>
                <a:gd name="connsiteY93" fmla="*/ 72100 h 588187"/>
                <a:gd name="connsiteX94" fmla="*/ 348485 w 588187"/>
                <a:gd name="connsiteY94" fmla="*/ 67041 h 588187"/>
                <a:gd name="connsiteX95" fmla="*/ 333939 w 588187"/>
                <a:gd name="connsiteY95" fmla="*/ 15179 h 588187"/>
                <a:gd name="connsiteX96" fmla="*/ 257411 w 588187"/>
                <a:gd name="connsiteY96" fmla="*/ 15179 h 588187"/>
                <a:gd name="connsiteX97" fmla="*/ 250454 w 588187"/>
                <a:gd name="connsiteY97" fmla="*/ 39213 h 588187"/>
                <a:gd name="connsiteX98" fmla="*/ 242232 w 588187"/>
                <a:gd name="connsiteY98" fmla="*/ 70203 h 588187"/>
                <a:gd name="connsiteX99" fmla="*/ 235275 w 588187"/>
                <a:gd name="connsiteY99" fmla="*/ 75895 h 588187"/>
                <a:gd name="connsiteX100" fmla="*/ 180251 w 588187"/>
                <a:gd name="connsiteY100" fmla="*/ 97399 h 588187"/>
                <a:gd name="connsiteX101" fmla="*/ 172029 w 588187"/>
                <a:gd name="connsiteY101" fmla="*/ 96766 h 588187"/>
                <a:gd name="connsiteX102" fmla="*/ 125860 w 588187"/>
                <a:gd name="connsiteY102" fmla="*/ 69571 h 588187"/>
                <a:gd name="connsiteX103" fmla="*/ 70836 w 588187"/>
                <a:gd name="connsiteY103" fmla="*/ 125860 h 588187"/>
                <a:gd name="connsiteX104" fmla="*/ 98031 w 588187"/>
                <a:gd name="connsiteY104" fmla="*/ 172029 h 588187"/>
                <a:gd name="connsiteX105" fmla="*/ 97399 w 588187"/>
                <a:gd name="connsiteY105" fmla="*/ 180251 h 588187"/>
                <a:gd name="connsiteX106" fmla="*/ 83485 w 588187"/>
                <a:gd name="connsiteY106" fmla="*/ 207447 h 588187"/>
                <a:gd name="connsiteX107" fmla="*/ 69571 w 588187"/>
                <a:gd name="connsiteY107" fmla="*/ 237173 h 588187"/>
                <a:gd name="connsiteX108" fmla="*/ 63878 w 588187"/>
                <a:gd name="connsiteY108" fmla="*/ 240967 h 588187"/>
                <a:gd name="connsiteX109" fmla="*/ 36683 w 588187"/>
                <a:gd name="connsiteY109" fmla="*/ 247292 h 588187"/>
                <a:gd name="connsiteX110" fmla="*/ 15179 w 588187"/>
                <a:gd name="connsiteY110" fmla="*/ 253616 h 588187"/>
                <a:gd name="connsiteX111" fmla="*/ 15179 w 588187"/>
                <a:gd name="connsiteY111" fmla="*/ 332041 h 588187"/>
                <a:gd name="connsiteX112" fmla="*/ 37948 w 588187"/>
                <a:gd name="connsiteY112" fmla="*/ 338366 h 588187"/>
                <a:gd name="connsiteX113" fmla="*/ 66408 w 588187"/>
                <a:gd name="connsiteY113" fmla="*/ 344691 h 588187"/>
                <a:gd name="connsiteX114" fmla="*/ 73365 w 588187"/>
                <a:gd name="connsiteY114" fmla="*/ 351648 h 588187"/>
                <a:gd name="connsiteX115" fmla="*/ 82220 w 588187"/>
                <a:gd name="connsiteY115" fmla="*/ 381373 h 588187"/>
                <a:gd name="connsiteX116" fmla="*/ 94869 w 588187"/>
                <a:gd name="connsiteY116" fmla="*/ 410467 h 588187"/>
                <a:gd name="connsiteX117" fmla="*/ 94237 w 588187"/>
                <a:gd name="connsiteY117" fmla="*/ 416791 h 588187"/>
                <a:gd name="connsiteX118" fmla="*/ 68938 w 588187"/>
                <a:gd name="connsiteY118" fmla="*/ 462961 h 588187"/>
                <a:gd name="connsiteX119" fmla="*/ 124595 w 588187"/>
                <a:gd name="connsiteY119" fmla="*/ 516087 h 588187"/>
                <a:gd name="connsiteX120" fmla="*/ 144833 w 588187"/>
                <a:gd name="connsiteY120" fmla="*/ 504071 h 588187"/>
                <a:gd name="connsiteX121" fmla="*/ 173927 w 588187"/>
                <a:gd name="connsiteY121" fmla="*/ 490156 h 588187"/>
                <a:gd name="connsiteX122" fmla="*/ 180884 w 588187"/>
                <a:gd name="connsiteY122" fmla="*/ 491421 h 588187"/>
                <a:gd name="connsiteX123" fmla="*/ 234643 w 588187"/>
                <a:gd name="connsiteY123" fmla="*/ 515455 h 588187"/>
                <a:gd name="connsiteX124" fmla="*/ 239070 w 588187"/>
                <a:gd name="connsiteY124" fmla="*/ 519882 h 588187"/>
                <a:gd name="connsiteX125" fmla="*/ 247292 w 588187"/>
                <a:gd name="connsiteY125" fmla="*/ 550240 h 588187"/>
                <a:gd name="connsiteX126" fmla="*/ 253616 w 588187"/>
                <a:gd name="connsiteY126" fmla="*/ 572376 h 5881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Lst>
              <a:rect l="l" t="t" r="r" b="b"/>
              <a:pathLst>
                <a:path w="588187" h="588187">
                  <a:moveTo>
                    <a:pt x="337101" y="588188"/>
                  </a:moveTo>
                  <a:lnTo>
                    <a:pt x="248557" y="588188"/>
                  </a:lnTo>
                  <a:cubicBezTo>
                    <a:pt x="245394" y="588188"/>
                    <a:pt x="242865" y="586290"/>
                    <a:pt x="241600" y="583761"/>
                  </a:cubicBezTo>
                  <a:cubicBezTo>
                    <a:pt x="238437" y="576804"/>
                    <a:pt x="235275" y="567317"/>
                    <a:pt x="232113" y="553403"/>
                  </a:cubicBezTo>
                  <a:cubicBezTo>
                    <a:pt x="229583" y="542018"/>
                    <a:pt x="227053" y="533796"/>
                    <a:pt x="225788" y="528104"/>
                  </a:cubicBezTo>
                  <a:cubicBezTo>
                    <a:pt x="193533" y="514190"/>
                    <a:pt x="181516" y="508498"/>
                    <a:pt x="176456" y="505968"/>
                  </a:cubicBezTo>
                  <a:cubicBezTo>
                    <a:pt x="170132" y="508498"/>
                    <a:pt x="162542" y="512293"/>
                    <a:pt x="153688" y="517352"/>
                  </a:cubicBezTo>
                  <a:cubicBezTo>
                    <a:pt x="141039" y="524942"/>
                    <a:pt x="132817" y="530002"/>
                    <a:pt x="127757" y="532531"/>
                  </a:cubicBezTo>
                  <a:cubicBezTo>
                    <a:pt x="125227" y="533796"/>
                    <a:pt x="122697" y="533164"/>
                    <a:pt x="120167" y="531899"/>
                  </a:cubicBezTo>
                  <a:cubicBezTo>
                    <a:pt x="111945" y="526207"/>
                    <a:pt x="90442" y="505968"/>
                    <a:pt x="55024" y="469918"/>
                  </a:cubicBezTo>
                  <a:cubicBezTo>
                    <a:pt x="53127" y="468020"/>
                    <a:pt x="52494" y="464858"/>
                    <a:pt x="53127" y="462328"/>
                  </a:cubicBezTo>
                  <a:cubicBezTo>
                    <a:pt x="54392" y="458533"/>
                    <a:pt x="58186" y="448414"/>
                    <a:pt x="79690" y="411099"/>
                  </a:cubicBezTo>
                  <a:cubicBezTo>
                    <a:pt x="78425" y="407304"/>
                    <a:pt x="75263" y="399715"/>
                    <a:pt x="68938" y="386433"/>
                  </a:cubicBezTo>
                  <a:cubicBezTo>
                    <a:pt x="64511" y="376314"/>
                    <a:pt x="61349" y="366827"/>
                    <a:pt x="59451" y="358605"/>
                  </a:cubicBezTo>
                  <a:cubicBezTo>
                    <a:pt x="52494" y="357340"/>
                    <a:pt x="43640" y="355443"/>
                    <a:pt x="34153" y="352913"/>
                  </a:cubicBezTo>
                  <a:cubicBezTo>
                    <a:pt x="20871" y="349118"/>
                    <a:pt x="11384" y="346588"/>
                    <a:pt x="6325" y="345323"/>
                  </a:cubicBezTo>
                  <a:cubicBezTo>
                    <a:pt x="2530" y="344691"/>
                    <a:pt x="0" y="341528"/>
                    <a:pt x="0" y="337734"/>
                  </a:cubicBezTo>
                  <a:lnTo>
                    <a:pt x="0" y="247292"/>
                  </a:lnTo>
                  <a:cubicBezTo>
                    <a:pt x="0" y="243497"/>
                    <a:pt x="2530" y="240335"/>
                    <a:pt x="6325" y="239702"/>
                  </a:cubicBezTo>
                  <a:cubicBezTo>
                    <a:pt x="10752" y="238437"/>
                    <a:pt x="19606" y="235908"/>
                    <a:pt x="32888" y="232113"/>
                  </a:cubicBezTo>
                  <a:cubicBezTo>
                    <a:pt x="42375" y="229583"/>
                    <a:pt x="50597" y="227053"/>
                    <a:pt x="58186" y="226421"/>
                  </a:cubicBezTo>
                  <a:cubicBezTo>
                    <a:pt x="60716" y="221361"/>
                    <a:pt x="64511" y="213139"/>
                    <a:pt x="69571" y="201122"/>
                  </a:cubicBezTo>
                  <a:cubicBezTo>
                    <a:pt x="73998" y="190370"/>
                    <a:pt x="78425" y="182148"/>
                    <a:pt x="82220" y="175191"/>
                  </a:cubicBezTo>
                  <a:cubicBezTo>
                    <a:pt x="67041" y="146731"/>
                    <a:pt x="58819" y="135346"/>
                    <a:pt x="55024" y="130919"/>
                  </a:cubicBezTo>
                  <a:cubicBezTo>
                    <a:pt x="52494" y="128389"/>
                    <a:pt x="52494" y="123962"/>
                    <a:pt x="54392" y="121432"/>
                  </a:cubicBezTo>
                  <a:cubicBezTo>
                    <a:pt x="60084" y="113210"/>
                    <a:pt x="81587" y="91074"/>
                    <a:pt x="118902" y="54392"/>
                  </a:cubicBezTo>
                  <a:cubicBezTo>
                    <a:pt x="121432" y="51862"/>
                    <a:pt x="124595" y="51229"/>
                    <a:pt x="127757" y="53127"/>
                  </a:cubicBezTo>
                  <a:cubicBezTo>
                    <a:pt x="148628" y="63246"/>
                    <a:pt x="165705" y="72733"/>
                    <a:pt x="177721" y="81587"/>
                  </a:cubicBezTo>
                  <a:cubicBezTo>
                    <a:pt x="207447" y="68938"/>
                    <a:pt x="221361" y="63878"/>
                    <a:pt x="228318" y="61981"/>
                  </a:cubicBezTo>
                  <a:cubicBezTo>
                    <a:pt x="229583" y="57554"/>
                    <a:pt x="231480" y="49964"/>
                    <a:pt x="235275" y="36050"/>
                  </a:cubicBezTo>
                  <a:cubicBezTo>
                    <a:pt x="238437" y="24033"/>
                    <a:pt x="241600" y="13914"/>
                    <a:pt x="243497" y="5692"/>
                  </a:cubicBezTo>
                  <a:cubicBezTo>
                    <a:pt x="244762" y="2530"/>
                    <a:pt x="247292" y="0"/>
                    <a:pt x="251087" y="0"/>
                  </a:cubicBezTo>
                  <a:lnTo>
                    <a:pt x="339631" y="0"/>
                  </a:lnTo>
                  <a:cubicBezTo>
                    <a:pt x="342793" y="0"/>
                    <a:pt x="345956" y="1897"/>
                    <a:pt x="347221" y="5060"/>
                  </a:cubicBezTo>
                  <a:cubicBezTo>
                    <a:pt x="350383" y="13282"/>
                    <a:pt x="355443" y="30991"/>
                    <a:pt x="363664" y="60084"/>
                  </a:cubicBezTo>
                  <a:cubicBezTo>
                    <a:pt x="367459" y="61981"/>
                    <a:pt x="375049" y="64511"/>
                    <a:pt x="388330" y="69571"/>
                  </a:cubicBezTo>
                  <a:cubicBezTo>
                    <a:pt x="399082" y="73365"/>
                    <a:pt x="407304" y="77793"/>
                    <a:pt x="413629" y="81587"/>
                  </a:cubicBezTo>
                  <a:cubicBezTo>
                    <a:pt x="419953" y="79690"/>
                    <a:pt x="426910" y="75895"/>
                    <a:pt x="434500" y="70203"/>
                  </a:cubicBezTo>
                  <a:cubicBezTo>
                    <a:pt x="447149" y="62614"/>
                    <a:pt x="456004" y="57554"/>
                    <a:pt x="461696" y="55024"/>
                  </a:cubicBezTo>
                  <a:cubicBezTo>
                    <a:pt x="464226" y="53759"/>
                    <a:pt x="466755" y="54392"/>
                    <a:pt x="468653" y="55656"/>
                  </a:cubicBezTo>
                  <a:cubicBezTo>
                    <a:pt x="478772" y="61981"/>
                    <a:pt x="490789" y="72100"/>
                    <a:pt x="504071" y="86647"/>
                  </a:cubicBezTo>
                  <a:cubicBezTo>
                    <a:pt x="518617" y="101826"/>
                    <a:pt x="529369" y="111945"/>
                    <a:pt x="535694" y="117005"/>
                  </a:cubicBezTo>
                  <a:cubicBezTo>
                    <a:pt x="538856" y="119535"/>
                    <a:pt x="539488" y="123330"/>
                    <a:pt x="537591" y="127124"/>
                  </a:cubicBezTo>
                  <a:cubicBezTo>
                    <a:pt x="525574" y="149261"/>
                    <a:pt x="516087" y="165705"/>
                    <a:pt x="509130" y="177089"/>
                  </a:cubicBezTo>
                  <a:cubicBezTo>
                    <a:pt x="520515" y="209344"/>
                    <a:pt x="525574" y="223258"/>
                    <a:pt x="527472" y="228951"/>
                  </a:cubicBezTo>
                  <a:cubicBezTo>
                    <a:pt x="535061" y="230215"/>
                    <a:pt x="544548" y="232113"/>
                    <a:pt x="554035" y="235275"/>
                  </a:cubicBezTo>
                  <a:cubicBezTo>
                    <a:pt x="567317" y="239070"/>
                    <a:pt x="576804" y="241600"/>
                    <a:pt x="581863" y="242865"/>
                  </a:cubicBezTo>
                  <a:cubicBezTo>
                    <a:pt x="585658" y="243497"/>
                    <a:pt x="588188" y="246659"/>
                    <a:pt x="588188" y="250454"/>
                  </a:cubicBezTo>
                  <a:lnTo>
                    <a:pt x="588188" y="340263"/>
                  </a:lnTo>
                  <a:cubicBezTo>
                    <a:pt x="588188" y="344058"/>
                    <a:pt x="585658" y="347221"/>
                    <a:pt x="581863" y="347853"/>
                  </a:cubicBezTo>
                  <a:cubicBezTo>
                    <a:pt x="578701" y="348485"/>
                    <a:pt x="571744" y="350383"/>
                    <a:pt x="555300" y="355443"/>
                  </a:cubicBezTo>
                  <a:cubicBezTo>
                    <a:pt x="545813" y="357972"/>
                    <a:pt x="537591" y="360502"/>
                    <a:pt x="530002" y="361767"/>
                  </a:cubicBezTo>
                  <a:cubicBezTo>
                    <a:pt x="528104" y="366194"/>
                    <a:pt x="524309" y="373151"/>
                    <a:pt x="519250" y="387066"/>
                  </a:cubicBezTo>
                  <a:cubicBezTo>
                    <a:pt x="515455" y="398450"/>
                    <a:pt x="511028" y="406672"/>
                    <a:pt x="506600" y="412996"/>
                  </a:cubicBezTo>
                  <a:cubicBezTo>
                    <a:pt x="509130" y="417424"/>
                    <a:pt x="513558" y="424381"/>
                    <a:pt x="518617" y="433868"/>
                  </a:cubicBezTo>
                  <a:cubicBezTo>
                    <a:pt x="524309" y="443987"/>
                    <a:pt x="529369" y="451576"/>
                    <a:pt x="533796" y="457269"/>
                  </a:cubicBezTo>
                  <a:cubicBezTo>
                    <a:pt x="535694" y="459798"/>
                    <a:pt x="536326" y="463593"/>
                    <a:pt x="533796" y="466755"/>
                  </a:cubicBezTo>
                  <a:cubicBezTo>
                    <a:pt x="528104" y="474977"/>
                    <a:pt x="507233" y="497114"/>
                    <a:pt x="469285" y="533796"/>
                  </a:cubicBezTo>
                  <a:cubicBezTo>
                    <a:pt x="466755" y="536326"/>
                    <a:pt x="463593" y="536959"/>
                    <a:pt x="460431" y="535061"/>
                  </a:cubicBezTo>
                  <a:cubicBezTo>
                    <a:pt x="443354" y="526839"/>
                    <a:pt x="426910" y="517352"/>
                    <a:pt x="411099" y="506600"/>
                  </a:cubicBezTo>
                  <a:cubicBezTo>
                    <a:pt x="394023" y="516087"/>
                    <a:pt x="376946" y="523044"/>
                    <a:pt x="361135" y="526207"/>
                  </a:cubicBezTo>
                  <a:cubicBezTo>
                    <a:pt x="359237" y="530634"/>
                    <a:pt x="356075" y="538224"/>
                    <a:pt x="353545" y="550873"/>
                  </a:cubicBezTo>
                  <a:cubicBezTo>
                    <a:pt x="349750" y="566684"/>
                    <a:pt x="346588" y="577436"/>
                    <a:pt x="343426" y="583128"/>
                  </a:cubicBezTo>
                  <a:cubicBezTo>
                    <a:pt x="342793" y="586290"/>
                    <a:pt x="339631" y="588188"/>
                    <a:pt x="337101" y="588188"/>
                  </a:cubicBezTo>
                  <a:close/>
                  <a:moveTo>
                    <a:pt x="253616" y="572376"/>
                  </a:moveTo>
                  <a:lnTo>
                    <a:pt x="331409" y="572376"/>
                  </a:lnTo>
                  <a:cubicBezTo>
                    <a:pt x="333306" y="567949"/>
                    <a:pt x="335204" y="560360"/>
                    <a:pt x="338366" y="547710"/>
                  </a:cubicBezTo>
                  <a:cubicBezTo>
                    <a:pt x="341528" y="533164"/>
                    <a:pt x="345323" y="522412"/>
                    <a:pt x="349750" y="515455"/>
                  </a:cubicBezTo>
                  <a:cubicBezTo>
                    <a:pt x="351015" y="513558"/>
                    <a:pt x="352913" y="512293"/>
                    <a:pt x="354810" y="511660"/>
                  </a:cubicBezTo>
                  <a:cubicBezTo>
                    <a:pt x="371254" y="508498"/>
                    <a:pt x="388963" y="501541"/>
                    <a:pt x="407937" y="490789"/>
                  </a:cubicBezTo>
                  <a:cubicBezTo>
                    <a:pt x="410467" y="489524"/>
                    <a:pt x="413629" y="489524"/>
                    <a:pt x="416159" y="490789"/>
                  </a:cubicBezTo>
                  <a:cubicBezTo>
                    <a:pt x="431338" y="500908"/>
                    <a:pt x="447149" y="510395"/>
                    <a:pt x="462961" y="517985"/>
                  </a:cubicBezTo>
                  <a:cubicBezTo>
                    <a:pt x="496481" y="485097"/>
                    <a:pt x="511660" y="469285"/>
                    <a:pt x="517985" y="461696"/>
                  </a:cubicBezTo>
                  <a:cubicBezTo>
                    <a:pt x="514190" y="456004"/>
                    <a:pt x="509763" y="449679"/>
                    <a:pt x="505336" y="441457"/>
                  </a:cubicBezTo>
                  <a:cubicBezTo>
                    <a:pt x="495216" y="423116"/>
                    <a:pt x="492054" y="418056"/>
                    <a:pt x="490789" y="416159"/>
                  </a:cubicBezTo>
                  <a:cubicBezTo>
                    <a:pt x="488892" y="412996"/>
                    <a:pt x="489524" y="409202"/>
                    <a:pt x="492054" y="406672"/>
                  </a:cubicBezTo>
                  <a:cubicBezTo>
                    <a:pt x="495216" y="403509"/>
                    <a:pt x="499643" y="396552"/>
                    <a:pt x="505336" y="381373"/>
                  </a:cubicBezTo>
                  <a:cubicBezTo>
                    <a:pt x="511028" y="365562"/>
                    <a:pt x="515455" y="355443"/>
                    <a:pt x="518617" y="350383"/>
                  </a:cubicBezTo>
                  <a:cubicBezTo>
                    <a:pt x="519882" y="348485"/>
                    <a:pt x="521779" y="347221"/>
                    <a:pt x="524309" y="346588"/>
                  </a:cubicBezTo>
                  <a:cubicBezTo>
                    <a:pt x="531899" y="345323"/>
                    <a:pt x="540753" y="343426"/>
                    <a:pt x="551505" y="340263"/>
                  </a:cubicBezTo>
                  <a:cubicBezTo>
                    <a:pt x="560360" y="337734"/>
                    <a:pt x="567949" y="335836"/>
                    <a:pt x="573009" y="333939"/>
                  </a:cubicBezTo>
                  <a:lnTo>
                    <a:pt x="573009" y="256146"/>
                  </a:lnTo>
                  <a:cubicBezTo>
                    <a:pt x="567317" y="254881"/>
                    <a:pt x="559727" y="252984"/>
                    <a:pt x="550240" y="249822"/>
                  </a:cubicBezTo>
                  <a:cubicBezTo>
                    <a:pt x="540121" y="246659"/>
                    <a:pt x="531899" y="244762"/>
                    <a:pt x="524309" y="244130"/>
                  </a:cubicBezTo>
                  <a:cubicBezTo>
                    <a:pt x="516720" y="246027"/>
                    <a:pt x="516720" y="245394"/>
                    <a:pt x="493319" y="178354"/>
                  </a:cubicBezTo>
                  <a:cubicBezTo>
                    <a:pt x="492054" y="175824"/>
                    <a:pt x="492054" y="173294"/>
                    <a:pt x="493319" y="171397"/>
                  </a:cubicBezTo>
                  <a:cubicBezTo>
                    <a:pt x="499643" y="161910"/>
                    <a:pt x="508498" y="146731"/>
                    <a:pt x="520515" y="125227"/>
                  </a:cubicBezTo>
                  <a:cubicBezTo>
                    <a:pt x="513558" y="118902"/>
                    <a:pt x="504703" y="110048"/>
                    <a:pt x="492054" y="97399"/>
                  </a:cubicBezTo>
                  <a:cubicBezTo>
                    <a:pt x="481302" y="86015"/>
                    <a:pt x="471815" y="77160"/>
                    <a:pt x="463593" y="71468"/>
                  </a:cubicBezTo>
                  <a:cubicBezTo>
                    <a:pt x="458533" y="73998"/>
                    <a:pt x="451576" y="77793"/>
                    <a:pt x="442722" y="83485"/>
                  </a:cubicBezTo>
                  <a:cubicBezTo>
                    <a:pt x="431970" y="90442"/>
                    <a:pt x="422483" y="95501"/>
                    <a:pt x="413629" y="97399"/>
                  </a:cubicBezTo>
                  <a:cubicBezTo>
                    <a:pt x="411099" y="98031"/>
                    <a:pt x="408569" y="97399"/>
                    <a:pt x="406672" y="96134"/>
                  </a:cubicBezTo>
                  <a:cubicBezTo>
                    <a:pt x="401612" y="92339"/>
                    <a:pt x="392758" y="87912"/>
                    <a:pt x="382006" y="83485"/>
                  </a:cubicBezTo>
                  <a:cubicBezTo>
                    <a:pt x="366194" y="77793"/>
                    <a:pt x="356707" y="73998"/>
                    <a:pt x="352913" y="72100"/>
                  </a:cubicBezTo>
                  <a:cubicBezTo>
                    <a:pt x="351015" y="70836"/>
                    <a:pt x="349118" y="68938"/>
                    <a:pt x="348485" y="67041"/>
                  </a:cubicBezTo>
                  <a:cubicBezTo>
                    <a:pt x="342161" y="41742"/>
                    <a:pt x="337101" y="24666"/>
                    <a:pt x="333939" y="15179"/>
                  </a:cubicBezTo>
                  <a:lnTo>
                    <a:pt x="257411" y="15179"/>
                  </a:lnTo>
                  <a:cubicBezTo>
                    <a:pt x="255514" y="22136"/>
                    <a:pt x="252984" y="29726"/>
                    <a:pt x="250454" y="39213"/>
                  </a:cubicBezTo>
                  <a:cubicBezTo>
                    <a:pt x="246027" y="56289"/>
                    <a:pt x="242865" y="66408"/>
                    <a:pt x="242232" y="70203"/>
                  </a:cubicBezTo>
                  <a:cubicBezTo>
                    <a:pt x="240967" y="73365"/>
                    <a:pt x="238437" y="75895"/>
                    <a:pt x="235275" y="75895"/>
                  </a:cubicBezTo>
                  <a:cubicBezTo>
                    <a:pt x="233378" y="75895"/>
                    <a:pt x="224523" y="77793"/>
                    <a:pt x="180251" y="97399"/>
                  </a:cubicBezTo>
                  <a:cubicBezTo>
                    <a:pt x="177721" y="98664"/>
                    <a:pt x="174559" y="98031"/>
                    <a:pt x="172029" y="96766"/>
                  </a:cubicBezTo>
                  <a:cubicBezTo>
                    <a:pt x="161277" y="88544"/>
                    <a:pt x="145466" y="79690"/>
                    <a:pt x="125860" y="69571"/>
                  </a:cubicBezTo>
                  <a:cubicBezTo>
                    <a:pt x="92339" y="102459"/>
                    <a:pt x="77160" y="118270"/>
                    <a:pt x="70836" y="125860"/>
                  </a:cubicBezTo>
                  <a:cubicBezTo>
                    <a:pt x="77793" y="134714"/>
                    <a:pt x="86647" y="149893"/>
                    <a:pt x="98031" y="172029"/>
                  </a:cubicBezTo>
                  <a:cubicBezTo>
                    <a:pt x="99296" y="174559"/>
                    <a:pt x="99296" y="177721"/>
                    <a:pt x="97399" y="180251"/>
                  </a:cubicBezTo>
                  <a:cubicBezTo>
                    <a:pt x="93604" y="185943"/>
                    <a:pt x="88544" y="194798"/>
                    <a:pt x="83485" y="207447"/>
                  </a:cubicBezTo>
                  <a:cubicBezTo>
                    <a:pt x="77160" y="222626"/>
                    <a:pt x="72733" y="232113"/>
                    <a:pt x="69571" y="237173"/>
                  </a:cubicBezTo>
                  <a:cubicBezTo>
                    <a:pt x="68306" y="239070"/>
                    <a:pt x="66408" y="240967"/>
                    <a:pt x="63878" y="240967"/>
                  </a:cubicBezTo>
                  <a:cubicBezTo>
                    <a:pt x="56289" y="242232"/>
                    <a:pt x="47435" y="244130"/>
                    <a:pt x="36683" y="247292"/>
                  </a:cubicBezTo>
                  <a:cubicBezTo>
                    <a:pt x="27196" y="249822"/>
                    <a:pt x="20239" y="252352"/>
                    <a:pt x="15179" y="253616"/>
                  </a:cubicBezTo>
                  <a:lnTo>
                    <a:pt x="15179" y="332041"/>
                  </a:lnTo>
                  <a:cubicBezTo>
                    <a:pt x="20871" y="333306"/>
                    <a:pt x="28461" y="335204"/>
                    <a:pt x="37948" y="338366"/>
                  </a:cubicBezTo>
                  <a:cubicBezTo>
                    <a:pt x="49332" y="341528"/>
                    <a:pt x="58819" y="343426"/>
                    <a:pt x="66408" y="344691"/>
                  </a:cubicBezTo>
                  <a:cubicBezTo>
                    <a:pt x="70203" y="345323"/>
                    <a:pt x="72733" y="347853"/>
                    <a:pt x="73365" y="351648"/>
                  </a:cubicBezTo>
                  <a:cubicBezTo>
                    <a:pt x="74630" y="360502"/>
                    <a:pt x="77793" y="369989"/>
                    <a:pt x="82220" y="381373"/>
                  </a:cubicBezTo>
                  <a:cubicBezTo>
                    <a:pt x="92339" y="402877"/>
                    <a:pt x="94237" y="408569"/>
                    <a:pt x="94869" y="410467"/>
                  </a:cubicBezTo>
                  <a:cubicBezTo>
                    <a:pt x="95501" y="412364"/>
                    <a:pt x="95501" y="414894"/>
                    <a:pt x="94237" y="416791"/>
                  </a:cubicBezTo>
                  <a:cubicBezTo>
                    <a:pt x="78425" y="444619"/>
                    <a:pt x="71468" y="457269"/>
                    <a:pt x="68938" y="462961"/>
                  </a:cubicBezTo>
                  <a:cubicBezTo>
                    <a:pt x="101826" y="496481"/>
                    <a:pt x="117005" y="510395"/>
                    <a:pt x="124595" y="516087"/>
                  </a:cubicBezTo>
                  <a:cubicBezTo>
                    <a:pt x="129022" y="513558"/>
                    <a:pt x="135979" y="509763"/>
                    <a:pt x="144833" y="504071"/>
                  </a:cubicBezTo>
                  <a:cubicBezTo>
                    <a:pt x="156218" y="497114"/>
                    <a:pt x="165705" y="492686"/>
                    <a:pt x="173927" y="490156"/>
                  </a:cubicBezTo>
                  <a:cubicBezTo>
                    <a:pt x="176456" y="489524"/>
                    <a:pt x="178986" y="489524"/>
                    <a:pt x="180884" y="491421"/>
                  </a:cubicBezTo>
                  <a:cubicBezTo>
                    <a:pt x="182148" y="492054"/>
                    <a:pt x="191003" y="496481"/>
                    <a:pt x="234643" y="515455"/>
                  </a:cubicBezTo>
                  <a:cubicBezTo>
                    <a:pt x="236540" y="516087"/>
                    <a:pt x="237805" y="517985"/>
                    <a:pt x="239070" y="519882"/>
                  </a:cubicBezTo>
                  <a:cubicBezTo>
                    <a:pt x="241600" y="525574"/>
                    <a:pt x="244130" y="535694"/>
                    <a:pt x="247292" y="550240"/>
                  </a:cubicBezTo>
                  <a:cubicBezTo>
                    <a:pt x="249822" y="559095"/>
                    <a:pt x="251719" y="566684"/>
                    <a:pt x="253616" y="572376"/>
                  </a:cubicBezTo>
                  <a:close/>
                </a:path>
              </a:pathLst>
            </a:custGeom>
            <a:grpFill/>
            <a:ln w="6271" cap="flat">
              <a:noFill/>
              <a:prstDash val="solid"/>
              <a:miter/>
            </a:ln>
          </p:spPr>
          <p:txBody>
            <a:bodyPr rtlCol="0" anchor="ctr"/>
            <a:lstStyle/>
            <a:p>
              <a:endParaRPr lang="en-US"/>
            </a:p>
          </p:txBody>
        </p:sp>
      </p:grpSp>
    </p:spTree>
    <p:extLst>
      <p:ext uri="{BB962C8B-B14F-4D97-AF65-F5344CB8AC3E}">
        <p14:creationId xmlns:p14="http://schemas.microsoft.com/office/powerpoint/2010/main" val="23369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dec="http://schemas.microsoft.com/office/drawing/2017/decorative" xmlns:a16="http://schemas.microsoft.com/office/drawing/2014/main" xmlns="">
      <p:transition spd="med">
        <p:fade/>
      </p:transition>
    </mc:Fallback>
  </mc:AlternateContent>
</p:sldLayout>
</file>

<file path=ppt/slideLayouts/slideLayout88.xml><?xml version="1.0" encoding="utf-8"?>
<p:sldLayout xmlns:a="http://schemas.openxmlformats.org/drawingml/2006/main" xmlns:r="http://schemas.openxmlformats.org/officeDocument/2006/relationships" xmlns:p="http://schemas.openxmlformats.org/presentationml/2006/main" showMasterSp="0" preserve="1" userDrawn="1">
  <p:cSld name="Section - Lifecycl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9107" y="938794"/>
            <a:ext cx="6587869" cy="1229360"/>
          </a:xfrm>
        </p:spPr>
        <p:txBody>
          <a:bodyPr wrap="square" anchor="b"/>
          <a:lstStyle>
            <a:lvl1pPr algn="l">
              <a:defRPr sz="3600" b="0" cap="none" baseline="0">
                <a:solidFill>
                  <a:schemeClr val="accent2"/>
                </a:solidFill>
              </a:defRPr>
            </a:lvl1pPr>
          </a:lstStyle>
          <a:p>
            <a:r>
              <a:rPr lang="en-US" dirty="0"/>
              <a:t>Section Title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574010" cy="700882"/>
          </a:xfrm>
        </p:spPr>
        <p:txBody>
          <a:bodyPr/>
          <a:lstStyle>
            <a:lvl1pPr marL="0" indent="0" algn="l">
              <a:buNone/>
              <a:defRPr sz="2400">
                <a:solidFill>
                  <a:schemeClr val="bg2">
                    <a:lumMod val="2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
        <p:nvSpPr>
          <p:cNvPr id="3" name="Parallelogram 2">
            <a:extLst>
              <a:ext uri="{FF2B5EF4-FFF2-40B4-BE49-F238E27FC236}">
                <a16:creationId xmlns:a16="http://schemas.microsoft.com/office/drawing/2014/main" id="{C4CA6643-154D-E531-5DE2-43DD0C31365B}"/>
              </a:ext>
            </a:extLst>
          </p:cNvPr>
          <p:cNvSpPr/>
          <p:nvPr userDrawn="1"/>
        </p:nvSpPr>
        <p:spPr>
          <a:xfrm>
            <a:off x="5406003" y="-1"/>
            <a:ext cx="13664885" cy="6858001"/>
          </a:xfrm>
          <a:prstGeom prst="parallelogram">
            <a:avLst>
              <a:gd name="adj" fmla="val 100124"/>
            </a:avLst>
          </a:prstGeom>
          <a:gradFill flip="none" rotWithShape="1">
            <a:gsLst>
              <a:gs pos="35000">
                <a:schemeClr val="accent3"/>
              </a:gs>
              <a:gs pos="100000">
                <a:schemeClr val="accent1">
                  <a:alpha val="66000"/>
                </a:schemeClr>
              </a:gs>
            </a:gsLst>
            <a:lin ang="18900000" scaled="1"/>
            <a:tileRect/>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4" name="Parallelogram 3">
            <a:extLst>
              <a:ext uri="{FF2B5EF4-FFF2-40B4-BE49-F238E27FC236}">
                <a16:creationId xmlns:a16="http://schemas.microsoft.com/office/drawing/2014/main" id="{0AEBF18F-0382-E5BD-7665-01E7D65F96E0}"/>
              </a:ext>
            </a:extLst>
          </p:cNvPr>
          <p:cNvSpPr/>
          <p:nvPr userDrawn="1"/>
        </p:nvSpPr>
        <p:spPr>
          <a:xfrm>
            <a:off x="1840256" y="-1"/>
            <a:ext cx="12934077" cy="6470788"/>
          </a:xfrm>
          <a:prstGeom prst="parallelogram">
            <a:avLst>
              <a:gd name="adj" fmla="val 100124"/>
            </a:avLst>
          </a:prstGeom>
          <a:gradFill flip="none" rotWithShape="1">
            <a:gsLst>
              <a:gs pos="0">
                <a:schemeClr val="accent3">
                  <a:alpha val="18000"/>
                </a:schemeClr>
              </a:gs>
              <a:gs pos="73000">
                <a:schemeClr val="accent1">
                  <a:alpha val="0"/>
                </a:schemeClr>
              </a:gs>
            </a:gsLst>
            <a:lin ang="8100000" scaled="1"/>
            <a:tileRect/>
          </a:gra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5" name="Graphic 133">
            <a:extLst>
              <a:ext uri="{FF2B5EF4-FFF2-40B4-BE49-F238E27FC236}">
                <a16:creationId xmlns:a16="http://schemas.microsoft.com/office/drawing/2014/main" id="{6EE6DDD2-41BC-331F-3A5D-D90B113D069C}"/>
              </a:ext>
            </a:extLst>
          </p:cNvPr>
          <p:cNvGrpSpPr/>
          <p:nvPr userDrawn="1"/>
        </p:nvGrpSpPr>
        <p:grpSpPr>
          <a:xfrm rot="5400000">
            <a:off x="6771789" y="816814"/>
            <a:ext cx="993032" cy="1949868"/>
            <a:chOff x="7819347" y="302010"/>
            <a:chExt cx="1311782" cy="2575749"/>
          </a:xfrm>
          <a:noFill/>
        </p:grpSpPr>
        <p:sp>
          <p:nvSpPr>
            <p:cNvPr id="6" name="Freeform: Shape 13">
              <a:extLst>
                <a:ext uri="{FF2B5EF4-FFF2-40B4-BE49-F238E27FC236}">
                  <a16:creationId xmlns:a16="http://schemas.microsoft.com/office/drawing/2014/main" id="{B64642D8-AC04-719D-048D-23C99D3B84B1}"/>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7" name="Freeform: Shape 14">
              <a:extLst>
                <a:ext uri="{FF2B5EF4-FFF2-40B4-BE49-F238E27FC236}">
                  <a16:creationId xmlns:a16="http://schemas.microsoft.com/office/drawing/2014/main" id="{B66E871D-3A5F-DA5D-6C7B-ED80D11FF3CB}"/>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8" name="Freeform: Shape 15">
              <a:extLst>
                <a:ext uri="{FF2B5EF4-FFF2-40B4-BE49-F238E27FC236}">
                  <a16:creationId xmlns:a16="http://schemas.microsoft.com/office/drawing/2014/main" id="{7B0EABD1-4FF3-3F17-9FB6-900D79A0A5FA}"/>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9" name="Freeform: Shape 16">
              <a:extLst>
                <a:ext uri="{FF2B5EF4-FFF2-40B4-BE49-F238E27FC236}">
                  <a16:creationId xmlns:a16="http://schemas.microsoft.com/office/drawing/2014/main" id="{07B3CA37-086B-9666-35EA-CC31309667DC}"/>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0" name="Freeform: Shape 17">
              <a:extLst>
                <a:ext uri="{FF2B5EF4-FFF2-40B4-BE49-F238E27FC236}">
                  <a16:creationId xmlns:a16="http://schemas.microsoft.com/office/drawing/2014/main" id="{73DE4EC7-EC97-A0E0-4199-100CD748B105}"/>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11" name="Graphic 143">
            <a:extLst>
              <a:ext uri="{FF2B5EF4-FFF2-40B4-BE49-F238E27FC236}">
                <a16:creationId xmlns:a16="http://schemas.microsoft.com/office/drawing/2014/main" id="{05180DF3-8E0F-CE72-5825-2E3776530FA3}"/>
              </a:ext>
            </a:extLst>
          </p:cNvPr>
          <p:cNvSpPr/>
          <p:nvPr userDrawn="1"/>
        </p:nvSpPr>
        <p:spPr>
          <a:xfrm>
            <a:off x="4130978" y="4499933"/>
            <a:ext cx="2421204" cy="666750"/>
          </a:xfrm>
          <a:custGeom>
            <a:avLst/>
            <a:gdLst>
              <a:gd name="connsiteX0" fmla="*/ 482061 w 600651"/>
              <a:gd name="connsiteY0" fmla="*/ 38962 h 165407"/>
              <a:gd name="connsiteX1" fmla="*/ 398886 w 600651"/>
              <a:gd name="connsiteY1" fmla="*/ 75298 h 165407"/>
              <a:gd name="connsiteX2" fmla="*/ 268849 w 600651"/>
              <a:gd name="connsiteY2" fmla="*/ 0 h 165407"/>
              <a:gd name="connsiteX3" fmla="*/ 118927 w 600651"/>
              <a:gd name="connsiteY3" fmla="*/ 122878 h 165407"/>
              <a:gd name="connsiteX4" fmla="*/ 66185 w 600651"/>
              <a:gd name="connsiteY4" fmla="*/ 94823 h 165407"/>
              <a:gd name="connsiteX5" fmla="*/ 0 w 600651"/>
              <a:gd name="connsiteY5" fmla="*/ 165408 h 165407"/>
              <a:gd name="connsiteX6" fmla="*/ 600652 w 600651"/>
              <a:gd name="connsiteY6" fmla="*/ 165408 h 165407"/>
              <a:gd name="connsiteX7" fmla="*/ 482061 w 600651"/>
              <a:gd name="connsiteY7" fmla="*/ 38939 h 1654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651" h="165407">
                <a:moveTo>
                  <a:pt x="482061" y="38962"/>
                </a:moveTo>
                <a:cubicBezTo>
                  <a:pt x="449653" y="38962"/>
                  <a:pt x="420297" y="52832"/>
                  <a:pt x="398886" y="75298"/>
                </a:cubicBezTo>
                <a:cubicBezTo>
                  <a:pt x="371236" y="29984"/>
                  <a:pt x="323341" y="0"/>
                  <a:pt x="268849" y="0"/>
                </a:cubicBezTo>
                <a:cubicBezTo>
                  <a:pt x="196963" y="0"/>
                  <a:pt x="136523" y="52136"/>
                  <a:pt x="118927" y="122878"/>
                </a:cubicBezTo>
                <a:cubicBezTo>
                  <a:pt x="106853" y="105865"/>
                  <a:pt x="87754" y="94823"/>
                  <a:pt x="66185" y="94823"/>
                </a:cubicBezTo>
                <a:cubicBezTo>
                  <a:pt x="29625" y="94823"/>
                  <a:pt x="0" y="126446"/>
                  <a:pt x="0" y="165408"/>
                </a:cubicBezTo>
                <a:lnTo>
                  <a:pt x="600652" y="165408"/>
                </a:lnTo>
                <a:cubicBezTo>
                  <a:pt x="600652" y="95564"/>
                  <a:pt x="547551" y="38939"/>
                  <a:pt x="482061" y="38939"/>
                </a:cubicBezTo>
                <a:close/>
              </a:path>
            </a:pathLst>
          </a:custGeom>
          <a:solidFill>
            <a:schemeClr val="accent3">
              <a:alpha val="13000"/>
            </a:schemeClr>
          </a:soli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pic>
        <p:nvPicPr>
          <p:cNvPr id="12" name="Graphic 11">
            <a:extLst>
              <a:ext uri="{FF2B5EF4-FFF2-40B4-BE49-F238E27FC236}">
                <a16:creationId xmlns:a16="http://schemas.microsoft.com/office/drawing/2014/main" id="{7F35FA26-1E68-BAB5-194B-F9FBD15B60FA}"/>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979191" y="2319345"/>
            <a:ext cx="3124591" cy="1207366"/>
          </a:xfrm>
          <a:prstGeom prst="rect">
            <a:avLst/>
          </a:prstGeom>
        </p:spPr>
      </p:pic>
      <p:grpSp>
        <p:nvGrpSpPr>
          <p:cNvPr id="13" name="Graphic 133">
            <a:extLst>
              <a:ext uri="{FF2B5EF4-FFF2-40B4-BE49-F238E27FC236}">
                <a16:creationId xmlns:a16="http://schemas.microsoft.com/office/drawing/2014/main" id="{78C6DDE1-E6E5-8ED3-1D06-F85474354626}"/>
              </a:ext>
            </a:extLst>
          </p:cNvPr>
          <p:cNvGrpSpPr/>
          <p:nvPr userDrawn="1"/>
        </p:nvGrpSpPr>
        <p:grpSpPr>
          <a:xfrm rot="5400000">
            <a:off x="9360519" y="3679453"/>
            <a:ext cx="747561" cy="1467875"/>
            <a:chOff x="7819347" y="302010"/>
            <a:chExt cx="1311782" cy="2575749"/>
          </a:xfrm>
          <a:noFill/>
        </p:grpSpPr>
        <p:sp>
          <p:nvSpPr>
            <p:cNvPr id="14" name="Freeform: Shape 232">
              <a:extLst>
                <a:ext uri="{FF2B5EF4-FFF2-40B4-BE49-F238E27FC236}">
                  <a16:creationId xmlns:a16="http://schemas.microsoft.com/office/drawing/2014/main" id="{D9EC97D7-1DEA-7862-9450-8EB7178E1EBB}"/>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6" name="Freeform: Shape 233">
              <a:extLst>
                <a:ext uri="{FF2B5EF4-FFF2-40B4-BE49-F238E27FC236}">
                  <a16:creationId xmlns:a16="http://schemas.microsoft.com/office/drawing/2014/main" id="{0295306C-DA58-1259-849A-913F4C5D971D}"/>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7" name="Freeform: Shape 234">
              <a:extLst>
                <a:ext uri="{FF2B5EF4-FFF2-40B4-BE49-F238E27FC236}">
                  <a16:creationId xmlns:a16="http://schemas.microsoft.com/office/drawing/2014/main" id="{0FC7C686-8726-4370-2DF0-AFE6E572F032}"/>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8" name="Freeform: Shape 235">
              <a:extLst>
                <a:ext uri="{FF2B5EF4-FFF2-40B4-BE49-F238E27FC236}">
                  <a16:creationId xmlns:a16="http://schemas.microsoft.com/office/drawing/2014/main" id="{3246215E-FB3A-481F-0DA1-4FF36B77D4EC}"/>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9" name="Freeform: Shape 236">
              <a:extLst>
                <a:ext uri="{FF2B5EF4-FFF2-40B4-BE49-F238E27FC236}">
                  <a16:creationId xmlns:a16="http://schemas.microsoft.com/office/drawing/2014/main" id="{1D969BCD-5997-9CA5-F71D-0B3D92A7A336}"/>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20" name="Freeform: Shape 265">
            <a:extLst>
              <a:ext uri="{FF2B5EF4-FFF2-40B4-BE49-F238E27FC236}">
                <a16:creationId xmlns:a16="http://schemas.microsoft.com/office/drawing/2014/main" id="{89DFAFDF-B10E-B7B7-BD66-0FB5A53E82B7}"/>
              </a:ext>
            </a:extLst>
          </p:cNvPr>
          <p:cNvSpPr/>
          <p:nvPr userDrawn="1"/>
        </p:nvSpPr>
        <p:spPr>
          <a:xfrm>
            <a:off x="11119385" y="4173017"/>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1" name="Freeform: Shape 269">
            <a:extLst>
              <a:ext uri="{FF2B5EF4-FFF2-40B4-BE49-F238E27FC236}">
                <a16:creationId xmlns:a16="http://schemas.microsoft.com/office/drawing/2014/main" id="{EAD4972A-2487-9887-CC7E-860F6E549AED}"/>
              </a:ext>
            </a:extLst>
          </p:cNvPr>
          <p:cNvSpPr/>
          <p:nvPr userDrawn="1"/>
        </p:nvSpPr>
        <p:spPr>
          <a:xfrm>
            <a:off x="6195382" y="4307691"/>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2" name="Freeform: Shape 285">
            <a:extLst>
              <a:ext uri="{FF2B5EF4-FFF2-40B4-BE49-F238E27FC236}">
                <a16:creationId xmlns:a16="http://schemas.microsoft.com/office/drawing/2014/main" id="{0ACAE36C-7901-4B2B-198B-AF5ADFFB6A7B}"/>
              </a:ext>
            </a:extLst>
          </p:cNvPr>
          <p:cNvSpPr/>
          <p:nvPr userDrawn="1"/>
        </p:nvSpPr>
        <p:spPr>
          <a:xfrm>
            <a:off x="8709950" y="5303803"/>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3" name="Freeform: Shape 286">
            <a:extLst>
              <a:ext uri="{FF2B5EF4-FFF2-40B4-BE49-F238E27FC236}">
                <a16:creationId xmlns:a16="http://schemas.microsoft.com/office/drawing/2014/main" id="{4EE75C1D-85B2-8569-4667-24C06318FFBE}"/>
              </a:ext>
            </a:extLst>
          </p:cNvPr>
          <p:cNvSpPr/>
          <p:nvPr userDrawn="1"/>
        </p:nvSpPr>
        <p:spPr>
          <a:xfrm>
            <a:off x="9116688" y="501008"/>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4" name="Oval 23">
            <a:extLst>
              <a:ext uri="{FF2B5EF4-FFF2-40B4-BE49-F238E27FC236}">
                <a16:creationId xmlns:a16="http://schemas.microsoft.com/office/drawing/2014/main" id="{F7ABE287-5B33-5029-CCE6-CE0785A816E5}"/>
              </a:ext>
            </a:extLst>
          </p:cNvPr>
          <p:cNvSpPr/>
          <p:nvPr userDrawn="1"/>
        </p:nvSpPr>
        <p:spPr>
          <a:xfrm flipV="1">
            <a:off x="6354876" y="1852997"/>
            <a:ext cx="3152006" cy="3152006"/>
          </a:xfrm>
          <a:prstGeom prst="ellipse">
            <a:avLst/>
          </a:prstGeom>
          <a:solidFill>
            <a:schemeClr val="bg1"/>
          </a:solidFill>
          <a:ln w="50800">
            <a:solidFill>
              <a:schemeClr val="accent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25" name="Freeform: Shape 298">
            <a:extLst>
              <a:ext uri="{FF2B5EF4-FFF2-40B4-BE49-F238E27FC236}">
                <a16:creationId xmlns:a16="http://schemas.microsoft.com/office/drawing/2014/main" id="{C456017F-9DDE-563F-45AB-C9AB3A1FD08D}"/>
              </a:ext>
            </a:extLst>
          </p:cNvPr>
          <p:cNvSpPr/>
          <p:nvPr userDrawn="1"/>
        </p:nvSpPr>
        <p:spPr>
          <a:xfrm>
            <a:off x="5406003" y="4429286"/>
            <a:ext cx="2921280" cy="1192670"/>
          </a:xfrm>
          <a:custGeom>
            <a:avLst/>
            <a:gdLst>
              <a:gd name="connsiteX0" fmla="*/ 2797989 w 3387980"/>
              <a:gd name="connsiteY0" fmla="*/ 793219 h 1383210"/>
              <a:gd name="connsiteX1" fmla="*/ 2614092 w 3387980"/>
              <a:gd name="connsiteY1" fmla="*/ 822614 h 1383210"/>
              <a:gd name="connsiteX2" fmla="*/ 1697357 w 3387980"/>
              <a:gd name="connsiteY2" fmla="*/ 0 h 1383210"/>
              <a:gd name="connsiteX3" fmla="*/ 798795 w 3387980"/>
              <a:gd name="connsiteY3" fmla="*/ 714810 h 1383210"/>
              <a:gd name="connsiteX4" fmla="*/ 668546 w 3387980"/>
              <a:gd name="connsiteY4" fmla="*/ 714665 h 1383210"/>
              <a:gd name="connsiteX5" fmla="*/ 0 w 3387980"/>
              <a:gd name="connsiteY5" fmla="*/ 1383211 h 1383210"/>
              <a:gd name="connsiteX6" fmla="*/ 3387981 w 3387980"/>
              <a:gd name="connsiteY6" fmla="*/ 1383211 h 1383210"/>
              <a:gd name="connsiteX7" fmla="*/ 2797989 w 3387980"/>
              <a:gd name="connsiteY7" fmla="*/ 793219 h 1383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387980" h="1383210">
                <a:moveTo>
                  <a:pt x="2797989" y="793219"/>
                </a:moveTo>
                <a:cubicBezTo>
                  <a:pt x="2733770" y="793219"/>
                  <a:pt x="2671940" y="803573"/>
                  <a:pt x="2614092" y="822614"/>
                </a:cubicBezTo>
                <a:cubicBezTo>
                  <a:pt x="2564425" y="360192"/>
                  <a:pt x="2172956" y="0"/>
                  <a:pt x="1697357" y="0"/>
                </a:cubicBezTo>
                <a:cubicBezTo>
                  <a:pt x="1259406" y="0"/>
                  <a:pt x="892915" y="305385"/>
                  <a:pt x="798795" y="714810"/>
                </a:cubicBezTo>
                <a:lnTo>
                  <a:pt x="668546" y="714665"/>
                </a:lnTo>
                <a:cubicBezTo>
                  <a:pt x="299304" y="714737"/>
                  <a:pt x="0" y="1014041"/>
                  <a:pt x="0" y="1383211"/>
                </a:cubicBezTo>
                <a:lnTo>
                  <a:pt x="3387981" y="1383211"/>
                </a:lnTo>
                <a:cubicBezTo>
                  <a:pt x="3387981" y="1057336"/>
                  <a:pt x="3123864" y="793219"/>
                  <a:pt x="2797989" y="793219"/>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pic>
        <p:nvPicPr>
          <p:cNvPr id="26" name="Graphic 25">
            <a:extLst>
              <a:ext uri="{FF2B5EF4-FFF2-40B4-BE49-F238E27FC236}">
                <a16:creationId xmlns:a16="http://schemas.microsoft.com/office/drawing/2014/main" id="{F5640F75-9028-4AF6-193F-A1B14B777C2D}"/>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8387932" y="943899"/>
            <a:ext cx="728756" cy="613080"/>
          </a:xfrm>
          <a:prstGeom prst="rect">
            <a:avLst/>
          </a:prstGeom>
        </p:spPr>
      </p:pic>
      <p:pic>
        <p:nvPicPr>
          <p:cNvPr id="27" name="Graphic 26">
            <a:extLst>
              <a:ext uri="{FF2B5EF4-FFF2-40B4-BE49-F238E27FC236}">
                <a16:creationId xmlns:a16="http://schemas.microsoft.com/office/drawing/2014/main" id="{839E5DF7-0685-7776-4205-7852314A0A7D}"/>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10528299" y="1210110"/>
            <a:ext cx="676189" cy="676189"/>
          </a:xfrm>
          <a:prstGeom prst="rect">
            <a:avLst/>
          </a:prstGeom>
        </p:spPr>
      </p:pic>
      <p:pic>
        <p:nvPicPr>
          <p:cNvPr id="28" name="Graphic 27">
            <a:extLst>
              <a:ext uri="{FF2B5EF4-FFF2-40B4-BE49-F238E27FC236}">
                <a16:creationId xmlns:a16="http://schemas.microsoft.com/office/drawing/2014/main" id="{3E5AAE3F-E4D1-4A09-188D-324E0E9130F9}"/>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10320444" y="3815728"/>
            <a:ext cx="542250" cy="542250"/>
          </a:xfrm>
          <a:prstGeom prst="rect">
            <a:avLst/>
          </a:prstGeom>
        </p:spPr>
      </p:pic>
      <p:grpSp>
        <p:nvGrpSpPr>
          <p:cNvPr id="29" name="Graphic 133">
            <a:extLst>
              <a:ext uri="{FF2B5EF4-FFF2-40B4-BE49-F238E27FC236}">
                <a16:creationId xmlns:a16="http://schemas.microsoft.com/office/drawing/2014/main" id="{B79F0FBD-1720-7531-685D-3ABEC2A2C8E3}"/>
              </a:ext>
            </a:extLst>
          </p:cNvPr>
          <p:cNvGrpSpPr/>
          <p:nvPr userDrawn="1"/>
        </p:nvGrpSpPr>
        <p:grpSpPr>
          <a:xfrm>
            <a:off x="9571634" y="5166683"/>
            <a:ext cx="845544" cy="920851"/>
            <a:chOff x="8799755" y="943899"/>
            <a:chExt cx="839533" cy="914304"/>
          </a:xfrm>
          <a:noFill/>
        </p:grpSpPr>
        <p:sp>
          <p:nvSpPr>
            <p:cNvPr id="30" name="Freeform: Shape 8">
              <a:extLst>
                <a:ext uri="{FF2B5EF4-FFF2-40B4-BE49-F238E27FC236}">
                  <a16:creationId xmlns:a16="http://schemas.microsoft.com/office/drawing/2014/main" id="{C83770EA-0529-FFD1-B723-2952286486D0}"/>
                </a:ext>
              </a:extLst>
            </p:cNvPr>
            <p:cNvSpPr/>
            <p:nvPr/>
          </p:nvSpPr>
          <p:spPr>
            <a:xfrm>
              <a:off x="8799755" y="943899"/>
              <a:ext cx="839533" cy="914304"/>
            </a:xfrm>
            <a:custGeom>
              <a:avLst/>
              <a:gdLst>
                <a:gd name="connsiteX0" fmla="*/ 419767 w 839533"/>
                <a:gd name="connsiteY0" fmla="*/ 914305 h 914304"/>
                <a:gd name="connsiteX1" fmla="*/ 415576 w 839533"/>
                <a:gd name="connsiteY1" fmla="*/ 913638 h 914304"/>
                <a:gd name="connsiteX2" fmla="*/ 0 w 839533"/>
                <a:gd name="connsiteY2" fmla="*/ 345281 h 914304"/>
                <a:gd name="connsiteX3" fmla="*/ 0 w 839533"/>
                <a:gd name="connsiteY3" fmla="*/ 13906 h 914304"/>
                <a:gd name="connsiteX4" fmla="*/ 13906 w 839533"/>
                <a:gd name="connsiteY4" fmla="*/ 0 h 914304"/>
                <a:gd name="connsiteX5" fmla="*/ 825627 w 839533"/>
                <a:gd name="connsiteY5" fmla="*/ 0 h 914304"/>
                <a:gd name="connsiteX6" fmla="*/ 839534 w 839533"/>
                <a:gd name="connsiteY6" fmla="*/ 13906 h 914304"/>
                <a:gd name="connsiteX7" fmla="*/ 839534 w 839533"/>
                <a:gd name="connsiteY7" fmla="*/ 345281 h 914304"/>
                <a:gd name="connsiteX8" fmla="*/ 424053 w 839533"/>
                <a:gd name="connsiteY8" fmla="*/ 913638 h 914304"/>
                <a:gd name="connsiteX9" fmla="*/ 419862 w 839533"/>
                <a:gd name="connsiteY9" fmla="*/ 914305 h 91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39533" h="914304">
                  <a:moveTo>
                    <a:pt x="419767" y="914305"/>
                  </a:moveTo>
                  <a:cubicBezTo>
                    <a:pt x="418338" y="914305"/>
                    <a:pt x="416909" y="914114"/>
                    <a:pt x="415576" y="913638"/>
                  </a:cubicBezTo>
                  <a:cubicBezTo>
                    <a:pt x="167069" y="834676"/>
                    <a:pt x="0" y="606266"/>
                    <a:pt x="0" y="345281"/>
                  </a:cubicBezTo>
                  <a:lnTo>
                    <a:pt x="0" y="13906"/>
                  </a:lnTo>
                  <a:cubicBezTo>
                    <a:pt x="0" y="6191"/>
                    <a:pt x="6191" y="0"/>
                    <a:pt x="13906" y="0"/>
                  </a:cubicBezTo>
                  <a:lnTo>
                    <a:pt x="825627" y="0"/>
                  </a:lnTo>
                  <a:cubicBezTo>
                    <a:pt x="833342" y="0"/>
                    <a:pt x="839534" y="6191"/>
                    <a:pt x="839534" y="13906"/>
                  </a:cubicBezTo>
                  <a:lnTo>
                    <a:pt x="839534" y="345281"/>
                  </a:lnTo>
                  <a:cubicBezTo>
                    <a:pt x="839534" y="606266"/>
                    <a:pt x="672560" y="834676"/>
                    <a:pt x="424053" y="913638"/>
                  </a:cubicBezTo>
                  <a:cubicBezTo>
                    <a:pt x="422624" y="914114"/>
                    <a:pt x="421195" y="914305"/>
                    <a:pt x="419862" y="914305"/>
                  </a:cubicBezTo>
                  <a:close/>
                </a:path>
              </a:pathLst>
            </a:custGeom>
            <a:grp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1" name="Freeform: Shape 10">
              <a:extLst>
                <a:ext uri="{FF2B5EF4-FFF2-40B4-BE49-F238E27FC236}">
                  <a16:creationId xmlns:a16="http://schemas.microsoft.com/office/drawing/2014/main" id="{8B4AC14F-24DD-7A15-E59C-05F8E70EA3DE}"/>
                </a:ext>
              </a:extLst>
            </p:cNvPr>
            <p:cNvSpPr/>
            <p:nvPr/>
          </p:nvSpPr>
          <p:spPr>
            <a:xfrm>
              <a:off x="9223713" y="943899"/>
              <a:ext cx="9525" cy="913638"/>
            </a:xfrm>
            <a:custGeom>
              <a:avLst/>
              <a:gdLst>
                <a:gd name="connsiteX0" fmla="*/ 0 w 9525"/>
                <a:gd name="connsiteY0" fmla="*/ 913638 h 913638"/>
                <a:gd name="connsiteX1" fmla="*/ 0 w 9525"/>
                <a:gd name="connsiteY1" fmla="*/ 0 h 913638"/>
              </a:gdLst>
              <a:ahLst/>
              <a:cxnLst>
                <a:cxn ang="0">
                  <a:pos x="connsiteX0" y="connsiteY0"/>
                </a:cxn>
                <a:cxn ang="0">
                  <a:pos x="connsiteX1" y="connsiteY1"/>
                </a:cxn>
              </a:cxnLst>
              <a:rect l="l" t="t" r="r" b="b"/>
              <a:pathLst>
                <a:path w="9525" h="913638">
                  <a:moveTo>
                    <a:pt x="0" y="913638"/>
                  </a:moveTo>
                  <a:lnTo>
                    <a:pt x="0" y="0"/>
                  </a:lnTo>
                </a:path>
              </a:pathLst>
            </a:custGeom>
            <a:grp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32" name="Picture Placeholder 97" descr="Operations">
            <a:extLst>
              <a:ext uri="{FF2B5EF4-FFF2-40B4-BE49-F238E27FC236}">
                <a16:creationId xmlns:a16="http://schemas.microsoft.com/office/drawing/2014/main" id="{94C2DBC6-26B4-5B8F-5CA2-3B0E040EE125}"/>
              </a:ext>
            </a:extLst>
          </p:cNvPr>
          <p:cNvGrpSpPr>
            <a:grpSpLocks noChangeAspect="1"/>
          </p:cNvGrpSpPr>
          <p:nvPr userDrawn="1"/>
        </p:nvGrpSpPr>
        <p:grpSpPr>
          <a:xfrm>
            <a:off x="7003028" y="2541305"/>
            <a:ext cx="1833280" cy="1828800"/>
            <a:chOff x="7125981" y="3179818"/>
            <a:chExt cx="600637" cy="599168"/>
          </a:xfrm>
          <a:solidFill>
            <a:schemeClr val="accent3"/>
          </a:solidFill>
        </p:grpSpPr>
        <p:sp>
          <p:nvSpPr>
            <p:cNvPr id="33" name="Picture Placeholder 97">
              <a:extLst>
                <a:ext uri="{FF2B5EF4-FFF2-40B4-BE49-F238E27FC236}">
                  <a16:creationId xmlns:a16="http://schemas.microsoft.com/office/drawing/2014/main" id="{49D95725-2E2B-F11D-11F5-A676703E4B13}"/>
                </a:ext>
              </a:extLst>
            </p:cNvPr>
            <p:cNvSpPr/>
            <p:nvPr/>
          </p:nvSpPr>
          <p:spPr>
            <a:xfrm>
              <a:off x="7276406" y="3329940"/>
              <a:ext cx="292196" cy="292196"/>
            </a:xfrm>
            <a:custGeom>
              <a:avLst/>
              <a:gdLst>
                <a:gd name="connsiteX0" fmla="*/ 146098 w 292196"/>
                <a:gd name="connsiteY0" fmla="*/ 292197 h 292196"/>
                <a:gd name="connsiteX1" fmla="*/ 0 w 292196"/>
                <a:gd name="connsiteY1" fmla="*/ 146098 h 292196"/>
                <a:gd name="connsiteX2" fmla="*/ 146098 w 292196"/>
                <a:gd name="connsiteY2" fmla="*/ 0 h 292196"/>
                <a:gd name="connsiteX3" fmla="*/ 292197 w 292196"/>
                <a:gd name="connsiteY3" fmla="*/ 146098 h 292196"/>
                <a:gd name="connsiteX4" fmla="*/ 146098 w 292196"/>
                <a:gd name="connsiteY4" fmla="*/ 292197 h 292196"/>
                <a:gd name="connsiteX5" fmla="*/ 146098 w 292196"/>
                <a:gd name="connsiteY5" fmla="*/ 15812 h 292196"/>
                <a:gd name="connsiteX6" fmla="*/ 15812 w 292196"/>
                <a:gd name="connsiteY6" fmla="*/ 146098 h 292196"/>
                <a:gd name="connsiteX7" fmla="*/ 146098 w 292196"/>
                <a:gd name="connsiteY7" fmla="*/ 276385 h 292196"/>
                <a:gd name="connsiteX8" fmla="*/ 276385 w 292196"/>
                <a:gd name="connsiteY8" fmla="*/ 146098 h 292196"/>
                <a:gd name="connsiteX9" fmla="*/ 146098 w 292196"/>
                <a:gd name="connsiteY9" fmla="*/ 15812 h 2921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92196" h="292196">
                  <a:moveTo>
                    <a:pt x="146098" y="292197"/>
                  </a:moveTo>
                  <a:cubicBezTo>
                    <a:pt x="65776" y="292197"/>
                    <a:pt x="0" y="226421"/>
                    <a:pt x="0" y="146098"/>
                  </a:cubicBezTo>
                  <a:cubicBezTo>
                    <a:pt x="0" y="65776"/>
                    <a:pt x="65776" y="0"/>
                    <a:pt x="146098" y="0"/>
                  </a:cubicBezTo>
                  <a:cubicBezTo>
                    <a:pt x="226421" y="0"/>
                    <a:pt x="292197" y="65776"/>
                    <a:pt x="292197" y="146098"/>
                  </a:cubicBezTo>
                  <a:cubicBezTo>
                    <a:pt x="292197" y="226421"/>
                    <a:pt x="226421" y="292197"/>
                    <a:pt x="146098" y="292197"/>
                  </a:cubicBezTo>
                  <a:close/>
                  <a:moveTo>
                    <a:pt x="146098" y="15812"/>
                  </a:moveTo>
                  <a:cubicBezTo>
                    <a:pt x="73998" y="15812"/>
                    <a:pt x="15812" y="74630"/>
                    <a:pt x="15812" y="146098"/>
                  </a:cubicBezTo>
                  <a:cubicBezTo>
                    <a:pt x="15812" y="217566"/>
                    <a:pt x="73998" y="276385"/>
                    <a:pt x="146098" y="276385"/>
                  </a:cubicBezTo>
                  <a:cubicBezTo>
                    <a:pt x="218199" y="276385"/>
                    <a:pt x="276385" y="218199"/>
                    <a:pt x="276385" y="146098"/>
                  </a:cubicBezTo>
                  <a:cubicBezTo>
                    <a:pt x="276385" y="73998"/>
                    <a:pt x="218199" y="15812"/>
                    <a:pt x="146098" y="15812"/>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34" name="Picture Placeholder 97">
              <a:extLst>
                <a:ext uri="{FF2B5EF4-FFF2-40B4-BE49-F238E27FC236}">
                  <a16:creationId xmlns:a16="http://schemas.microsoft.com/office/drawing/2014/main" id="{247BB94D-AC3A-55CF-7968-C73849F0BB45}"/>
                </a:ext>
              </a:extLst>
            </p:cNvPr>
            <p:cNvGrpSpPr/>
            <p:nvPr/>
          </p:nvGrpSpPr>
          <p:grpSpPr>
            <a:xfrm>
              <a:off x="7511149" y="3563353"/>
              <a:ext cx="215469" cy="215633"/>
              <a:chOff x="7511149" y="3563353"/>
              <a:chExt cx="215469" cy="215633"/>
            </a:xfrm>
            <a:grpFill/>
          </p:grpSpPr>
          <p:sp>
            <p:nvSpPr>
              <p:cNvPr id="55" name="Picture Placeholder 97">
                <a:extLst>
                  <a:ext uri="{FF2B5EF4-FFF2-40B4-BE49-F238E27FC236}">
                    <a16:creationId xmlns:a16="http://schemas.microsoft.com/office/drawing/2014/main" id="{ACE27663-3507-0B32-D702-977F1F719826}"/>
                  </a:ext>
                </a:extLst>
              </p:cNvPr>
              <p:cNvSpPr/>
              <p:nvPr/>
            </p:nvSpPr>
            <p:spPr>
              <a:xfrm>
                <a:off x="7511149" y="3563353"/>
                <a:ext cx="215469" cy="215633"/>
              </a:xfrm>
              <a:custGeom>
                <a:avLst/>
                <a:gdLst>
                  <a:gd name="connsiteX0" fmla="*/ 107418 w 215469"/>
                  <a:gd name="connsiteY0" fmla="*/ 215634 h 215633"/>
                  <a:gd name="connsiteX1" fmla="*/ 61249 w 215469"/>
                  <a:gd name="connsiteY1" fmla="*/ 204882 h 215633"/>
                  <a:gd name="connsiteX2" fmla="*/ 6225 w 215469"/>
                  <a:gd name="connsiteY2" fmla="*/ 143533 h 215633"/>
                  <a:gd name="connsiteX3" fmla="*/ 10652 w 215469"/>
                  <a:gd name="connsiteY3" fmla="*/ 61313 h 215633"/>
                  <a:gd name="connsiteX4" fmla="*/ 154220 w 215469"/>
                  <a:gd name="connsiteY4" fmla="*/ 10717 h 215633"/>
                  <a:gd name="connsiteX5" fmla="*/ 209244 w 215469"/>
                  <a:gd name="connsiteY5" fmla="*/ 72065 h 215633"/>
                  <a:gd name="connsiteX6" fmla="*/ 204817 w 215469"/>
                  <a:gd name="connsiteY6" fmla="*/ 154285 h 215633"/>
                  <a:gd name="connsiteX7" fmla="*/ 204817 w 215469"/>
                  <a:gd name="connsiteY7" fmla="*/ 154285 h 215633"/>
                  <a:gd name="connsiteX8" fmla="*/ 107418 w 215469"/>
                  <a:gd name="connsiteY8" fmla="*/ 215634 h 215633"/>
                  <a:gd name="connsiteX9" fmla="*/ 108051 w 215469"/>
                  <a:gd name="connsiteY9" fmla="*/ 15776 h 215633"/>
                  <a:gd name="connsiteX10" fmla="*/ 24566 w 215469"/>
                  <a:gd name="connsiteY10" fmla="*/ 68270 h 215633"/>
                  <a:gd name="connsiteX11" fmla="*/ 20771 w 215469"/>
                  <a:gd name="connsiteY11" fmla="*/ 138474 h 215633"/>
                  <a:gd name="connsiteX12" fmla="*/ 68206 w 215469"/>
                  <a:gd name="connsiteY12" fmla="*/ 190968 h 215633"/>
                  <a:gd name="connsiteX13" fmla="*/ 190903 w 215469"/>
                  <a:gd name="connsiteY13" fmla="*/ 147328 h 215633"/>
                  <a:gd name="connsiteX14" fmla="*/ 190903 w 215469"/>
                  <a:gd name="connsiteY14" fmla="*/ 147328 h 215633"/>
                  <a:gd name="connsiteX15" fmla="*/ 194698 w 215469"/>
                  <a:gd name="connsiteY15" fmla="*/ 77125 h 215633"/>
                  <a:gd name="connsiteX16" fmla="*/ 147263 w 215469"/>
                  <a:gd name="connsiteY16" fmla="*/ 24631 h 215633"/>
                  <a:gd name="connsiteX17" fmla="*/ 108051 w 215469"/>
                  <a:gd name="connsiteY17" fmla="*/ 15776 h 215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15469" h="215633">
                    <a:moveTo>
                      <a:pt x="107418" y="215634"/>
                    </a:moveTo>
                    <a:cubicBezTo>
                      <a:pt x="91607" y="215634"/>
                      <a:pt x="75795" y="212471"/>
                      <a:pt x="61249" y="204882"/>
                    </a:cubicBezTo>
                    <a:cubicBezTo>
                      <a:pt x="35318" y="192233"/>
                      <a:pt x="15712" y="170729"/>
                      <a:pt x="6225" y="143533"/>
                    </a:cubicBezTo>
                    <a:cubicBezTo>
                      <a:pt x="-3262" y="116337"/>
                      <a:pt x="-1997" y="87244"/>
                      <a:pt x="10652" y="61313"/>
                    </a:cubicBezTo>
                    <a:cubicBezTo>
                      <a:pt x="35950" y="7554"/>
                      <a:pt x="100461" y="-15214"/>
                      <a:pt x="154220" y="10717"/>
                    </a:cubicBezTo>
                    <a:cubicBezTo>
                      <a:pt x="180151" y="23366"/>
                      <a:pt x="199758" y="44869"/>
                      <a:pt x="209244" y="72065"/>
                    </a:cubicBezTo>
                    <a:cubicBezTo>
                      <a:pt x="218731" y="99261"/>
                      <a:pt x="217466" y="128354"/>
                      <a:pt x="204817" y="154285"/>
                    </a:cubicBezTo>
                    <a:lnTo>
                      <a:pt x="204817" y="154285"/>
                    </a:lnTo>
                    <a:cubicBezTo>
                      <a:pt x="186476" y="192865"/>
                      <a:pt x="147896" y="215634"/>
                      <a:pt x="107418" y="215634"/>
                    </a:cubicBezTo>
                    <a:close/>
                    <a:moveTo>
                      <a:pt x="108051" y="15776"/>
                    </a:moveTo>
                    <a:cubicBezTo>
                      <a:pt x="73898" y="15776"/>
                      <a:pt x="40378" y="35383"/>
                      <a:pt x="24566" y="68270"/>
                    </a:cubicBezTo>
                    <a:cubicBezTo>
                      <a:pt x="13814" y="90407"/>
                      <a:pt x="12549" y="115705"/>
                      <a:pt x="20771" y="138474"/>
                    </a:cubicBezTo>
                    <a:cubicBezTo>
                      <a:pt x="28993" y="161875"/>
                      <a:pt x="45437" y="180216"/>
                      <a:pt x="68206" y="190968"/>
                    </a:cubicBezTo>
                    <a:cubicBezTo>
                      <a:pt x="113743" y="213104"/>
                      <a:pt x="168767" y="193498"/>
                      <a:pt x="190903" y="147328"/>
                    </a:cubicBezTo>
                    <a:lnTo>
                      <a:pt x="190903" y="147328"/>
                    </a:lnTo>
                    <a:cubicBezTo>
                      <a:pt x="201655" y="125192"/>
                      <a:pt x="202920" y="99893"/>
                      <a:pt x="194698" y="77125"/>
                    </a:cubicBezTo>
                    <a:cubicBezTo>
                      <a:pt x="186476" y="53724"/>
                      <a:pt x="170032" y="35383"/>
                      <a:pt x="147263" y="24631"/>
                    </a:cubicBezTo>
                    <a:cubicBezTo>
                      <a:pt x="134614" y="18939"/>
                      <a:pt x="121333" y="15776"/>
                      <a:pt x="108051" y="15776"/>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6" name="Picture Placeholder 97">
                <a:extLst>
                  <a:ext uri="{FF2B5EF4-FFF2-40B4-BE49-F238E27FC236}">
                    <a16:creationId xmlns:a16="http://schemas.microsoft.com/office/drawing/2014/main" id="{D49E156E-20C8-6912-A7AB-D33CF94ABB0E}"/>
                  </a:ext>
                </a:extLst>
              </p:cNvPr>
              <p:cNvSpPr/>
              <p:nvPr/>
            </p:nvSpPr>
            <p:spPr>
              <a:xfrm>
                <a:off x="7555321" y="3608728"/>
                <a:ext cx="111945" cy="65270"/>
              </a:xfrm>
              <a:custGeom>
                <a:avLst/>
                <a:gdLst>
                  <a:gd name="connsiteX0" fmla="*/ 60716 w 111945"/>
                  <a:gd name="connsiteY0" fmla="*/ 127 h 65270"/>
                  <a:gd name="connsiteX1" fmla="*/ 15179 w 111945"/>
                  <a:gd name="connsiteY1" fmla="*/ 24161 h 65270"/>
                  <a:gd name="connsiteX2" fmla="*/ 0 w 111945"/>
                  <a:gd name="connsiteY2" fmla="*/ 19101 h 65270"/>
                  <a:gd name="connsiteX3" fmla="*/ 10119 w 111945"/>
                  <a:gd name="connsiteY3" fmla="*/ 65271 h 65270"/>
                  <a:gd name="connsiteX4" fmla="*/ 44905 w 111945"/>
                  <a:gd name="connsiteY4" fmla="*/ 33648 h 65270"/>
                  <a:gd name="connsiteX5" fmla="*/ 31623 w 111945"/>
                  <a:gd name="connsiteY5" fmla="*/ 29853 h 65270"/>
                  <a:gd name="connsiteX6" fmla="*/ 61981 w 111945"/>
                  <a:gd name="connsiteY6" fmla="*/ 15939 h 65270"/>
                  <a:gd name="connsiteX7" fmla="*/ 99929 w 111945"/>
                  <a:gd name="connsiteY7" fmla="*/ 32383 h 65270"/>
                  <a:gd name="connsiteX8" fmla="*/ 111945 w 111945"/>
                  <a:gd name="connsiteY8" fmla="*/ 22263 h 65270"/>
                  <a:gd name="connsiteX9" fmla="*/ 60716 w 111945"/>
                  <a:gd name="connsiteY9" fmla="*/ 127 h 652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1945" h="65270">
                    <a:moveTo>
                      <a:pt x="60716" y="127"/>
                    </a:moveTo>
                    <a:cubicBezTo>
                      <a:pt x="43007" y="1392"/>
                      <a:pt x="25931" y="10247"/>
                      <a:pt x="15179" y="24161"/>
                    </a:cubicBezTo>
                    <a:lnTo>
                      <a:pt x="0" y="19101"/>
                    </a:lnTo>
                    <a:lnTo>
                      <a:pt x="10119" y="65271"/>
                    </a:lnTo>
                    <a:lnTo>
                      <a:pt x="44905" y="33648"/>
                    </a:lnTo>
                    <a:lnTo>
                      <a:pt x="31623" y="29853"/>
                    </a:lnTo>
                    <a:cubicBezTo>
                      <a:pt x="39845" y="21631"/>
                      <a:pt x="50597" y="16571"/>
                      <a:pt x="61981" y="15939"/>
                    </a:cubicBezTo>
                    <a:cubicBezTo>
                      <a:pt x="76528" y="15306"/>
                      <a:pt x="90442" y="20998"/>
                      <a:pt x="99929" y="32383"/>
                    </a:cubicBezTo>
                    <a:lnTo>
                      <a:pt x="111945" y="22263"/>
                    </a:lnTo>
                    <a:cubicBezTo>
                      <a:pt x="98664" y="7084"/>
                      <a:pt x="80322" y="-1138"/>
                      <a:pt x="60716" y="127"/>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7" name="Picture Placeholder 97">
                <a:extLst>
                  <a:ext uri="{FF2B5EF4-FFF2-40B4-BE49-F238E27FC236}">
                    <a16:creationId xmlns:a16="http://schemas.microsoft.com/office/drawing/2014/main" id="{82FBC3F2-63C3-D2DD-82E6-C6D1CB9B8493}"/>
                  </a:ext>
                </a:extLst>
              </p:cNvPr>
              <p:cNvSpPr/>
              <p:nvPr/>
            </p:nvSpPr>
            <p:spPr>
              <a:xfrm>
                <a:off x="7572398" y="3667674"/>
                <a:ext cx="111945" cy="65143"/>
              </a:xfrm>
              <a:custGeom>
                <a:avLst/>
                <a:gdLst>
                  <a:gd name="connsiteX0" fmla="*/ 111945 w 111945"/>
                  <a:gd name="connsiteY0" fmla="*/ 46170 h 65143"/>
                  <a:gd name="connsiteX1" fmla="*/ 101826 w 111945"/>
                  <a:gd name="connsiteY1" fmla="*/ 0 h 65143"/>
                  <a:gd name="connsiteX2" fmla="*/ 67041 w 111945"/>
                  <a:gd name="connsiteY2" fmla="*/ 31623 h 65143"/>
                  <a:gd name="connsiteX3" fmla="*/ 80322 w 111945"/>
                  <a:gd name="connsiteY3" fmla="*/ 36050 h 65143"/>
                  <a:gd name="connsiteX4" fmla="*/ 49964 w 111945"/>
                  <a:gd name="connsiteY4" fmla="*/ 49964 h 65143"/>
                  <a:gd name="connsiteX5" fmla="*/ 12017 w 111945"/>
                  <a:gd name="connsiteY5" fmla="*/ 33520 h 65143"/>
                  <a:gd name="connsiteX6" fmla="*/ 0 w 111945"/>
                  <a:gd name="connsiteY6" fmla="*/ 43640 h 65143"/>
                  <a:gd name="connsiteX7" fmla="*/ 47435 w 111945"/>
                  <a:gd name="connsiteY7" fmla="*/ 65143 h 65143"/>
                  <a:gd name="connsiteX8" fmla="*/ 51229 w 111945"/>
                  <a:gd name="connsiteY8" fmla="*/ 65143 h 65143"/>
                  <a:gd name="connsiteX9" fmla="*/ 96766 w 111945"/>
                  <a:gd name="connsiteY9" fmla="*/ 41110 h 65143"/>
                  <a:gd name="connsiteX10" fmla="*/ 111945 w 111945"/>
                  <a:gd name="connsiteY10" fmla="*/ 46170 h 65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1945" h="65143">
                    <a:moveTo>
                      <a:pt x="111945" y="46170"/>
                    </a:moveTo>
                    <a:lnTo>
                      <a:pt x="101826" y="0"/>
                    </a:lnTo>
                    <a:lnTo>
                      <a:pt x="67041" y="31623"/>
                    </a:lnTo>
                    <a:lnTo>
                      <a:pt x="80322" y="36050"/>
                    </a:lnTo>
                    <a:cubicBezTo>
                      <a:pt x="72100" y="44272"/>
                      <a:pt x="61981" y="49332"/>
                      <a:pt x="49964" y="49964"/>
                    </a:cubicBezTo>
                    <a:cubicBezTo>
                      <a:pt x="35418" y="50597"/>
                      <a:pt x="21504" y="44905"/>
                      <a:pt x="12017" y="33520"/>
                    </a:cubicBezTo>
                    <a:lnTo>
                      <a:pt x="0" y="43640"/>
                    </a:lnTo>
                    <a:cubicBezTo>
                      <a:pt x="12017" y="57554"/>
                      <a:pt x="29093" y="65143"/>
                      <a:pt x="47435" y="65143"/>
                    </a:cubicBezTo>
                    <a:cubicBezTo>
                      <a:pt x="48699" y="65143"/>
                      <a:pt x="49964" y="65143"/>
                      <a:pt x="51229" y="65143"/>
                    </a:cubicBezTo>
                    <a:cubicBezTo>
                      <a:pt x="68938" y="63878"/>
                      <a:pt x="86015" y="55024"/>
                      <a:pt x="96766" y="41110"/>
                    </a:cubicBezTo>
                    <a:lnTo>
                      <a:pt x="111945" y="46170"/>
                    </a:ln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35" name="Picture Placeholder 97">
              <a:extLst>
                <a:ext uri="{FF2B5EF4-FFF2-40B4-BE49-F238E27FC236}">
                  <a16:creationId xmlns:a16="http://schemas.microsoft.com/office/drawing/2014/main" id="{C6E1E54F-A55E-C731-26B3-BC3F728EFF20}"/>
                </a:ext>
              </a:extLst>
            </p:cNvPr>
            <p:cNvGrpSpPr/>
            <p:nvPr/>
          </p:nvGrpSpPr>
          <p:grpSpPr>
            <a:xfrm>
              <a:off x="7125981" y="3179818"/>
              <a:ext cx="212306" cy="211470"/>
              <a:chOff x="7125981" y="3179818"/>
              <a:chExt cx="212306" cy="211470"/>
            </a:xfrm>
            <a:grpFill/>
          </p:grpSpPr>
          <p:sp>
            <p:nvSpPr>
              <p:cNvPr id="52" name="Picture Placeholder 97">
                <a:extLst>
                  <a:ext uri="{FF2B5EF4-FFF2-40B4-BE49-F238E27FC236}">
                    <a16:creationId xmlns:a16="http://schemas.microsoft.com/office/drawing/2014/main" id="{18C640A6-A4BC-5BCA-F1ED-5F12FA14FCA7}"/>
                  </a:ext>
                </a:extLst>
              </p:cNvPr>
              <p:cNvSpPr/>
              <p:nvPr/>
            </p:nvSpPr>
            <p:spPr>
              <a:xfrm>
                <a:off x="7125981" y="3179818"/>
                <a:ext cx="212306" cy="211470"/>
              </a:xfrm>
              <a:custGeom>
                <a:avLst/>
                <a:gdLst>
                  <a:gd name="connsiteX0" fmla="*/ 106153 w 212306"/>
                  <a:gd name="connsiteY0" fmla="*/ 211471 h 211470"/>
                  <a:gd name="connsiteX1" fmla="*/ 60616 w 212306"/>
                  <a:gd name="connsiteY1" fmla="*/ 201351 h 211470"/>
                  <a:gd name="connsiteX2" fmla="*/ 6225 w 212306"/>
                  <a:gd name="connsiteY2" fmla="*/ 141268 h 211470"/>
                  <a:gd name="connsiteX3" fmla="*/ 10652 w 212306"/>
                  <a:gd name="connsiteY3" fmla="*/ 60313 h 211470"/>
                  <a:gd name="connsiteX4" fmla="*/ 151691 w 212306"/>
                  <a:gd name="connsiteY4" fmla="*/ 10349 h 211470"/>
                  <a:gd name="connsiteX5" fmla="*/ 206082 w 212306"/>
                  <a:gd name="connsiteY5" fmla="*/ 70432 h 211470"/>
                  <a:gd name="connsiteX6" fmla="*/ 201655 w 212306"/>
                  <a:gd name="connsiteY6" fmla="*/ 151387 h 211470"/>
                  <a:gd name="connsiteX7" fmla="*/ 201655 w 212306"/>
                  <a:gd name="connsiteY7" fmla="*/ 151387 h 211470"/>
                  <a:gd name="connsiteX8" fmla="*/ 106153 w 212306"/>
                  <a:gd name="connsiteY8" fmla="*/ 211471 h 211470"/>
                  <a:gd name="connsiteX9" fmla="*/ 106153 w 212306"/>
                  <a:gd name="connsiteY9" fmla="*/ 15408 h 211470"/>
                  <a:gd name="connsiteX10" fmla="*/ 24566 w 212306"/>
                  <a:gd name="connsiteY10" fmla="*/ 66637 h 211470"/>
                  <a:gd name="connsiteX11" fmla="*/ 20771 w 212306"/>
                  <a:gd name="connsiteY11" fmla="*/ 135576 h 211470"/>
                  <a:gd name="connsiteX12" fmla="*/ 66941 w 212306"/>
                  <a:gd name="connsiteY12" fmla="*/ 186805 h 211470"/>
                  <a:gd name="connsiteX13" fmla="*/ 187108 w 212306"/>
                  <a:gd name="connsiteY13" fmla="*/ 144430 h 211470"/>
                  <a:gd name="connsiteX14" fmla="*/ 187108 w 212306"/>
                  <a:gd name="connsiteY14" fmla="*/ 144430 h 211470"/>
                  <a:gd name="connsiteX15" fmla="*/ 190903 w 212306"/>
                  <a:gd name="connsiteY15" fmla="*/ 75492 h 211470"/>
                  <a:gd name="connsiteX16" fmla="*/ 144734 w 212306"/>
                  <a:gd name="connsiteY16" fmla="*/ 24263 h 211470"/>
                  <a:gd name="connsiteX17" fmla="*/ 106153 w 212306"/>
                  <a:gd name="connsiteY17" fmla="*/ 15408 h 2114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12306" h="211470">
                    <a:moveTo>
                      <a:pt x="106153" y="211471"/>
                    </a:moveTo>
                    <a:cubicBezTo>
                      <a:pt x="90974" y="211471"/>
                      <a:pt x="75163" y="208309"/>
                      <a:pt x="60616" y="201351"/>
                    </a:cubicBezTo>
                    <a:cubicBezTo>
                      <a:pt x="35318" y="189335"/>
                      <a:pt x="15712" y="167831"/>
                      <a:pt x="6225" y="141268"/>
                    </a:cubicBezTo>
                    <a:cubicBezTo>
                      <a:pt x="-3262" y="114704"/>
                      <a:pt x="-1997" y="85611"/>
                      <a:pt x="10652" y="60313"/>
                    </a:cubicBezTo>
                    <a:cubicBezTo>
                      <a:pt x="35950" y="7819"/>
                      <a:pt x="99196" y="-14950"/>
                      <a:pt x="151691" y="10349"/>
                    </a:cubicBezTo>
                    <a:cubicBezTo>
                      <a:pt x="176989" y="22365"/>
                      <a:pt x="196595" y="43869"/>
                      <a:pt x="206082" y="70432"/>
                    </a:cubicBezTo>
                    <a:cubicBezTo>
                      <a:pt x="215569" y="96996"/>
                      <a:pt x="214304" y="126089"/>
                      <a:pt x="201655" y="151387"/>
                    </a:cubicBezTo>
                    <a:lnTo>
                      <a:pt x="201655" y="151387"/>
                    </a:lnTo>
                    <a:cubicBezTo>
                      <a:pt x="183314" y="189335"/>
                      <a:pt x="145366" y="211471"/>
                      <a:pt x="106153" y="211471"/>
                    </a:cubicBezTo>
                    <a:close/>
                    <a:moveTo>
                      <a:pt x="106153" y="15408"/>
                    </a:moveTo>
                    <a:cubicBezTo>
                      <a:pt x="72633" y="15408"/>
                      <a:pt x="39745" y="34382"/>
                      <a:pt x="24566" y="66637"/>
                    </a:cubicBezTo>
                    <a:cubicBezTo>
                      <a:pt x="14447" y="88141"/>
                      <a:pt x="13182" y="112807"/>
                      <a:pt x="20771" y="135576"/>
                    </a:cubicBezTo>
                    <a:cubicBezTo>
                      <a:pt x="28993" y="158344"/>
                      <a:pt x="45437" y="176686"/>
                      <a:pt x="66941" y="186805"/>
                    </a:cubicBezTo>
                    <a:cubicBezTo>
                      <a:pt x="111846" y="208309"/>
                      <a:pt x="165605" y="189335"/>
                      <a:pt x="187108" y="144430"/>
                    </a:cubicBezTo>
                    <a:lnTo>
                      <a:pt x="187108" y="144430"/>
                    </a:lnTo>
                    <a:cubicBezTo>
                      <a:pt x="197228" y="122926"/>
                      <a:pt x="198493" y="98260"/>
                      <a:pt x="190903" y="75492"/>
                    </a:cubicBezTo>
                    <a:cubicBezTo>
                      <a:pt x="182681" y="52723"/>
                      <a:pt x="166237" y="34382"/>
                      <a:pt x="144734" y="24263"/>
                    </a:cubicBezTo>
                    <a:cubicBezTo>
                      <a:pt x="132084" y="17938"/>
                      <a:pt x="119435" y="15408"/>
                      <a:pt x="106153" y="15408"/>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3" name="Picture Placeholder 97">
                <a:extLst>
                  <a:ext uri="{FF2B5EF4-FFF2-40B4-BE49-F238E27FC236}">
                    <a16:creationId xmlns:a16="http://schemas.microsoft.com/office/drawing/2014/main" id="{F113D5C3-6CDC-C07C-4BBB-02567EEA061E}"/>
                  </a:ext>
                </a:extLst>
              </p:cNvPr>
              <p:cNvSpPr/>
              <p:nvPr/>
            </p:nvSpPr>
            <p:spPr>
              <a:xfrm>
                <a:off x="7190511" y="3216730"/>
                <a:ext cx="84246" cy="140406"/>
              </a:xfrm>
              <a:custGeom>
                <a:avLst/>
                <a:gdLst>
                  <a:gd name="connsiteX0" fmla="*/ 41623 w 84246"/>
                  <a:gd name="connsiteY0" fmla="*/ 140406 h 140406"/>
                  <a:gd name="connsiteX1" fmla="*/ 41623 w 84246"/>
                  <a:gd name="connsiteY1" fmla="*/ 140406 h 140406"/>
                  <a:gd name="connsiteX2" fmla="*/ 41623 w 84246"/>
                  <a:gd name="connsiteY2" fmla="*/ 140406 h 140406"/>
                  <a:gd name="connsiteX3" fmla="*/ 34666 w 84246"/>
                  <a:gd name="connsiteY3" fmla="*/ 126492 h 140406"/>
                  <a:gd name="connsiteX4" fmla="*/ 6205 w 84246"/>
                  <a:gd name="connsiteY4" fmla="*/ 69571 h 140406"/>
                  <a:gd name="connsiteX5" fmla="*/ 1146 w 84246"/>
                  <a:gd name="connsiteY5" fmla="*/ 55024 h 140406"/>
                  <a:gd name="connsiteX6" fmla="*/ 1778 w 84246"/>
                  <a:gd name="connsiteY6" fmla="*/ 30991 h 140406"/>
                  <a:gd name="connsiteX7" fmla="*/ 42256 w 84246"/>
                  <a:gd name="connsiteY7" fmla="*/ 0 h 140406"/>
                  <a:gd name="connsiteX8" fmla="*/ 82733 w 84246"/>
                  <a:gd name="connsiteY8" fmla="*/ 30991 h 140406"/>
                  <a:gd name="connsiteX9" fmla="*/ 83365 w 84246"/>
                  <a:gd name="connsiteY9" fmla="*/ 54392 h 140406"/>
                  <a:gd name="connsiteX10" fmla="*/ 83365 w 84246"/>
                  <a:gd name="connsiteY10" fmla="*/ 54392 h 140406"/>
                  <a:gd name="connsiteX11" fmla="*/ 78306 w 84246"/>
                  <a:gd name="connsiteY11" fmla="*/ 68938 h 140406"/>
                  <a:gd name="connsiteX12" fmla="*/ 41623 w 84246"/>
                  <a:gd name="connsiteY12" fmla="*/ 140406 h 140406"/>
                  <a:gd name="connsiteX13" fmla="*/ 41623 w 84246"/>
                  <a:gd name="connsiteY13" fmla="*/ 16444 h 140406"/>
                  <a:gd name="connsiteX14" fmla="*/ 16325 w 84246"/>
                  <a:gd name="connsiteY14" fmla="*/ 35418 h 140406"/>
                  <a:gd name="connsiteX15" fmla="*/ 16325 w 84246"/>
                  <a:gd name="connsiteY15" fmla="*/ 52494 h 140406"/>
                  <a:gd name="connsiteX16" fmla="*/ 20119 w 84246"/>
                  <a:gd name="connsiteY16" fmla="*/ 63246 h 140406"/>
                  <a:gd name="connsiteX17" fmla="*/ 41623 w 84246"/>
                  <a:gd name="connsiteY17" fmla="*/ 106253 h 140406"/>
                  <a:gd name="connsiteX18" fmla="*/ 63127 w 84246"/>
                  <a:gd name="connsiteY18" fmla="*/ 63246 h 140406"/>
                  <a:gd name="connsiteX19" fmla="*/ 66921 w 84246"/>
                  <a:gd name="connsiteY19" fmla="*/ 52494 h 140406"/>
                  <a:gd name="connsiteX20" fmla="*/ 66921 w 84246"/>
                  <a:gd name="connsiteY20" fmla="*/ 35418 h 140406"/>
                  <a:gd name="connsiteX21" fmla="*/ 41623 w 84246"/>
                  <a:gd name="connsiteY21" fmla="*/ 16444 h 140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84246" h="140406">
                    <a:moveTo>
                      <a:pt x="41623" y="140406"/>
                    </a:moveTo>
                    <a:lnTo>
                      <a:pt x="41623" y="140406"/>
                    </a:lnTo>
                    <a:lnTo>
                      <a:pt x="41623" y="140406"/>
                    </a:lnTo>
                    <a:lnTo>
                      <a:pt x="34666" y="126492"/>
                    </a:lnTo>
                    <a:lnTo>
                      <a:pt x="6205" y="69571"/>
                    </a:lnTo>
                    <a:cubicBezTo>
                      <a:pt x="3675" y="64511"/>
                      <a:pt x="1778" y="59451"/>
                      <a:pt x="1146" y="55024"/>
                    </a:cubicBezTo>
                    <a:cubicBezTo>
                      <a:pt x="-752" y="46802"/>
                      <a:pt x="-119" y="38580"/>
                      <a:pt x="1778" y="30991"/>
                    </a:cubicBezTo>
                    <a:cubicBezTo>
                      <a:pt x="6838" y="11384"/>
                      <a:pt x="20752" y="0"/>
                      <a:pt x="42256" y="0"/>
                    </a:cubicBezTo>
                    <a:cubicBezTo>
                      <a:pt x="63759" y="0"/>
                      <a:pt x="77673" y="10752"/>
                      <a:pt x="82733" y="30991"/>
                    </a:cubicBezTo>
                    <a:cubicBezTo>
                      <a:pt x="84630" y="38580"/>
                      <a:pt x="84630" y="46802"/>
                      <a:pt x="83365" y="54392"/>
                    </a:cubicBezTo>
                    <a:lnTo>
                      <a:pt x="83365" y="54392"/>
                    </a:lnTo>
                    <a:cubicBezTo>
                      <a:pt x="82101" y="58819"/>
                      <a:pt x="80836" y="63878"/>
                      <a:pt x="78306" y="68938"/>
                    </a:cubicBezTo>
                    <a:lnTo>
                      <a:pt x="41623" y="140406"/>
                    </a:lnTo>
                    <a:close/>
                    <a:moveTo>
                      <a:pt x="41623" y="16444"/>
                    </a:moveTo>
                    <a:cubicBezTo>
                      <a:pt x="27709" y="16444"/>
                      <a:pt x="19487" y="22136"/>
                      <a:pt x="16325" y="35418"/>
                    </a:cubicBezTo>
                    <a:cubicBezTo>
                      <a:pt x="15060" y="40477"/>
                      <a:pt x="15060" y="46802"/>
                      <a:pt x="16325" y="52494"/>
                    </a:cubicBezTo>
                    <a:cubicBezTo>
                      <a:pt x="16957" y="55656"/>
                      <a:pt x="18222" y="59451"/>
                      <a:pt x="20119" y="63246"/>
                    </a:cubicBezTo>
                    <a:lnTo>
                      <a:pt x="41623" y="106253"/>
                    </a:lnTo>
                    <a:lnTo>
                      <a:pt x="63127" y="63246"/>
                    </a:lnTo>
                    <a:cubicBezTo>
                      <a:pt x="65024" y="59451"/>
                      <a:pt x="66289" y="55656"/>
                      <a:pt x="66921" y="52494"/>
                    </a:cubicBezTo>
                    <a:cubicBezTo>
                      <a:pt x="68186" y="46802"/>
                      <a:pt x="68186" y="41110"/>
                      <a:pt x="66921" y="35418"/>
                    </a:cubicBezTo>
                    <a:cubicBezTo>
                      <a:pt x="63759" y="22136"/>
                      <a:pt x="55537" y="16444"/>
                      <a:pt x="41623" y="16444"/>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4" name="Picture Placeholder 97">
                <a:extLst>
                  <a:ext uri="{FF2B5EF4-FFF2-40B4-BE49-F238E27FC236}">
                    <a16:creationId xmlns:a16="http://schemas.microsoft.com/office/drawing/2014/main" id="{71112796-A564-A625-BEAE-F94520450F9C}"/>
                  </a:ext>
                </a:extLst>
              </p:cNvPr>
              <p:cNvSpPr/>
              <p:nvPr/>
            </p:nvSpPr>
            <p:spPr>
              <a:xfrm>
                <a:off x="7218220" y="3247720"/>
                <a:ext cx="27828" cy="27828"/>
              </a:xfrm>
              <a:custGeom>
                <a:avLst/>
                <a:gdLst>
                  <a:gd name="connsiteX0" fmla="*/ 27828 w 27828"/>
                  <a:gd name="connsiteY0" fmla="*/ 13914 h 27828"/>
                  <a:gd name="connsiteX1" fmla="*/ 13914 w 27828"/>
                  <a:gd name="connsiteY1" fmla="*/ 27828 h 27828"/>
                  <a:gd name="connsiteX2" fmla="*/ 0 w 27828"/>
                  <a:gd name="connsiteY2" fmla="*/ 13914 h 27828"/>
                  <a:gd name="connsiteX3" fmla="*/ 13914 w 27828"/>
                  <a:gd name="connsiteY3" fmla="*/ 0 h 27828"/>
                  <a:gd name="connsiteX4" fmla="*/ 27828 w 27828"/>
                  <a:gd name="connsiteY4" fmla="*/ 13914 h 278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828" h="27828">
                    <a:moveTo>
                      <a:pt x="27828" y="13914"/>
                    </a:moveTo>
                    <a:cubicBezTo>
                      <a:pt x="27828" y="21599"/>
                      <a:pt x="21599" y="27828"/>
                      <a:pt x="13914" y="27828"/>
                    </a:cubicBezTo>
                    <a:cubicBezTo>
                      <a:pt x="6230" y="27828"/>
                      <a:pt x="0" y="21599"/>
                      <a:pt x="0" y="13914"/>
                    </a:cubicBezTo>
                    <a:cubicBezTo>
                      <a:pt x="0" y="6230"/>
                      <a:pt x="6230" y="0"/>
                      <a:pt x="13914" y="0"/>
                    </a:cubicBezTo>
                    <a:cubicBezTo>
                      <a:pt x="21599" y="0"/>
                      <a:pt x="27828" y="6230"/>
                      <a:pt x="27828" y="13914"/>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36" name="Picture Placeholder 97">
              <a:extLst>
                <a:ext uri="{FF2B5EF4-FFF2-40B4-BE49-F238E27FC236}">
                  <a16:creationId xmlns:a16="http://schemas.microsoft.com/office/drawing/2014/main" id="{307C5F80-7C99-3ACA-B9C6-DFE075F9CAD2}"/>
                </a:ext>
              </a:extLst>
            </p:cNvPr>
            <p:cNvGrpSpPr/>
            <p:nvPr/>
          </p:nvGrpSpPr>
          <p:grpSpPr>
            <a:xfrm>
              <a:off x="7125981" y="3567516"/>
              <a:ext cx="212306" cy="211470"/>
              <a:chOff x="7125981" y="3567516"/>
              <a:chExt cx="212306" cy="211470"/>
            </a:xfrm>
            <a:grpFill/>
          </p:grpSpPr>
          <p:sp>
            <p:nvSpPr>
              <p:cNvPr id="47" name="Picture Placeholder 97">
                <a:extLst>
                  <a:ext uri="{FF2B5EF4-FFF2-40B4-BE49-F238E27FC236}">
                    <a16:creationId xmlns:a16="http://schemas.microsoft.com/office/drawing/2014/main" id="{DE2A41AA-8A2E-9C0A-6FE1-19603DA47710}"/>
                  </a:ext>
                </a:extLst>
              </p:cNvPr>
              <p:cNvSpPr/>
              <p:nvPr/>
            </p:nvSpPr>
            <p:spPr>
              <a:xfrm>
                <a:off x="7125981" y="3567516"/>
                <a:ext cx="212306" cy="211470"/>
              </a:xfrm>
              <a:custGeom>
                <a:avLst/>
                <a:gdLst>
                  <a:gd name="connsiteX0" fmla="*/ 106153 w 212306"/>
                  <a:gd name="connsiteY0" fmla="*/ 211471 h 211470"/>
                  <a:gd name="connsiteX1" fmla="*/ 60616 w 212306"/>
                  <a:gd name="connsiteY1" fmla="*/ 201351 h 211470"/>
                  <a:gd name="connsiteX2" fmla="*/ 6225 w 212306"/>
                  <a:gd name="connsiteY2" fmla="*/ 141268 h 211470"/>
                  <a:gd name="connsiteX3" fmla="*/ 10652 w 212306"/>
                  <a:gd name="connsiteY3" fmla="*/ 60313 h 211470"/>
                  <a:gd name="connsiteX4" fmla="*/ 151691 w 212306"/>
                  <a:gd name="connsiteY4" fmla="*/ 10349 h 211470"/>
                  <a:gd name="connsiteX5" fmla="*/ 206082 w 212306"/>
                  <a:gd name="connsiteY5" fmla="*/ 70432 h 211470"/>
                  <a:gd name="connsiteX6" fmla="*/ 201655 w 212306"/>
                  <a:gd name="connsiteY6" fmla="*/ 151387 h 211470"/>
                  <a:gd name="connsiteX7" fmla="*/ 106153 w 212306"/>
                  <a:gd name="connsiteY7" fmla="*/ 211471 h 211470"/>
                  <a:gd name="connsiteX8" fmla="*/ 106153 w 212306"/>
                  <a:gd name="connsiteY8" fmla="*/ 15408 h 211470"/>
                  <a:gd name="connsiteX9" fmla="*/ 24566 w 212306"/>
                  <a:gd name="connsiteY9" fmla="*/ 66637 h 211470"/>
                  <a:gd name="connsiteX10" fmla="*/ 20771 w 212306"/>
                  <a:gd name="connsiteY10" fmla="*/ 135576 h 211470"/>
                  <a:gd name="connsiteX11" fmla="*/ 66941 w 212306"/>
                  <a:gd name="connsiteY11" fmla="*/ 186805 h 211470"/>
                  <a:gd name="connsiteX12" fmla="*/ 187108 w 212306"/>
                  <a:gd name="connsiteY12" fmla="*/ 144430 h 211470"/>
                  <a:gd name="connsiteX13" fmla="*/ 190903 w 212306"/>
                  <a:gd name="connsiteY13" fmla="*/ 75492 h 211470"/>
                  <a:gd name="connsiteX14" fmla="*/ 144734 w 212306"/>
                  <a:gd name="connsiteY14" fmla="*/ 24263 h 211470"/>
                  <a:gd name="connsiteX15" fmla="*/ 106153 w 212306"/>
                  <a:gd name="connsiteY15" fmla="*/ 15408 h 2114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12306" h="211470">
                    <a:moveTo>
                      <a:pt x="106153" y="211471"/>
                    </a:moveTo>
                    <a:cubicBezTo>
                      <a:pt x="90974" y="211471"/>
                      <a:pt x="75163" y="208308"/>
                      <a:pt x="60616" y="201351"/>
                    </a:cubicBezTo>
                    <a:cubicBezTo>
                      <a:pt x="35318" y="189335"/>
                      <a:pt x="15712" y="167831"/>
                      <a:pt x="6225" y="141268"/>
                    </a:cubicBezTo>
                    <a:cubicBezTo>
                      <a:pt x="-3262" y="114704"/>
                      <a:pt x="-1997" y="85611"/>
                      <a:pt x="10652" y="60313"/>
                    </a:cubicBezTo>
                    <a:cubicBezTo>
                      <a:pt x="35950" y="7819"/>
                      <a:pt x="99196" y="-14950"/>
                      <a:pt x="151691" y="10349"/>
                    </a:cubicBezTo>
                    <a:cubicBezTo>
                      <a:pt x="176989" y="22365"/>
                      <a:pt x="196595" y="43869"/>
                      <a:pt x="206082" y="70432"/>
                    </a:cubicBezTo>
                    <a:cubicBezTo>
                      <a:pt x="215569" y="96996"/>
                      <a:pt x="214304" y="126089"/>
                      <a:pt x="201655" y="151387"/>
                    </a:cubicBezTo>
                    <a:cubicBezTo>
                      <a:pt x="183314" y="189335"/>
                      <a:pt x="145366" y="211471"/>
                      <a:pt x="106153" y="211471"/>
                    </a:cubicBezTo>
                    <a:close/>
                    <a:moveTo>
                      <a:pt x="106153" y="15408"/>
                    </a:moveTo>
                    <a:cubicBezTo>
                      <a:pt x="72633" y="15408"/>
                      <a:pt x="39745" y="34382"/>
                      <a:pt x="24566" y="66637"/>
                    </a:cubicBezTo>
                    <a:cubicBezTo>
                      <a:pt x="14447" y="88141"/>
                      <a:pt x="13182" y="112807"/>
                      <a:pt x="20771" y="135576"/>
                    </a:cubicBezTo>
                    <a:cubicBezTo>
                      <a:pt x="28993" y="158344"/>
                      <a:pt x="45437" y="176685"/>
                      <a:pt x="66941" y="186805"/>
                    </a:cubicBezTo>
                    <a:cubicBezTo>
                      <a:pt x="111846" y="208308"/>
                      <a:pt x="165605" y="189335"/>
                      <a:pt x="187108" y="144430"/>
                    </a:cubicBezTo>
                    <a:cubicBezTo>
                      <a:pt x="197228" y="122926"/>
                      <a:pt x="198493" y="98260"/>
                      <a:pt x="190903" y="75492"/>
                    </a:cubicBezTo>
                    <a:cubicBezTo>
                      <a:pt x="182681" y="52723"/>
                      <a:pt x="166237" y="34382"/>
                      <a:pt x="144734" y="24263"/>
                    </a:cubicBezTo>
                    <a:cubicBezTo>
                      <a:pt x="132084" y="17938"/>
                      <a:pt x="119435" y="15408"/>
                      <a:pt x="106153" y="15408"/>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8" name="Picture Placeholder 97">
                <a:extLst>
                  <a:ext uri="{FF2B5EF4-FFF2-40B4-BE49-F238E27FC236}">
                    <a16:creationId xmlns:a16="http://schemas.microsoft.com/office/drawing/2014/main" id="{963EA3A5-A286-D393-D6EE-01FBE4C91CA9}"/>
                  </a:ext>
                </a:extLst>
              </p:cNvPr>
              <p:cNvSpPr/>
              <p:nvPr/>
            </p:nvSpPr>
            <p:spPr>
              <a:xfrm>
                <a:off x="7183435" y="3612650"/>
                <a:ext cx="97398" cy="36682"/>
              </a:xfrm>
              <a:custGeom>
                <a:avLst/>
                <a:gdLst>
                  <a:gd name="connsiteX0" fmla="*/ 48699 w 97398"/>
                  <a:gd name="connsiteY0" fmla="*/ 36683 h 36682"/>
                  <a:gd name="connsiteX1" fmla="*/ 0 w 97398"/>
                  <a:gd name="connsiteY1" fmla="*/ 18341 h 36682"/>
                  <a:gd name="connsiteX2" fmla="*/ 48699 w 97398"/>
                  <a:gd name="connsiteY2" fmla="*/ 0 h 36682"/>
                  <a:gd name="connsiteX3" fmla="*/ 97399 w 97398"/>
                  <a:gd name="connsiteY3" fmla="*/ 18341 h 36682"/>
                  <a:gd name="connsiteX4" fmla="*/ 48699 w 97398"/>
                  <a:gd name="connsiteY4" fmla="*/ 36683 h 36682"/>
                  <a:gd name="connsiteX5" fmla="*/ 22769 w 97398"/>
                  <a:gd name="connsiteY5" fmla="*/ 18341 h 36682"/>
                  <a:gd name="connsiteX6" fmla="*/ 48067 w 97398"/>
                  <a:gd name="connsiteY6" fmla="*/ 20871 h 36682"/>
                  <a:gd name="connsiteX7" fmla="*/ 73365 w 97398"/>
                  <a:gd name="connsiteY7" fmla="*/ 18341 h 36682"/>
                  <a:gd name="connsiteX8" fmla="*/ 48067 w 97398"/>
                  <a:gd name="connsiteY8" fmla="*/ 15812 h 36682"/>
                  <a:gd name="connsiteX9" fmla="*/ 22769 w 97398"/>
                  <a:gd name="connsiteY9" fmla="*/ 18341 h 366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7398" h="36682">
                    <a:moveTo>
                      <a:pt x="48699" y="36683"/>
                    </a:moveTo>
                    <a:cubicBezTo>
                      <a:pt x="34153" y="36683"/>
                      <a:pt x="0" y="34785"/>
                      <a:pt x="0" y="18341"/>
                    </a:cubicBezTo>
                    <a:cubicBezTo>
                      <a:pt x="0" y="1897"/>
                      <a:pt x="34153" y="0"/>
                      <a:pt x="48699" y="0"/>
                    </a:cubicBezTo>
                    <a:cubicBezTo>
                      <a:pt x="63246" y="0"/>
                      <a:pt x="97399" y="1897"/>
                      <a:pt x="97399" y="18341"/>
                    </a:cubicBezTo>
                    <a:cubicBezTo>
                      <a:pt x="97399" y="34785"/>
                      <a:pt x="63246" y="36683"/>
                      <a:pt x="48699" y="36683"/>
                    </a:cubicBezTo>
                    <a:close/>
                    <a:moveTo>
                      <a:pt x="22769" y="18341"/>
                    </a:moveTo>
                    <a:cubicBezTo>
                      <a:pt x="28461" y="19606"/>
                      <a:pt x="37315" y="20871"/>
                      <a:pt x="48067" y="20871"/>
                    </a:cubicBezTo>
                    <a:cubicBezTo>
                      <a:pt x="58819" y="20871"/>
                      <a:pt x="67673" y="19606"/>
                      <a:pt x="73365" y="18341"/>
                    </a:cubicBezTo>
                    <a:cubicBezTo>
                      <a:pt x="67673" y="17076"/>
                      <a:pt x="58819" y="15812"/>
                      <a:pt x="48067" y="15812"/>
                    </a:cubicBezTo>
                    <a:cubicBezTo>
                      <a:pt x="37315" y="15812"/>
                      <a:pt x="29093" y="17076"/>
                      <a:pt x="22769" y="18341"/>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9" name="Picture Placeholder 97">
                <a:extLst>
                  <a:ext uri="{FF2B5EF4-FFF2-40B4-BE49-F238E27FC236}">
                    <a16:creationId xmlns:a16="http://schemas.microsoft.com/office/drawing/2014/main" id="{CE49F4C4-5055-F849-17E5-FA50147E579E}"/>
                  </a:ext>
                </a:extLst>
              </p:cNvPr>
              <p:cNvSpPr/>
              <p:nvPr/>
            </p:nvSpPr>
            <p:spPr>
              <a:xfrm>
                <a:off x="7183435" y="3679690"/>
                <a:ext cx="93604" cy="29725"/>
              </a:xfrm>
              <a:custGeom>
                <a:avLst/>
                <a:gdLst>
                  <a:gd name="connsiteX0" fmla="*/ 48699 w 93604"/>
                  <a:gd name="connsiteY0" fmla="*/ 29726 h 29725"/>
                  <a:gd name="connsiteX1" fmla="*/ 0 w 93604"/>
                  <a:gd name="connsiteY1" fmla="*/ 11384 h 29725"/>
                  <a:gd name="connsiteX2" fmla="*/ 0 w 93604"/>
                  <a:gd name="connsiteY2" fmla="*/ 0 h 29725"/>
                  <a:gd name="connsiteX3" fmla="*/ 15812 w 93604"/>
                  <a:gd name="connsiteY3" fmla="*/ 0 h 29725"/>
                  <a:gd name="connsiteX4" fmla="*/ 15812 w 93604"/>
                  <a:gd name="connsiteY4" fmla="*/ 8854 h 29725"/>
                  <a:gd name="connsiteX5" fmla="*/ 48699 w 93604"/>
                  <a:gd name="connsiteY5" fmla="*/ 13914 h 29725"/>
                  <a:gd name="connsiteX6" fmla="*/ 82852 w 93604"/>
                  <a:gd name="connsiteY6" fmla="*/ 7590 h 29725"/>
                  <a:gd name="connsiteX7" fmla="*/ 93604 w 93604"/>
                  <a:gd name="connsiteY7" fmla="*/ 18974 h 29725"/>
                  <a:gd name="connsiteX8" fmla="*/ 48699 w 93604"/>
                  <a:gd name="connsiteY8" fmla="*/ 29726 h 29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3604" h="29725">
                    <a:moveTo>
                      <a:pt x="48699" y="29726"/>
                    </a:moveTo>
                    <a:cubicBezTo>
                      <a:pt x="34153" y="29726"/>
                      <a:pt x="0" y="27828"/>
                      <a:pt x="0" y="11384"/>
                    </a:cubicBezTo>
                    <a:lnTo>
                      <a:pt x="0" y="0"/>
                    </a:lnTo>
                    <a:lnTo>
                      <a:pt x="15812" y="0"/>
                    </a:lnTo>
                    <a:lnTo>
                      <a:pt x="15812" y="8854"/>
                    </a:lnTo>
                    <a:cubicBezTo>
                      <a:pt x="19606" y="10752"/>
                      <a:pt x="30991" y="13914"/>
                      <a:pt x="48699" y="13914"/>
                    </a:cubicBezTo>
                    <a:cubicBezTo>
                      <a:pt x="68306" y="13914"/>
                      <a:pt x="80955" y="9487"/>
                      <a:pt x="82852" y="7590"/>
                    </a:cubicBezTo>
                    <a:lnTo>
                      <a:pt x="93604" y="18974"/>
                    </a:lnTo>
                    <a:cubicBezTo>
                      <a:pt x="86015" y="26563"/>
                      <a:pt x="64511" y="29726"/>
                      <a:pt x="48699" y="29726"/>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0" name="Picture Placeholder 97">
                <a:extLst>
                  <a:ext uri="{FF2B5EF4-FFF2-40B4-BE49-F238E27FC236}">
                    <a16:creationId xmlns:a16="http://schemas.microsoft.com/office/drawing/2014/main" id="{48FEE31F-E183-AF73-48F6-C92B4F85B60C}"/>
                  </a:ext>
                </a:extLst>
              </p:cNvPr>
              <p:cNvSpPr/>
              <p:nvPr/>
            </p:nvSpPr>
            <p:spPr>
              <a:xfrm>
                <a:off x="7183435" y="3651862"/>
                <a:ext cx="93604" cy="29725"/>
              </a:xfrm>
              <a:custGeom>
                <a:avLst/>
                <a:gdLst>
                  <a:gd name="connsiteX0" fmla="*/ 48699 w 93604"/>
                  <a:gd name="connsiteY0" fmla="*/ 29726 h 29725"/>
                  <a:gd name="connsiteX1" fmla="*/ 0 w 93604"/>
                  <a:gd name="connsiteY1" fmla="*/ 11384 h 29725"/>
                  <a:gd name="connsiteX2" fmla="*/ 0 w 93604"/>
                  <a:gd name="connsiteY2" fmla="*/ 0 h 29725"/>
                  <a:gd name="connsiteX3" fmla="*/ 15812 w 93604"/>
                  <a:gd name="connsiteY3" fmla="*/ 0 h 29725"/>
                  <a:gd name="connsiteX4" fmla="*/ 15812 w 93604"/>
                  <a:gd name="connsiteY4" fmla="*/ 8854 h 29725"/>
                  <a:gd name="connsiteX5" fmla="*/ 48699 w 93604"/>
                  <a:gd name="connsiteY5" fmla="*/ 13914 h 29725"/>
                  <a:gd name="connsiteX6" fmla="*/ 82852 w 93604"/>
                  <a:gd name="connsiteY6" fmla="*/ 7590 h 29725"/>
                  <a:gd name="connsiteX7" fmla="*/ 93604 w 93604"/>
                  <a:gd name="connsiteY7" fmla="*/ 18974 h 29725"/>
                  <a:gd name="connsiteX8" fmla="*/ 48699 w 93604"/>
                  <a:gd name="connsiteY8" fmla="*/ 29726 h 29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3604" h="29725">
                    <a:moveTo>
                      <a:pt x="48699" y="29726"/>
                    </a:moveTo>
                    <a:cubicBezTo>
                      <a:pt x="34153" y="29726"/>
                      <a:pt x="0" y="27828"/>
                      <a:pt x="0" y="11384"/>
                    </a:cubicBezTo>
                    <a:lnTo>
                      <a:pt x="0" y="0"/>
                    </a:lnTo>
                    <a:lnTo>
                      <a:pt x="15812" y="0"/>
                    </a:lnTo>
                    <a:lnTo>
                      <a:pt x="15812" y="8854"/>
                    </a:lnTo>
                    <a:cubicBezTo>
                      <a:pt x="19606" y="10752"/>
                      <a:pt x="30991" y="13914"/>
                      <a:pt x="48699" y="13914"/>
                    </a:cubicBezTo>
                    <a:cubicBezTo>
                      <a:pt x="68306" y="13914"/>
                      <a:pt x="80955" y="9487"/>
                      <a:pt x="82852" y="7590"/>
                    </a:cubicBezTo>
                    <a:lnTo>
                      <a:pt x="93604" y="18974"/>
                    </a:lnTo>
                    <a:cubicBezTo>
                      <a:pt x="86015" y="26563"/>
                      <a:pt x="64511" y="29726"/>
                      <a:pt x="48699" y="29726"/>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1" name="Picture Placeholder 97">
                <a:extLst>
                  <a:ext uri="{FF2B5EF4-FFF2-40B4-BE49-F238E27FC236}">
                    <a16:creationId xmlns:a16="http://schemas.microsoft.com/office/drawing/2014/main" id="{407D93D1-87CF-9827-3BD9-4352C94C086D}"/>
                  </a:ext>
                </a:extLst>
              </p:cNvPr>
              <p:cNvSpPr/>
              <p:nvPr/>
            </p:nvSpPr>
            <p:spPr>
              <a:xfrm>
                <a:off x="7183435" y="3630991"/>
                <a:ext cx="97398" cy="108150"/>
              </a:xfrm>
              <a:custGeom>
                <a:avLst/>
                <a:gdLst>
                  <a:gd name="connsiteX0" fmla="*/ 48699 w 97398"/>
                  <a:gd name="connsiteY0" fmla="*/ 108151 h 108150"/>
                  <a:gd name="connsiteX1" fmla="*/ 0 w 97398"/>
                  <a:gd name="connsiteY1" fmla="*/ 89809 h 108150"/>
                  <a:gd name="connsiteX2" fmla="*/ 0 w 97398"/>
                  <a:gd name="connsiteY2" fmla="*/ 75895 h 108150"/>
                  <a:gd name="connsiteX3" fmla="*/ 15812 w 97398"/>
                  <a:gd name="connsiteY3" fmla="*/ 75895 h 108150"/>
                  <a:gd name="connsiteX4" fmla="*/ 15812 w 97398"/>
                  <a:gd name="connsiteY4" fmla="*/ 87279 h 108150"/>
                  <a:gd name="connsiteX5" fmla="*/ 48699 w 97398"/>
                  <a:gd name="connsiteY5" fmla="*/ 92339 h 108150"/>
                  <a:gd name="connsiteX6" fmla="*/ 81587 w 97398"/>
                  <a:gd name="connsiteY6" fmla="*/ 87279 h 108150"/>
                  <a:gd name="connsiteX7" fmla="*/ 81587 w 97398"/>
                  <a:gd name="connsiteY7" fmla="*/ 0 h 108150"/>
                  <a:gd name="connsiteX8" fmla="*/ 97399 w 97398"/>
                  <a:gd name="connsiteY8" fmla="*/ 0 h 108150"/>
                  <a:gd name="connsiteX9" fmla="*/ 97399 w 97398"/>
                  <a:gd name="connsiteY9" fmla="*/ 89809 h 108150"/>
                  <a:gd name="connsiteX10" fmla="*/ 48699 w 97398"/>
                  <a:gd name="connsiteY10" fmla="*/ 108151 h 10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97398" h="108150">
                    <a:moveTo>
                      <a:pt x="48699" y="108151"/>
                    </a:moveTo>
                    <a:cubicBezTo>
                      <a:pt x="34153" y="108151"/>
                      <a:pt x="0" y="106253"/>
                      <a:pt x="0" y="89809"/>
                    </a:cubicBezTo>
                    <a:lnTo>
                      <a:pt x="0" y="75895"/>
                    </a:lnTo>
                    <a:lnTo>
                      <a:pt x="15812" y="75895"/>
                    </a:lnTo>
                    <a:lnTo>
                      <a:pt x="15812" y="87279"/>
                    </a:lnTo>
                    <a:cubicBezTo>
                      <a:pt x="19606" y="89177"/>
                      <a:pt x="30991" y="92339"/>
                      <a:pt x="48699" y="92339"/>
                    </a:cubicBezTo>
                    <a:cubicBezTo>
                      <a:pt x="66408" y="92339"/>
                      <a:pt x="77793" y="89809"/>
                      <a:pt x="81587" y="87279"/>
                    </a:cubicBezTo>
                    <a:lnTo>
                      <a:pt x="81587" y="0"/>
                    </a:lnTo>
                    <a:lnTo>
                      <a:pt x="97399" y="0"/>
                    </a:lnTo>
                    <a:lnTo>
                      <a:pt x="97399" y="89809"/>
                    </a:lnTo>
                    <a:cubicBezTo>
                      <a:pt x="96766" y="106253"/>
                      <a:pt x="63246" y="108151"/>
                      <a:pt x="48699" y="108151"/>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37" name="Picture Placeholder 97">
              <a:extLst>
                <a:ext uri="{FF2B5EF4-FFF2-40B4-BE49-F238E27FC236}">
                  <a16:creationId xmlns:a16="http://schemas.microsoft.com/office/drawing/2014/main" id="{AA7E0CBF-A989-CBBF-E302-E688ED7CB995}"/>
                </a:ext>
              </a:extLst>
            </p:cNvPr>
            <p:cNvSpPr/>
            <p:nvPr/>
          </p:nvSpPr>
          <p:spPr>
            <a:xfrm rot="-2700000">
              <a:off x="7519807" y="3357569"/>
              <a:ext cx="30990" cy="15811"/>
            </a:xfrm>
            <a:custGeom>
              <a:avLst/>
              <a:gdLst>
                <a:gd name="connsiteX0" fmla="*/ 0 w 30990"/>
                <a:gd name="connsiteY0" fmla="*/ 0 h 15811"/>
                <a:gd name="connsiteX1" fmla="*/ 30990 w 30990"/>
                <a:gd name="connsiteY1" fmla="*/ 0 h 15811"/>
                <a:gd name="connsiteX2" fmla="*/ 30990 w 30990"/>
                <a:gd name="connsiteY2" fmla="*/ 15811 h 15811"/>
                <a:gd name="connsiteX3" fmla="*/ 0 w 30990"/>
                <a:gd name="connsiteY3" fmla="*/ 15811 h 15811"/>
              </a:gdLst>
              <a:ahLst/>
              <a:cxnLst>
                <a:cxn ang="0">
                  <a:pos x="connsiteX0" y="connsiteY0"/>
                </a:cxn>
                <a:cxn ang="0">
                  <a:pos x="connsiteX1" y="connsiteY1"/>
                </a:cxn>
                <a:cxn ang="0">
                  <a:pos x="connsiteX2" y="connsiteY2"/>
                </a:cxn>
                <a:cxn ang="0">
                  <a:pos x="connsiteX3" y="connsiteY3"/>
                </a:cxn>
              </a:cxnLst>
              <a:rect l="l" t="t" r="r" b="b"/>
              <a:pathLst>
                <a:path w="30990" h="15811">
                  <a:moveTo>
                    <a:pt x="0" y="0"/>
                  </a:moveTo>
                  <a:lnTo>
                    <a:pt x="30990" y="0"/>
                  </a:lnTo>
                  <a:lnTo>
                    <a:pt x="30990" y="15811"/>
                  </a:lnTo>
                  <a:lnTo>
                    <a:pt x="0" y="15811"/>
                  </a:ln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8" name="Picture Placeholder 97">
              <a:extLst>
                <a:ext uri="{FF2B5EF4-FFF2-40B4-BE49-F238E27FC236}">
                  <a16:creationId xmlns:a16="http://schemas.microsoft.com/office/drawing/2014/main" id="{BB8899F6-8ACB-76F5-8BBE-510706245B81}"/>
                </a:ext>
              </a:extLst>
            </p:cNvPr>
            <p:cNvSpPr/>
            <p:nvPr/>
          </p:nvSpPr>
          <p:spPr>
            <a:xfrm rot="-2700486">
              <a:off x="7297780" y="3577759"/>
              <a:ext cx="32887" cy="15811"/>
            </a:xfrm>
            <a:custGeom>
              <a:avLst/>
              <a:gdLst>
                <a:gd name="connsiteX0" fmla="*/ 0 w 32887"/>
                <a:gd name="connsiteY0" fmla="*/ 0 h 15811"/>
                <a:gd name="connsiteX1" fmla="*/ 32888 w 32887"/>
                <a:gd name="connsiteY1" fmla="*/ 0 h 15811"/>
                <a:gd name="connsiteX2" fmla="*/ 32888 w 32887"/>
                <a:gd name="connsiteY2" fmla="*/ 15811 h 15811"/>
                <a:gd name="connsiteX3" fmla="*/ 0 w 32887"/>
                <a:gd name="connsiteY3" fmla="*/ 15811 h 15811"/>
              </a:gdLst>
              <a:ahLst/>
              <a:cxnLst>
                <a:cxn ang="0">
                  <a:pos x="connsiteX0" y="connsiteY0"/>
                </a:cxn>
                <a:cxn ang="0">
                  <a:pos x="connsiteX1" y="connsiteY1"/>
                </a:cxn>
                <a:cxn ang="0">
                  <a:pos x="connsiteX2" y="connsiteY2"/>
                </a:cxn>
                <a:cxn ang="0">
                  <a:pos x="connsiteX3" y="connsiteY3"/>
                </a:cxn>
              </a:cxnLst>
              <a:rect l="l" t="t" r="r" b="b"/>
              <a:pathLst>
                <a:path w="32887" h="15811">
                  <a:moveTo>
                    <a:pt x="0" y="0"/>
                  </a:moveTo>
                  <a:lnTo>
                    <a:pt x="32888" y="0"/>
                  </a:lnTo>
                  <a:lnTo>
                    <a:pt x="32888" y="15811"/>
                  </a:lnTo>
                  <a:lnTo>
                    <a:pt x="0" y="15811"/>
                  </a:ln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9" name="Picture Placeholder 97">
              <a:extLst>
                <a:ext uri="{FF2B5EF4-FFF2-40B4-BE49-F238E27FC236}">
                  <a16:creationId xmlns:a16="http://schemas.microsoft.com/office/drawing/2014/main" id="{0BB39BE9-A65C-7C6A-5711-9016DBEB30BD}"/>
                </a:ext>
              </a:extLst>
            </p:cNvPr>
            <p:cNvSpPr/>
            <p:nvPr/>
          </p:nvSpPr>
          <p:spPr>
            <a:xfrm rot="-2700000">
              <a:off x="7304779" y="3354826"/>
              <a:ext cx="15811" cy="30357"/>
            </a:xfrm>
            <a:custGeom>
              <a:avLst/>
              <a:gdLst>
                <a:gd name="connsiteX0" fmla="*/ 0 w 15811"/>
                <a:gd name="connsiteY0" fmla="*/ 0 h 30357"/>
                <a:gd name="connsiteX1" fmla="*/ 15811 w 15811"/>
                <a:gd name="connsiteY1" fmla="*/ 0 h 30357"/>
                <a:gd name="connsiteX2" fmla="*/ 15811 w 15811"/>
                <a:gd name="connsiteY2" fmla="*/ 30358 h 30357"/>
                <a:gd name="connsiteX3" fmla="*/ 0 w 15811"/>
                <a:gd name="connsiteY3" fmla="*/ 30358 h 30357"/>
              </a:gdLst>
              <a:ahLst/>
              <a:cxnLst>
                <a:cxn ang="0">
                  <a:pos x="connsiteX0" y="connsiteY0"/>
                </a:cxn>
                <a:cxn ang="0">
                  <a:pos x="connsiteX1" y="connsiteY1"/>
                </a:cxn>
                <a:cxn ang="0">
                  <a:pos x="connsiteX2" y="connsiteY2"/>
                </a:cxn>
                <a:cxn ang="0">
                  <a:pos x="connsiteX3" y="connsiteY3"/>
                </a:cxn>
              </a:cxnLst>
              <a:rect l="l" t="t" r="r" b="b"/>
              <a:pathLst>
                <a:path w="15811" h="30357">
                  <a:moveTo>
                    <a:pt x="0" y="0"/>
                  </a:moveTo>
                  <a:lnTo>
                    <a:pt x="15811" y="0"/>
                  </a:lnTo>
                  <a:lnTo>
                    <a:pt x="15811" y="30358"/>
                  </a:lnTo>
                  <a:lnTo>
                    <a:pt x="0" y="30358"/>
                  </a:ln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0" name="Picture Placeholder 97">
              <a:extLst>
                <a:ext uri="{FF2B5EF4-FFF2-40B4-BE49-F238E27FC236}">
                  <a16:creationId xmlns:a16="http://schemas.microsoft.com/office/drawing/2014/main" id="{96AD55FD-D08E-E4FB-E563-0C594E3EF021}"/>
                </a:ext>
              </a:extLst>
            </p:cNvPr>
            <p:cNvSpPr/>
            <p:nvPr/>
          </p:nvSpPr>
          <p:spPr>
            <a:xfrm rot="-2700000">
              <a:off x="7523720" y="3570128"/>
              <a:ext cx="15811" cy="29092"/>
            </a:xfrm>
            <a:custGeom>
              <a:avLst/>
              <a:gdLst>
                <a:gd name="connsiteX0" fmla="*/ 0 w 15811"/>
                <a:gd name="connsiteY0" fmla="*/ 0 h 29092"/>
                <a:gd name="connsiteX1" fmla="*/ 15811 w 15811"/>
                <a:gd name="connsiteY1" fmla="*/ 0 h 29092"/>
                <a:gd name="connsiteX2" fmla="*/ 15811 w 15811"/>
                <a:gd name="connsiteY2" fmla="*/ 29093 h 29092"/>
                <a:gd name="connsiteX3" fmla="*/ 0 w 15811"/>
                <a:gd name="connsiteY3" fmla="*/ 29093 h 29092"/>
              </a:gdLst>
              <a:ahLst/>
              <a:cxnLst>
                <a:cxn ang="0">
                  <a:pos x="connsiteX0" y="connsiteY0"/>
                </a:cxn>
                <a:cxn ang="0">
                  <a:pos x="connsiteX1" y="connsiteY1"/>
                </a:cxn>
                <a:cxn ang="0">
                  <a:pos x="connsiteX2" y="connsiteY2"/>
                </a:cxn>
                <a:cxn ang="0">
                  <a:pos x="connsiteX3" y="connsiteY3"/>
                </a:cxn>
              </a:cxnLst>
              <a:rect l="l" t="t" r="r" b="b"/>
              <a:pathLst>
                <a:path w="15811" h="29092">
                  <a:moveTo>
                    <a:pt x="0" y="0"/>
                  </a:moveTo>
                  <a:lnTo>
                    <a:pt x="15811" y="0"/>
                  </a:lnTo>
                  <a:lnTo>
                    <a:pt x="15811" y="29093"/>
                  </a:lnTo>
                  <a:lnTo>
                    <a:pt x="0" y="29093"/>
                  </a:ln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1" name="Picture Placeholder 97">
              <a:extLst>
                <a:ext uri="{FF2B5EF4-FFF2-40B4-BE49-F238E27FC236}">
                  <a16:creationId xmlns:a16="http://schemas.microsoft.com/office/drawing/2014/main" id="{9D84C5E9-448B-03D6-D035-6A9CB844B5DD}"/>
                </a:ext>
              </a:extLst>
            </p:cNvPr>
            <p:cNvSpPr/>
            <p:nvPr/>
          </p:nvSpPr>
          <p:spPr>
            <a:xfrm>
              <a:off x="7332063" y="3384964"/>
              <a:ext cx="181516" cy="182780"/>
            </a:xfrm>
            <a:custGeom>
              <a:avLst/>
              <a:gdLst>
                <a:gd name="connsiteX0" fmla="*/ 181516 w 181516"/>
                <a:gd name="connsiteY0" fmla="*/ 106253 h 182780"/>
                <a:gd name="connsiteX1" fmla="*/ 172662 w 181516"/>
                <a:gd name="connsiteY1" fmla="*/ 108783 h 182780"/>
                <a:gd name="connsiteX2" fmla="*/ 163807 w 181516"/>
                <a:gd name="connsiteY2" fmla="*/ 110681 h 182780"/>
                <a:gd name="connsiteX3" fmla="*/ 160012 w 181516"/>
                <a:gd name="connsiteY3" fmla="*/ 120167 h 182780"/>
                <a:gd name="connsiteX4" fmla="*/ 155585 w 181516"/>
                <a:gd name="connsiteY4" fmla="*/ 129022 h 182780"/>
                <a:gd name="connsiteX5" fmla="*/ 160012 w 181516"/>
                <a:gd name="connsiteY5" fmla="*/ 137244 h 182780"/>
                <a:gd name="connsiteX6" fmla="*/ 165072 w 181516"/>
                <a:gd name="connsiteY6" fmla="*/ 144833 h 182780"/>
                <a:gd name="connsiteX7" fmla="*/ 144833 w 181516"/>
                <a:gd name="connsiteY7" fmla="*/ 165705 h 182780"/>
                <a:gd name="connsiteX8" fmla="*/ 128389 w 181516"/>
                <a:gd name="connsiteY8" fmla="*/ 156218 h 182780"/>
                <a:gd name="connsiteX9" fmla="*/ 110681 w 181516"/>
                <a:gd name="connsiteY9" fmla="*/ 163175 h 182780"/>
                <a:gd name="connsiteX10" fmla="*/ 107518 w 181516"/>
                <a:gd name="connsiteY10" fmla="*/ 172662 h 182780"/>
                <a:gd name="connsiteX11" fmla="*/ 104356 w 181516"/>
                <a:gd name="connsiteY11" fmla="*/ 182781 h 182780"/>
                <a:gd name="connsiteX12" fmla="*/ 76528 w 181516"/>
                <a:gd name="connsiteY12" fmla="*/ 182781 h 182780"/>
                <a:gd name="connsiteX13" fmla="*/ 73998 w 181516"/>
                <a:gd name="connsiteY13" fmla="*/ 173294 h 182780"/>
                <a:gd name="connsiteX14" fmla="*/ 71468 w 181516"/>
                <a:gd name="connsiteY14" fmla="*/ 163807 h 182780"/>
                <a:gd name="connsiteX15" fmla="*/ 53759 w 181516"/>
                <a:gd name="connsiteY15" fmla="*/ 155585 h 182780"/>
                <a:gd name="connsiteX16" fmla="*/ 44905 w 181516"/>
                <a:gd name="connsiteY16" fmla="*/ 160012 h 182780"/>
                <a:gd name="connsiteX17" fmla="*/ 36683 w 181516"/>
                <a:gd name="connsiteY17" fmla="*/ 164440 h 182780"/>
                <a:gd name="connsiteX18" fmla="*/ 16444 w 181516"/>
                <a:gd name="connsiteY18" fmla="*/ 144833 h 182780"/>
                <a:gd name="connsiteX19" fmla="*/ 25298 w 181516"/>
                <a:gd name="connsiteY19" fmla="*/ 128389 h 182780"/>
                <a:gd name="connsiteX20" fmla="*/ 21504 w 181516"/>
                <a:gd name="connsiteY20" fmla="*/ 118902 h 182780"/>
                <a:gd name="connsiteX21" fmla="*/ 18341 w 181516"/>
                <a:gd name="connsiteY21" fmla="*/ 108783 h 182780"/>
                <a:gd name="connsiteX22" fmla="*/ 8854 w 181516"/>
                <a:gd name="connsiteY22" fmla="*/ 106886 h 182780"/>
                <a:gd name="connsiteX23" fmla="*/ 0 w 181516"/>
                <a:gd name="connsiteY23" fmla="*/ 104356 h 182780"/>
                <a:gd name="connsiteX24" fmla="*/ 0 w 181516"/>
                <a:gd name="connsiteY24" fmla="*/ 76528 h 182780"/>
                <a:gd name="connsiteX25" fmla="*/ 8854 w 181516"/>
                <a:gd name="connsiteY25" fmla="*/ 73998 h 182780"/>
                <a:gd name="connsiteX26" fmla="*/ 17709 w 181516"/>
                <a:gd name="connsiteY26" fmla="*/ 72100 h 182780"/>
                <a:gd name="connsiteX27" fmla="*/ 22136 w 181516"/>
                <a:gd name="connsiteY27" fmla="*/ 62614 h 182780"/>
                <a:gd name="connsiteX28" fmla="*/ 26563 w 181516"/>
                <a:gd name="connsiteY28" fmla="*/ 53759 h 182780"/>
                <a:gd name="connsiteX29" fmla="*/ 17076 w 181516"/>
                <a:gd name="connsiteY29" fmla="*/ 37948 h 182780"/>
                <a:gd name="connsiteX30" fmla="*/ 37315 w 181516"/>
                <a:gd name="connsiteY30" fmla="*/ 17076 h 182780"/>
                <a:gd name="connsiteX31" fmla="*/ 53759 w 181516"/>
                <a:gd name="connsiteY31" fmla="*/ 26563 h 182780"/>
                <a:gd name="connsiteX32" fmla="*/ 72100 w 181516"/>
                <a:gd name="connsiteY32" fmla="*/ 19606 h 182780"/>
                <a:gd name="connsiteX33" fmla="*/ 74630 w 181516"/>
                <a:gd name="connsiteY33" fmla="*/ 9487 h 182780"/>
                <a:gd name="connsiteX34" fmla="*/ 77160 w 181516"/>
                <a:gd name="connsiteY34" fmla="*/ 0 h 182780"/>
                <a:gd name="connsiteX35" fmla="*/ 104988 w 181516"/>
                <a:gd name="connsiteY35" fmla="*/ 0 h 182780"/>
                <a:gd name="connsiteX36" fmla="*/ 110048 w 181516"/>
                <a:gd name="connsiteY36" fmla="*/ 18341 h 182780"/>
                <a:gd name="connsiteX37" fmla="*/ 118903 w 181516"/>
                <a:gd name="connsiteY37" fmla="*/ 22136 h 182780"/>
                <a:gd name="connsiteX38" fmla="*/ 127757 w 181516"/>
                <a:gd name="connsiteY38" fmla="*/ 26563 h 182780"/>
                <a:gd name="connsiteX39" fmla="*/ 136611 w 181516"/>
                <a:gd name="connsiteY39" fmla="*/ 22136 h 182780"/>
                <a:gd name="connsiteX40" fmla="*/ 144833 w 181516"/>
                <a:gd name="connsiteY40" fmla="*/ 17709 h 182780"/>
                <a:gd name="connsiteX41" fmla="*/ 155585 w 181516"/>
                <a:gd name="connsiteY41" fmla="*/ 27196 h 182780"/>
                <a:gd name="connsiteX42" fmla="*/ 165705 w 181516"/>
                <a:gd name="connsiteY42" fmla="*/ 37315 h 182780"/>
                <a:gd name="connsiteX43" fmla="*/ 156218 w 181516"/>
                <a:gd name="connsiteY43" fmla="*/ 53759 h 182780"/>
                <a:gd name="connsiteX44" fmla="*/ 163175 w 181516"/>
                <a:gd name="connsiteY44" fmla="*/ 72733 h 182780"/>
                <a:gd name="connsiteX45" fmla="*/ 172662 w 181516"/>
                <a:gd name="connsiteY45" fmla="*/ 74630 h 182780"/>
                <a:gd name="connsiteX46" fmla="*/ 181516 w 181516"/>
                <a:gd name="connsiteY46" fmla="*/ 77160 h 182780"/>
                <a:gd name="connsiteX47" fmla="*/ 181516 w 181516"/>
                <a:gd name="connsiteY47" fmla="*/ 106253 h 182780"/>
                <a:gd name="connsiteX48" fmla="*/ 141039 w 181516"/>
                <a:gd name="connsiteY48" fmla="*/ 118270 h 182780"/>
                <a:gd name="connsiteX49" fmla="*/ 147996 w 181516"/>
                <a:gd name="connsiteY49" fmla="*/ 86015 h 182780"/>
                <a:gd name="connsiteX50" fmla="*/ 137244 w 181516"/>
                <a:gd name="connsiteY50" fmla="*/ 58819 h 182780"/>
                <a:gd name="connsiteX51" fmla="*/ 114475 w 181516"/>
                <a:gd name="connsiteY51" fmla="*/ 40477 h 182780"/>
                <a:gd name="connsiteX52" fmla="*/ 86015 w 181516"/>
                <a:gd name="connsiteY52" fmla="*/ 34785 h 182780"/>
                <a:gd name="connsiteX53" fmla="*/ 50597 w 181516"/>
                <a:gd name="connsiteY53" fmla="*/ 49964 h 182780"/>
                <a:gd name="connsiteX54" fmla="*/ 34785 w 181516"/>
                <a:gd name="connsiteY54" fmla="*/ 80322 h 182780"/>
                <a:gd name="connsiteX55" fmla="*/ 38580 w 181516"/>
                <a:gd name="connsiteY55" fmla="*/ 114475 h 182780"/>
                <a:gd name="connsiteX56" fmla="*/ 61981 w 181516"/>
                <a:gd name="connsiteY56" fmla="*/ 140406 h 182780"/>
                <a:gd name="connsiteX57" fmla="*/ 107518 w 181516"/>
                <a:gd name="connsiteY57" fmla="*/ 144201 h 182780"/>
                <a:gd name="connsiteX58" fmla="*/ 141039 w 181516"/>
                <a:gd name="connsiteY58" fmla="*/ 118270 h 182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181516" h="182780">
                  <a:moveTo>
                    <a:pt x="181516" y="106253"/>
                  </a:moveTo>
                  <a:cubicBezTo>
                    <a:pt x="180251" y="106886"/>
                    <a:pt x="177089" y="107518"/>
                    <a:pt x="172662" y="108783"/>
                  </a:cubicBezTo>
                  <a:cubicBezTo>
                    <a:pt x="168867" y="110048"/>
                    <a:pt x="166337" y="110681"/>
                    <a:pt x="163807" y="110681"/>
                  </a:cubicBezTo>
                  <a:cubicBezTo>
                    <a:pt x="163175" y="111945"/>
                    <a:pt x="161277" y="115108"/>
                    <a:pt x="160012" y="120167"/>
                  </a:cubicBezTo>
                  <a:cubicBezTo>
                    <a:pt x="158747" y="124595"/>
                    <a:pt x="156850" y="127124"/>
                    <a:pt x="155585" y="129022"/>
                  </a:cubicBezTo>
                  <a:cubicBezTo>
                    <a:pt x="156218" y="129654"/>
                    <a:pt x="157483" y="132817"/>
                    <a:pt x="160012" y="137244"/>
                  </a:cubicBezTo>
                  <a:cubicBezTo>
                    <a:pt x="161910" y="140406"/>
                    <a:pt x="163807" y="142936"/>
                    <a:pt x="165072" y="144833"/>
                  </a:cubicBezTo>
                  <a:cubicBezTo>
                    <a:pt x="163175" y="147363"/>
                    <a:pt x="156850" y="154320"/>
                    <a:pt x="144833" y="165705"/>
                  </a:cubicBezTo>
                  <a:cubicBezTo>
                    <a:pt x="139141" y="163175"/>
                    <a:pt x="133449" y="160012"/>
                    <a:pt x="128389" y="156218"/>
                  </a:cubicBezTo>
                  <a:cubicBezTo>
                    <a:pt x="122065" y="160012"/>
                    <a:pt x="116373" y="161910"/>
                    <a:pt x="110681" y="163175"/>
                  </a:cubicBezTo>
                  <a:cubicBezTo>
                    <a:pt x="109416" y="165072"/>
                    <a:pt x="108151" y="168234"/>
                    <a:pt x="107518" y="172662"/>
                  </a:cubicBezTo>
                  <a:cubicBezTo>
                    <a:pt x="106253" y="177721"/>
                    <a:pt x="105621" y="180884"/>
                    <a:pt x="104356" y="182781"/>
                  </a:cubicBezTo>
                  <a:lnTo>
                    <a:pt x="76528" y="182781"/>
                  </a:lnTo>
                  <a:cubicBezTo>
                    <a:pt x="75895" y="180884"/>
                    <a:pt x="74630" y="177721"/>
                    <a:pt x="73998" y="173294"/>
                  </a:cubicBezTo>
                  <a:cubicBezTo>
                    <a:pt x="72733" y="168867"/>
                    <a:pt x="72100" y="165705"/>
                    <a:pt x="71468" y="163807"/>
                  </a:cubicBezTo>
                  <a:cubicBezTo>
                    <a:pt x="60084" y="158747"/>
                    <a:pt x="54392" y="156218"/>
                    <a:pt x="53759" y="155585"/>
                  </a:cubicBezTo>
                  <a:cubicBezTo>
                    <a:pt x="51229" y="156218"/>
                    <a:pt x="48699" y="157483"/>
                    <a:pt x="44905" y="160012"/>
                  </a:cubicBezTo>
                  <a:cubicBezTo>
                    <a:pt x="41110" y="162542"/>
                    <a:pt x="38580" y="163807"/>
                    <a:pt x="36683" y="164440"/>
                  </a:cubicBezTo>
                  <a:cubicBezTo>
                    <a:pt x="34153" y="162542"/>
                    <a:pt x="27196" y="156218"/>
                    <a:pt x="16444" y="144833"/>
                  </a:cubicBezTo>
                  <a:cubicBezTo>
                    <a:pt x="17076" y="142936"/>
                    <a:pt x="19606" y="137244"/>
                    <a:pt x="25298" y="128389"/>
                  </a:cubicBezTo>
                  <a:cubicBezTo>
                    <a:pt x="24666" y="127124"/>
                    <a:pt x="23401" y="124595"/>
                    <a:pt x="21504" y="118902"/>
                  </a:cubicBezTo>
                  <a:cubicBezTo>
                    <a:pt x="19606" y="115108"/>
                    <a:pt x="18974" y="111945"/>
                    <a:pt x="18341" y="108783"/>
                  </a:cubicBezTo>
                  <a:cubicBezTo>
                    <a:pt x="15812" y="108151"/>
                    <a:pt x="12649" y="107518"/>
                    <a:pt x="8854" y="106886"/>
                  </a:cubicBezTo>
                  <a:cubicBezTo>
                    <a:pt x="4427" y="105621"/>
                    <a:pt x="1265" y="104988"/>
                    <a:pt x="0" y="104356"/>
                  </a:cubicBezTo>
                  <a:lnTo>
                    <a:pt x="0" y="76528"/>
                  </a:lnTo>
                  <a:cubicBezTo>
                    <a:pt x="1265" y="75895"/>
                    <a:pt x="4427" y="75263"/>
                    <a:pt x="8854" y="73998"/>
                  </a:cubicBezTo>
                  <a:cubicBezTo>
                    <a:pt x="12649" y="72733"/>
                    <a:pt x="15179" y="72100"/>
                    <a:pt x="17709" y="72100"/>
                  </a:cubicBezTo>
                  <a:cubicBezTo>
                    <a:pt x="18341" y="70836"/>
                    <a:pt x="20239" y="67673"/>
                    <a:pt x="22136" y="62614"/>
                  </a:cubicBezTo>
                  <a:cubicBezTo>
                    <a:pt x="24034" y="58819"/>
                    <a:pt x="25298" y="55656"/>
                    <a:pt x="26563" y="53759"/>
                  </a:cubicBezTo>
                  <a:cubicBezTo>
                    <a:pt x="22136" y="45537"/>
                    <a:pt x="18974" y="39845"/>
                    <a:pt x="17076" y="37948"/>
                  </a:cubicBezTo>
                  <a:cubicBezTo>
                    <a:pt x="18974" y="35418"/>
                    <a:pt x="25298" y="28461"/>
                    <a:pt x="37315" y="17076"/>
                  </a:cubicBezTo>
                  <a:cubicBezTo>
                    <a:pt x="44905" y="20871"/>
                    <a:pt x="49964" y="24033"/>
                    <a:pt x="53759" y="26563"/>
                  </a:cubicBezTo>
                  <a:cubicBezTo>
                    <a:pt x="64511" y="22136"/>
                    <a:pt x="70203" y="19606"/>
                    <a:pt x="72100" y="19606"/>
                  </a:cubicBezTo>
                  <a:cubicBezTo>
                    <a:pt x="72733" y="18341"/>
                    <a:pt x="73365" y="15179"/>
                    <a:pt x="74630" y="9487"/>
                  </a:cubicBezTo>
                  <a:cubicBezTo>
                    <a:pt x="75895" y="5692"/>
                    <a:pt x="76528" y="2530"/>
                    <a:pt x="77160" y="0"/>
                  </a:cubicBezTo>
                  <a:lnTo>
                    <a:pt x="104988" y="0"/>
                  </a:lnTo>
                  <a:cubicBezTo>
                    <a:pt x="106253" y="2530"/>
                    <a:pt x="107518" y="8854"/>
                    <a:pt x="110048" y="18341"/>
                  </a:cubicBezTo>
                  <a:cubicBezTo>
                    <a:pt x="111313" y="18974"/>
                    <a:pt x="114475" y="20239"/>
                    <a:pt x="118903" y="22136"/>
                  </a:cubicBezTo>
                  <a:cubicBezTo>
                    <a:pt x="122697" y="23401"/>
                    <a:pt x="125860" y="25298"/>
                    <a:pt x="127757" y="26563"/>
                  </a:cubicBezTo>
                  <a:cubicBezTo>
                    <a:pt x="130287" y="25931"/>
                    <a:pt x="132817" y="24666"/>
                    <a:pt x="136611" y="22136"/>
                  </a:cubicBezTo>
                  <a:cubicBezTo>
                    <a:pt x="140406" y="19606"/>
                    <a:pt x="142936" y="18341"/>
                    <a:pt x="144833" y="17709"/>
                  </a:cubicBezTo>
                  <a:cubicBezTo>
                    <a:pt x="147996" y="19606"/>
                    <a:pt x="151790" y="22769"/>
                    <a:pt x="155585" y="27196"/>
                  </a:cubicBezTo>
                  <a:cubicBezTo>
                    <a:pt x="160645" y="32255"/>
                    <a:pt x="163807" y="35418"/>
                    <a:pt x="165705" y="37315"/>
                  </a:cubicBezTo>
                  <a:cubicBezTo>
                    <a:pt x="161277" y="44905"/>
                    <a:pt x="158115" y="50597"/>
                    <a:pt x="156218" y="53759"/>
                  </a:cubicBezTo>
                  <a:cubicBezTo>
                    <a:pt x="161277" y="67673"/>
                    <a:pt x="163175" y="73998"/>
                    <a:pt x="163175" y="72733"/>
                  </a:cubicBezTo>
                  <a:cubicBezTo>
                    <a:pt x="165705" y="72733"/>
                    <a:pt x="168867" y="73365"/>
                    <a:pt x="172662" y="74630"/>
                  </a:cubicBezTo>
                  <a:cubicBezTo>
                    <a:pt x="177089" y="75895"/>
                    <a:pt x="180251" y="76528"/>
                    <a:pt x="181516" y="77160"/>
                  </a:cubicBezTo>
                  <a:lnTo>
                    <a:pt x="181516" y="106253"/>
                  </a:lnTo>
                  <a:close/>
                  <a:moveTo>
                    <a:pt x="141039" y="118270"/>
                  </a:moveTo>
                  <a:cubicBezTo>
                    <a:pt x="146731" y="107518"/>
                    <a:pt x="149261" y="96766"/>
                    <a:pt x="147996" y="86015"/>
                  </a:cubicBezTo>
                  <a:cubicBezTo>
                    <a:pt x="147363" y="75895"/>
                    <a:pt x="143568" y="67041"/>
                    <a:pt x="137244" y="58819"/>
                  </a:cubicBezTo>
                  <a:cubicBezTo>
                    <a:pt x="131552" y="50597"/>
                    <a:pt x="123962" y="44905"/>
                    <a:pt x="114475" y="40477"/>
                  </a:cubicBezTo>
                  <a:cubicBezTo>
                    <a:pt x="104988" y="36050"/>
                    <a:pt x="95501" y="34153"/>
                    <a:pt x="86015" y="34785"/>
                  </a:cubicBezTo>
                  <a:cubicBezTo>
                    <a:pt x="71468" y="36050"/>
                    <a:pt x="60084" y="41110"/>
                    <a:pt x="50597" y="49964"/>
                  </a:cubicBezTo>
                  <a:cubicBezTo>
                    <a:pt x="42375" y="58186"/>
                    <a:pt x="36683" y="68306"/>
                    <a:pt x="34785" y="80322"/>
                  </a:cubicBezTo>
                  <a:cubicBezTo>
                    <a:pt x="32888" y="92339"/>
                    <a:pt x="34153" y="103723"/>
                    <a:pt x="38580" y="114475"/>
                  </a:cubicBezTo>
                  <a:cubicBezTo>
                    <a:pt x="43640" y="125860"/>
                    <a:pt x="51229" y="134714"/>
                    <a:pt x="61981" y="140406"/>
                  </a:cubicBezTo>
                  <a:cubicBezTo>
                    <a:pt x="75895" y="147996"/>
                    <a:pt x="91074" y="149261"/>
                    <a:pt x="107518" y="144201"/>
                  </a:cubicBezTo>
                  <a:cubicBezTo>
                    <a:pt x="123330" y="140406"/>
                    <a:pt x="134082" y="131552"/>
                    <a:pt x="141039" y="118270"/>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42" name="Picture Placeholder 97">
              <a:extLst>
                <a:ext uri="{FF2B5EF4-FFF2-40B4-BE49-F238E27FC236}">
                  <a16:creationId xmlns:a16="http://schemas.microsoft.com/office/drawing/2014/main" id="{A863580B-D263-2F2A-CD2A-3DD7FBFC726F}"/>
                </a:ext>
              </a:extLst>
            </p:cNvPr>
            <p:cNvGrpSpPr/>
            <p:nvPr/>
          </p:nvGrpSpPr>
          <p:grpSpPr>
            <a:xfrm>
              <a:off x="7514311" y="3179818"/>
              <a:ext cx="212307" cy="211470"/>
              <a:chOff x="7514311" y="3179818"/>
              <a:chExt cx="212307" cy="211470"/>
            </a:xfrm>
            <a:grpFill/>
          </p:grpSpPr>
          <p:sp>
            <p:nvSpPr>
              <p:cNvPr id="43" name="Picture Placeholder 97">
                <a:extLst>
                  <a:ext uri="{FF2B5EF4-FFF2-40B4-BE49-F238E27FC236}">
                    <a16:creationId xmlns:a16="http://schemas.microsoft.com/office/drawing/2014/main" id="{17F1E54B-D746-5AA3-2CFA-99C0AB5671D4}"/>
                  </a:ext>
                </a:extLst>
              </p:cNvPr>
              <p:cNvSpPr/>
              <p:nvPr/>
            </p:nvSpPr>
            <p:spPr>
              <a:xfrm>
                <a:off x="7514311" y="3179818"/>
                <a:ext cx="212307" cy="211470"/>
              </a:xfrm>
              <a:custGeom>
                <a:avLst/>
                <a:gdLst>
                  <a:gd name="connsiteX0" fmla="*/ 106153 w 212307"/>
                  <a:gd name="connsiteY0" fmla="*/ 211471 h 211470"/>
                  <a:gd name="connsiteX1" fmla="*/ 60616 w 212307"/>
                  <a:gd name="connsiteY1" fmla="*/ 201351 h 211470"/>
                  <a:gd name="connsiteX2" fmla="*/ 6225 w 212307"/>
                  <a:gd name="connsiteY2" fmla="*/ 141268 h 211470"/>
                  <a:gd name="connsiteX3" fmla="*/ 10652 w 212307"/>
                  <a:gd name="connsiteY3" fmla="*/ 60313 h 211470"/>
                  <a:gd name="connsiteX4" fmla="*/ 151691 w 212307"/>
                  <a:gd name="connsiteY4" fmla="*/ 10349 h 211470"/>
                  <a:gd name="connsiteX5" fmla="*/ 206082 w 212307"/>
                  <a:gd name="connsiteY5" fmla="*/ 70432 h 211470"/>
                  <a:gd name="connsiteX6" fmla="*/ 201655 w 212307"/>
                  <a:gd name="connsiteY6" fmla="*/ 151387 h 211470"/>
                  <a:gd name="connsiteX7" fmla="*/ 106153 w 212307"/>
                  <a:gd name="connsiteY7" fmla="*/ 211471 h 211470"/>
                  <a:gd name="connsiteX8" fmla="*/ 106786 w 212307"/>
                  <a:gd name="connsiteY8" fmla="*/ 15408 h 211470"/>
                  <a:gd name="connsiteX9" fmla="*/ 25199 w 212307"/>
                  <a:gd name="connsiteY9" fmla="*/ 66637 h 211470"/>
                  <a:gd name="connsiteX10" fmla="*/ 21404 w 212307"/>
                  <a:gd name="connsiteY10" fmla="*/ 135576 h 211470"/>
                  <a:gd name="connsiteX11" fmla="*/ 67573 w 212307"/>
                  <a:gd name="connsiteY11" fmla="*/ 186805 h 211470"/>
                  <a:gd name="connsiteX12" fmla="*/ 187741 w 212307"/>
                  <a:gd name="connsiteY12" fmla="*/ 144430 h 211470"/>
                  <a:gd name="connsiteX13" fmla="*/ 187741 w 212307"/>
                  <a:gd name="connsiteY13" fmla="*/ 144430 h 211470"/>
                  <a:gd name="connsiteX14" fmla="*/ 191536 w 212307"/>
                  <a:gd name="connsiteY14" fmla="*/ 75492 h 211470"/>
                  <a:gd name="connsiteX15" fmla="*/ 145366 w 212307"/>
                  <a:gd name="connsiteY15" fmla="*/ 24263 h 211470"/>
                  <a:gd name="connsiteX16" fmla="*/ 106786 w 212307"/>
                  <a:gd name="connsiteY16" fmla="*/ 15408 h 2114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12307" h="211470">
                    <a:moveTo>
                      <a:pt x="106153" y="211471"/>
                    </a:moveTo>
                    <a:cubicBezTo>
                      <a:pt x="90974" y="211471"/>
                      <a:pt x="75163" y="208309"/>
                      <a:pt x="60616" y="201351"/>
                    </a:cubicBezTo>
                    <a:cubicBezTo>
                      <a:pt x="35318" y="189335"/>
                      <a:pt x="15712" y="167831"/>
                      <a:pt x="6225" y="141268"/>
                    </a:cubicBezTo>
                    <a:cubicBezTo>
                      <a:pt x="-3262" y="114704"/>
                      <a:pt x="-1997" y="85611"/>
                      <a:pt x="10652" y="60313"/>
                    </a:cubicBezTo>
                    <a:cubicBezTo>
                      <a:pt x="35950" y="7819"/>
                      <a:pt x="99196" y="-14950"/>
                      <a:pt x="151691" y="10349"/>
                    </a:cubicBezTo>
                    <a:cubicBezTo>
                      <a:pt x="176989" y="22365"/>
                      <a:pt x="196595" y="43869"/>
                      <a:pt x="206082" y="70432"/>
                    </a:cubicBezTo>
                    <a:cubicBezTo>
                      <a:pt x="215569" y="96996"/>
                      <a:pt x="214304" y="126089"/>
                      <a:pt x="201655" y="151387"/>
                    </a:cubicBezTo>
                    <a:cubicBezTo>
                      <a:pt x="183946" y="189335"/>
                      <a:pt x="145998" y="211471"/>
                      <a:pt x="106153" y="211471"/>
                    </a:cubicBezTo>
                    <a:close/>
                    <a:moveTo>
                      <a:pt x="106786" y="15408"/>
                    </a:moveTo>
                    <a:cubicBezTo>
                      <a:pt x="73266" y="15408"/>
                      <a:pt x="40378" y="34382"/>
                      <a:pt x="25199" y="66637"/>
                    </a:cubicBezTo>
                    <a:cubicBezTo>
                      <a:pt x="15079" y="88141"/>
                      <a:pt x="13814" y="112807"/>
                      <a:pt x="21404" y="135576"/>
                    </a:cubicBezTo>
                    <a:cubicBezTo>
                      <a:pt x="29626" y="158344"/>
                      <a:pt x="46070" y="176686"/>
                      <a:pt x="67573" y="186805"/>
                    </a:cubicBezTo>
                    <a:cubicBezTo>
                      <a:pt x="112478" y="208309"/>
                      <a:pt x="166237" y="189335"/>
                      <a:pt x="187741" y="144430"/>
                    </a:cubicBezTo>
                    <a:lnTo>
                      <a:pt x="187741" y="144430"/>
                    </a:lnTo>
                    <a:cubicBezTo>
                      <a:pt x="197860" y="122926"/>
                      <a:pt x="199125" y="98260"/>
                      <a:pt x="191536" y="75492"/>
                    </a:cubicBezTo>
                    <a:cubicBezTo>
                      <a:pt x="183314" y="52723"/>
                      <a:pt x="166870" y="34382"/>
                      <a:pt x="145366" y="24263"/>
                    </a:cubicBezTo>
                    <a:cubicBezTo>
                      <a:pt x="132717" y="17938"/>
                      <a:pt x="119435" y="15408"/>
                      <a:pt x="106786" y="15408"/>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44" name="Picture Placeholder 97">
                <a:extLst>
                  <a:ext uri="{FF2B5EF4-FFF2-40B4-BE49-F238E27FC236}">
                    <a16:creationId xmlns:a16="http://schemas.microsoft.com/office/drawing/2014/main" id="{CA11B277-4C36-E58E-F1ED-D671C7475EC6}"/>
                  </a:ext>
                </a:extLst>
              </p:cNvPr>
              <p:cNvGrpSpPr/>
              <p:nvPr/>
            </p:nvGrpSpPr>
            <p:grpSpPr>
              <a:xfrm>
                <a:off x="7584415" y="3223054"/>
                <a:ext cx="72732" cy="123962"/>
                <a:chOff x="7584415" y="3223054"/>
                <a:chExt cx="72732" cy="123962"/>
              </a:xfrm>
              <a:grpFill/>
            </p:grpSpPr>
            <p:sp>
              <p:nvSpPr>
                <p:cNvPr id="45" name="Picture Placeholder 97">
                  <a:extLst>
                    <a:ext uri="{FF2B5EF4-FFF2-40B4-BE49-F238E27FC236}">
                      <a16:creationId xmlns:a16="http://schemas.microsoft.com/office/drawing/2014/main" id="{DBA90A81-E256-0B48-7FC7-66D39D70EFCF}"/>
                    </a:ext>
                  </a:extLst>
                </p:cNvPr>
                <p:cNvSpPr/>
                <p:nvPr/>
              </p:nvSpPr>
              <p:spPr>
                <a:xfrm>
                  <a:off x="7584415" y="3281241"/>
                  <a:ext cx="72732" cy="65775"/>
                </a:xfrm>
                <a:custGeom>
                  <a:avLst/>
                  <a:gdLst>
                    <a:gd name="connsiteX0" fmla="*/ 35418 w 72732"/>
                    <a:gd name="connsiteY0" fmla="*/ 15812 h 65775"/>
                    <a:gd name="connsiteX1" fmla="*/ 56289 w 72732"/>
                    <a:gd name="connsiteY1" fmla="*/ 24666 h 65775"/>
                    <a:gd name="connsiteX2" fmla="*/ 56289 w 72732"/>
                    <a:gd name="connsiteY2" fmla="*/ 50597 h 65775"/>
                    <a:gd name="connsiteX3" fmla="*/ 15179 w 72732"/>
                    <a:gd name="connsiteY3" fmla="*/ 50597 h 65775"/>
                    <a:gd name="connsiteX4" fmla="*/ 15179 w 72732"/>
                    <a:gd name="connsiteY4" fmla="*/ 24033 h 65775"/>
                    <a:gd name="connsiteX5" fmla="*/ 35418 w 72732"/>
                    <a:gd name="connsiteY5" fmla="*/ 15812 h 65775"/>
                    <a:gd name="connsiteX6" fmla="*/ 35418 w 72732"/>
                    <a:gd name="connsiteY6" fmla="*/ 0 h 65775"/>
                    <a:gd name="connsiteX7" fmla="*/ 3162 w 72732"/>
                    <a:gd name="connsiteY7" fmla="*/ 13914 h 65775"/>
                    <a:gd name="connsiteX8" fmla="*/ 1265 w 72732"/>
                    <a:gd name="connsiteY8" fmla="*/ 16444 h 65775"/>
                    <a:gd name="connsiteX9" fmla="*/ 0 w 72732"/>
                    <a:gd name="connsiteY9" fmla="*/ 22136 h 65775"/>
                    <a:gd name="connsiteX10" fmla="*/ 0 w 72732"/>
                    <a:gd name="connsiteY10" fmla="*/ 58186 h 65775"/>
                    <a:gd name="connsiteX11" fmla="*/ 5692 w 72732"/>
                    <a:gd name="connsiteY11" fmla="*/ 65776 h 65775"/>
                    <a:gd name="connsiteX12" fmla="*/ 67041 w 72732"/>
                    <a:gd name="connsiteY12" fmla="*/ 65776 h 65775"/>
                    <a:gd name="connsiteX13" fmla="*/ 72733 w 72732"/>
                    <a:gd name="connsiteY13" fmla="*/ 58186 h 65775"/>
                    <a:gd name="connsiteX14" fmla="*/ 72733 w 72732"/>
                    <a:gd name="connsiteY14" fmla="*/ 22136 h 65775"/>
                    <a:gd name="connsiteX15" fmla="*/ 71468 w 72732"/>
                    <a:gd name="connsiteY15" fmla="*/ 17076 h 65775"/>
                    <a:gd name="connsiteX16" fmla="*/ 35418 w 72732"/>
                    <a:gd name="connsiteY16" fmla="*/ 0 h 65775"/>
                    <a:gd name="connsiteX17" fmla="*/ 35418 w 72732"/>
                    <a:gd name="connsiteY17" fmla="*/ 0 h 65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2732" h="65775">
                      <a:moveTo>
                        <a:pt x="35418" y="15812"/>
                      </a:moveTo>
                      <a:cubicBezTo>
                        <a:pt x="43007" y="15812"/>
                        <a:pt x="50597" y="18974"/>
                        <a:pt x="56289" y="24666"/>
                      </a:cubicBezTo>
                      <a:lnTo>
                        <a:pt x="56289" y="50597"/>
                      </a:lnTo>
                      <a:lnTo>
                        <a:pt x="15179" y="50597"/>
                      </a:lnTo>
                      <a:lnTo>
                        <a:pt x="15179" y="24033"/>
                      </a:lnTo>
                      <a:cubicBezTo>
                        <a:pt x="21504" y="18341"/>
                        <a:pt x="28461" y="15812"/>
                        <a:pt x="35418" y="15812"/>
                      </a:cubicBezTo>
                      <a:moveTo>
                        <a:pt x="35418" y="0"/>
                      </a:moveTo>
                      <a:cubicBezTo>
                        <a:pt x="23401" y="0"/>
                        <a:pt x="12017" y="4427"/>
                        <a:pt x="3162" y="13914"/>
                      </a:cubicBezTo>
                      <a:cubicBezTo>
                        <a:pt x="2530" y="14547"/>
                        <a:pt x="1897" y="15812"/>
                        <a:pt x="1265" y="16444"/>
                      </a:cubicBezTo>
                      <a:cubicBezTo>
                        <a:pt x="632" y="17709"/>
                        <a:pt x="0" y="19606"/>
                        <a:pt x="0" y="22136"/>
                      </a:cubicBezTo>
                      <a:lnTo>
                        <a:pt x="0" y="58186"/>
                      </a:lnTo>
                      <a:cubicBezTo>
                        <a:pt x="0" y="62614"/>
                        <a:pt x="2530" y="65776"/>
                        <a:pt x="5692" y="65776"/>
                      </a:cubicBezTo>
                      <a:lnTo>
                        <a:pt x="67041" y="65776"/>
                      </a:lnTo>
                      <a:cubicBezTo>
                        <a:pt x="70203" y="65776"/>
                        <a:pt x="72733" y="61981"/>
                        <a:pt x="72733" y="58186"/>
                      </a:cubicBezTo>
                      <a:lnTo>
                        <a:pt x="72733" y="22136"/>
                      </a:lnTo>
                      <a:cubicBezTo>
                        <a:pt x="72733" y="20239"/>
                        <a:pt x="72100" y="18341"/>
                        <a:pt x="71468" y="17076"/>
                      </a:cubicBezTo>
                      <a:cubicBezTo>
                        <a:pt x="61349" y="5692"/>
                        <a:pt x="48699" y="0"/>
                        <a:pt x="35418" y="0"/>
                      </a:cubicBezTo>
                      <a:lnTo>
                        <a:pt x="35418" y="0"/>
                      </a:ln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6" name="Picture Placeholder 97">
                  <a:extLst>
                    <a:ext uri="{FF2B5EF4-FFF2-40B4-BE49-F238E27FC236}">
                      <a16:creationId xmlns:a16="http://schemas.microsoft.com/office/drawing/2014/main" id="{5B8D97B4-F834-F061-5B4C-076B2E2F29BB}"/>
                    </a:ext>
                  </a:extLst>
                </p:cNvPr>
                <p:cNvSpPr/>
                <p:nvPr/>
              </p:nvSpPr>
              <p:spPr>
                <a:xfrm>
                  <a:off x="7592636" y="3223054"/>
                  <a:ext cx="51861" cy="51861"/>
                </a:xfrm>
                <a:custGeom>
                  <a:avLst/>
                  <a:gdLst>
                    <a:gd name="connsiteX0" fmla="*/ 25931 w 51861"/>
                    <a:gd name="connsiteY0" fmla="*/ 15812 h 51861"/>
                    <a:gd name="connsiteX1" fmla="*/ 36050 w 51861"/>
                    <a:gd name="connsiteY1" fmla="*/ 25931 h 51861"/>
                    <a:gd name="connsiteX2" fmla="*/ 25931 w 51861"/>
                    <a:gd name="connsiteY2" fmla="*/ 36050 h 51861"/>
                    <a:gd name="connsiteX3" fmla="*/ 15812 w 51861"/>
                    <a:gd name="connsiteY3" fmla="*/ 25931 h 51861"/>
                    <a:gd name="connsiteX4" fmla="*/ 25931 w 51861"/>
                    <a:gd name="connsiteY4" fmla="*/ 15812 h 51861"/>
                    <a:gd name="connsiteX5" fmla="*/ 25931 w 51861"/>
                    <a:gd name="connsiteY5" fmla="*/ 0 h 51861"/>
                    <a:gd name="connsiteX6" fmla="*/ 0 w 51861"/>
                    <a:gd name="connsiteY6" fmla="*/ 25931 h 51861"/>
                    <a:gd name="connsiteX7" fmla="*/ 25931 w 51861"/>
                    <a:gd name="connsiteY7" fmla="*/ 51862 h 51861"/>
                    <a:gd name="connsiteX8" fmla="*/ 51862 w 51861"/>
                    <a:gd name="connsiteY8" fmla="*/ 25931 h 51861"/>
                    <a:gd name="connsiteX9" fmla="*/ 25931 w 51861"/>
                    <a:gd name="connsiteY9" fmla="*/ 0 h 51861"/>
                    <a:gd name="connsiteX10" fmla="*/ 25931 w 51861"/>
                    <a:gd name="connsiteY10" fmla="*/ 0 h 51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1861" h="51861">
                      <a:moveTo>
                        <a:pt x="25931" y="15812"/>
                      </a:moveTo>
                      <a:cubicBezTo>
                        <a:pt x="31623" y="15812"/>
                        <a:pt x="36050" y="20239"/>
                        <a:pt x="36050" y="25931"/>
                      </a:cubicBezTo>
                      <a:cubicBezTo>
                        <a:pt x="36050" y="31623"/>
                        <a:pt x="31623" y="36050"/>
                        <a:pt x="25931" y="36050"/>
                      </a:cubicBezTo>
                      <a:cubicBezTo>
                        <a:pt x="20239" y="36050"/>
                        <a:pt x="15812" y="31623"/>
                        <a:pt x="15812" y="25931"/>
                      </a:cubicBezTo>
                      <a:cubicBezTo>
                        <a:pt x="15812" y="20239"/>
                        <a:pt x="20239" y="15812"/>
                        <a:pt x="25931" y="15812"/>
                      </a:cubicBezTo>
                      <a:moveTo>
                        <a:pt x="25931" y="0"/>
                      </a:moveTo>
                      <a:cubicBezTo>
                        <a:pt x="11384" y="0"/>
                        <a:pt x="0" y="11384"/>
                        <a:pt x="0" y="25931"/>
                      </a:cubicBezTo>
                      <a:cubicBezTo>
                        <a:pt x="0" y="40477"/>
                        <a:pt x="11384" y="51862"/>
                        <a:pt x="25931" y="51862"/>
                      </a:cubicBezTo>
                      <a:cubicBezTo>
                        <a:pt x="40477" y="51862"/>
                        <a:pt x="51862" y="40477"/>
                        <a:pt x="51862" y="25931"/>
                      </a:cubicBezTo>
                      <a:cubicBezTo>
                        <a:pt x="51862" y="11384"/>
                        <a:pt x="40477" y="0"/>
                        <a:pt x="25931" y="0"/>
                      </a:cubicBezTo>
                      <a:lnTo>
                        <a:pt x="25931" y="0"/>
                      </a:ln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grpSp>
      <p:sp>
        <p:nvSpPr>
          <p:cNvPr id="15" name="TextBox 14">
            <a:extLst>
              <a:ext uri="{FF2B5EF4-FFF2-40B4-BE49-F238E27FC236}">
                <a16:creationId xmlns:a16="http://schemas.microsoft.com/office/drawing/2014/main" id="{6F403218-11E9-5C00-2DC9-7AD1144C0B0E}"/>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59" name="Graphic 8">
            <a:extLst>
              <a:ext uri="{FF2B5EF4-FFF2-40B4-BE49-F238E27FC236}">
                <a16:creationId xmlns:a16="http://schemas.microsoft.com/office/drawing/2014/main" id="{DA8F3CDD-DA35-ECA8-6946-BEACF9F025F5}"/>
              </a:ext>
            </a:extLst>
          </p:cNvPr>
          <p:cNvGrpSpPr/>
          <p:nvPr userDrawn="1"/>
        </p:nvGrpSpPr>
        <p:grpSpPr>
          <a:xfrm>
            <a:off x="265625" y="6323271"/>
            <a:ext cx="1249223" cy="369648"/>
            <a:chOff x="265625" y="6323271"/>
            <a:chExt cx="1249223" cy="369648"/>
          </a:xfrm>
          <a:solidFill>
            <a:srgbClr val="000000"/>
          </a:solidFill>
        </p:grpSpPr>
        <p:grpSp>
          <p:nvGrpSpPr>
            <p:cNvPr id="60" name="Graphic 8">
              <a:extLst>
                <a:ext uri="{FF2B5EF4-FFF2-40B4-BE49-F238E27FC236}">
                  <a16:creationId xmlns:a16="http://schemas.microsoft.com/office/drawing/2014/main" id="{FEA26D96-DCC5-44B9-DCC1-F04A8DA65D45}"/>
                </a:ext>
              </a:extLst>
            </p:cNvPr>
            <p:cNvGrpSpPr/>
            <p:nvPr/>
          </p:nvGrpSpPr>
          <p:grpSpPr>
            <a:xfrm>
              <a:off x="745455" y="6594444"/>
              <a:ext cx="722662" cy="98475"/>
              <a:chOff x="745455" y="6594444"/>
              <a:chExt cx="722662" cy="98475"/>
            </a:xfrm>
            <a:solidFill>
              <a:srgbClr val="000000"/>
            </a:solidFill>
          </p:grpSpPr>
          <p:sp>
            <p:nvSpPr>
              <p:cNvPr id="134" name="Freeform 19">
                <a:extLst>
                  <a:ext uri="{FF2B5EF4-FFF2-40B4-BE49-F238E27FC236}">
                    <a16:creationId xmlns:a16="http://schemas.microsoft.com/office/drawing/2014/main" id="{E665FCE4-3C14-6260-F19F-347C8632444A}"/>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135" name="Freeform 20">
                <a:extLst>
                  <a:ext uri="{FF2B5EF4-FFF2-40B4-BE49-F238E27FC236}">
                    <a16:creationId xmlns:a16="http://schemas.microsoft.com/office/drawing/2014/main" id="{7C18765B-3031-F731-1213-A99707F1546A}"/>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136" name="Freeform 21">
                <a:extLst>
                  <a:ext uri="{FF2B5EF4-FFF2-40B4-BE49-F238E27FC236}">
                    <a16:creationId xmlns:a16="http://schemas.microsoft.com/office/drawing/2014/main" id="{DB8A8D53-4CC4-DF3A-BA18-D9DB5DF1B935}"/>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137" name="Freeform 22">
                <a:extLst>
                  <a:ext uri="{FF2B5EF4-FFF2-40B4-BE49-F238E27FC236}">
                    <a16:creationId xmlns:a16="http://schemas.microsoft.com/office/drawing/2014/main" id="{A0796472-E1AC-288B-D542-7291A19AAA5D}"/>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138" name="Freeform 23">
                <a:extLst>
                  <a:ext uri="{FF2B5EF4-FFF2-40B4-BE49-F238E27FC236}">
                    <a16:creationId xmlns:a16="http://schemas.microsoft.com/office/drawing/2014/main" id="{5ECA4B10-0963-4B85-56F8-5499607A8A0B}"/>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139" name="Freeform 24">
                <a:extLst>
                  <a:ext uri="{FF2B5EF4-FFF2-40B4-BE49-F238E27FC236}">
                    <a16:creationId xmlns:a16="http://schemas.microsoft.com/office/drawing/2014/main" id="{9B618098-4500-FE11-F067-EBB471D32C39}"/>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140" name="Freeform 25">
                <a:extLst>
                  <a:ext uri="{FF2B5EF4-FFF2-40B4-BE49-F238E27FC236}">
                    <a16:creationId xmlns:a16="http://schemas.microsoft.com/office/drawing/2014/main" id="{EBA01472-EFE4-6E00-F42D-B8F9FCFC391C}"/>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141" name="Freeform 26">
                <a:extLst>
                  <a:ext uri="{FF2B5EF4-FFF2-40B4-BE49-F238E27FC236}">
                    <a16:creationId xmlns:a16="http://schemas.microsoft.com/office/drawing/2014/main" id="{7577505E-2A27-ABED-FEE7-9504CFDA36FE}"/>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142" name="Freeform 27">
                <a:extLst>
                  <a:ext uri="{FF2B5EF4-FFF2-40B4-BE49-F238E27FC236}">
                    <a16:creationId xmlns:a16="http://schemas.microsoft.com/office/drawing/2014/main" id="{30766C96-17CE-4EDF-B5A7-BB06A8800281}"/>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143" name="Freeform 28">
                <a:extLst>
                  <a:ext uri="{FF2B5EF4-FFF2-40B4-BE49-F238E27FC236}">
                    <a16:creationId xmlns:a16="http://schemas.microsoft.com/office/drawing/2014/main" id="{24BED79B-AC0E-98AE-E5D7-CFAEC8AF7552}"/>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61" name="Graphic 8">
              <a:extLst>
                <a:ext uri="{FF2B5EF4-FFF2-40B4-BE49-F238E27FC236}">
                  <a16:creationId xmlns:a16="http://schemas.microsoft.com/office/drawing/2014/main" id="{1B0F7D89-0D03-4D58-9934-F88B709D1FA8}"/>
                </a:ext>
              </a:extLst>
            </p:cNvPr>
            <p:cNvGrpSpPr/>
            <p:nvPr/>
          </p:nvGrpSpPr>
          <p:grpSpPr>
            <a:xfrm>
              <a:off x="265625" y="6323271"/>
              <a:ext cx="1249223" cy="190348"/>
              <a:chOff x="265625" y="6323271"/>
              <a:chExt cx="1249223" cy="190348"/>
            </a:xfrm>
            <a:solidFill>
              <a:srgbClr val="000000"/>
            </a:solidFill>
          </p:grpSpPr>
          <p:sp>
            <p:nvSpPr>
              <p:cNvPr id="62" name="Freeform 10">
                <a:extLst>
                  <a:ext uri="{FF2B5EF4-FFF2-40B4-BE49-F238E27FC236}">
                    <a16:creationId xmlns:a16="http://schemas.microsoft.com/office/drawing/2014/main" id="{FC47670E-4E2D-5A69-7C2E-C73E4C646198}"/>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63" name="Freeform 11">
                <a:extLst>
                  <a:ext uri="{FF2B5EF4-FFF2-40B4-BE49-F238E27FC236}">
                    <a16:creationId xmlns:a16="http://schemas.microsoft.com/office/drawing/2014/main" id="{D1E180CA-EF7B-F86F-38ED-DB37D4AA2938}"/>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129" name="Freeform 14">
                <a:extLst>
                  <a:ext uri="{FF2B5EF4-FFF2-40B4-BE49-F238E27FC236}">
                    <a16:creationId xmlns:a16="http://schemas.microsoft.com/office/drawing/2014/main" id="{4F722D32-32EA-697E-659D-10EAA7CA3AC1}"/>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130" name="Freeform 15">
                <a:extLst>
                  <a:ext uri="{FF2B5EF4-FFF2-40B4-BE49-F238E27FC236}">
                    <a16:creationId xmlns:a16="http://schemas.microsoft.com/office/drawing/2014/main" id="{AEEEC679-5C63-EAA4-66C9-00E7C815D869}"/>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131" name="Freeform 16">
                <a:extLst>
                  <a:ext uri="{FF2B5EF4-FFF2-40B4-BE49-F238E27FC236}">
                    <a16:creationId xmlns:a16="http://schemas.microsoft.com/office/drawing/2014/main" id="{5495FE3B-CD5B-967D-BBF5-125873320EED}"/>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132" name="Freeform 17">
                <a:extLst>
                  <a:ext uri="{FF2B5EF4-FFF2-40B4-BE49-F238E27FC236}">
                    <a16:creationId xmlns:a16="http://schemas.microsoft.com/office/drawing/2014/main" id="{AEBF0620-7FB7-B34B-2CCD-46D6923A1D71}"/>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133" name="Freeform 18">
                <a:extLst>
                  <a:ext uri="{FF2B5EF4-FFF2-40B4-BE49-F238E27FC236}">
                    <a16:creationId xmlns:a16="http://schemas.microsoft.com/office/drawing/2014/main" id="{CB8906A9-A9E3-B00B-47DF-4184884ACB5E}"/>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58" name="TextBox 57">
            <a:extLst>
              <a:ext uri="{FF2B5EF4-FFF2-40B4-BE49-F238E27FC236}">
                <a16:creationId xmlns:a16="http://schemas.microsoft.com/office/drawing/2014/main" id="{9BDF8C01-22D8-9DE8-DC1F-3A192D7F864B}"/>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8590975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dec="http://schemas.microsoft.com/office/drawing/2017/decorative" xmlns:a16="http://schemas.microsoft.com/office/drawing/2014/main" xmlns="">
      <p:transition spd="med">
        <p:fade/>
      </p:transition>
    </mc:Fallback>
  </mc:AlternateContent>
</p:sldLayout>
</file>

<file path=ppt/slideLayouts/slideLayout89.xml><?xml version="1.0" encoding="utf-8"?>
<p:sldLayout xmlns:a="http://schemas.openxmlformats.org/drawingml/2006/main" xmlns:r="http://schemas.openxmlformats.org/officeDocument/2006/relationships" xmlns:p="http://schemas.openxmlformats.org/presentationml/2006/main" showMasterSp="0" preserve="1" userDrawn="1">
  <p:cSld name="Section - AI">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9107" y="938794"/>
            <a:ext cx="6587869" cy="1229360"/>
          </a:xfrm>
        </p:spPr>
        <p:txBody>
          <a:bodyPr wrap="square" anchor="b"/>
          <a:lstStyle>
            <a:lvl1pPr algn="l">
              <a:defRPr sz="3600" b="0" cap="none" baseline="0">
                <a:solidFill>
                  <a:schemeClr val="accent2"/>
                </a:solidFill>
              </a:defRPr>
            </a:lvl1pPr>
          </a:lstStyle>
          <a:p>
            <a:r>
              <a:rPr lang="en-US" dirty="0"/>
              <a:t>Section Title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574010" cy="700882"/>
          </a:xfrm>
        </p:spPr>
        <p:txBody>
          <a:bodyPr/>
          <a:lstStyle>
            <a:lvl1pPr marL="0" indent="0" algn="l">
              <a:buNone/>
              <a:defRPr sz="2400">
                <a:solidFill>
                  <a:schemeClr val="bg2">
                    <a:lumMod val="2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
        <p:nvSpPr>
          <p:cNvPr id="3" name="Parallelogram 2">
            <a:extLst>
              <a:ext uri="{FF2B5EF4-FFF2-40B4-BE49-F238E27FC236}">
                <a16:creationId xmlns:a16="http://schemas.microsoft.com/office/drawing/2014/main" id="{60B1DD61-9FDE-780F-69D6-81F7DA6C4664}"/>
              </a:ext>
            </a:extLst>
          </p:cNvPr>
          <p:cNvSpPr/>
          <p:nvPr userDrawn="1"/>
        </p:nvSpPr>
        <p:spPr>
          <a:xfrm>
            <a:off x="5378042" y="-1"/>
            <a:ext cx="14676689" cy="6858001"/>
          </a:xfrm>
          <a:prstGeom prst="parallelogram">
            <a:avLst>
              <a:gd name="adj" fmla="val 100124"/>
            </a:avLst>
          </a:prstGeom>
          <a:gradFill flip="none" rotWithShape="1">
            <a:gsLst>
              <a:gs pos="24000">
                <a:schemeClr val="accent4"/>
              </a:gs>
              <a:gs pos="100000">
                <a:schemeClr val="accent4">
                  <a:lumMod val="60000"/>
                  <a:lumOff val="40000"/>
                </a:schemeClr>
              </a:gs>
            </a:gsLst>
            <a:lin ang="18900000" scaled="1"/>
            <a:tileRect/>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4" name="Parallelogram 3">
            <a:extLst>
              <a:ext uri="{FF2B5EF4-FFF2-40B4-BE49-F238E27FC236}">
                <a16:creationId xmlns:a16="http://schemas.microsoft.com/office/drawing/2014/main" id="{B946C5CD-C3D8-46F5-2C55-12D47C8A48C1}"/>
              </a:ext>
            </a:extLst>
          </p:cNvPr>
          <p:cNvSpPr/>
          <p:nvPr userDrawn="1"/>
        </p:nvSpPr>
        <p:spPr>
          <a:xfrm>
            <a:off x="1840256" y="-1"/>
            <a:ext cx="12934077" cy="6470788"/>
          </a:xfrm>
          <a:prstGeom prst="parallelogram">
            <a:avLst>
              <a:gd name="adj" fmla="val 100124"/>
            </a:avLst>
          </a:prstGeom>
          <a:gradFill flip="none" rotWithShape="1">
            <a:gsLst>
              <a:gs pos="0">
                <a:schemeClr val="accent4">
                  <a:alpha val="14000"/>
                </a:schemeClr>
              </a:gs>
              <a:gs pos="97000">
                <a:schemeClr val="accent4">
                  <a:alpha val="0"/>
                </a:schemeClr>
              </a:gs>
            </a:gsLst>
            <a:lin ang="8100000" scaled="1"/>
            <a:tileRect/>
          </a:gra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 name="Graphic 143">
            <a:extLst>
              <a:ext uri="{FF2B5EF4-FFF2-40B4-BE49-F238E27FC236}">
                <a16:creationId xmlns:a16="http://schemas.microsoft.com/office/drawing/2014/main" id="{539B7AE6-B6CC-2DA5-D5F4-FCF99A4A36E7}"/>
              </a:ext>
            </a:extLst>
          </p:cNvPr>
          <p:cNvSpPr/>
          <p:nvPr userDrawn="1"/>
        </p:nvSpPr>
        <p:spPr>
          <a:xfrm>
            <a:off x="5293059" y="4100725"/>
            <a:ext cx="2421204" cy="666750"/>
          </a:xfrm>
          <a:custGeom>
            <a:avLst/>
            <a:gdLst>
              <a:gd name="connsiteX0" fmla="*/ 482061 w 600651"/>
              <a:gd name="connsiteY0" fmla="*/ 38962 h 165407"/>
              <a:gd name="connsiteX1" fmla="*/ 398886 w 600651"/>
              <a:gd name="connsiteY1" fmla="*/ 75298 h 165407"/>
              <a:gd name="connsiteX2" fmla="*/ 268849 w 600651"/>
              <a:gd name="connsiteY2" fmla="*/ 0 h 165407"/>
              <a:gd name="connsiteX3" fmla="*/ 118927 w 600651"/>
              <a:gd name="connsiteY3" fmla="*/ 122878 h 165407"/>
              <a:gd name="connsiteX4" fmla="*/ 66185 w 600651"/>
              <a:gd name="connsiteY4" fmla="*/ 94823 h 165407"/>
              <a:gd name="connsiteX5" fmla="*/ 0 w 600651"/>
              <a:gd name="connsiteY5" fmla="*/ 165408 h 165407"/>
              <a:gd name="connsiteX6" fmla="*/ 600652 w 600651"/>
              <a:gd name="connsiteY6" fmla="*/ 165408 h 165407"/>
              <a:gd name="connsiteX7" fmla="*/ 482061 w 600651"/>
              <a:gd name="connsiteY7" fmla="*/ 38939 h 1654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651" h="165407">
                <a:moveTo>
                  <a:pt x="482061" y="38962"/>
                </a:moveTo>
                <a:cubicBezTo>
                  <a:pt x="449653" y="38962"/>
                  <a:pt x="420297" y="52832"/>
                  <a:pt x="398886" y="75298"/>
                </a:cubicBezTo>
                <a:cubicBezTo>
                  <a:pt x="371236" y="29984"/>
                  <a:pt x="323341" y="0"/>
                  <a:pt x="268849" y="0"/>
                </a:cubicBezTo>
                <a:cubicBezTo>
                  <a:pt x="196963" y="0"/>
                  <a:pt x="136523" y="52136"/>
                  <a:pt x="118927" y="122878"/>
                </a:cubicBezTo>
                <a:cubicBezTo>
                  <a:pt x="106853" y="105865"/>
                  <a:pt x="87754" y="94823"/>
                  <a:pt x="66185" y="94823"/>
                </a:cubicBezTo>
                <a:cubicBezTo>
                  <a:pt x="29625" y="94823"/>
                  <a:pt x="0" y="126446"/>
                  <a:pt x="0" y="165408"/>
                </a:cubicBezTo>
                <a:lnTo>
                  <a:pt x="600652" y="165408"/>
                </a:lnTo>
                <a:cubicBezTo>
                  <a:pt x="600652" y="95564"/>
                  <a:pt x="547551" y="38939"/>
                  <a:pt x="482061" y="38939"/>
                </a:cubicBezTo>
                <a:close/>
              </a:path>
            </a:pathLst>
          </a:custGeom>
          <a:solidFill>
            <a:schemeClr val="accent4">
              <a:alpha val="18000"/>
            </a:schemeClr>
          </a:soli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pic>
        <p:nvPicPr>
          <p:cNvPr id="6" name="Graphic 5">
            <a:extLst>
              <a:ext uri="{FF2B5EF4-FFF2-40B4-BE49-F238E27FC236}">
                <a16:creationId xmlns:a16="http://schemas.microsoft.com/office/drawing/2014/main" id="{3FDEBDA4-3868-5D6A-A49B-C4F2D42356E4}"/>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979191" y="2319345"/>
            <a:ext cx="3124591" cy="1207366"/>
          </a:xfrm>
          <a:prstGeom prst="rect">
            <a:avLst/>
          </a:prstGeom>
        </p:spPr>
      </p:pic>
      <p:grpSp>
        <p:nvGrpSpPr>
          <p:cNvPr id="7" name="Group 6">
            <a:extLst>
              <a:ext uri="{FF2B5EF4-FFF2-40B4-BE49-F238E27FC236}">
                <a16:creationId xmlns:a16="http://schemas.microsoft.com/office/drawing/2014/main" id="{E07D793F-7B43-0194-B315-5248F957D5C7}"/>
              </a:ext>
            </a:extLst>
          </p:cNvPr>
          <p:cNvGrpSpPr/>
          <p:nvPr userDrawn="1"/>
        </p:nvGrpSpPr>
        <p:grpSpPr>
          <a:xfrm>
            <a:off x="9491711" y="911779"/>
            <a:ext cx="1685206" cy="686138"/>
            <a:chOff x="437672" y="1280130"/>
            <a:chExt cx="2910783" cy="1185138"/>
          </a:xfrm>
        </p:grpSpPr>
        <p:sp>
          <p:nvSpPr>
            <p:cNvPr id="8" name="Freeform: Shape 187">
              <a:extLst>
                <a:ext uri="{FF2B5EF4-FFF2-40B4-BE49-F238E27FC236}">
                  <a16:creationId xmlns:a16="http://schemas.microsoft.com/office/drawing/2014/main" id="{73FAE3E3-7BAD-268B-B642-DBC7C9C1501C}"/>
                </a:ext>
              </a:extLst>
            </p:cNvPr>
            <p:cNvSpPr/>
            <p:nvPr/>
          </p:nvSpPr>
          <p:spPr>
            <a:xfrm>
              <a:off x="437672" y="1280130"/>
              <a:ext cx="2720832" cy="1110872"/>
            </a:xfrm>
            <a:custGeom>
              <a:avLst/>
              <a:gdLst>
                <a:gd name="connsiteX0" fmla="*/ 749249 w 907209"/>
                <a:gd name="connsiteY0" fmla="*/ 212440 h 370400"/>
                <a:gd name="connsiteX1" fmla="*/ 700014 w 907209"/>
                <a:gd name="connsiteY1" fmla="*/ 220306 h 370400"/>
                <a:gd name="connsiteX2" fmla="*/ 454537 w 907209"/>
                <a:gd name="connsiteY2" fmla="*/ 0 h 370400"/>
                <a:gd name="connsiteX3" fmla="*/ 213896 w 907209"/>
                <a:gd name="connsiteY3" fmla="*/ 191405 h 370400"/>
                <a:gd name="connsiteX4" fmla="*/ 178995 w 907209"/>
                <a:gd name="connsiteY4" fmla="*/ 191405 h 370400"/>
                <a:gd name="connsiteX5" fmla="*/ 0 w 907209"/>
                <a:gd name="connsiteY5" fmla="*/ 370400 h 370400"/>
                <a:gd name="connsiteX6" fmla="*/ 907209 w 907209"/>
                <a:gd name="connsiteY6" fmla="*/ 370400 h 370400"/>
                <a:gd name="connsiteX7" fmla="*/ 749249 w 907209"/>
                <a:gd name="connsiteY7" fmla="*/ 212440 h 370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07209" h="370400">
                  <a:moveTo>
                    <a:pt x="749249" y="212440"/>
                  </a:moveTo>
                  <a:cubicBezTo>
                    <a:pt x="732060" y="212440"/>
                    <a:pt x="715512" y="215236"/>
                    <a:pt x="700014" y="220306"/>
                  </a:cubicBezTo>
                  <a:cubicBezTo>
                    <a:pt x="686729" y="96489"/>
                    <a:pt x="581907" y="0"/>
                    <a:pt x="454537" y="0"/>
                  </a:cubicBezTo>
                  <a:cubicBezTo>
                    <a:pt x="337246" y="0"/>
                    <a:pt x="239126" y="81806"/>
                    <a:pt x="213896" y="191405"/>
                  </a:cubicBezTo>
                  <a:lnTo>
                    <a:pt x="178995" y="191405"/>
                  </a:lnTo>
                  <a:cubicBezTo>
                    <a:pt x="80116" y="191405"/>
                    <a:pt x="0" y="271522"/>
                    <a:pt x="0" y="370400"/>
                  </a:cubicBezTo>
                  <a:lnTo>
                    <a:pt x="907209" y="370400"/>
                  </a:lnTo>
                  <a:cubicBezTo>
                    <a:pt x="907209" y="283175"/>
                    <a:pt x="836474" y="212440"/>
                    <a:pt x="749249" y="212440"/>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9" name="Freeform: Shape 188">
              <a:extLst>
                <a:ext uri="{FF2B5EF4-FFF2-40B4-BE49-F238E27FC236}">
                  <a16:creationId xmlns:a16="http://schemas.microsoft.com/office/drawing/2014/main" id="{B2737416-25E2-B7A6-4CF0-A4BBAA95EFEF}"/>
                </a:ext>
              </a:extLst>
            </p:cNvPr>
            <p:cNvSpPr/>
            <p:nvPr/>
          </p:nvSpPr>
          <p:spPr>
            <a:xfrm>
              <a:off x="1651302" y="1789783"/>
              <a:ext cx="1697153" cy="675485"/>
            </a:xfrm>
            <a:custGeom>
              <a:avLst/>
              <a:gdLst>
                <a:gd name="connsiteX0" fmla="*/ 154872 w 565884"/>
                <a:gd name="connsiteY0" fmla="*/ 70357 h 225229"/>
                <a:gd name="connsiteX1" fmla="*/ 0 w 565884"/>
                <a:gd name="connsiteY1" fmla="*/ 225229 h 225229"/>
                <a:gd name="connsiteX2" fmla="*/ 565884 w 565884"/>
                <a:gd name="connsiteY2" fmla="*/ 225229 h 225229"/>
                <a:gd name="connsiteX3" fmla="*/ 496023 w 565884"/>
                <a:gd name="connsiteY3" fmla="*/ 70357 h 225229"/>
                <a:gd name="connsiteX4" fmla="*/ 496023 w 565884"/>
                <a:gd name="connsiteY4" fmla="*/ 70357 h 225229"/>
                <a:gd name="connsiteX5" fmla="*/ 154872 w 565884"/>
                <a:gd name="connsiteY5" fmla="*/ 70357 h 225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5884" h="225229">
                  <a:moveTo>
                    <a:pt x="154872" y="70357"/>
                  </a:moveTo>
                  <a:lnTo>
                    <a:pt x="0" y="225229"/>
                  </a:lnTo>
                  <a:lnTo>
                    <a:pt x="565884" y="225229"/>
                  </a:lnTo>
                  <a:cubicBezTo>
                    <a:pt x="562272" y="168711"/>
                    <a:pt x="538965" y="113299"/>
                    <a:pt x="496023" y="70357"/>
                  </a:cubicBezTo>
                  <a:lnTo>
                    <a:pt x="496023" y="70357"/>
                  </a:lnTo>
                  <a:cubicBezTo>
                    <a:pt x="402213" y="-23452"/>
                    <a:pt x="248681" y="-23452"/>
                    <a:pt x="154872" y="70357"/>
                  </a:cubicBezTo>
                  <a:close/>
                </a:path>
              </a:pathLst>
            </a:custGeom>
            <a:gradFill>
              <a:gsLst>
                <a:gs pos="29000">
                  <a:srgbClr val="FFFFFF"/>
                </a:gs>
                <a:gs pos="48000">
                  <a:srgbClr val="F8FBFE"/>
                </a:gs>
                <a:gs pos="73000">
                  <a:srgbClr val="E7F3FB"/>
                </a:gs>
                <a:gs pos="100000">
                  <a:srgbClr val="CEE6F7"/>
                </a:gs>
              </a:gsLst>
              <a:lin ang="2700000" scaled="1"/>
            </a:gra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10" name="Graphic 133">
            <a:extLst>
              <a:ext uri="{FF2B5EF4-FFF2-40B4-BE49-F238E27FC236}">
                <a16:creationId xmlns:a16="http://schemas.microsoft.com/office/drawing/2014/main" id="{C1A206A6-3310-EA7E-60A7-52B4E662E852}"/>
              </a:ext>
            </a:extLst>
          </p:cNvPr>
          <p:cNvGrpSpPr/>
          <p:nvPr userDrawn="1"/>
        </p:nvGrpSpPr>
        <p:grpSpPr>
          <a:xfrm>
            <a:off x="7658058" y="759261"/>
            <a:ext cx="747561" cy="1467873"/>
            <a:chOff x="7819347" y="302010"/>
            <a:chExt cx="1311783" cy="2575750"/>
          </a:xfrm>
          <a:noFill/>
        </p:grpSpPr>
        <p:sp>
          <p:nvSpPr>
            <p:cNvPr id="11" name="Freeform: Shape 232">
              <a:extLst>
                <a:ext uri="{FF2B5EF4-FFF2-40B4-BE49-F238E27FC236}">
                  <a16:creationId xmlns:a16="http://schemas.microsoft.com/office/drawing/2014/main" id="{6904CC82-8FC3-4907-D7C4-25E8CCD3B3B1}"/>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2" name="Freeform: Shape 233">
              <a:extLst>
                <a:ext uri="{FF2B5EF4-FFF2-40B4-BE49-F238E27FC236}">
                  <a16:creationId xmlns:a16="http://schemas.microsoft.com/office/drawing/2014/main" id="{9BDA50C5-6DC2-578E-D13A-57059AADC076}"/>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 name="Freeform: Shape 234">
              <a:extLst>
                <a:ext uri="{FF2B5EF4-FFF2-40B4-BE49-F238E27FC236}">
                  <a16:creationId xmlns:a16="http://schemas.microsoft.com/office/drawing/2014/main" id="{7DF80A53-DEF6-4DE3-70AE-2C4E88516EB5}"/>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4" name="Freeform: Shape 235">
              <a:extLst>
                <a:ext uri="{FF2B5EF4-FFF2-40B4-BE49-F238E27FC236}">
                  <a16:creationId xmlns:a16="http://schemas.microsoft.com/office/drawing/2014/main" id="{0C42C827-27B3-D459-A335-65E91F88ABBA}"/>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5" name="Freeform: Shape 236">
              <a:extLst>
                <a:ext uri="{FF2B5EF4-FFF2-40B4-BE49-F238E27FC236}">
                  <a16:creationId xmlns:a16="http://schemas.microsoft.com/office/drawing/2014/main" id="{C59A6058-5AB1-8234-CA24-700044CCB2CD}"/>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16" name="Freeform: Shape 265">
            <a:extLst>
              <a:ext uri="{FF2B5EF4-FFF2-40B4-BE49-F238E27FC236}">
                <a16:creationId xmlns:a16="http://schemas.microsoft.com/office/drawing/2014/main" id="{6079931B-B490-7325-A160-7A6DE1A9A21A}"/>
              </a:ext>
            </a:extLst>
          </p:cNvPr>
          <p:cNvSpPr/>
          <p:nvPr userDrawn="1"/>
        </p:nvSpPr>
        <p:spPr>
          <a:xfrm>
            <a:off x="11119385" y="4173017"/>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7" name="Freeform: Shape 269">
            <a:extLst>
              <a:ext uri="{FF2B5EF4-FFF2-40B4-BE49-F238E27FC236}">
                <a16:creationId xmlns:a16="http://schemas.microsoft.com/office/drawing/2014/main" id="{5F2CFDA2-2CBF-135C-2338-BDEAD8597CF6}"/>
              </a:ext>
            </a:extLst>
          </p:cNvPr>
          <p:cNvSpPr/>
          <p:nvPr userDrawn="1"/>
        </p:nvSpPr>
        <p:spPr>
          <a:xfrm>
            <a:off x="4525077" y="5197695"/>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8" name="Freeform: Shape 285">
            <a:extLst>
              <a:ext uri="{FF2B5EF4-FFF2-40B4-BE49-F238E27FC236}">
                <a16:creationId xmlns:a16="http://schemas.microsoft.com/office/drawing/2014/main" id="{26BAEE59-9AED-9F97-D5FA-39C001419BAE}"/>
              </a:ext>
            </a:extLst>
          </p:cNvPr>
          <p:cNvSpPr/>
          <p:nvPr userDrawn="1"/>
        </p:nvSpPr>
        <p:spPr>
          <a:xfrm>
            <a:off x="8709950" y="5303803"/>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9" name="Freeform: Shape 286">
            <a:extLst>
              <a:ext uri="{FF2B5EF4-FFF2-40B4-BE49-F238E27FC236}">
                <a16:creationId xmlns:a16="http://schemas.microsoft.com/office/drawing/2014/main" id="{6E51B8FA-8550-4991-CF45-AF9BC233A4ED}"/>
              </a:ext>
            </a:extLst>
          </p:cNvPr>
          <p:cNvSpPr/>
          <p:nvPr userDrawn="1"/>
        </p:nvSpPr>
        <p:spPr>
          <a:xfrm>
            <a:off x="9116688" y="501008"/>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20" name="Graphic 133">
            <a:extLst>
              <a:ext uri="{FF2B5EF4-FFF2-40B4-BE49-F238E27FC236}">
                <a16:creationId xmlns:a16="http://schemas.microsoft.com/office/drawing/2014/main" id="{6B919A6D-E9F3-238B-0545-E7C2970214F5}"/>
              </a:ext>
            </a:extLst>
          </p:cNvPr>
          <p:cNvGrpSpPr/>
          <p:nvPr userDrawn="1"/>
        </p:nvGrpSpPr>
        <p:grpSpPr>
          <a:xfrm rot="15300000">
            <a:off x="5392445" y="1828091"/>
            <a:ext cx="1311783" cy="2575750"/>
            <a:chOff x="7819347" y="302010"/>
            <a:chExt cx="1311783" cy="2575750"/>
          </a:xfrm>
          <a:noFill/>
        </p:grpSpPr>
        <p:sp>
          <p:nvSpPr>
            <p:cNvPr id="21" name="Freeform: Shape 288">
              <a:extLst>
                <a:ext uri="{FF2B5EF4-FFF2-40B4-BE49-F238E27FC236}">
                  <a16:creationId xmlns:a16="http://schemas.microsoft.com/office/drawing/2014/main" id="{91AD3376-23AF-FAF7-F059-A3FF5F1447BE}"/>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2" name="Freeform: Shape 289">
              <a:extLst>
                <a:ext uri="{FF2B5EF4-FFF2-40B4-BE49-F238E27FC236}">
                  <a16:creationId xmlns:a16="http://schemas.microsoft.com/office/drawing/2014/main" id="{E67FA9BC-F299-29EB-6442-876118767C9E}"/>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3" name="Freeform: Shape 290">
              <a:extLst>
                <a:ext uri="{FF2B5EF4-FFF2-40B4-BE49-F238E27FC236}">
                  <a16:creationId xmlns:a16="http://schemas.microsoft.com/office/drawing/2014/main" id="{062AA542-0F9E-953C-1D69-87234AEB2E01}"/>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4" name="Freeform: Shape 291">
              <a:extLst>
                <a:ext uri="{FF2B5EF4-FFF2-40B4-BE49-F238E27FC236}">
                  <a16:creationId xmlns:a16="http://schemas.microsoft.com/office/drawing/2014/main" id="{F8EC2207-3E2B-C094-D745-681FB54929BB}"/>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5" name="Freeform: Shape 292">
              <a:extLst>
                <a:ext uri="{FF2B5EF4-FFF2-40B4-BE49-F238E27FC236}">
                  <a16:creationId xmlns:a16="http://schemas.microsoft.com/office/drawing/2014/main" id="{36D4EC66-C4B1-4167-28C6-93D5B89E208D}"/>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26" name="Oval 25">
            <a:extLst>
              <a:ext uri="{FF2B5EF4-FFF2-40B4-BE49-F238E27FC236}">
                <a16:creationId xmlns:a16="http://schemas.microsoft.com/office/drawing/2014/main" id="{36E566A3-6670-19EF-B9E7-5485FB3B0FA4}"/>
              </a:ext>
            </a:extLst>
          </p:cNvPr>
          <p:cNvSpPr/>
          <p:nvPr userDrawn="1"/>
        </p:nvSpPr>
        <p:spPr>
          <a:xfrm flipV="1">
            <a:off x="6354876" y="1852997"/>
            <a:ext cx="3152006" cy="3152006"/>
          </a:xfrm>
          <a:prstGeom prst="ellipse">
            <a:avLst/>
          </a:prstGeom>
          <a:solidFill>
            <a:schemeClr val="bg1"/>
          </a:solidFill>
          <a:ln w="508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27" name="Freeform: Shape 298">
            <a:extLst>
              <a:ext uri="{FF2B5EF4-FFF2-40B4-BE49-F238E27FC236}">
                <a16:creationId xmlns:a16="http://schemas.microsoft.com/office/drawing/2014/main" id="{F66D5560-C575-CC2E-4C54-4AB471C116BD}"/>
              </a:ext>
            </a:extLst>
          </p:cNvPr>
          <p:cNvSpPr/>
          <p:nvPr userDrawn="1"/>
        </p:nvSpPr>
        <p:spPr>
          <a:xfrm>
            <a:off x="5893815" y="4685918"/>
            <a:ext cx="2921280" cy="1192670"/>
          </a:xfrm>
          <a:custGeom>
            <a:avLst/>
            <a:gdLst>
              <a:gd name="connsiteX0" fmla="*/ 2797989 w 3387980"/>
              <a:gd name="connsiteY0" fmla="*/ 793219 h 1383210"/>
              <a:gd name="connsiteX1" fmla="*/ 2614092 w 3387980"/>
              <a:gd name="connsiteY1" fmla="*/ 822614 h 1383210"/>
              <a:gd name="connsiteX2" fmla="*/ 1697357 w 3387980"/>
              <a:gd name="connsiteY2" fmla="*/ 0 h 1383210"/>
              <a:gd name="connsiteX3" fmla="*/ 798795 w 3387980"/>
              <a:gd name="connsiteY3" fmla="*/ 714810 h 1383210"/>
              <a:gd name="connsiteX4" fmla="*/ 668546 w 3387980"/>
              <a:gd name="connsiteY4" fmla="*/ 714665 h 1383210"/>
              <a:gd name="connsiteX5" fmla="*/ 0 w 3387980"/>
              <a:gd name="connsiteY5" fmla="*/ 1383211 h 1383210"/>
              <a:gd name="connsiteX6" fmla="*/ 3387981 w 3387980"/>
              <a:gd name="connsiteY6" fmla="*/ 1383211 h 1383210"/>
              <a:gd name="connsiteX7" fmla="*/ 2797989 w 3387980"/>
              <a:gd name="connsiteY7" fmla="*/ 793219 h 1383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387980" h="1383210">
                <a:moveTo>
                  <a:pt x="2797989" y="793219"/>
                </a:moveTo>
                <a:cubicBezTo>
                  <a:pt x="2733770" y="793219"/>
                  <a:pt x="2671940" y="803573"/>
                  <a:pt x="2614092" y="822614"/>
                </a:cubicBezTo>
                <a:cubicBezTo>
                  <a:pt x="2564425" y="360192"/>
                  <a:pt x="2172956" y="0"/>
                  <a:pt x="1697357" y="0"/>
                </a:cubicBezTo>
                <a:cubicBezTo>
                  <a:pt x="1259406" y="0"/>
                  <a:pt x="892915" y="305385"/>
                  <a:pt x="798795" y="714810"/>
                </a:cubicBezTo>
                <a:lnTo>
                  <a:pt x="668546" y="714665"/>
                </a:lnTo>
                <a:cubicBezTo>
                  <a:pt x="299304" y="714737"/>
                  <a:pt x="0" y="1014041"/>
                  <a:pt x="0" y="1383211"/>
                </a:cubicBezTo>
                <a:lnTo>
                  <a:pt x="3387981" y="1383211"/>
                </a:lnTo>
                <a:cubicBezTo>
                  <a:pt x="3387981" y="1057336"/>
                  <a:pt x="3123864" y="793219"/>
                  <a:pt x="2797989" y="793219"/>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pic>
        <p:nvPicPr>
          <p:cNvPr id="28" name="Graphic 27">
            <a:extLst>
              <a:ext uri="{FF2B5EF4-FFF2-40B4-BE49-F238E27FC236}">
                <a16:creationId xmlns:a16="http://schemas.microsoft.com/office/drawing/2014/main" id="{D3C99B72-7E35-A873-43DA-C64CADFE5673}"/>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774850" y="3900948"/>
            <a:ext cx="780374" cy="780374"/>
          </a:xfrm>
          <a:prstGeom prst="rect">
            <a:avLst/>
          </a:prstGeom>
        </p:spPr>
      </p:pic>
      <p:pic>
        <p:nvPicPr>
          <p:cNvPr id="29" name="Graphic 28">
            <a:extLst>
              <a:ext uri="{FF2B5EF4-FFF2-40B4-BE49-F238E27FC236}">
                <a16:creationId xmlns:a16="http://schemas.microsoft.com/office/drawing/2014/main" id="{F1EE2544-EFBA-1086-1AC2-9865D8603579}"/>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033671" y="4535003"/>
            <a:ext cx="1053193" cy="1053193"/>
          </a:xfrm>
          <a:prstGeom prst="rect">
            <a:avLst/>
          </a:prstGeom>
        </p:spPr>
      </p:pic>
      <p:sp>
        <p:nvSpPr>
          <p:cNvPr id="30" name="Picture Placeholder 91" descr="Mld Model&#10;">
            <a:extLst>
              <a:ext uri="{FF2B5EF4-FFF2-40B4-BE49-F238E27FC236}">
                <a16:creationId xmlns:a16="http://schemas.microsoft.com/office/drawing/2014/main" id="{CBF211F3-F7BD-BDF9-7E50-73744BB38BD6}"/>
              </a:ext>
            </a:extLst>
          </p:cNvPr>
          <p:cNvSpPr>
            <a:spLocks noChangeAspect="1"/>
          </p:cNvSpPr>
          <p:nvPr userDrawn="1"/>
        </p:nvSpPr>
        <p:spPr>
          <a:xfrm>
            <a:off x="6980353" y="2597461"/>
            <a:ext cx="1828800" cy="1696257"/>
          </a:xfrm>
          <a:custGeom>
            <a:avLst/>
            <a:gdLst>
              <a:gd name="connsiteX0" fmla="*/ 569847 w 602101"/>
              <a:gd name="connsiteY0" fmla="*/ 177721 h 558462"/>
              <a:gd name="connsiteX1" fmla="*/ 538856 w 602101"/>
              <a:gd name="connsiteY1" fmla="*/ 201755 h 558462"/>
              <a:gd name="connsiteX2" fmla="*/ 387066 w 602101"/>
              <a:gd name="connsiteY2" fmla="*/ 201755 h 558462"/>
              <a:gd name="connsiteX3" fmla="*/ 387066 w 602101"/>
              <a:gd name="connsiteY3" fmla="*/ 108783 h 558462"/>
              <a:gd name="connsiteX4" fmla="*/ 474977 w 602101"/>
              <a:gd name="connsiteY4" fmla="*/ 108783 h 558462"/>
              <a:gd name="connsiteX5" fmla="*/ 505968 w 602101"/>
              <a:gd name="connsiteY5" fmla="*/ 132817 h 558462"/>
              <a:gd name="connsiteX6" fmla="*/ 538224 w 602101"/>
              <a:gd name="connsiteY6" fmla="*/ 100561 h 558462"/>
              <a:gd name="connsiteX7" fmla="*/ 505968 w 602101"/>
              <a:gd name="connsiteY7" fmla="*/ 68306 h 558462"/>
              <a:gd name="connsiteX8" fmla="*/ 474977 w 602101"/>
              <a:gd name="connsiteY8" fmla="*/ 92339 h 558462"/>
              <a:gd name="connsiteX9" fmla="*/ 387066 w 602101"/>
              <a:gd name="connsiteY9" fmla="*/ 92339 h 558462"/>
              <a:gd name="connsiteX10" fmla="*/ 387066 w 602101"/>
              <a:gd name="connsiteY10" fmla="*/ 27828 h 558462"/>
              <a:gd name="connsiteX11" fmla="*/ 383903 w 602101"/>
              <a:gd name="connsiteY11" fmla="*/ 25298 h 558462"/>
              <a:gd name="connsiteX12" fmla="*/ 309273 w 602101"/>
              <a:gd name="connsiteY12" fmla="*/ 0 h 558462"/>
              <a:gd name="connsiteX13" fmla="*/ 189106 w 602101"/>
              <a:gd name="connsiteY13" fmla="*/ 94869 h 558462"/>
              <a:gd name="connsiteX14" fmla="*/ 144833 w 602101"/>
              <a:gd name="connsiteY14" fmla="*/ 118902 h 558462"/>
              <a:gd name="connsiteX15" fmla="*/ 101194 w 602101"/>
              <a:gd name="connsiteY15" fmla="*/ 203020 h 558462"/>
              <a:gd name="connsiteX16" fmla="*/ 114475 w 602101"/>
              <a:gd name="connsiteY16" fmla="*/ 269428 h 558462"/>
              <a:gd name="connsiteX17" fmla="*/ 63246 w 602101"/>
              <a:gd name="connsiteY17" fmla="*/ 269428 h 558462"/>
              <a:gd name="connsiteX18" fmla="*/ 32255 w 602101"/>
              <a:gd name="connsiteY18" fmla="*/ 245394 h 558462"/>
              <a:gd name="connsiteX19" fmla="*/ 0 w 602101"/>
              <a:gd name="connsiteY19" fmla="*/ 277650 h 558462"/>
              <a:gd name="connsiteX20" fmla="*/ 32255 w 602101"/>
              <a:gd name="connsiteY20" fmla="*/ 309905 h 558462"/>
              <a:gd name="connsiteX21" fmla="*/ 63246 w 602101"/>
              <a:gd name="connsiteY21" fmla="*/ 285872 h 558462"/>
              <a:gd name="connsiteX22" fmla="*/ 113843 w 602101"/>
              <a:gd name="connsiteY22" fmla="*/ 285872 h 558462"/>
              <a:gd name="connsiteX23" fmla="*/ 118902 w 602101"/>
              <a:gd name="connsiteY23" fmla="*/ 406039 h 558462"/>
              <a:gd name="connsiteX24" fmla="*/ 187208 w 602101"/>
              <a:gd name="connsiteY24" fmla="*/ 459166 h 558462"/>
              <a:gd name="connsiteX25" fmla="*/ 187208 w 602101"/>
              <a:gd name="connsiteY25" fmla="*/ 457901 h 558462"/>
              <a:gd name="connsiteX26" fmla="*/ 308640 w 602101"/>
              <a:gd name="connsiteY26" fmla="*/ 558462 h 558462"/>
              <a:gd name="connsiteX27" fmla="*/ 383271 w 602101"/>
              <a:gd name="connsiteY27" fmla="*/ 533164 h 558462"/>
              <a:gd name="connsiteX28" fmla="*/ 386433 w 602101"/>
              <a:gd name="connsiteY28" fmla="*/ 530634 h 558462"/>
              <a:gd name="connsiteX29" fmla="*/ 386433 w 602101"/>
              <a:gd name="connsiteY29" fmla="*/ 436397 h 558462"/>
              <a:gd name="connsiteX30" fmla="*/ 434500 w 602101"/>
              <a:gd name="connsiteY30" fmla="*/ 436397 h 558462"/>
              <a:gd name="connsiteX31" fmla="*/ 465491 w 602101"/>
              <a:gd name="connsiteY31" fmla="*/ 460431 h 558462"/>
              <a:gd name="connsiteX32" fmla="*/ 497746 w 602101"/>
              <a:gd name="connsiteY32" fmla="*/ 428175 h 558462"/>
              <a:gd name="connsiteX33" fmla="*/ 465491 w 602101"/>
              <a:gd name="connsiteY33" fmla="*/ 395920 h 558462"/>
              <a:gd name="connsiteX34" fmla="*/ 434500 w 602101"/>
              <a:gd name="connsiteY34" fmla="*/ 419953 h 558462"/>
              <a:gd name="connsiteX35" fmla="*/ 386433 w 602101"/>
              <a:gd name="connsiteY35" fmla="*/ 419953 h 558462"/>
              <a:gd name="connsiteX36" fmla="*/ 386433 w 602101"/>
              <a:gd name="connsiteY36" fmla="*/ 326982 h 558462"/>
              <a:gd name="connsiteX37" fmla="*/ 503438 w 602101"/>
              <a:gd name="connsiteY37" fmla="*/ 326982 h 558462"/>
              <a:gd name="connsiteX38" fmla="*/ 534429 w 602101"/>
              <a:gd name="connsiteY38" fmla="*/ 351015 h 558462"/>
              <a:gd name="connsiteX39" fmla="*/ 566684 w 602101"/>
              <a:gd name="connsiteY39" fmla="*/ 318760 h 558462"/>
              <a:gd name="connsiteX40" fmla="*/ 534429 w 602101"/>
              <a:gd name="connsiteY40" fmla="*/ 286504 h 558462"/>
              <a:gd name="connsiteX41" fmla="*/ 503438 w 602101"/>
              <a:gd name="connsiteY41" fmla="*/ 310538 h 558462"/>
              <a:gd name="connsiteX42" fmla="*/ 387066 w 602101"/>
              <a:gd name="connsiteY42" fmla="*/ 310538 h 558462"/>
              <a:gd name="connsiteX43" fmla="*/ 387066 w 602101"/>
              <a:gd name="connsiteY43" fmla="*/ 218199 h 558462"/>
              <a:gd name="connsiteX44" fmla="*/ 538856 w 602101"/>
              <a:gd name="connsiteY44" fmla="*/ 218199 h 558462"/>
              <a:gd name="connsiteX45" fmla="*/ 569847 w 602101"/>
              <a:gd name="connsiteY45" fmla="*/ 242232 h 558462"/>
              <a:gd name="connsiteX46" fmla="*/ 602102 w 602101"/>
              <a:gd name="connsiteY46" fmla="*/ 209977 h 558462"/>
              <a:gd name="connsiteX47" fmla="*/ 569847 w 602101"/>
              <a:gd name="connsiteY47" fmla="*/ 177721 h 558462"/>
              <a:gd name="connsiteX48" fmla="*/ 309273 w 602101"/>
              <a:gd name="connsiteY48" fmla="*/ 542018 h 558462"/>
              <a:gd name="connsiteX49" fmla="*/ 201755 w 602101"/>
              <a:gd name="connsiteY49" fmla="*/ 434500 h 558462"/>
              <a:gd name="connsiteX50" fmla="*/ 185943 w 602101"/>
              <a:gd name="connsiteY50" fmla="*/ 434500 h 558462"/>
              <a:gd name="connsiteX51" fmla="*/ 185943 w 602101"/>
              <a:gd name="connsiteY51" fmla="*/ 440825 h 558462"/>
              <a:gd name="connsiteX52" fmla="*/ 132817 w 602101"/>
              <a:gd name="connsiteY52" fmla="*/ 397185 h 558462"/>
              <a:gd name="connsiteX53" fmla="*/ 167602 w 602101"/>
              <a:gd name="connsiteY53" fmla="*/ 249189 h 558462"/>
              <a:gd name="connsiteX54" fmla="*/ 187208 w 602101"/>
              <a:gd name="connsiteY54" fmla="*/ 239702 h 558462"/>
              <a:gd name="connsiteX55" fmla="*/ 181516 w 602101"/>
              <a:gd name="connsiteY55" fmla="*/ 224523 h 558462"/>
              <a:gd name="connsiteX56" fmla="*/ 158747 w 602101"/>
              <a:gd name="connsiteY56" fmla="*/ 235275 h 558462"/>
              <a:gd name="connsiteX57" fmla="*/ 128389 w 602101"/>
              <a:gd name="connsiteY57" fmla="*/ 261838 h 558462"/>
              <a:gd name="connsiteX58" fmla="*/ 117005 w 602101"/>
              <a:gd name="connsiteY58" fmla="*/ 204285 h 558462"/>
              <a:gd name="connsiteX59" fmla="*/ 154953 w 602101"/>
              <a:gd name="connsiteY59" fmla="*/ 131552 h 558462"/>
              <a:gd name="connsiteX60" fmla="*/ 233378 w 602101"/>
              <a:gd name="connsiteY60" fmla="*/ 106886 h 558462"/>
              <a:gd name="connsiteX61" fmla="*/ 254881 w 602101"/>
              <a:gd name="connsiteY61" fmla="*/ 110680 h 558462"/>
              <a:gd name="connsiteX62" fmla="*/ 259309 w 602101"/>
              <a:gd name="connsiteY62" fmla="*/ 95501 h 558462"/>
              <a:gd name="connsiteX63" fmla="*/ 234643 w 602101"/>
              <a:gd name="connsiteY63" fmla="*/ 91074 h 558462"/>
              <a:gd name="connsiteX64" fmla="*/ 206182 w 602101"/>
              <a:gd name="connsiteY64" fmla="*/ 92339 h 558462"/>
              <a:gd name="connsiteX65" fmla="*/ 308640 w 602101"/>
              <a:gd name="connsiteY65" fmla="*/ 17076 h 558462"/>
              <a:gd name="connsiteX66" fmla="*/ 370622 w 602101"/>
              <a:gd name="connsiteY66" fmla="*/ 36683 h 558462"/>
              <a:gd name="connsiteX67" fmla="*/ 370622 w 602101"/>
              <a:gd name="connsiteY67" fmla="*/ 93604 h 558462"/>
              <a:gd name="connsiteX68" fmla="*/ 328247 w 602101"/>
              <a:gd name="connsiteY68" fmla="*/ 93604 h 558462"/>
              <a:gd name="connsiteX69" fmla="*/ 328247 w 602101"/>
              <a:gd name="connsiteY69" fmla="*/ 109416 h 558462"/>
              <a:gd name="connsiteX70" fmla="*/ 370622 w 602101"/>
              <a:gd name="connsiteY70" fmla="*/ 109416 h 558462"/>
              <a:gd name="connsiteX71" fmla="*/ 370622 w 602101"/>
              <a:gd name="connsiteY71" fmla="*/ 201755 h 558462"/>
              <a:gd name="connsiteX72" fmla="*/ 262471 w 602101"/>
              <a:gd name="connsiteY72" fmla="*/ 201755 h 558462"/>
              <a:gd name="connsiteX73" fmla="*/ 230215 w 602101"/>
              <a:gd name="connsiteY73" fmla="*/ 169499 h 558462"/>
              <a:gd name="connsiteX74" fmla="*/ 214404 w 602101"/>
              <a:gd name="connsiteY74" fmla="*/ 169499 h 558462"/>
              <a:gd name="connsiteX75" fmla="*/ 262471 w 602101"/>
              <a:gd name="connsiteY75" fmla="*/ 217566 h 558462"/>
              <a:gd name="connsiteX76" fmla="*/ 371254 w 602101"/>
              <a:gd name="connsiteY76" fmla="*/ 217566 h 558462"/>
              <a:gd name="connsiteX77" fmla="*/ 371254 w 602101"/>
              <a:gd name="connsiteY77" fmla="*/ 310538 h 558462"/>
              <a:gd name="connsiteX78" fmla="*/ 232745 w 602101"/>
              <a:gd name="connsiteY78" fmla="*/ 310538 h 558462"/>
              <a:gd name="connsiteX79" fmla="*/ 184678 w 602101"/>
              <a:gd name="connsiteY79" fmla="*/ 362400 h 558462"/>
              <a:gd name="connsiteX80" fmla="*/ 200490 w 602101"/>
              <a:gd name="connsiteY80" fmla="*/ 362400 h 558462"/>
              <a:gd name="connsiteX81" fmla="*/ 232745 w 602101"/>
              <a:gd name="connsiteY81" fmla="*/ 326349 h 558462"/>
              <a:gd name="connsiteX82" fmla="*/ 371254 w 602101"/>
              <a:gd name="connsiteY82" fmla="*/ 326349 h 558462"/>
              <a:gd name="connsiteX83" fmla="*/ 371254 w 602101"/>
              <a:gd name="connsiteY83" fmla="*/ 419953 h 558462"/>
              <a:gd name="connsiteX84" fmla="*/ 321290 w 602101"/>
              <a:gd name="connsiteY84" fmla="*/ 419953 h 558462"/>
              <a:gd name="connsiteX85" fmla="*/ 273223 w 602101"/>
              <a:gd name="connsiteY85" fmla="*/ 471815 h 558462"/>
              <a:gd name="connsiteX86" fmla="*/ 289034 w 602101"/>
              <a:gd name="connsiteY86" fmla="*/ 471815 h 558462"/>
              <a:gd name="connsiteX87" fmla="*/ 321290 w 602101"/>
              <a:gd name="connsiteY87" fmla="*/ 435765 h 558462"/>
              <a:gd name="connsiteX88" fmla="*/ 371254 w 602101"/>
              <a:gd name="connsiteY88" fmla="*/ 435765 h 558462"/>
              <a:gd name="connsiteX89" fmla="*/ 371254 w 602101"/>
              <a:gd name="connsiteY89" fmla="*/ 521147 h 558462"/>
              <a:gd name="connsiteX90" fmla="*/ 309273 w 602101"/>
              <a:gd name="connsiteY90" fmla="*/ 542018 h 558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Lst>
            <a:rect l="l" t="t" r="r" b="b"/>
            <a:pathLst>
              <a:path w="602101" h="558462">
                <a:moveTo>
                  <a:pt x="569847" y="177721"/>
                </a:moveTo>
                <a:cubicBezTo>
                  <a:pt x="554667" y="177721"/>
                  <a:pt x="542651" y="187841"/>
                  <a:pt x="538856" y="201755"/>
                </a:cubicBezTo>
                <a:lnTo>
                  <a:pt x="387066" y="201755"/>
                </a:lnTo>
                <a:lnTo>
                  <a:pt x="387066" y="108783"/>
                </a:lnTo>
                <a:lnTo>
                  <a:pt x="474977" y="108783"/>
                </a:lnTo>
                <a:cubicBezTo>
                  <a:pt x="478772" y="122697"/>
                  <a:pt x="490789" y="132817"/>
                  <a:pt x="505968" y="132817"/>
                </a:cubicBezTo>
                <a:cubicBezTo>
                  <a:pt x="523677" y="132817"/>
                  <a:pt x="538224" y="118270"/>
                  <a:pt x="538224" y="100561"/>
                </a:cubicBezTo>
                <a:cubicBezTo>
                  <a:pt x="538224" y="82852"/>
                  <a:pt x="523677" y="68306"/>
                  <a:pt x="505968" y="68306"/>
                </a:cubicBezTo>
                <a:cubicBezTo>
                  <a:pt x="490789" y="68306"/>
                  <a:pt x="478772" y="78425"/>
                  <a:pt x="474977" y="92339"/>
                </a:cubicBezTo>
                <a:lnTo>
                  <a:pt x="387066" y="92339"/>
                </a:lnTo>
                <a:lnTo>
                  <a:pt x="387066" y="27828"/>
                </a:lnTo>
                <a:lnTo>
                  <a:pt x="383903" y="25298"/>
                </a:lnTo>
                <a:cubicBezTo>
                  <a:pt x="362400" y="8854"/>
                  <a:pt x="336469" y="0"/>
                  <a:pt x="309273" y="0"/>
                </a:cubicBezTo>
                <a:cubicBezTo>
                  <a:pt x="252352" y="0"/>
                  <a:pt x="202387" y="39845"/>
                  <a:pt x="189106" y="94869"/>
                </a:cubicBezTo>
                <a:cubicBezTo>
                  <a:pt x="173294" y="99929"/>
                  <a:pt x="158115" y="107518"/>
                  <a:pt x="144833" y="118902"/>
                </a:cubicBezTo>
                <a:cubicBezTo>
                  <a:pt x="119535" y="140406"/>
                  <a:pt x="104356" y="170132"/>
                  <a:pt x="101194" y="203020"/>
                </a:cubicBezTo>
                <a:cubicBezTo>
                  <a:pt x="99296" y="225788"/>
                  <a:pt x="103723" y="249189"/>
                  <a:pt x="114475" y="269428"/>
                </a:cubicBezTo>
                <a:lnTo>
                  <a:pt x="63246" y="269428"/>
                </a:lnTo>
                <a:cubicBezTo>
                  <a:pt x="59451" y="255514"/>
                  <a:pt x="47435" y="245394"/>
                  <a:pt x="32255" y="245394"/>
                </a:cubicBezTo>
                <a:cubicBezTo>
                  <a:pt x="14547" y="245394"/>
                  <a:pt x="0" y="259941"/>
                  <a:pt x="0" y="277650"/>
                </a:cubicBezTo>
                <a:cubicBezTo>
                  <a:pt x="0" y="295359"/>
                  <a:pt x="14547" y="309905"/>
                  <a:pt x="32255" y="309905"/>
                </a:cubicBezTo>
                <a:cubicBezTo>
                  <a:pt x="47435" y="309905"/>
                  <a:pt x="59451" y="299786"/>
                  <a:pt x="63246" y="285872"/>
                </a:cubicBezTo>
                <a:lnTo>
                  <a:pt x="113843" y="285872"/>
                </a:lnTo>
                <a:cubicBezTo>
                  <a:pt x="95501" y="323187"/>
                  <a:pt x="96134" y="368092"/>
                  <a:pt x="118902" y="406039"/>
                </a:cubicBezTo>
                <a:cubicBezTo>
                  <a:pt x="134714" y="431338"/>
                  <a:pt x="158747" y="450312"/>
                  <a:pt x="187208" y="459166"/>
                </a:cubicBezTo>
                <a:lnTo>
                  <a:pt x="187208" y="457901"/>
                </a:lnTo>
                <a:cubicBezTo>
                  <a:pt x="197960" y="515455"/>
                  <a:pt x="247924" y="558462"/>
                  <a:pt x="308640" y="558462"/>
                </a:cubicBezTo>
                <a:cubicBezTo>
                  <a:pt x="335836" y="558462"/>
                  <a:pt x="361767" y="549608"/>
                  <a:pt x="383271" y="533164"/>
                </a:cubicBezTo>
                <a:lnTo>
                  <a:pt x="386433" y="530634"/>
                </a:lnTo>
                <a:lnTo>
                  <a:pt x="386433" y="436397"/>
                </a:lnTo>
                <a:lnTo>
                  <a:pt x="434500" y="436397"/>
                </a:lnTo>
                <a:cubicBezTo>
                  <a:pt x="438295" y="450312"/>
                  <a:pt x="450312" y="460431"/>
                  <a:pt x="465491" y="460431"/>
                </a:cubicBezTo>
                <a:cubicBezTo>
                  <a:pt x="483199" y="460431"/>
                  <a:pt x="497746" y="445884"/>
                  <a:pt x="497746" y="428175"/>
                </a:cubicBezTo>
                <a:cubicBezTo>
                  <a:pt x="497746" y="410467"/>
                  <a:pt x="483199" y="395920"/>
                  <a:pt x="465491" y="395920"/>
                </a:cubicBezTo>
                <a:cubicBezTo>
                  <a:pt x="450312" y="395920"/>
                  <a:pt x="438295" y="406039"/>
                  <a:pt x="434500" y="419953"/>
                </a:cubicBezTo>
                <a:lnTo>
                  <a:pt x="386433" y="419953"/>
                </a:lnTo>
                <a:lnTo>
                  <a:pt x="386433" y="326982"/>
                </a:lnTo>
                <a:lnTo>
                  <a:pt x="503438" y="326982"/>
                </a:lnTo>
                <a:cubicBezTo>
                  <a:pt x="507233" y="340896"/>
                  <a:pt x="519250" y="351015"/>
                  <a:pt x="534429" y="351015"/>
                </a:cubicBezTo>
                <a:cubicBezTo>
                  <a:pt x="552138" y="351015"/>
                  <a:pt x="566684" y="336469"/>
                  <a:pt x="566684" y="318760"/>
                </a:cubicBezTo>
                <a:cubicBezTo>
                  <a:pt x="566684" y="301051"/>
                  <a:pt x="552138" y="286504"/>
                  <a:pt x="534429" y="286504"/>
                </a:cubicBezTo>
                <a:cubicBezTo>
                  <a:pt x="519250" y="286504"/>
                  <a:pt x="507233" y="296624"/>
                  <a:pt x="503438" y="310538"/>
                </a:cubicBezTo>
                <a:lnTo>
                  <a:pt x="387066" y="310538"/>
                </a:lnTo>
                <a:lnTo>
                  <a:pt x="387066" y="218199"/>
                </a:lnTo>
                <a:lnTo>
                  <a:pt x="538856" y="218199"/>
                </a:lnTo>
                <a:cubicBezTo>
                  <a:pt x="542651" y="232113"/>
                  <a:pt x="554667" y="242232"/>
                  <a:pt x="569847" y="242232"/>
                </a:cubicBezTo>
                <a:cubicBezTo>
                  <a:pt x="587555" y="242232"/>
                  <a:pt x="602102" y="227686"/>
                  <a:pt x="602102" y="209977"/>
                </a:cubicBezTo>
                <a:cubicBezTo>
                  <a:pt x="602102" y="192268"/>
                  <a:pt x="587555" y="177721"/>
                  <a:pt x="569847" y="177721"/>
                </a:cubicBezTo>
                <a:close/>
                <a:moveTo>
                  <a:pt x="309273" y="542018"/>
                </a:moveTo>
                <a:cubicBezTo>
                  <a:pt x="249822" y="542018"/>
                  <a:pt x="201755" y="493951"/>
                  <a:pt x="201755" y="434500"/>
                </a:cubicBezTo>
                <a:lnTo>
                  <a:pt x="185943" y="434500"/>
                </a:lnTo>
                <a:cubicBezTo>
                  <a:pt x="185943" y="436397"/>
                  <a:pt x="185943" y="438295"/>
                  <a:pt x="185943" y="440825"/>
                </a:cubicBezTo>
                <a:cubicBezTo>
                  <a:pt x="163807" y="432603"/>
                  <a:pt x="145466" y="417424"/>
                  <a:pt x="132817" y="397185"/>
                </a:cubicBezTo>
                <a:cubicBezTo>
                  <a:pt x="101826" y="346588"/>
                  <a:pt x="117005" y="280812"/>
                  <a:pt x="167602" y="249189"/>
                </a:cubicBezTo>
                <a:cubicBezTo>
                  <a:pt x="173927" y="245394"/>
                  <a:pt x="180251" y="242232"/>
                  <a:pt x="187208" y="239702"/>
                </a:cubicBezTo>
                <a:lnTo>
                  <a:pt x="181516" y="224523"/>
                </a:lnTo>
                <a:cubicBezTo>
                  <a:pt x="173927" y="227686"/>
                  <a:pt x="166337" y="230848"/>
                  <a:pt x="158747" y="235275"/>
                </a:cubicBezTo>
                <a:cubicBezTo>
                  <a:pt x="146731" y="242865"/>
                  <a:pt x="136611" y="251719"/>
                  <a:pt x="128389" y="261838"/>
                </a:cubicBezTo>
                <a:cubicBezTo>
                  <a:pt x="119535" y="244130"/>
                  <a:pt x="115108" y="223891"/>
                  <a:pt x="117005" y="204285"/>
                </a:cubicBezTo>
                <a:cubicBezTo>
                  <a:pt x="119535" y="175824"/>
                  <a:pt x="132817" y="149893"/>
                  <a:pt x="154953" y="131552"/>
                </a:cubicBezTo>
                <a:cubicBezTo>
                  <a:pt x="177089" y="113210"/>
                  <a:pt x="204917" y="104356"/>
                  <a:pt x="233378" y="106886"/>
                </a:cubicBezTo>
                <a:cubicBezTo>
                  <a:pt x="240335" y="107518"/>
                  <a:pt x="247924" y="108783"/>
                  <a:pt x="254881" y="110680"/>
                </a:cubicBezTo>
                <a:lnTo>
                  <a:pt x="259309" y="95501"/>
                </a:lnTo>
                <a:cubicBezTo>
                  <a:pt x="251087" y="92972"/>
                  <a:pt x="242865" y="91707"/>
                  <a:pt x="234643" y="91074"/>
                </a:cubicBezTo>
                <a:cubicBezTo>
                  <a:pt x="225156" y="90442"/>
                  <a:pt x="215669" y="90442"/>
                  <a:pt x="206182" y="92339"/>
                </a:cubicBezTo>
                <a:cubicBezTo>
                  <a:pt x="220096" y="48067"/>
                  <a:pt x="261206" y="17076"/>
                  <a:pt x="308640" y="17076"/>
                </a:cubicBezTo>
                <a:cubicBezTo>
                  <a:pt x="330777" y="17076"/>
                  <a:pt x="352280" y="24033"/>
                  <a:pt x="370622" y="36683"/>
                </a:cubicBezTo>
                <a:lnTo>
                  <a:pt x="370622" y="93604"/>
                </a:lnTo>
                <a:lnTo>
                  <a:pt x="328247" y="93604"/>
                </a:lnTo>
                <a:lnTo>
                  <a:pt x="328247" y="109416"/>
                </a:lnTo>
                <a:lnTo>
                  <a:pt x="370622" y="109416"/>
                </a:lnTo>
                <a:lnTo>
                  <a:pt x="370622" y="201755"/>
                </a:lnTo>
                <a:lnTo>
                  <a:pt x="262471" y="201755"/>
                </a:lnTo>
                <a:cubicBezTo>
                  <a:pt x="244762" y="201755"/>
                  <a:pt x="230215" y="187208"/>
                  <a:pt x="230215" y="169499"/>
                </a:cubicBezTo>
                <a:lnTo>
                  <a:pt x="214404" y="169499"/>
                </a:lnTo>
                <a:cubicBezTo>
                  <a:pt x="214404" y="196063"/>
                  <a:pt x="235908" y="217566"/>
                  <a:pt x="262471" y="217566"/>
                </a:cubicBezTo>
                <a:lnTo>
                  <a:pt x="371254" y="217566"/>
                </a:lnTo>
                <a:lnTo>
                  <a:pt x="371254" y="310538"/>
                </a:lnTo>
                <a:lnTo>
                  <a:pt x="232745" y="310538"/>
                </a:lnTo>
                <a:cubicBezTo>
                  <a:pt x="206182" y="310538"/>
                  <a:pt x="184678" y="333939"/>
                  <a:pt x="184678" y="362400"/>
                </a:cubicBezTo>
                <a:lnTo>
                  <a:pt x="200490" y="362400"/>
                </a:lnTo>
                <a:cubicBezTo>
                  <a:pt x="200490" y="342793"/>
                  <a:pt x="215036" y="326349"/>
                  <a:pt x="232745" y="326349"/>
                </a:cubicBezTo>
                <a:lnTo>
                  <a:pt x="371254" y="326349"/>
                </a:lnTo>
                <a:lnTo>
                  <a:pt x="371254" y="419953"/>
                </a:lnTo>
                <a:lnTo>
                  <a:pt x="321290" y="419953"/>
                </a:lnTo>
                <a:cubicBezTo>
                  <a:pt x="294726" y="419953"/>
                  <a:pt x="273223" y="443354"/>
                  <a:pt x="273223" y="471815"/>
                </a:cubicBezTo>
                <a:lnTo>
                  <a:pt x="289034" y="471815"/>
                </a:lnTo>
                <a:cubicBezTo>
                  <a:pt x="289034" y="452209"/>
                  <a:pt x="303581" y="435765"/>
                  <a:pt x="321290" y="435765"/>
                </a:cubicBezTo>
                <a:lnTo>
                  <a:pt x="371254" y="435765"/>
                </a:lnTo>
                <a:lnTo>
                  <a:pt x="371254" y="521147"/>
                </a:lnTo>
                <a:cubicBezTo>
                  <a:pt x="352913" y="535061"/>
                  <a:pt x="331409" y="542018"/>
                  <a:pt x="309273" y="542018"/>
                </a:cubicBezTo>
                <a:close/>
              </a:path>
            </a:pathLst>
          </a:custGeom>
          <a:solidFill>
            <a:schemeClr val="accent4"/>
          </a:solid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1" name="TextBox 30">
            <a:extLst>
              <a:ext uri="{FF2B5EF4-FFF2-40B4-BE49-F238E27FC236}">
                <a16:creationId xmlns:a16="http://schemas.microsoft.com/office/drawing/2014/main" id="{31D605C2-B2A9-BBA3-69C3-986B0687CFAB}"/>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33" name="Graphic 8">
            <a:extLst>
              <a:ext uri="{FF2B5EF4-FFF2-40B4-BE49-F238E27FC236}">
                <a16:creationId xmlns:a16="http://schemas.microsoft.com/office/drawing/2014/main" id="{4140B847-1351-6D2C-E8FC-B4748542F87A}"/>
              </a:ext>
            </a:extLst>
          </p:cNvPr>
          <p:cNvGrpSpPr/>
          <p:nvPr userDrawn="1"/>
        </p:nvGrpSpPr>
        <p:grpSpPr>
          <a:xfrm>
            <a:off x="265625" y="6323271"/>
            <a:ext cx="1249223" cy="369648"/>
            <a:chOff x="265625" y="6323271"/>
            <a:chExt cx="1249223" cy="369648"/>
          </a:xfrm>
          <a:solidFill>
            <a:srgbClr val="000000"/>
          </a:solidFill>
        </p:grpSpPr>
        <p:grpSp>
          <p:nvGrpSpPr>
            <p:cNvPr id="34" name="Graphic 8">
              <a:extLst>
                <a:ext uri="{FF2B5EF4-FFF2-40B4-BE49-F238E27FC236}">
                  <a16:creationId xmlns:a16="http://schemas.microsoft.com/office/drawing/2014/main" id="{2662E0BA-5338-F821-5B7A-EEF82B54A8AC}"/>
                </a:ext>
              </a:extLst>
            </p:cNvPr>
            <p:cNvGrpSpPr/>
            <p:nvPr/>
          </p:nvGrpSpPr>
          <p:grpSpPr>
            <a:xfrm>
              <a:off x="745455" y="6594444"/>
              <a:ext cx="722662" cy="98475"/>
              <a:chOff x="745455" y="6594444"/>
              <a:chExt cx="722662" cy="98475"/>
            </a:xfrm>
            <a:solidFill>
              <a:srgbClr val="000000"/>
            </a:solidFill>
          </p:grpSpPr>
          <p:sp>
            <p:nvSpPr>
              <p:cNvPr id="43" name="Freeform 19">
                <a:extLst>
                  <a:ext uri="{FF2B5EF4-FFF2-40B4-BE49-F238E27FC236}">
                    <a16:creationId xmlns:a16="http://schemas.microsoft.com/office/drawing/2014/main" id="{61003CDA-DAF1-038F-9A89-C221CD5633A8}"/>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44" name="Freeform 20">
                <a:extLst>
                  <a:ext uri="{FF2B5EF4-FFF2-40B4-BE49-F238E27FC236}">
                    <a16:creationId xmlns:a16="http://schemas.microsoft.com/office/drawing/2014/main" id="{D7A3E0F4-986A-8803-166F-BD704C4A55DD}"/>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45" name="Freeform 21">
                <a:extLst>
                  <a:ext uri="{FF2B5EF4-FFF2-40B4-BE49-F238E27FC236}">
                    <a16:creationId xmlns:a16="http://schemas.microsoft.com/office/drawing/2014/main" id="{1FC37E74-E709-5AB5-6A7C-A9ADC384D8DC}"/>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46" name="Freeform 22">
                <a:extLst>
                  <a:ext uri="{FF2B5EF4-FFF2-40B4-BE49-F238E27FC236}">
                    <a16:creationId xmlns:a16="http://schemas.microsoft.com/office/drawing/2014/main" id="{C38D5A9A-EA7E-53D1-3277-EC0136F9E8E9}"/>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47" name="Freeform 23">
                <a:extLst>
                  <a:ext uri="{FF2B5EF4-FFF2-40B4-BE49-F238E27FC236}">
                    <a16:creationId xmlns:a16="http://schemas.microsoft.com/office/drawing/2014/main" id="{7CFFF5EB-100C-0340-A546-74B2410D0A50}"/>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48" name="Freeform 24">
                <a:extLst>
                  <a:ext uri="{FF2B5EF4-FFF2-40B4-BE49-F238E27FC236}">
                    <a16:creationId xmlns:a16="http://schemas.microsoft.com/office/drawing/2014/main" id="{EFBEACE8-6DDE-F5FE-CA0E-68DDAF66B839}"/>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49" name="Freeform 25">
                <a:extLst>
                  <a:ext uri="{FF2B5EF4-FFF2-40B4-BE49-F238E27FC236}">
                    <a16:creationId xmlns:a16="http://schemas.microsoft.com/office/drawing/2014/main" id="{628DE9C2-4952-D567-E51D-39E0E115561D}"/>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50" name="Freeform 26">
                <a:extLst>
                  <a:ext uri="{FF2B5EF4-FFF2-40B4-BE49-F238E27FC236}">
                    <a16:creationId xmlns:a16="http://schemas.microsoft.com/office/drawing/2014/main" id="{3E0F5CBD-4926-A4B5-1A16-1296DD6DFC15}"/>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51" name="Freeform 27">
                <a:extLst>
                  <a:ext uri="{FF2B5EF4-FFF2-40B4-BE49-F238E27FC236}">
                    <a16:creationId xmlns:a16="http://schemas.microsoft.com/office/drawing/2014/main" id="{40160548-6D70-E13A-BF7B-4F1AFF14EE89}"/>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52" name="Freeform 28">
                <a:extLst>
                  <a:ext uri="{FF2B5EF4-FFF2-40B4-BE49-F238E27FC236}">
                    <a16:creationId xmlns:a16="http://schemas.microsoft.com/office/drawing/2014/main" id="{C71BDB84-F96B-F8BA-606A-CA865B97F4E3}"/>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35" name="Graphic 8">
              <a:extLst>
                <a:ext uri="{FF2B5EF4-FFF2-40B4-BE49-F238E27FC236}">
                  <a16:creationId xmlns:a16="http://schemas.microsoft.com/office/drawing/2014/main" id="{410178EF-C59A-C3E2-4AA5-54038CACD20E}"/>
                </a:ext>
              </a:extLst>
            </p:cNvPr>
            <p:cNvGrpSpPr/>
            <p:nvPr/>
          </p:nvGrpSpPr>
          <p:grpSpPr>
            <a:xfrm>
              <a:off x="265625" y="6323271"/>
              <a:ext cx="1249223" cy="190348"/>
              <a:chOff x="265625" y="6323271"/>
              <a:chExt cx="1249223" cy="190348"/>
            </a:xfrm>
            <a:solidFill>
              <a:srgbClr val="000000"/>
            </a:solidFill>
          </p:grpSpPr>
          <p:sp>
            <p:nvSpPr>
              <p:cNvPr id="36" name="Freeform 10">
                <a:extLst>
                  <a:ext uri="{FF2B5EF4-FFF2-40B4-BE49-F238E27FC236}">
                    <a16:creationId xmlns:a16="http://schemas.microsoft.com/office/drawing/2014/main" id="{0B47B1D5-AEA5-3D63-B5D5-33FE93687132}"/>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37" name="Freeform 11">
                <a:extLst>
                  <a:ext uri="{FF2B5EF4-FFF2-40B4-BE49-F238E27FC236}">
                    <a16:creationId xmlns:a16="http://schemas.microsoft.com/office/drawing/2014/main" id="{6F4F17AA-8E5A-3E61-AF81-E06E0EBE2E7F}"/>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38" name="Freeform 14">
                <a:extLst>
                  <a:ext uri="{FF2B5EF4-FFF2-40B4-BE49-F238E27FC236}">
                    <a16:creationId xmlns:a16="http://schemas.microsoft.com/office/drawing/2014/main" id="{CCB91B0B-A941-9840-E098-DA9CED50C89E}"/>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39" name="Freeform 15">
                <a:extLst>
                  <a:ext uri="{FF2B5EF4-FFF2-40B4-BE49-F238E27FC236}">
                    <a16:creationId xmlns:a16="http://schemas.microsoft.com/office/drawing/2014/main" id="{4F741117-4AE4-872D-7FDA-962E0569BCCA}"/>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40" name="Freeform 16">
                <a:extLst>
                  <a:ext uri="{FF2B5EF4-FFF2-40B4-BE49-F238E27FC236}">
                    <a16:creationId xmlns:a16="http://schemas.microsoft.com/office/drawing/2014/main" id="{961B0062-30D4-4F70-3AC6-CBD2710370EF}"/>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41" name="Freeform 17">
                <a:extLst>
                  <a:ext uri="{FF2B5EF4-FFF2-40B4-BE49-F238E27FC236}">
                    <a16:creationId xmlns:a16="http://schemas.microsoft.com/office/drawing/2014/main" id="{D9CCED73-F84F-DD9B-4450-06769598FD7C}"/>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42" name="Freeform 18">
                <a:extLst>
                  <a:ext uri="{FF2B5EF4-FFF2-40B4-BE49-F238E27FC236}">
                    <a16:creationId xmlns:a16="http://schemas.microsoft.com/office/drawing/2014/main" id="{53106FC1-E6C6-1255-7921-78947EEEDF62}"/>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32" name="TextBox 31">
            <a:extLst>
              <a:ext uri="{FF2B5EF4-FFF2-40B4-BE49-F238E27FC236}">
                <a16:creationId xmlns:a16="http://schemas.microsoft.com/office/drawing/2014/main" id="{F47AAEFE-7796-57E3-88AA-33BD897DB3A4}"/>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33239489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dec="http://schemas.microsoft.com/office/drawing/2017/decorative" xmlns:a16="http://schemas.microsoft.com/office/drawing/2014/main" xmlns="">
      <p:transition spd="med">
        <p:fade/>
      </p:transition>
    </mc:Fallback>
  </mc:AlternateContent>
</p:sldLayout>
</file>

<file path=ppt/slideLayouts/slideLayout90.xml><?xml version="1.0" encoding="utf-8"?>
<p:sldLayout xmlns:a="http://schemas.openxmlformats.org/drawingml/2006/main" xmlns:r="http://schemas.openxmlformats.org/officeDocument/2006/relationships" xmlns:p="http://schemas.openxmlformats.org/presentationml/2006/main" showMasterSp="0" preserve="1" userDrawn="1">
  <p:cSld name="Section - Workload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9107" y="938794"/>
            <a:ext cx="6587869" cy="1229360"/>
          </a:xfrm>
        </p:spPr>
        <p:txBody>
          <a:bodyPr wrap="square" anchor="b"/>
          <a:lstStyle>
            <a:lvl1pPr algn="l">
              <a:defRPr sz="3600" b="0" cap="none" baseline="0">
                <a:solidFill>
                  <a:schemeClr val="accent2"/>
                </a:solidFill>
              </a:defRPr>
            </a:lvl1pPr>
          </a:lstStyle>
          <a:p>
            <a:r>
              <a:rPr lang="en-US" dirty="0"/>
              <a:t>Section Title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574010" cy="700882"/>
          </a:xfrm>
        </p:spPr>
        <p:txBody>
          <a:bodyPr/>
          <a:lstStyle>
            <a:lvl1pPr marL="0" indent="0" algn="l">
              <a:buNone/>
              <a:defRPr sz="2400">
                <a:solidFill>
                  <a:schemeClr val="bg2">
                    <a:lumMod val="2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
        <p:nvSpPr>
          <p:cNvPr id="3" name="Parallelogram 2">
            <a:extLst>
              <a:ext uri="{FF2B5EF4-FFF2-40B4-BE49-F238E27FC236}">
                <a16:creationId xmlns:a16="http://schemas.microsoft.com/office/drawing/2014/main" id="{D20B508B-2485-CEA2-02EC-9EF73F94C63B}"/>
              </a:ext>
            </a:extLst>
          </p:cNvPr>
          <p:cNvSpPr/>
          <p:nvPr userDrawn="1"/>
        </p:nvSpPr>
        <p:spPr>
          <a:xfrm>
            <a:off x="5406003" y="-1"/>
            <a:ext cx="14676689" cy="6858001"/>
          </a:xfrm>
          <a:prstGeom prst="parallelogram">
            <a:avLst>
              <a:gd name="adj" fmla="val 100124"/>
            </a:avLst>
          </a:prstGeom>
          <a:gradFill flip="none" rotWithShape="1">
            <a:gsLst>
              <a:gs pos="29000">
                <a:schemeClr val="accent3">
                  <a:lumMod val="75000"/>
                </a:schemeClr>
              </a:gs>
              <a:gs pos="100000">
                <a:schemeClr val="accent3"/>
              </a:gs>
            </a:gsLst>
            <a:lin ang="18900000" scaled="1"/>
            <a:tileRect/>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4" name="Parallelogram 3">
            <a:extLst>
              <a:ext uri="{FF2B5EF4-FFF2-40B4-BE49-F238E27FC236}">
                <a16:creationId xmlns:a16="http://schemas.microsoft.com/office/drawing/2014/main" id="{2FB26765-CA09-3A08-7425-BF28B4C66D58}"/>
              </a:ext>
            </a:extLst>
          </p:cNvPr>
          <p:cNvSpPr/>
          <p:nvPr userDrawn="1"/>
        </p:nvSpPr>
        <p:spPr>
          <a:xfrm>
            <a:off x="1840256" y="-1"/>
            <a:ext cx="12934077" cy="6470788"/>
          </a:xfrm>
          <a:prstGeom prst="parallelogram">
            <a:avLst>
              <a:gd name="adj" fmla="val 100124"/>
            </a:avLst>
          </a:prstGeom>
          <a:gradFill flip="none" rotWithShape="1">
            <a:gsLst>
              <a:gs pos="0">
                <a:schemeClr val="accent3">
                  <a:alpha val="28846"/>
                </a:schemeClr>
              </a:gs>
              <a:gs pos="97000">
                <a:schemeClr val="accent3">
                  <a:alpha val="0"/>
                </a:schemeClr>
              </a:gs>
            </a:gsLst>
            <a:lin ang="8100000" scaled="1"/>
            <a:tileRect/>
          </a:gra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 name="Graphic 143">
            <a:extLst>
              <a:ext uri="{FF2B5EF4-FFF2-40B4-BE49-F238E27FC236}">
                <a16:creationId xmlns:a16="http://schemas.microsoft.com/office/drawing/2014/main" id="{4A95738A-D27B-7397-A22D-FDFE6ECD1B33}"/>
              </a:ext>
            </a:extLst>
          </p:cNvPr>
          <p:cNvSpPr/>
          <p:nvPr userDrawn="1"/>
        </p:nvSpPr>
        <p:spPr>
          <a:xfrm>
            <a:off x="4130978" y="4499933"/>
            <a:ext cx="2421204" cy="666750"/>
          </a:xfrm>
          <a:custGeom>
            <a:avLst/>
            <a:gdLst>
              <a:gd name="connsiteX0" fmla="*/ 482061 w 600651"/>
              <a:gd name="connsiteY0" fmla="*/ 38962 h 165407"/>
              <a:gd name="connsiteX1" fmla="*/ 398886 w 600651"/>
              <a:gd name="connsiteY1" fmla="*/ 75298 h 165407"/>
              <a:gd name="connsiteX2" fmla="*/ 268849 w 600651"/>
              <a:gd name="connsiteY2" fmla="*/ 0 h 165407"/>
              <a:gd name="connsiteX3" fmla="*/ 118927 w 600651"/>
              <a:gd name="connsiteY3" fmla="*/ 122878 h 165407"/>
              <a:gd name="connsiteX4" fmla="*/ 66185 w 600651"/>
              <a:gd name="connsiteY4" fmla="*/ 94823 h 165407"/>
              <a:gd name="connsiteX5" fmla="*/ 0 w 600651"/>
              <a:gd name="connsiteY5" fmla="*/ 165408 h 165407"/>
              <a:gd name="connsiteX6" fmla="*/ 600652 w 600651"/>
              <a:gd name="connsiteY6" fmla="*/ 165408 h 165407"/>
              <a:gd name="connsiteX7" fmla="*/ 482061 w 600651"/>
              <a:gd name="connsiteY7" fmla="*/ 38939 h 1654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651" h="165407">
                <a:moveTo>
                  <a:pt x="482061" y="38962"/>
                </a:moveTo>
                <a:cubicBezTo>
                  <a:pt x="449653" y="38962"/>
                  <a:pt x="420297" y="52832"/>
                  <a:pt x="398886" y="75298"/>
                </a:cubicBezTo>
                <a:cubicBezTo>
                  <a:pt x="371236" y="29984"/>
                  <a:pt x="323341" y="0"/>
                  <a:pt x="268849" y="0"/>
                </a:cubicBezTo>
                <a:cubicBezTo>
                  <a:pt x="196963" y="0"/>
                  <a:pt x="136523" y="52136"/>
                  <a:pt x="118927" y="122878"/>
                </a:cubicBezTo>
                <a:cubicBezTo>
                  <a:pt x="106853" y="105865"/>
                  <a:pt x="87754" y="94823"/>
                  <a:pt x="66185" y="94823"/>
                </a:cubicBezTo>
                <a:cubicBezTo>
                  <a:pt x="29625" y="94823"/>
                  <a:pt x="0" y="126446"/>
                  <a:pt x="0" y="165408"/>
                </a:cubicBezTo>
                <a:lnTo>
                  <a:pt x="600652" y="165408"/>
                </a:lnTo>
                <a:cubicBezTo>
                  <a:pt x="600652" y="95564"/>
                  <a:pt x="547551" y="38939"/>
                  <a:pt x="482061" y="38939"/>
                </a:cubicBezTo>
                <a:close/>
              </a:path>
            </a:pathLst>
          </a:custGeom>
          <a:solidFill>
            <a:schemeClr val="accent3">
              <a:alpha val="18000"/>
            </a:schemeClr>
          </a:soli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pic>
        <p:nvPicPr>
          <p:cNvPr id="6" name="Graphic 5">
            <a:extLst>
              <a:ext uri="{FF2B5EF4-FFF2-40B4-BE49-F238E27FC236}">
                <a16:creationId xmlns:a16="http://schemas.microsoft.com/office/drawing/2014/main" id="{01C3016C-4124-9DEF-66EC-B8D545CF778B}"/>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590092" y="3681343"/>
            <a:ext cx="3124591" cy="1207366"/>
          </a:xfrm>
          <a:prstGeom prst="rect">
            <a:avLst/>
          </a:prstGeom>
        </p:spPr>
      </p:pic>
      <p:grpSp>
        <p:nvGrpSpPr>
          <p:cNvPr id="7" name="Group 6">
            <a:extLst>
              <a:ext uri="{FF2B5EF4-FFF2-40B4-BE49-F238E27FC236}">
                <a16:creationId xmlns:a16="http://schemas.microsoft.com/office/drawing/2014/main" id="{C008A753-BA72-ACB3-82D3-416692BF9F12}"/>
              </a:ext>
            </a:extLst>
          </p:cNvPr>
          <p:cNvGrpSpPr/>
          <p:nvPr userDrawn="1"/>
        </p:nvGrpSpPr>
        <p:grpSpPr>
          <a:xfrm>
            <a:off x="9274356" y="594854"/>
            <a:ext cx="1685206" cy="686138"/>
            <a:chOff x="437672" y="1280130"/>
            <a:chExt cx="2910783" cy="1185138"/>
          </a:xfrm>
        </p:grpSpPr>
        <p:sp>
          <p:nvSpPr>
            <p:cNvPr id="8" name="Freeform: Shape 187">
              <a:extLst>
                <a:ext uri="{FF2B5EF4-FFF2-40B4-BE49-F238E27FC236}">
                  <a16:creationId xmlns:a16="http://schemas.microsoft.com/office/drawing/2014/main" id="{38081A5D-2B55-278D-2F4B-AAC5EE4830B5}"/>
                </a:ext>
              </a:extLst>
            </p:cNvPr>
            <p:cNvSpPr/>
            <p:nvPr/>
          </p:nvSpPr>
          <p:spPr>
            <a:xfrm>
              <a:off x="437672" y="1280130"/>
              <a:ext cx="2720832" cy="1110872"/>
            </a:xfrm>
            <a:custGeom>
              <a:avLst/>
              <a:gdLst>
                <a:gd name="connsiteX0" fmla="*/ 749249 w 907209"/>
                <a:gd name="connsiteY0" fmla="*/ 212440 h 370400"/>
                <a:gd name="connsiteX1" fmla="*/ 700014 w 907209"/>
                <a:gd name="connsiteY1" fmla="*/ 220306 h 370400"/>
                <a:gd name="connsiteX2" fmla="*/ 454537 w 907209"/>
                <a:gd name="connsiteY2" fmla="*/ 0 h 370400"/>
                <a:gd name="connsiteX3" fmla="*/ 213896 w 907209"/>
                <a:gd name="connsiteY3" fmla="*/ 191405 h 370400"/>
                <a:gd name="connsiteX4" fmla="*/ 178995 w 907209"/>
                <a:gd name="connsiteY4" fmla="*/ 191405 h 370400"/>
                <a:gd name="connsiteX5" fmla="*/ 0 w 907209"/>
                <a:gd name="connsiteY5" fmla="*/ 370400 h 370400"/>
                <a:gd name="connsiteX6" fmla="*/ 907209 w 907209"/>
                <a:gd name="connsiteY6" fmla="*/ 370400 h 370400"/>
                <a:gd name="connsiteX7" fmla="*/ 749249 w 907209"/>
                <a:gd name="connsiteY7" fmla="*/ 212440 h 370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07209" h="370400">
                  <a:moveTo>
                    <a:pt x="749249" y="212440"/>
                  </a:moveTo>
                  <a:cubicBezTo>
                    <a:pt x="732060" y="212440"/>
                    <a:pt x="715512" y="215236"/>
                    <a:pt x="700014" y="220306"/>
                  </a:cubicBezTo>
                  <a:cubicBezTo>
                    <a:pt x="686729" y="96489"/>
                    <a:pt x="581907" y="0"/>
                    <a:pt x="454537" y="0"/>
                  </a:cubicBezTo>
                  <a:cubicBezTo>
                    <a:pt x="337246" y="0"/>
                    <a:pt x="239126" y="81806"/>
                    <a:pt x="213896" y="191405"/>
                  </a:cubicBezTo>
                  <a:lnTo>
                    <a:pt x="178995" y="191405"/>
                  </a:lnTo>
                  <a:cubicBezTo>
                    <a:pt x="80116" y="191405"/>
                    <a:pt x="0" y="271522"/>
                    <a:pt x="0" y="370400"/>
                  </a:cubicBezTo>
                  <a:lnTo>
                    <a:pt x="907209" y="370400"/>
                  </a:lnTo>
                  <a:cubicBezTo>
                    <a:pt x="907209" y="283175"/>
                    <a:pt x="836474" y="212440"/>
                    <a:pt x="749249" y="212440"/>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9" name="Freeform: Shape 188">
              <a:extLst>
                <a:ext uri="{FF2B5EF4-FFF2-40B4-BE49-F238E27FC236}">
                  <a16:creationId xmlns:a16="http://schemas.microsoft.com/office/drawing/2014/main" id="{7017ABBE-74D5-8542-6DA3-C0889037986A}"/>
                </a:ext>
              </a:extLst>
            </p:cNvPr>
            <p:cNvSpPr/>
            <p:nvPr/>
          </p:nvSpPr>
          <p:spPr>
            <a:xfrm>
              <a:off x="1651302" y="1789783"/>
              <a:ext cx="1697153" cy="675485"/>
            </a:xfrm>
            <a:custGeom>
              <a:avLst/>
              <a:gdLst>
                <a:gd name="connsiteX0" fmla="*/ 154872 w 565884"/>
                <a:gd name="connsiteY0" fmla="*/ 70357 h 225229"/>
                <a:gd name="connsiteX1" fmla="*/ 0 w 565884"/>
                <a:gd name="connsiteY1" fmla="*/ 225229 h 225229"/>
                <a:gd name="connsiteX2" fmla="*/ 565884 w 565884"/>
                <a:gd name="connsiteY2" fmla="*/ 225229 h 225229"/>
                <a:gd name="connsiteX3" fmla="*/ 496023 w 565884"/>
                <a:gd name="connsiteY3" fmla="*/ 70357 h 225229"/>
                <a:gd name="connsiteX4" fmla="*/ 496023 w 565884"/>
                <a:gd name="connsiteY4" fmla="*/ 70357 h 225229"/>
                <a:gd name="connsiteX5" fmla="*/ 154872 w 565884"/>
                <a:gd name="connsiteY5" fmla="*/ 70357 h 225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5884" h="225229">
                  <a:moveTo>
                    <a:pt x="154872" y="70357"/>
                  </a:moveTo>
                  <a:lnTo>
                    <a:pt x="0" y="225229"/>
                  </a:lnTo>
                  <a:lnTo>
                    <a:pt x="565884" y="225229"/>
                  </a:lnTo>
                  <a:cubicBezTo>
                    <a:pt x="562272" y="168711"/>
                    <a:pt x="538965" y="113299"/>
                    <a:pt x="496023" y="70357"/>
                  </a:cubicBezTo>
                  <a:lnTo>
                    <a:pt x="496023" y="70357"/>
                  </a:lnTo>
                  <a:cubicBezTo>
                    <a:pt x="402213" y="-23452"/>
                    <a:pt x="248681" y="-23452"/>
                    <a:pt x="154872" y="70357"/>
                  </a:cubicBezTo>
                  <a:close/>
                </a:path>
              </a:pathLst>
            </a:custGeom>
            <a:gradFill>
              <a:gsLst>
                <a:gs pos="29000">
                  <a:srgbClr val="FFFFFF"/>
                </a:gs>
                <a:gs pos="48000">
                  <a:srgbClr val="F8FBFE"/>
                </a:gs>
                <a:gs pos="73000">
                  <a:srgbClr val="E7F3FB"/>
                </a:gs>
                <a:gs pos="100000">
                  <a:srgbClr val="CEE6F7"/>
                </a:gs>
              </a:gsLst>
              <a:lin ang="2700000" scaled="1"/>
            </a:gra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10" name="Graphic 133">
            <a:extLst>
              <a:ext uri="{FF2B5EF4-FFF2-40B4-BE49-F238E27FC236}">
                <a16:creationId xmlns:a16="http://schemas.microsoft.com/office/drawing/2014/main" id="{884A1986-A8FC-356C-21C7-E73C0999F517}"/>
              </a:ext>
            </a:extLst>
          </p:cNvPr>
          <p:cNvGrpSpPr/>
          <p:nvPr userDrawn="1"/>
        </p:nvGrpSpPr>
        <p:grpSpPr>
          <a:xfrm>
            <a:off x="7658062" y="759262"/>
            <a:ext cx="747561" cy="1467875"/>
            <a:chOff x="7819347" y="302010"/>
            <a:chExt cx="1311782" cy="2575749"/>
          </a:xfrm>
          <a:noFill/>
        </p:grpSpPr>
        <p:sp>
          <p:nvSpPr>
            <p:cNvPr id="11" name="Freeform: Shape 232">
              <a:extLst>
                <a:ext uri="{FF2B5EF4-FFF2-40B4-BE49-F238E27FC236}">
                  <a16:creationId xmlns:a16="http://schemas.microsoft.com/office/drawing/2014/main" id="{7BBBA99C-0B19-969D-4985-82790A55D3FB}"/>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2" name="Freeform: Shape 233">
              <a:extLst>
                <a:ext uri="{FF2B5EF4-FFF2-40B4-BE49-F238E27FC236}">
                  <a16:creationId xmlns:a16="http://schemas.microsoft.com/office/drawing/2014/main" id="{953E530E-9271-2AFB-1EE8-D2803FDA8679}"/>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 name="Freeform: Shape 234">
              <a:extLst>
                <a:ext uri="{FF2B5EF4-FFF2-40B4-BE49-F238E27FC236}">
                  <a16:creationId xmlns:a16="http://schemas.microsoft.com/office/drawing/2014/main" id="{BB1A5A93-5415-4DAE-A148-BE065E113149}"/>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4" name="Freeform: Shape 235">
              <a:extLst>
                <a:ext uri="{FF2B5EF4-FFF2-40B4-BE49-F238E27FC236}">
                  <a16:creationId xmlns:a16="http://schemas.microsoft.com/office/drawing/2014/main" id="{2D512040-A52D-3AD2-0C3E-3D9AE33B3BC2}"/>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5" name="Freeform: Shape 236">
              <a:extLst>
                <a:ext uri="{FF2B5EF4-FFF2-40B4-BE49-F238E27FC236}">
                  <a16:creationId xmlns:a16="http://schemas.microsoft.com/office/drawing/2014/main" id="{38278814-E50C-EA27-75E7-6DFA29F26FE8}"/>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16" name="Graphic 133">
            <a:extLst>
              <a:ext uri="{FF2B5EF4-FFF2-40B4-BE49-F238E27FC236}">
                <a16:creationId xmlns:a16="http://schemas.microsoft.com/office/drawing/2014/main" id="{83DCBA45-6B7A-1486-8354-23D89A46ACFF}"/>
              </a:ext>
            </a:extLst>
          </p:cNvPr>
          <p:cNvGrpSpPr/>
          <p:nvPr userDrawn="1"/>
        </p:nvGrpSpPr>
        <p:grpSpPr>
          <a:xfrm>
            <a:off x="9686766" y="1690151"/>
            <a:ext cx="1219568" cy="1127081"/>
            <a:chOff x="10028194" y="3612804"/>
            <a:chExt cx="1409223" cy="1302353"/>
          </a:xfrm>
          <a:noFill/>
        </p:grpSpPr>
        <p:sp>
          <p:nvSpPr>
            <p:cNvPr id="17" name="Freeform: Shape 238">
              <a:extLst>
                <a:ext uri="{FF2B5EF4-FFF2-40B4-BE49-F238E27FC236}">
                  <a16:creationId xmlns:a16="http://schemas.microsoft.com/office/drawing/2014/main" id="{8BD98648-F7B1-CB60-E9E9-8C28F65BB1B2}"/>
                </a:ext>
              </a:extLst>
            </p:cNvPr>
            <p:cNvSpPr/>
            <p:nvPr/>
          </p:nvSpPr>
          <p:spPr>
            <a:xfrm>
              <a:off x="10091154" y="4203164"/>
              <a:ext cx="1007554" cy="711993"/>
            </a:xfrm>
            <a:custGeom>
              <a:avLst/>
              <a:gdLst>
                <a:gd name="connsiteX0" fmla="*/ 1007555 w 1007554"/>
                <a:gd name="connsiteY0" fmla="*/ 605980 h 711993"/>
                <a:gd name="connsiteX1" fmla="*/ 651224 w 1007554"/>
                <a:gd name="connsiteY1" fmla="*/ 711994 h 711993"/>
                <a:gd name="connsiteX2" fmla="*/ 0 w 1007554"/>
                <a:gd name="connsiteY2" fmla="*/ 60770 h 711993"/>
                <a:gd name="connsiteX3" fmla="*/ 2762 w 1007554"/>
                <a:gd name="connsiteY3" fmla="*/ 0 h 711993"/>
              </a:gdLst>
              <a:ahLst/>
              <a:cxnLst>
                <a:cxn ang="0">
                  <a:pos x="connsiteX0" y="connsiteY0"/>
                </a:cxn>
                <a:cxn ang="0">
                  <a:pos x="connsiteX1" y="connsiteY1"/>
                </a:cxn>
                <a:cxn ang="0">
                  <a:pos x="connsiteX2" y="connsiteY2"/>
                </a:cxn>
                <a:cxn ang="0">
                  <a:pos x="connsiteX3" y="connsiteY3"/>
                </a:cxn>
              </a:cxnLst>
              <a:rect l="l" t="t" r="r" b="b"/>
              <a:pathLst>
                <a:path w="1007554" h="711993">
                  <a:moveTo>
                    <a:pt x="1007555" y="605980"/>
                  </a:moveTo>
                  <a:cubicBezTo>
                    <a:pt x="905161" y="673037"/>
                    <a:pt x="782765" y="711994"/>
                    <a:pt x="651224" y="711994"/>
                  </a:cubicBezTo>
                  <a:cubicBezTo>
                    <a:pt x="291560" y="711994"/>
                    <a:pt x="0" y="420433"/>
                    <a:pt x="0" y="60770"/>
                  </a:cubicBezTo>
                  <a:cubicBezTo>
                    <a:pt x="0" y="40291"/>
                    <a:pt x="953" y="20003"/>
                    <a:pt x="2762" y="0"/>
                  </a:cubicBezTo>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8" name="Freeform: Shape 239">
              <a:extLst>
                <a:ext uri="{FF2B5EF4-FFF2-40B4-BE49-F238E27FC236}">
                  <a16:creationId xmlns:a16="http://schemas.microsoft.com/office/drawing/2014/main" id="{1A81888F-9DF8-CF32-2694-9565C9B96263}"/>
                </a:ext>
              </a:extLst>
            </p:cNvPr>
            <p:cNvSpPr/>
            <p:nvPr/>
          </p:nvSpPr>
          <p:spPr>
            <a:xfrm>
              <a:off x="11191958" y="4393187"/>
              <a:ext cx="188880" cy="342042"/>
            </a:xfrm>
            <a:custGeom>
              <a:avLst/>
              <a:gdLst>
                <a:gd name="connsiteX0" fmla="*/ 188881 w 188880"/>
                <a:gd name="connsiteY0" fmla="*/ 0 h 342042"/>
                <a:gd name="connsiteX1" fmla="*/ 0 w 188880"/>
                <a:gd name="connsiteY1" fmla="*/ 342043 h 342042"/>
              </a:gdLst>
              <a:ahLst/>
              <a:cxnLst>
                <a:cxn ang="0">
                  <a:pos x="connsiteX0" y="connsiteY0"/>
                </a:cxn>
                <a:cxn ang="0">
                  <a:pos x="connsiteX1" y="connsiteY1"/>
                </a:cxn>
              </a:cxnLst>
              <a:rect l="l" t="t" r="r" b="b"/>
              <a:pathLst>
                <a:path w="188880" h="342042">
                  <a:moveTo>
                    <a:pt x="188881" y="0"/>
                  </a:moveTo>
                  <a:cubicBezTo>
                    <a:pt x="162116" y="133255"/>
                    <a:pt x="94583" y="251746"/>
                    <a:pt x="0" y="342043"/>
                  </a:cubicBezTo>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9" name="Freeform: Shape 240">
              <a:extLst>
                <a:ext uri="{FF2B5EF4-FFF2-40B4-BE49-F238E27FC236}">
                  <a16:creationId xmlns:a16="http://schemas.microsoft.com/office/drawing/2014/main" id="{58EB731D-881F-E14C-68D3-32BFCF7FB1FC}"/>
                </a:ext>
              </a:extLst>
            </p:cNvPr>
            <p:cNvSpPr/>
            <p:nvPr/>
          </p:nvSpPr>
          <p:spPr>
            <a:xfrm>
              <a:off x="11147477" y="3754060"/>
              <a:ext cx="246125" cy="528351"/>
            </a:xfrm>
            <a:custGeom>
              <a:avLst/>
              <a:gdLst>
                <a:gd name="connsiteX0" fmla="*/ 0 w 246125"/>
                <a:gd name="connsiteY0" fmla="*/ 0 h 528351"/>
                <a:gd name="connsiteX1" fmla="*/ 246126 w 246125"/>
                <a:gd name="connsiteY1" fmla="*/ 509873 h 528351"/>
                <a:gd name="connsiteX2" fmla="*/ 245840 w 246125"/>
                <a:gd name="connsiteY2" fmla="*/ 528352 h 528351"/>
              </a:gdLst>
              <a:ahLst/>
              <a:cxnLst>
                <a:cxn ang="0">
                  <a:pos x="connsiteX0" y="connsiteY0"/>
                </a:cxn>
                <a:cxn ang="0">
                  <a:pos x="connsiteX1" y="connsiteY1"/>
                </a:cxn>
                <a:cxn ang="0">
                  <a:pos x="connsiteX2" y="connsiteY2"/>
                </a:cxn>
              </a:cxnLst>
              <a:rect l="l" t="t" r="r" b="b"/>
              <a:pathLst>
                <a:path w="246125" h="528351">
                  <a:moveTo>
                    <a:pt x="0" y="0"/>
                  </a:moveTo>
                  <a:cubicBezTo>
                    <a:pt x="150019" y="119348"/>
                    <a:pt x="246126" y="303371"/>
                    <a:pt x="246126" y="509873"/>
                  </a:cubicBezTo>
                  <a:cubicBezTo>
                    <a:pt x="246126" y="516064"/>
                    <a:pt x="246126" y="522160"/>
                    <a:pt x="245840" y="528352"/>
                  </a:cubicBezTo>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0" name="Freeform: Shape 241">
              <a:extLst>
                <a:ext uri="{FF2B5EF4-FFF2-40B4-BE49-F238E27FC236}">
                  <a16:creationId xmlns:a16="http://schemas.microsoft.com/office/drawing/2014/main" id="{240B3D94-4AD2-56B7-4295-E1CF46D4EF04}"/>
                </a:ext>
              </a:extLst>
            </p:cNvPr>
            <p:cNvSpPr/>
            <p:nvPr/>
          </p:nvSpPr>
          <p:spPr>
            <a:xfrm>
              <a:off x="10114681" y="3612804"/>
              <a:ext cx="938212" cy="477488"/>
            </a:xfrm>
            <a:custGeom>
              <a:avLst/>
              <a:gdLst>
                <a:gd name="connsiteX0" fmla="*/ 0 w 938212"/>
                <a:gd name="connsiteY0" fmla="*/ 477488 h 477488"/>
                <a:gd name="connsiteX1" fmla="*/ 627793 w 938212"/>
                <a:gd name="connsiteY1" fmla="*/ 0 h 477488"/>
                <a:gd name="connsiteX2" fmla="*/ 938213 w 938212"/>
                <a:gd name="connsiteY2" fmla="*/ 78581 h 477488"/>
              </a:gdLst>
              <a:ahLst/>
              <a:cxnLst>
                <a:cxn ang="0">
                  <a:pos x="connsiteX0" y="connsiteY0"/>
                </a:cxn>
                <a:cxn ang="0">
                  <a:pos x="connsiteX1" y="connsiteY1"/>
                </a:cxn>
                <a:cxn ang="0">
                  <a:pos x="connsiteX2" y="connsiteY2"/>
                </a:cxn>
              </a:cxnLst>
              <a:rect l="l" t="t" r="r" b="b"/>
              <a:pathLst>
                <a:path w="938212" h="477488">
                  <a:moveTo>
                    <a:pt x="0" y="477488"/>
                  </a:moveTo>
                  <a:cubicBezTo>
                    <a:pt x="76010" y="202216"/>
                    <a:pt x="328327" y="0"/>
                    <a:pt x="627793" y="0"/>
                  </a:cubicBezTo>
                  <a:cubicBezTo>
                    <a:pt x="740188" y="0"/>
                    <a:pt x="845915" y="28480"/>
                    <a:pt x="938213" y="78581"/>
                  </a:cubicBezTo>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1" name="Freeform: Shape 242">
              <a:extLst>
                <a:ext uri="{FF2B5EF4-FFF2-40B4-BE49-F238E27FC236}">
                  <a16:creationId xmlns:a16="http://schemas.microsoft.com/office/drawing/2014/main" id="{45AA716D-22BD-E8D3-EF6C-EC00EBAF84A8}"/>
                </a:ext>
              </a:extLst>
            </p:cNvPr>
            <p:cNvSpPr/>
            <p:nvPr/>
          </p:nvSpPr>
          <p:spPr>
            <a:xfrm>
              <a:off x="10141065" y="4182304"/>
              <a:ext cx="817530" cy="200406"/>
            </a:xfrm>
            <a:custGeom>
              <a:avLst/>
              <a:gdLst>
                <a:gd name="connsiteX0" fmla="*/ 0 w 817530"/>
                <a:gd name="connsiteY0" fmla="*/ 0 h 200406"/>
                <a:gd name="connsiteX1" fmla="*/ 817531 w 817530"/>
                <a:gd name="connsiteY1" fmla="*/ 200406 h 200406"/>
              </a:gdLst>
              <a:ahLst/>
              <a:cxnLst>
                <a:cxn ang="0">
                  <a:pos x="connsiteX0" y="connsiteY0"/>
                </a:cxn>
                <a:cxn ang="0">
                  <a:pos x="connsiteX1" y="connsiteY1"/>
                </a:cxn>
              </a:cxnLst>
              <a:rect l="l" t="t" r="r" b="b"/>
              <a:pathLst>
                <a:path w="817530" h="200406">
                  <a:moveTo>
                    <a:pt x="0" y="0"/>
                  </a:moveTo>
                  <a:cubicBezTo>
                    <a:pt x="95536" y="61055"/>
                    <a:pt x="360712" y="198120"/>
                    <a:pt x="817531" y="200406"/>
                  </a:cubicBezTo>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2" name="Freeform: Shape 243">
              <a:extLst>
                <a:ext uri="{FF2B5EF4-FFF2-40B4-BE49-F238E27FC236}">
                  <a16:creationId xmlns:a16="http://schemas.microsoft.com/office/drawing/2014/main" id="{39F7BE27-0DA9-2522-6D06-0AE5775037C9}"/>
                </a:ext>
              </a:extLst>
            </p:cNvPr>
            <p:cNvSpPr/>
            <p:nvPr/>
          </p:nvSpPr>
          <p:spPr>
            <a:xfrm>
              <a:off x="10141065" y="4055812"/>
              <a:ext cx="249078" cy="56102"/>
            </a:xfrm>
            <a:custGeom>
              <a:avLst/>
              <a:gdLst>
                <a:gd name="connsiteX0" fmla="*/ 249079 w 249078"/>
                <a:gd name="connsiteY0" fmla="*/ 0 h 56102"/>
                <a:gd name="connsiteX1" fmla="*/ 0 w 249078"/>
                <a:gd name="connsiteY1" fmla="*/ 56102 h 56102"/>
              </a:gdLst>
              <a:ahLst/>
              <a:cxnLst>
                <a:cxn ang="0">
                  <a:pos x="connsiteX0" y="connsiteY0"/>
                </a:cxn>
                <a:cxn ang="0">
                  <a:pos x="connsiteX1" y="connsiteY1"/>
                </a:cxn>
              </a:cxnLst>
              <a:rect l="l" t="t" r="r" b="b"/>
              <a:pathLst>
                <a:path w="249078" h="56102">
                  <a:moveTo>
                    <a:pt x="249079" y="0"/>
                  </a:moveTo>
                  <a:cubicBezTo>
                    <a:pt x="190024" y="6191"/>
                    <a:pt x="84868" y="21431"/>
                    <a:pt x="0" y="56102"/>
                  </a:cubicBezTo>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3" name="Freeform: Shape 244">
              <a:extLst>
                <a:ext uri="{FF2B5EF4-FFF2-40B4-BE49-F238E27FC236}">
                  <a16:creationId xmlns:a16="http://schemas.microsoft.com/office/drawing/2014/main" id="{FFD78FFD-CDB7-E2FA-496E-93C5A0D64FA1}"/>
                </a:ext>
              </a:extLst>
            </p:cNvPr>
            <p:cNvSpPr/>
            <p:nvPr/>
          </p:nvSpPr>
          <p:spPr>
            <a:xfrm>
              <a:off x="10549878" y="4421477"/>
              <a:ext cx="430053" cy="206692"/>
            </a:xfrm>
            <a:custGeom>
              <a:avLst/>
              <a:gdLst>
                <a:gd name="connsiteX0" fmla="*/ 430054 w 430053"/>
                <a:gd name="connsiteY0" fmla="*/ 0 h 206692"/>
                <a:gd name="connsiteX1" fmla="*/ 0 w 430053"/>
                <a:gd name="connsiteY1" fmla="*/ 206693 h 206692"/>
              </a:gdLst>
              <a:ahLst/>
              <a:cxnLst>
                <a:cxn ang="0">
                  <a:pos x="connsiteX0" y="connsiteY0"/>
                </a:cxn>
                <a:cxn ang="0">
                  <a:pos x="connsiteX1" y="connsiteY1"/>
                </a:cxn>
              </a:cxnLst>
              <a:rect l="l" t="t" r="r" b="b"/>
              <a:pathLst>
                <a:path w="430053" h="206692">
                  <a:moveTo>
                    <a:pt x="430054" y="0"/>
                  </a:moveTo>
                  <a:cubicBezTo>
                    <a:pt x="321183" y="117348"/>
                    <a:pt x="169545" y="194501"/>
                    <a:pt x="0" y="206693"/>
                  </a:cubicBezTo>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4" name="Freeform: Shape 245">
              <a:extLst>
                <a:ext uri="{FF2B5EF4-FFF2-40B4-BE49-F238E27FC236}">
                  <a16:creationId xmlns:a16="http://schemas.microsoft.com/office/drawing/2014/main" id="{DEB1512C-F257-A30A-31EE-349D21193831}"/>
                </a:ext>
              </a:extLst>
            </p:cNvPr>
            <p:cNvSpPr/>
            <p:nvPr/>
          </p:nvSpPr>
          <p:spPr>
            <a:xfrm>
              <a:off x="11044893" y="3768252"/>
              <a:ext cx="108775" cy="570833"/>
            </a:xfrm>
            <a:custGeom>
              <a:avLst/>
              <a:gdLst>
                <a:gd name="connsiteX0" fmla="*/ 74009 w 108775"/>
                <a:gd name="connsiteY0" fmla="*/ 0 h 570833"/>
                <a:gd name="connsiteX1" fmla="*/ 108775 w 108775"/>
                <a:gd name="connsiteY1" fmla="*/ 210407 h 570833"/>
                <a:gd name="connsiteX2" fmla="*/ 0 w 108775"/>
                <a:gd name="connsiteY2" fmla="*/ 570833 h 570833"/>
              </a:gdLst>
              <a:ahLst/>
              <a:cxnLst>
                <a:cxn ang="0">
                  <a:pos x="connsiteX0" y="connsiteY0"/>
                </a:cxn>
                <a:cxn ang="0">
                  <a:pos x="connsiteX1" y="connsiteY1"/>
                </a:cxn>
                <a:cxn ang="0">
                  <a:pos x="connsiteX2" y="connsiteY2"/>
                </a:cxn>
              </a:cxnLst>
              <a:rect l="l" t="t" r="r" b="b"/>
              <a:pathLst>
                <a:path w="108775" h="570833">
                  <a:moveTo>
                    <a:pt x="74009" y="0"/>
                  </a:moveTo>
                  <a:cubicBezTo>
                    <a:pt x="96488" y="66008"/>
                    <a:pt x="108775" y="136779"/>
                    <a:pt x="108775" y="210407"/>
                  </a:cubicBezTo>
                  <a:cubicBezTo>
                    <a:pt x="108775" y="343757"/>
                    <a:pt x="68675" y="467678"/>
                    <a:pt x="0" y="570833"/>
                  </a:cubicBezTo>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5" name="Freeform: Shape 246">
              <a:extLst>
                <a:ext uri="{FF2B5EF4-FFF2-40B4-BE49-F238E27FC236}">
                  <a16:creationId xmlns:a16="http://schemas.microsoft.com/office/drawing/2014/main" id="{A5DD1CE3-792F-150F-2D72-525E519721F7}"/>
                </a:ext>
              </a:extLst>
            </p:cNvPr>
            <p:cNvSpPr/>
            <p:nvPr/>
          </p:nvSpPr>
          <p:spPr>
            <a:xfrm>
              <a:off x="10622268" y="3612804"/>
              <a:ext cx="71437" cy="269843"/>
            </a:xfrm>
            <a:custGeom>
              <a:avLst/>
              <a:gdLst>
                <a:gd name="connsiteX0" fmla="*/ 0 w 71437"/>
                <a:gd name="connsiteY0" fmla="*/ 269843 h 269843"/>
                <a:gd name="connsiteX1" fmla="*/ 71438 w 71437"/>
                <a:gd name="connsiteY1" fmla="*/ 0 h 269843"/>
              </a:gdLst>
              <a:ahLst/>
              <a:cxnLst>
                <a:cxn ang="0">
                  <a:pos x="connsiteX0" y="connsiteY0"/>
                </a:cxn>
                <a:cxn ang="0">
                  <a:pos x="connsiteX1" y="connsiteY1"/>
                </a:cxn>
              </a:cxnLst>
              <a:rect l="l" t="t" r="r" b="b"/>
              <a:pathLst>
                <a:path w="71437" h="269843">
                  <a:moveTo>
                    <a:pt x="0" y="269843"/>
                  </a:moveTo>
                  <a:cubicBezTo>
                    <a:pt x="9049" y="178308"/>
                    <a:pt x="32576" y="87249"/>
                    <a:pt x="71438" y="0"/>
                  </a:cubicBezTo>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6" name="Freeform: Shape 247">
              <a:extLst>
                <a:ext uri="{FF2B5EF4-FFF2-40B4-BE49-F238E27FC236}">
                  <a16:creationId xmlns:a16="http://schemas.microsoft.com/office/drawing/2014/main" id="{51870EF0-B8A3-FD6B-CAD9-2408A5815332}"/>
                </a:ext>
              </a:extLst>
            </p:cNvPr>
            <p:cNvSpPr/>
            <p:nvPr/>
          </p:nvSpPr>
          <p:spPr>
            <a:xfrm>
              <a:off x="10618077" y="3978660"/>
              <a:ext cx="483679" cy="775906"/>
            </a:xfrm>
            <a:custGeom>
              <a:avLst/>
              <a:gdLst>
                <a:gd name="connsiteX0" fmla="*/ 483680 w 483679"/>
                <a:gd name="connsiteY0" fmla="*/ 775906 h 775906"/>
                <a:gd name="connsiteX1" fmla="*/ 422529 w 483679"/>
                <a:gd name="connsiteY1" fmla="*/ 741997 h 775906"/>
                <a:gd name="connsiteX2" fmla="*/ 0 w 483679"/>
                <a:gd name="connsiteY2" fmla="*/ 0 h 775906"/>
              </a:gdLst>
              <a:ahLst/>
              <a:cxnLst>
                <a:cxn ang="0">
                  <a:pos x="connsiteX0" y="connsiteY0"/>
                </a:cxn>
                <a:cxn ang="0">
                  <a:pos x="connsiteX1" y="connsiteY1"/>
                </a:cxn>
                <a:cxn ang="0">
                  <a:pos x="connsiteX2" y="connsiteY2"/>
                </a:cxn>
              </a:cxnLst>
              <a:rect l="l" t="t" r="r" b="b"/>
              <a:pathLst>
                <a:path w="483679" h="775906">
                  <a:moveTo>
                    <a:pt x="483680" y="775906"/>
                  </a:moveTo>
                  <a:cubicBezTo>
                    <a:pt x="463010" y="765524"/>
                    <a:pt x="442627" y="754189"/>
                    <a:pt x="422529" y="741997"/>
                  </a:cubicBezTo>
                  <a:cubicBezTo>
                    <a:pt x="153353" y="578358"/>
                    <a:pt x="3334" y="293370"/>
                    <a:pt x="0" y="0"/>
                  </a:cubicBezTo>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7" name="Freeform: Shape 248">
              <a:extLst>
                <a:ext uri="{FF2B5EF4-FFF2-40B4-BE49-F238E27FC236}">
                  <a16:creationId xmlns:a16="http://schemas.microsoft.com/office/drawing/2014/main" id="{3F23E025-B23D-7A0B-8CE1-48DFC0F5DF5D}"/>
                </a:ext>
              </a:extLst>
            </p:cNvPr>
            <p:cNvSpPr/>
            <p:nvPr/>
          </p:nvSpPr>
          <p:spPr>
            <a:xfrm>
              <a:off x="10667036" y="3930082"/>
              <a:ext cx="690181" cy="360425"/>
            </a:xfrm>
            <a:custGeom>
              <a:avLst/>
              <a:gdLst>
                <a:gd name="connsiteX0" fmla="*/ 0 w 690181"/>
                <a:gd name="connsiteY0" fmla="*/ 0 h 360425"/>
                <a:gd name="connsiteX1" fmla="*/ 334518 w 690181"/>
                <a:gd name="connsiteY1" fmla="*/ 74581 h 360425"/>
                <a:gd name="connsiteX2" fmla="*/ 690181 w 690181"/>
                <a:gd name="connsiteY2" fmla="*/ 360426 h 360425"/>
              </a:gdLst>
              <a:ahLst/>
              <a:cxnLst>
                <a:cxn ang="0">
                  <a:pos x="connsiteX0" y="connsiteY0"/>
                </a:cxn>
                <a:cxn ang="0">
                  <a:pos x="connsiteX1" y="connsiteY1"/>
                </a:cxn>
                <a:cxn ang="0">
                  <a:pos x="connsiteX2" y="connsiteY2"/>
                </a:cxn>
              </a:cxnLst>
              <a:rect l="l" t="t" r="r" b="b"/>
              <a:pathLst>
                <a:path w="690181" h="360425">
                  <a:moveTo>
                    <a:pt x="0" y="0"/>
                  </a:moveTo>
                  <a:cubicBezTo>
                    <a:pt x="112109" y="2477"/>
                    <a:pt x="225552" y="26575"/>
                    <a:pt x="334518" y="74581"/>
                  </a:cubicBezTo>
                  <a:cubicBezTo>
                    <a:pt x="481489" y="139255"/>
                    <a:pt x="601885" y="239363"/>
                    <a:pt x="690181" y="360426"/>
                  </a:cubicBezTo>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8" name="Freeform: Shape 249">
              <a:extLst>
                <a:ext uri="{FF2B5EF4-FFF2-40B4-BE49-F238E27FC236}">
                  <a16:creationId xmlns:a16="http://schemas.microsoft.com/office/drawing/2014/main" id="{483BB38F-5E1D-BD24-6C19-69F655EC8395}"/>
                </a:ext>
              </a:extLst>
            </p:cNvPr>
            <p:cNvSpPr/>
            <p:nvPr/>
          </p:nvSpPr>
          <p:spPr>
            <a:xfrm>
              <a:off x="11125379" y="4603690"/>
              <a:ext cx="24669" cy="114776"/>
            </a:xfrm>
            <a:custGeom>
              <a:avLst/>
              <a:gdLst>
                <a:gd name="connsiteX0" fmla="*/ 0 w 24669"/>
                <a:gd name="connsiteY0" fmla="*/ 0 h 114776"/>
                <a:gd name="connsiteX1" fmla="*/ 24670 w 24669"/>
                <a:gd name="connsiteY1" fmla="*/ 114776 h 114776"/>
              </a:gdLst>
              <a:ahLst/>
              <a:cxnLst>
                <a:cxn ang="0">
                  <a:pos x="connsiteX0" y="connsiteY0"/>
                </a:cxn>
                <a:cxn ang="0">
                  <a:pos x="connsiteX1" y="connsiteY1"/>
                </a:cxn>
              </a:cxnLst>
              <a:rect l="l" t="t" r="r" b="b"/>
              <a:pathLst>
                <a:path w="24669" h="114776">
                  <a:moveTo>
                    <a:pt x="0" y="0"/>
                  </a:moveTo>
                  <a:cubicBezTo>
                    <a:pt x="7715" y="29242"/>
                    <a:pt x="17336" y="69913"/>
                    <a:pt x="24670" y="114776"/>
                  </a:cubicBezTo>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9" name="Freeform: Shape 250">
              <a:extLst>
                <a:ext uri="{FF2B5EF4-FFF2-40B4-BE49-F238E27FC236}">
                  <a16:creationId xmlns:a16="http://schemas.microsoft.com/office/drawing/2014/main" id="{75AD5E31-E933-A93E-A1BD-E3737FEA2C8E}"/>
                </a:ext>
              </a:extLst>
            </p:cNvPr>
            <p:cNvSpPr/>
            <p:nvPr/>
          </p:nvSpPr>
          <p:spPr>
            <a:xfrm>
              <a:off x="11049941" y="3670716"/>
              <a:ext cx="97536" cy="97536"/>
            </a:xfrm>
            <a:custGeom>
              <a:avLst/>
              <a:gdLst>
                <a:gd name="connsiteX0" fmla="*/ 97536 w 97536"/>
                <a:gd name="connsiteY0" fmla="*/ 48768 h 97536"/>
                <a:gd name="connsiteX1" fmla="*/ 48768 w 97536"/>
                <a:gd name="connsiteY1" fmla="*/ 97536 h 97536"/>
                <a:gd name="connsiteX2" fmla="*/ 0 w 97536"/>
                <a:gd name="connsiteY2" fmla="*/ 48768 h 97536"/>
                <a:gd name="connsiteX3" fmla="*/ 48768 w 97536"/>
                <a:gd name="connsiteY3" fmla="*/ 0 h 97536"/>
                <a:gd name="connsiteX4" fmla="*/ 97536 w 97536"/>
                <a:gd name="connsiteY4" fmla="*/ 48768 h 975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7536" h="97536">
                  <a:moveTo>
                    <a:pt x="97536" y="48768"/>
                  </a:moveTo>
                  <a:cubicBezTo>
                    <a:pt x="97536" y="75702"/>
                    <a:pt x="75702" y="97536"/>
                    <a:pt x="48768" y="97536"/>
                  </a:cubicBezTo>
                  <a:cubicBezTo>
                    <a:pt x="21834" y="97536"/>
                    <a:pt x="0" y="75702"/>
                    <a:pt x="0" y="48768"/>
                  </a:cubicBezTo>
                  <a:cubicBezTo>
                    <a:pt x="0" y="21834"/>
                    <a:pt x="21834" y="0"/>
                    <a:pt x="48768" y="0"/>
                  </a:cubicBezTo>
                  <a:cubicBezTo>
                    <a:pt x="75702" y="0"/>
                    <a:pt x="97536" y="21834"/>
                    <a:pt x="97536" y="48768"/>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0" name="Freeform: Shape 251">
              <a:extLst>
                <a:ext uri="{FF2B5EF4-FFF2-40B4-BE49-F238E27FC236}">
                  <a16:creationId xmlns:a16="http://schemas.microsoft.com/office/drawing/2014/main" id="{FFE02DED-EE84-748A-3752-368E2B1BDC1F}"/>
                </a:ext>
              </a:extLst>
            </p:cNvPr>
            <p:cNvSpPr/>
            <p:nvPr/>
          </p:nvSpPr>
          <p:spPr>
            <a:xfrm>
              <a:off x="10965645" y="4335466"/>
              <a:ext cx="89916" cy="89916"/>
            </a:xfrm>
            <a:custGeom>
              <a:avLst/>
              <a:gdLst>
                <a:gd name="connsiteX0" fmla="*/ 89916 w 89916"/>
                <a:gd name="connsiteY0" fmla="*/ 44958 h 89916"/>
                <a:gd name="connsiteX1" fmla="*/ 44958 w 89916"/>
                <a:gd name="connsiteY1" fmla="*/ 89916 h 89916"/>
                <a:gd name="connsiteX2" fmla="*/ 0 w 89916"/>
                <a:gd name="connsiteY2" fmla="*/ 44958 h 89916"/>
                <a:gd name="connsiteX3" fmla="*/ 44958 w 89916"/>
                <a:gd name="connsiteY3" fmla="*/ 0 h 89916"/>
                <a:gd name="connsiteX4" fmla="*/ 89916 w 89916"/>
                <a:gd name="connsiteY4" fmla="*/ 44958 h 899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916" h="89916">
                  <a:moveTo>
                    <a:pt x="89916" y="44958"/>
                  </a:moveTo>
                  <a:cubicBezTo>
                    <a:pt x="89916" y="69788"/>
                    <a:pt x="69788" y="89916"/>
                    <a:pt x="44958" y="89916"/>
                  </a:cubicBezTo>
                  <a:cubicBezTo>
                    <a:pt x="20128" y="89916"/>
                    <a:pt x="0" y="69788"/>
                    <a:pt x="0" y="44958"/>
                  </a:cubicBezTo>
                  <a:cubicBezTo>
                    <a:pt x="0" y="20128"/>
                    <a:pt x="20128" y="0"/>
                    <a:pt x="44958" y="0"/>
                  </a:cubicBezTo>
                  <a:cubicBezTo>
                    <a:pt x="69788" y="0"/>
                    <a:pt x="89916" y="20128"/>
                    <a:pt x="89916" y="44958"/>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1" name="Freeform: Shape 252">
              <a:extLst>
                <a:ext uri="{FF2B5EF4-FFF2-40B4-BE49-F238E27FC236}">
                  <a16:creationId xmlns:a16="http://schemas.microsoft.com/office/drawing/2014/main" id="{81560183-5E0E-6F03-7C5D-D1732D03E4A0}"/>
                </a:ext>
              </a:extLst>
            </p:cNvPr>
            <p:cNvSpPr/>
            <p:nvPr/>
          </p:nvSpPr>
          <p:spPr>
            <a:xfrm>
              <a:off x="10436055" y="4577496"/>
              <a:ext cx="100202" cy="100202"/>
            </a:xfrm>
            <a:custGeom>
              <a:avLst/>
              <a:gdLst>
                <a:gd name="connsiteX0" fmla="*/ 100203 w 100202"/>
                <a:gd name="connsiteY0" fmla="*/ 50102 h 100202"/>
                <a:gd name="connsiteX1" fmla="*/ 50101 w 100202"/>
                <a:gd name="connsiteY1" fmla="*/ 100203 h 100202"/>
                <a:gd name="connsiteX2" fmla="*/ 0 w 100202"/>
                <a:gd name="connsiteY2" fmla="*/ 50102 h 100202"/>
                <a:gd name="connsiteX3" fmla="*/ 50101 w 100202"/>
                <a:gd name="connsiteY3" fmla="*/ 0 h 100202"/>
                <a:gd name="connsiteX4" fmla="*/ 100203 w 100202"/>
                <a:gd name="connsiteY4" fmla="*/ 50102 h 100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202" h="100202">
                  <a:moveTo>
                    <a:pt x="100203" y="50102"/>
                  </a:moveTo>
                  <a:cubicBezTo>
                    <a:pt x="100203" y="77772"/>
                    <a:pt x="77772" y="100203"/>
                    <a:pt x="50101" y="100203"/>
                  </a:cubicBezTo>
                  <a:cubicBezTo>
                    <a:pt x="22431" y="100203"/>
                    <a:pt x="0" y="77772"/>
                    <a:pt x="0" y="50102"/>
                  </a:cubicBezTo>
                  <a:cubicBezTo>
                    <a:pt x="0" y="22431"/>
                    <a:pt x="22431" y="0"/>
                    <a:pt x="50101" y="0"/>
                  </a:cubicBezTo>
                  <a:cubicBezTo>
                    <a:pt x="77772" y="0"/>
                    <a:pt x="100203" y="22431"/>
                    <a:pt x="100203" y="50102"/>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2" name="Freeform: Shape 253">
              <a:extLst>
                <a:ext uri="{FF2B5EF4-FFF2-40B4-BE49-F238E27FC236}">
                  <a16:creationId xmlns:a16="http://schemas.microsoft.com/office/drawing/2014/main" id="{3C949242-1F61-374E-54A6-8E530AD88E84}"/>
                </a:ext>
              </a:extLst>
            </p:cNvPr>
            <p:cNvSpPr/>
            <p:nvPr/>
          </p:nvSpPr>
          <p:spPr>
            <a:xfrm>
              <a:off x="10559118" y="3882647"/>
              <a:ext cx="96012" cy="96012"/>
            </a:xfrm>
            <a:custGeom>
              <a:avLst/>
              <a:gdLst>
                <a:gd name="connsiteX0" fmla="*/ 96012 w 96012"/>
                <a:gd name="connsiteY0" fmla="*/ 48006 h 96012"/>
                <a:gd name="connsiteX1" fmla="*/ 48006 w 96012"/>
                <a:gd name="connsiteY1" fmla="*/ 96012 h 96012"/>
                <a:gd name="connsiteX2" fmla="*/ 0 w 96012"/>
                <a:gd name="connsiteY2" fmla="*/ 48006 h 96012"/>
                <a:gd name="connsiteX3" fmla="*/ 48006 w 96012"/>
                <a:gd name="connsiteY3" fmla="*/ 0 h 96012"/>
                <a:gd name="connsiteX4" fmla="*/ 96012 w 96012"/>
                <a:gd name="connsiteY4" fmla="*/ 48006 h 960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012" h="96012">
                  <a:moveTo>
                    <a:pt x="96012" y="48006"/>
                  </a:moveTo>
                  <a:cubicBezTo>
                    <a:pt x="96012" y="74519"/>
                    <a:pt x="74519" y="96012"/>
                    <a:pt x="48006" y="96012"/>
                  </a:cubicBezTo>
                  <a:cubicBezTo>
                    <a:pt x="21493" y="96012"/>
                    <a:pt x="0" y="74519"/>
                    <a:pt x="0" y="48006"/>
                  </a:cubicBezTo>
                  <a:cubicBezTo>
                    <a:pt x="0" y="21493"/>
                    <a:pt x="21493" y="0"/>
                    <a:pt x="48006" y="0"/>
                  </a:cubicBezTo>
                  <a:cubicBezTo>
                    <a:pt x="74519" y="0"/>
                    <a:pt x="96012" y="21493"/>
                    <a:pt x="96012" y="48006"/>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3" name="Freeform: Shape 254">
              <a:extLst>
                <a:ext uri="{FF2B5EF4-FFF2-40B4-BE49-F238E27FC236}">
                  <a16:creationId xmlns:a16="http://schemas.microsoft.com/office/drawing/2014/main" id="{1AC2BDDD-7BC5-273E-0616-9F6917C8B4C7}"/>
                </a:ext>
              </a:extLst>
            </p:cNvPr>
            <p:cNvSpPr/>
            <p:nvPr/>
          </p:nvSpPr>
          <p:spPr>
            <a:xfrm>
              <a:off x="11340072" y="4290508"/>
              <a:ext cx="97345" cy="97345"/>
            </a:xfrm>
            <a:custGeom>
              <a:avLst/>
              <a:gdLst>
                <a:gd name="connsiteX0" fmla="*/ 97346 w 97345"/>
                <a:gd name="connsiteY0" fmla="*/ 48673 h 97345"/>
                <a:gd name="connsiteX1" fmla="*/ 48673 w 97345"/>
                <a:gd name="connsiteY1" fmla="*/ 97345 h 97345"/>
                <a:gd name="connsiteX2" fmla="*/ 0 w 97345"/>
                <a:gd name="connsiteY2" fmla="*/ 48673 h 97345"/>
                <a:gd name="connsiteX3" fmla="*/ 48673 w 97345"/>
                <a:gd name="connsiteY3" fmla="*/ 0 h 97345"/>
                <a:gd name="connsiteX4" fmla="*/ 97346 w 97345"/>
                <a:gd name="connsiteY4" fmla="*/ 48673 h 973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7345" h="97345">
                  <a:moveTo>
                    <a:pt x="97346" y="48673"/>
                  </a:moveTo>
                  <a:cubicBezTo>
                    <a:pt x="97346" y="75554"/>
                    <a:pt x="75554" y="97345"/>
                    <a:pt x="48673" y="97345"/>
                  </a:cubicBezTo>
                  <a:cubicBezTo>
                    <a:pt x="21792" y="97345"/>
                    <a:pt x="0" y="75554"/>
                    <a:pt x="0" y="48673"/>
                  </a:cubicBezTo>
                  <a:cubicBezTo>
                    <a:pt x="0" y="21792"/>
                    <a:pt x="21792" y="0"/>
                    <a:pt x="48673" y="0"/>
                  </a:cubicBezTo>
                  <a:cubicBezTo>
                    <a:pt x="75554" y="0"/>
                    <a:pt x="97346" y="21792"/>
                    <a:pt x="97346" y="48673"/>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4" name="Freeform: Shape 255">
              <a:extLst>
                <a:ext uri="{FF2B5EF4-FFF2-40B4-BE49-F238E27FC236}">
                  <a16:creationId xmlns:a16="http://schemas.microsoft.com/office/drawing/2014/main" id="{08B62EA0-57D0-1D0C-4655-3024F753D54A}"/>
                </a:ext>
              </a:extLst>
            </p:cNvPr>
            <p:cNvSpPr/>
            <p:nvPr/>
          </p:nvSpPr>
          <p:spPr>
            <a:xfrm>
              <a:off x="10028194" y="4083625"/>
              <a:ext cx="119634" cy="119633"/>
            </a:xfrm>
            <a:custGeom>
              <a:avLst/>
              <a:gdLst>
                <a:gd name="connsiteX0" fmla="*/ 119634 w 119634"/>
                <a:gd name="connsiteY0" fmla="*/ 59817 h 119633"/>
                <a:gd name="connsiteX1" fmla="*/ 59817 w 119634"/>
                <a:gd name="connsiteY1" fmla="*/ 119634 h 119633"/>
                <a:gd name="connsiteX2" fmla="*/ 0 w 119634"/>
                <a:gd name="connsiteY2" fmla="*/ 59817 h 119633"/>
                <a:gd name="connsiteX3" fmla="*/ 59817 w 119634"/>
                <a:gd name="connsiteY3" fmla="*/ 0 h 119633"/>
                <a:gd name="connsiteX4" fmla="*/ 119634 w 119634"/>
                <a:gd name="connsiteY4" fmla="*/ 59817 h 1196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634" h="119633">
                  <a:moveTo>
                    <a:pt x="119634" y="59817"/>
                  </a:moveTo>
                  <a:cubicBezTo>
                    <a:pt x="119634" y="92853"/>
                    <a:pt x="92853" y="119634"/>
                    <a:pt x="59817" y="119634"/>
                  </a:cubicBezTo>
                  <a:cubicBezTo>
                    <a:pt x="26781" y="119634"/>
                    <a:pt x="0" y="92853"/>
                    <a:pt x="0" y="59817"/>
                  </a:cubicBezTo>
                  <a:cubicBezTo>
                    <a:pt x="0" y="26781"/>
                    <a:pt x="26781" y="0"/>
                    <a:pt x="59817" y="0"/>
                  </a:cubicBezTo>
                  <a:cubicBezTo>
                    <a:pt x="92853" y="0"/>
                    <a:pt x="119634" y="26781"/>
                    <a:pt x="119634" y="59817"/>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5" name="Freeform: Shape 256">
              <a:extLst>
                <a:ext uri="{FF2B5EF4-FFF2-40B4-BE49-F238E27FC236}">
                  <a16:creationId xmlns:a16="http://schemas.microsoft.com/office/drawing/2014/main" id="{B4FD8343-FC43-A742-667E-62589B01B842}"/>
                </a:ext>
              </a:extLst>
            </p:cNvPr>
            <p:cNvSpPr/>
            <p:nvPr/>
          </p:nvSpPr>
          <p:spPr>
            <a:xfrm>
              <a:off x="10397288" y="4013140"/>
              <a:ext cx="77533" cy="77533"/>
            </a:xfrm>
            <a:custGeom>
              <a:avLst/>
              <a:gdLst>
                <a:gd name="connsiteX0" fmla="*/ 77534 w 77533"/>
                <a:gd name="connsiteY0" fmla="*/ 38767 h 77533"/>
                <a:gd name="connsiteX1" fmla="*/ 38767 w 77533"/>
                <a:gd name="connsiteY1" fmla="*/ 77534 h 77533"/>
                <a:gd name="connsiteX2" fmla="*/ 0 w 77533"/>
                <a:gd name="connsiteY2" fmla="*/ 38767 h 77533"/>
                <a:gd name="connsiteX3" fmla="*/ 38767 w 77533"/>
                <a:gd name="connsiteY3" fmla="*/ 0 h 77533"/>
                <a:gd name="connsiteX4" fmla="*/ 77534 w 77533"/>
                <a:gd name="connsiteY4" fmla="*/ 38767 h 775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533" h="77533">
                  <a:moveTo>
                    <a:pt x="77534" y="38767"/>
                  </a:moveTo>
                  <a:cubicBezTo>
                    <a:pt x="77534" y="60177"/>
                    <a:pt x="60177" y="77534"/>
                    <a:pt x="38767" y="77534"/>
                  </a:cubicBezTo>
                  <a:cubicBezTo>
                    <a:pt x="17356" y="77534"/>
                    <a:pt x="0" y="60177"/>
                    <a:pt x="0" y="38767"/>
                  </a:cubicBezTo>
                  <a:cubicBezTo>
                    <a:pt x="0" y="17356"/>
                    <a:pt x="17356" y="0"/>
                    <a:pt x="38767" y="0"/>
                  </a:cubicBezTo>
                  <a:cubicBezTo>
                    <a:pt x="60177" y="0"/>
                    <a:pt x="77534" y="17356"/>
                    <a:pt x="77534" y="38767"/>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6" name="Freeform: Shape 257">
              <a:extLst>
                <a:ext uri="{FF2B5EF4-FFF2-40B4-BE49-F238E27FC236}">
                  <a16:creationId xmlns:a16="http://schemas.microsoft.com/office/drawing/2014/main" id="{FC4A927B-3DD1-477B-DF49-F9A7C80E58D4}"/>
                </a:ext>
              </a:extLst>
            </p:cNvPr>
            <p:cNvSpPr/>
            <p:nvPr/>
          </p:nvSpPr>
          <p:spPr>
            <a:xfrm>
              <a:off x="11073468" y="4519013"/>
              <a:ext cx="77533" cy="77533"/>
            </a:xfrm>
            <a:custGeom>
              <a:avLst/>
              <a:gdLst>
                <a:gd name="connsiteX0" fmla="*/ 77533 w 77533"/>
                <a:gd name="connsiteY0" fmla="*/ 38767 h 77533"/>
                <a:gd name="connsiteX1" fmla="*/ 38767 w 77533"/>
                <a:gd name="connsiteY1" fmla="*/ 77533 h 77533"/>
                <a:gd name="connsiteX2" fmla="*/ 0 w 77533"/>
                <a:gd name="connsiteY2" fmla="*/ 38767 h 77533"/>
                <a:gd name="connsiteX3" fmla="*/ 38767 w 77533"/>
                <a:gd name="connsiteY3" fmla="*/ 0 h 77533"/>
                <a:gd name="connsiteX4" fmla="*/ 77533 w 77533"/>
                <a:gd name="connsiteY4" fmla="*/ 38767 h 775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533" h="77533">
                  <a:moveTo>
                    <a:pt x="77533" y="38767"/>
                  </a:moveTo>
                  <a:cubicBezTo>
                    <a:pt x="77533" y="60177"/>
                    <a:pt x="60177" y="77533"/>
                    <a:pt x="38767" y="77533"/>
                  </a:cubicBezTo>
                  <a:cubicBezTo>
                    <a:pt x="17356" y="77533"/>
                    <a:pt x="0" y="60177"/>
                    <a:pt x="0" y="38767"/>
                  </a:cubicBezTo>
                  <a:cubicBezTo>
                    <a:pt x="0" y="17356"/>
                    <a:pt x="17356" y="0"/>
                    <a:pt x="38767" y="0"/>
                  </a:cubicBezTo>
                  <a:cubicBezTo>
                    <a:pt x="60177" y="0"/>
                    <a:pt x="77533" y="17356"/>
                    <a:pt x="77533" y="38767"/>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7" name="Freeform: Shape 258">
              <a:extLst>
                <a:ext uri="{FF2B5EF4-FFF2-40B4-BE49-F238E27FC236}">
                  <a16:creationId xmlns:a16="http://schemas.microsoft.com/office/drawing/2014/main" id="{1E6D80E8-7D3F-6E8E-9FDA-07C1A37CBE27}"/>
                </a:ext>
              </a:extLst>
            </p:cNvPr>
            <p:cNvSpPr/>
            <p:nvPr/>
          </p:nvSpPr>
          <p:spPr>
            <a:xfrm>
              <a:off x="11097756" y="4724372"/>
              <a:ext cx="99441" cy="99441"/>
            </a:xfrm>
            <a:custGeom>
              <a:avLst/>
              <a:gdLst>
                <a:gd name="connsiteX0" fmla="*/ 99441 w 99441"/>
                <a:gd name="connsiteY0" fmla="*/ 49721 h 99441"/>
                <a:gd name="connsiteX1" fmla="*/ 49721 w 99441"/>
                <a:gd name="connsiteY1" fmla="*/ 99441 h 99441"/>
                <a:gd name="connsiteX2" fmla="*/ 0 w 99441"/>
                <a:gd name="connsiteY2" fmla="*/ 49721 h 99441"/>
                <a:gd name="connsiteX3" fmla="*/ 49721 w 99441"/>
                <a:gd name="connsiteY3" fmla="*/ 0 h 99441"/>
                <a:gd name="connsiteX4" fmla="*/ 99441 w 99441"/>
                <a:gd name="connsiteY4" fmla="*/ 49721 h 994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41" h="99441">
                  <a:moveTo>
                    <a:pt x="99441" y="49721"/>
                  </a:moveTo>
                  <a:cubicBezTo>
                    <a:pt x="99441" y="77181"/>
                    <a:pt x="77180" y="99441"/>
                    <a:pt x="49721" y="99441"/>
                  </a:cubicBezTo>
                  <a:cubicBezTo>
                    <a:pt x="22261" y="99441"/>
                    <a:pt x="0" y="77181"/>
                    <a:pt x="0" y="49721"/>
                  </a:cubicBezTo>
                  <a:cubicBezTo>
                    <a:pt x="0" y="22261"/>
                    <a:pt x="22261" y="0"/>
                    <a:pt x="49721" y="0"/>
                  </a:cubicBezTo>
                  <a:cubicBezTo>
                    <a:pt x="77180" y="0"/>
                    <a:pt x="99441" y="22261"/>
                    <a:pt x="99441" y="49721"/>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38" name="Graphic 133">
            <a:extLst>
              <a:ext uri="{FF2B5EF4-FFF2-40B4-BE49-F238E27FC236}">
                <a16:creationId xmlns:a16="http://schemas.microsoft.com/office/drawing/2014/main" id="{A8855F58-6B8B-77E0-1B20-BF603AA3D491}"/>
              </a:ext>
            </a:extLst>
          </p:cNvPr>
          <p:cNvGrpSpPr/>
          <p:nvPr userDrawn="1"/>
        </p:nvGrpSpPr>
        <p:grpSpPr>
          <a:xfrm flipV="1">
            <a:off x="9134596" y="2819653"/>
            <a:ext cx="1402365" cy="926306"/>
            <a:chOff x="9582043" y="2686498"/>
            <a:chExt cx="1402365" cy="926306"/>
          </a:xfrm>
          <a:noFill/>
        </p:grpSpPr>
        <p:sp>
          <p:nvSpPr>
            <p:cNvPr id="39" name="Freeform: Shape 260">
              <a:extLst>
                <a:ext uri="{FF2B5EF4-FFF2-40B4-BE49-F238E27FC236}">
                  <a16:creationId xmlns:a16="http://schemas.microsoft.com/office/drawing/2014/main" id="{61A9CC5C-957B-0692-CD16-A2523EB4C128}"/>
                </a:ext>
              </a:extLst>
            </p:cNvPr>
            <p:cNvSpPr/>
            <p:nvPr/>
          </p:nvSpPr>
          <p:spPr>
            <a:xfrm>
              <a:off x="10526637" y="2686498"/>
              <a:ext cx="457771" cy="457771"/>
            </a:xfrm>
            <a:custGeom>
              <a:avLst/>
              <a:gdLst>
                <a:gd name="connsiteX0" fmla="*/ 457772 w 457771"/>
                <a:gd name="connsiteY0" fmla="*/ 228886 h 457771"/>
                <a:gd name="connsiteX1" fmla="*/ 228886 w 457771"/>
                <a:gd name="connsiteY1" fmla="*/ 457771 h 457771"/>
                <a:gd name="connsiteX2" fmla="*/ 0 w 457771"/>
                <a:gd name="connsiteY2" fmla="*/ 228886 h 457771"/>
                <a:gd name="connsiteX3" fmla="*/ 228886 w 457771"/>
                <a:gd name="connsiteY3" fmla="*/ 0 h 457771"/>
                <a:gd name="connsiteX4" fmla="*/ 457772 w 457771"/>
                <a:gd name="connsiteY4" fmla="*/ 228886 h 4577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7771" h="457771">
                  <a:moveTo>
                    <a:pt x="457772" y="228886"/>
                  </a:moveTo>
                  <a:cubicBezTo>
                    <a:pt x="457772" y="355296"/>
                    <a:pt x="355296" y="457771"/>
                    <a:pt x="228886" y="457771"/>
                  </a:cubicBezTo>
                  <a:cubicBezTo>
                    <a:pt x="102476" y="457771"/>
                    <a:pt x="0" y="355296"/>
                    <a:pt x="0" y="228886"/>
                  </a:cubicBezTo>
                  <a:cubicBezTo>
                    <a:pt x="0" y="102476"/>
                    <a:pt x="102476" y="0"/>
                    <a:pt x="228886" y="0"/>
                  </a:cubicBezTo>
                  <a:cubicBezTo>
                    <a:pt x="355296" y="0"/>
                    <a:pt x="457772" y="102476"/>
                    <a:pt x="457772" y="228886"/>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0" name="Freeform: Shape 261">
              <a:extLst>
                <a:ext uri="{FF2B5EF4-FFF2-40B4-BE49-F238E27FC236}">
                  <a16:creationId xmlns:a16="http://schemas.microsoft.com/office/drawing/2014/main" id="{8B7477D2-B944-CDC0-B6EA-24F94EC67E24}"/>
                </a:ext>
              </a:extLst>
            </p:cNvPr>
            <p:cNvSpPr/>
            <p:nvPr/>
          </p:nvSpPr>
          <p:spPr>
            <a:xfrm>
              <a:off x="9844552" y="2918146"/>
              <a:ext cx="779716" cy="9525"/>
            </a:xfrm>
            <a:custGeom>
              <a:avLst/>
              <a:gdLst>
                <a:gd name="connsiteX0" fmla="*/ 0 w 779716"/>
                <a:gd name="connsiteY0" fmla="*/ 0 h 9525"/>
                <a:gd name="connsiteX1" fmla="*/ 779717 w 779716"/>
                <a:gd name="connsiteY1" fmla="*/ 0 h 9525"/>
              </a:gdLst>
              <a:ahLst/>
              <a:cxnLst>
                <a:cxn ang="0">
                  <a:pos x="connsiteX0" y="connsiteY0"/>
                </a:cxn>
                <a:cxn ang="0">
                  <a:pos x="connsiteX1" y="connsiteY1"/>
                </a:cxn>
              </a:cxnLst>
              <a:rect l="l" t="t" r="r" b="b"/>
              <a:pathLst>
                <a:path w="779716" h="9525">
                  <a:moveTo>
                    <a:pt x="0" y="0"/>
                  </a:moveTo>
                  <a:lnTo>
                    <a:pt x="779717" y="0"/>
                  </a:lnTo>
                </a:path>
              </a:pathLst>
            </a:custGeom>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1" name="Freeform: Shape 262">
              <a:extLst>
                <a:ext uri="{FF2B5EF4-FFF2-40B4-BE49-F238E27FC236}">
                  <a16:creationId xmlns:a16="http://schemas.microsoft.com/office/drawing/2014/main" id="{435AA0E4-D6F9-FF97-6727-3854BFE726A4}"/>
                </a:ext>
              </a:extLst>
            </p:cNvPr>
            <p:cNvSpPr/>
            <p:nvPr/>
          </p:nvSpPr>
          <p:spPr>
            <a:xfrm>
              <a:off x="10624269" y="2786892"/>
              <a:ext cx="262508" cy="262508"/>
            </a:xfrm>
            <a:custGeom>
              <a:avLst/>
              <a:gdLst>
                <a:gd name="connsiteX0" fmla="*/ 262509 w 262508"/>
                <a:gd name="connsiteY0" fmla="*/ 131255 h 262508"/>
                <a:gd name="connsiteX1" fmla="*/ 131255 w 262508"/>
                <a:gd name="connsiteY1" fmla="*/ 262509 h 262508"/>
                <a:gd name="connsiteX2" fmla="*/ 0 w 262508"/>
                <a:gd name="connsiteY2" fmla="*/ 131255 h 262508"/>
                <a:gd name="connsiteX3" fmla="*/ 131255 w 262508"/>
                <a:gd name="connsiteY3" fmla="*/ 0 h 262508"/>
                <a:gd name="connsiteX4" fmla="*/ 262509 w 262508"/>
                <a:gd name="connsiteY4" fmla="*/ 131255 h 2625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2508" h="262508">
                  <a:moveTo>
                    <a:pt x="262509" y="131255"/>
                  </a:moveTo>
                  <a:cubicBezTo>
                    <a:pt x="262509" y="203744"/>
                    <a:pt x="203744" y="262509"/>
                    <a:pt x="131255" y="262509"/>
                  </a:cubicBezTo>
                  <a:cubicBezTo>
                    <a:pt x="58765" y="262509"/>
                    <a:pt x="0" y="203744"/>
                    <a:pt x="0" y="131255"/>
                  </a:cubicBezTo>
                  <a:cubicBezTo>
                    <a:pt x="0" y="58765"/>
                    <a:pt x="58765" y="0"/>
                    <a:pt x="131255" y="0"/>
                  </a:cubicBezTo>
                  <a:cubicBezTo>
                    <a:pt x="203744" y="0"/>
                    <a:pt x="262509" y="58765"/>
                    <a:pt x="262509" y="131255"/>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2" name="Freeform: Shape 263">
              <a:extLst>
                <a:ext uri="{FF2B5EF4-FFF2-40B4-BE49-F238E27FC236}">
                  <a16:creationId xmlns:a16="http://schemas.microsoft.com/office/drawing/2014/main" id="{1C380E53-AAFC-85BC-F6FF-D2D1E6399872}"/>
                </a:ext>
              </a:extLst>
            </p:cNvPr>
            <p:cNvSpPr/>
            <p:nvPr/>
          </p:nvSpPr>
          <p:spPr>
            <a:xfrm>
              <a:off x="9582043" y="2786892"/>
              <a:ext cx="262509" cy="262508"/>
            </a:xfrm>
            <a:custGeom>
              <a:avLst/>
              <a:gdLst>
                <a:gd name="connsiteX0" fmla="*/ 262509 w 262509"/>
                <a:gd name="connsiteY0" fmla="*/ 131255 h 262508"/>
                <a:gd name="connsiteX1" fmla="*/ 131254 w 262509"/>
                <a:gd name="connsiteY1" fmla="*/ 262509 h 262508"/>
                <a:gd name="connsiteX2" fmla="*/ 0 w 262509"/>
                <a:gd name="connsiteY2" fmla="*/ 131255 h 262508"/>
                <a:gd name="connsiteX3" fmla="*/ 131254 w 262509"/>
                <a:gd name="connsiteY3" fmla="*/ 0 h 262508"/>
                <a:gd name="connsiteX4" fmla="*/ 262509 w 262509"/>
                <a:gd name="connsiteY4" fmla="*/ 131255 h 2625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2509" h="262508">
                  <a:moveTo>
                    <a:pt x="262509" y="131255"/>
                  </a:moveTo>
                  <a:cubicBezTo>
                    <a:pt x="262509" y="203744"/>
                    <a:pt x="203744" y="262509"/>
                    <a:pt x="131254" y="262509"/>
                  </a:cubicBezTo>
                  <a:cubicBezTo>
                    <a:pt x="58765" y="262509"/>
                    <a:pt x="0" y="203744"/>
                    <a:pt x="0" y="131255"/>
                  </a:cubicBezTo>
                  <a:cubicBezTo>
                    <a:pt x="0" y="58765"/>
                    <a:pt x="58765" y="0"/>
                    <a:pt x="131254" y="0"/>
                  </a:cubicBezTo>
                  <a:cubicBezTo>
                    <a:pt x="203744" y="0"/>
                    <a:pt x="262509" y="58765"/>
                    <a:pt x="262509" y="131255"/>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3" name="Freeform: Shape 264">
              <a:extLst>
                <a:ext uri="{FF2B5EF4-FFF2-40B4-BE49-F238E27FC236}">
                  <a16:creationId xmlns:a16="http://schemas.microsoft.com/office/drawing/2014/main" id="{4DBDDBBA-958F-1277-4284-C44B084A6828}"/>
                </a:ext>
              </a:extLst>
            </p:cNvPr>
            <p:cNvSpPr/>
            <p:nvPr/>
          </p:nvSpPr>
          <p:spPr>
            <a:xfrm>
              <a:off x="10755523" y="3144270"/>
              <a:ext cx="9525" cy="468534"/>
            </a:xfrm>
            <a:custGeom>
              <a:avLst/>
              <a:gdLst>
                <a:gd name="connsiteX0" fmla="*/ 0 w 9525"/>
                <a:gd name="connsiteY0" fmla="*/ 0 h 468534"/>
                <a:gd name="connsiteX1" fmla="*/ 0 w 9525"/>
                <a:gd name="connsiteY1" fmla="*/ 468535 h 468534"/>
              </a:gdLst>
              <a:ahLst/>
              <a:cxnLst>
                <a:cxn ang="0">
                  <a:pos x="connsiteX0" y="connsiteY0"/>
                </a:cxn>
                <a:cxn ang="0">
                  <a:pos x="connsiteX1" y="connsiteY1"/>
                </a:cxn>
              </a:cxnLst>
              <a:rect l="l" t="t" r="r" b="b"/>
              <a:pathLst>
                <a:path w="9525" h="468534">
                  <a:moveTo>
                    <a:pt x="0" y="0"/>
                  </a:moveTo>
                  <a:lnTo>
                    <a:pt x="0" y="468535"/>
                  </a:lnTo>
                </a:path>
              </a:pathLst>
            </a:custGeom>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44" name="Freeform: Shape 265">
            <a:extLst>
              <a:ext uri="{FF2B5EF4-FFF2-40B4-BE49-F238E27FC236}">
                <a16:creationId xmlns:a16="http://schemas.microsoft.com/office/drawing/2014/main" id="{F7C6FD1A-B2B0-3267-885E-DCC53C98F330}"/>
              </a:ext>
            </a:extLst>
          </p:cNvPr>
          <p:cNvSpPr/>
          <p:nvPr userDrawn="1"/>
        </p:nvSpPr>
        <p:spPr>
          <a:xfrm>
            <a:off x="11185175" y="2792968"/>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5" name="Freeform: Shape 269">
            <a:extLst>
              <a:ext uri="{FF2B5EF4-FFF2-40B4-BE49-F238E27FC236}">
                <a16:creationId xmlns:a16="http://schemas.microsoft.com/office/drawing/2014/main" id="{745CFBED-5657-9FA2-871E-686AC9D005FF}"/>
              </a:ext>
            </a:extLst>
          </p:cNvPr>
          <p:cNvSpPr/>
          <p:nvPr userDrawn="1"/>
        </p:nvSpPr>
        <p:spPr>
          <a:xfrm>
            <a:off x="6195382" y="4307691"/>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6" name="Freeform: Shape 285">
            <a:extLst>
              <a:ext uri="{FF2B5EF4-FFF2-40B4-BE49-F238E27FC236}">
                <a16:creationId xmlns:a16="http://schemas.microsoft.com/office/drawing/2014/main" id="{8E7AAEEB-66C4-8582-DB55-605B78CEBBBF}"/>
              </a:ext>
            </a:extLst>
          </p:cNvPr>
          <p:cNvSpPr/>
          <p:nvPr userDrawn="1"/>
        </p:nvSpPr>
        <p:spPr>
          <a:xfrm>
            <a:off x="8709950" y="5303803"/>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7" name="Freeform: Shape 286">
            <a:extLst>
              <a:ext uri="{FF2B5EF4-FFF2-40B4-BE49-F238E27FC236}">
                <a16:creationId xmlns:a16="http://schemas.microsoft.com/office/drawing/2014/main" id="{7B07BE64-0FEB-105B-532C-B451305DD39A}"/>
              </a:ext>
            </a:extLst>
          </p:cNvPr>
          <p:cNvSpPr/>
          <p:nvPr userDrawn="1"/>
        </p:nvSpPr>
        <p:spPr>
          <a:xfrm>
            <a:off x="9116688" y="501008"/>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48" name="Graphic 133">
            <a:extLst>
              <a:ext uri="{FF2B5EF4-FFF2-40B4-BE49-F238E27FC236}">
                <a16:creationId xmlns:a16="http://schemas.microsoft.com/office/drawing/2014/main" id="{225D3D06-0410-493F-2044-18F7C16802B1}"/>
              </a:ext>
            </a:extLst>
          </p:cNvPr>
          <p:cNvGrpSpPr/>
          <p:nvPr userDrawn="1"/>
        </p:nvGrpSpPr>
        <p:grpSpPr>
          <a:xfrm rot="15300000">
            <a:off x="4917142" y="1961725"/>
            <a:ext cx="1311782" cy="2575749"/>
            <a:chOff x="7819347" y="302010"/>
            <a:chExt cx="1311782" cy="2575749"/>
          </a:xfrm>
          <a:noFill/>
        </p:grpSpPr>
        <p:sp>
          <p:nvSpPr>
            <p:cNvPr id="49" name="Freeform: Shape 288">
              <a:extLst>
                <a:ext uri="{FF2B5EF4-FFF2-40B4-BE49-F238E27FC236}">
                  <a16:creationId xmlns:a16="http://schemas.microsoft.com/office/drawing/2014/main" id="{A8C9B2D1-0AB0-6540-2833-A5CF9CD906E8}"/>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0" name="Freeform: Shape 289">
              <a:extLst>
                <a:ext uri="{FF2B5EF4-FFF2-40B4-BE49-F238E27FC236}">
                  <a16:creationId xmlns:a16="http://schemas.microsoft.com/office/drawing/2014/main" id="{A9B7C5DE-688A-13E5-BF40-6F0FE7716B40}"/>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1" name="Freeform: Shape 290">
              <a:extLst>
                <a:ext uri="{FF2B5EF4-FFF2-40B4-BE49-F238E27FC236}">
                  <a16:creationId xmlns:a16="http://schemas.microsoft.com/office/drawing/2014/main" id="{D572A5D7-1308-8161-C560-67A731CF15C3}"/>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2" name="Freeform: Shape 291">
              <a:extLst>
                <a:ext uri="{FF2B5EF4-FFF2-40B4-BE49-F238E27FC236}">
                  <a16:creationId xmlns:a16="http://schemas.microsoft.com/office/drawing/2014/main" id="{A4DEFCCC-D6B3-5F8E-42BB-A396201F7253}"/>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3" name="Freeform: Shape 292">
              <a:extLst>
                <a:ext uri="{FF2B5EF4-FFF2-40B4-BE49-F238E27FC236}">
                  <a16:creationId xmlns:a16="http://schemas.microsoft.com/office/drawing/2014/main" id="{D1366F4B-2384-29DA-7E67-92B9B0C81293}"/>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54" name="Oval 53">
            <a:extLst>
              <a:ext uri="{FF2B5EF4-FFF2-40B4-BE49-F238E27FC236}">
                <a16:creationId xmlns:a16="http://schemas.microsoft.com/office/drawing/2014/main" id="{F158BDAF-D49A-D3E9-26E2-23DBF9A1D917}"/>
              </a:ext>
            </a:extLst>
          </p:cNvPr>
          <p:cNvSpPr/>
          <p:nvPr userDrawn="1"/>
        </p:nvSpPr>
        <p:spPr>
          <a:xfrm flipV="1">
            <a:off x="6354876" y="1852997"/>
            <a:ext cx="3152006" cy="3152006"/>
          </a:xfrm>
          <a:prstGeom prst="ellipse">
            <a:avLst/>
          </a:prstGeom>
          <a:solidFill>
            <a:schemeClr val="bg1"/>
          </a:solidFill>
          <a:ln w="50800">
            <a:solidFill>
              <a:schemeClr val="accent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55" name="Freeform: Shape 298">
            <a:extLst>
              <a:ext uri="{FF2B5EF4-FFF2-40B4-BE49-F238E27FC236}">
                <a16:creationId xmlns:a16="http://schemas.microsoft.com/office/drawing/2014/main" id="{066CAEBB-AF92-6D05-D9F3-42BB57093F1E}"/>
              </a:ext>
            </a:extLst>
          </p:cNvPr>
          <p:cNvSpPr/>
          <p:nvPr userDrawn="1"/>
        </p:nvSpPr>
        <p:spPr>
          <a:xfrm>
            <a:off x="5406003" y="4429286"/>
            <a:ext cx="2921280" cy="1192670"/>
          </a:xfrm>
          <a:custGeom>
            <a:avLst/>
            <a:gdLst>
              <a:gd name="connsiteX0" fmla="*/ 2797989 w 3387980"/>
              <a:gd name="connsiteY0" fmla="*/ 793219 h 1383210"/>
              <a:gd name="connsiteX1" fmla="*/ 2614092 w 3387980"/>
              <a:gd name="connsiteY1" fmla="*/ 822614 h 1383210"/>
              <a:gd name="connsiteX2" fmla="*/ 1697357 w 3387980"/>
              <a:gd name="connsiteY2" fmla="*/ 0 h 1383210"/>
              <a:gd name="connsiteX3" fmla="*/ 798795 w 3387980"/>
              <a:gd name="connsiteY3" fmla="*/ 714810 h 1383210"/>
              <a:gd name="connsiteX4" fmla="*/ 668546 w 3387980"/>
              <a:gd name="connsiteY4" fmla="*/ 714665 h 1383210"/>
              <a:gd name="connsiteX5" fmla="*/ 0 w 3387980"/>
              <a:gd name="connsiteY5" fmla="*/ 1383211 h 1383210"/>
              <a:gd name="connsiteX6" fmla="*/ 3387981 w 3387980"/>
              <a:gd name="connsiteY6" fmla="*/ 1383211 h 1383210"/>
              <a:gd name="connsiteX7" fmla="*/ 2797989 w 3387980"/>
              <a:gd name="connsiteY7" fmla="*/ 793219 h 1383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387980" h="1383210">
                <a:moveTo>
                  <a:pt x="2797989" y="793219"/>
                </a:moveTo>
                <a:cubicBezTo>
                  <a:pt x="2733770" y="793219"/>
                  <a:pt x="2671940" y="803573"/>
                  <a:pt x="2614092" y="822614"/>
                </a:cubicBezTo>
                <a:cubicBezTo>
                  <a:pt x="2564425" y="360192"/>
                  <a:pt x="2172956" y="0"/>
                  <a:pt x="1697357" y="0"/>
                </a:cubicBezTo>
                <a:cubicBezTo>
                  <a:pt x="1259406" y="0"/>
                  <a:pt x="892915" y="305385"/>
                  <a:pt x="798795" y="714810"/>
                </a:cubicBezTo>
                <a:lnTo>
                  <a:pt x="668546" y="714665"/>
                </a:lnTo>
                <a:cubicBezTo>
                  <a:pt x="299304" y="714737"/>
                  <a:pt x="0" y="1014041"/>
                  <a:pt x="0" y="1383211"/>
                </a:cubicBezTo>
                <a:lnTo>
                  <a:pt x="3387981" y="1383211"/>
                </a:lnTo>
                <a:cubicBezTo>
                  <a:pt x="3387981" y="1057336"/>
                  <a:pt x="3123864" y="793219"/>
                  <a:pt x="2797989" y="793219"/>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56" name="Graphic 133">
            <a:extLst>
              <a:ext uri="{FF2B5EF4-FFF2-40B4-BE49-F238E27FC236}">
                <a16:creationId xmlns:a16="http://schemas.microsoft.com/office/drawing/2014/main" id="{9FF65BFA-580C-DCA7-C668-2CA14DE5BBE7}"/>
              </a:ext>
            </a:extLst>
          </p:cNvPr>
          <p:cNvGrpSpPr/>
          <p:nvPr userDrawn="1"/>
        </p:nvGrpSpPr>
        <p:grpSpPr>
          <a:xfrm>
            <a:off x="6411279" y="5443017"/>
            <a:ext cx="492164" cy="535997"/>
            <a:chOff x="8799755" y="943899"/>
            <a:chExt cx="839533" cy="914304"/>
          </a:xfrm>
          <a:noFill/>
        </p:grpSpPr>
        <p:sp>
          <p:nvSpPr>
            <p:cNvPr id="57" name="Freeform: Shape 300">
              <a:extLst>
                <a:ext uri="{FF2B5EF4-FFF2-40B4-BE49-F238E27FC236}">
                  <a16:creationId xmlns:a16="http://schemas.microsoft.com/office/drawing/2014/main" id="{52100AD9-54F6-7550-022D-1B629B339DB5}"/>
                </a:ext>
              </a:extLst>
            </p:cNvPr>
            <p:cNvSpPr/>
            <p:nvPr/>
          </p:nvSpPr>
          <p:spPr>
            <a:xfrm>
              <a:off x="8799755" y="943899"/>
              <a:ext cx="839533" cy="914304"/>
            </a:xfrm>
            <a:custGeom>
              <a:avLst/>
              <a:gdLst>
                <a:gd name="connsiteX0" fmla="*/ 419767 w 839533"/>
                <a:gd name="connsiteY0" fmla="*/ 914305 h 914304"/>
                <a:gd name="connsiteX1" fmla="*/ 415576 w 839533"/>
                <a:gd name="connsiteY1" fmla="*/ 913638 h 914304"/>
                <a:gd name="connsiteX2" fmla="*/ 0 w 839533"/>
                <a:gd name="connsiteY2" fmla="*/ 345281 h 914304"/>
                <a:gd name="connsiteX3" fmla="*/ 0 w 839533"/>
                <a:gd name="connsiteY3" fmla="*/ 13906 h 914304"/>
                <a:gd name="connsiteX4" fmla="*/ 13906 w 839533"/>
                <a:gd name="connsiteY4" fmla="*/ 0 h 914304"/>
                <a:gd name="connsiteX5" fmla="*/ 825627 w 839533"/>
                <a:gd name="connsiteY5" fmla="*/ 0 h 914304"/>
                <a:gd name="connsiteX6" fmla="*/ 839534 w 839533"/>
                <a:gd name="connsiteY6" fmla="*/ 13906 h 914304"/>
                <a:gd name="connsiteX7" fmla="*/ 839534 w 839533"/>
                <a:gd name="connsiteY7" fmla="*/ 345281 h 914304"/>
                <a:gd name="connsiteX8" fmla="*/ 424053 w 839533"/>
                <a:gd name="connsiteY8" fmla="*/ 913638 h 914304"/>
                <a:gd name="connsiteX9" fmla="*/ 419862 w 839533"/>
                <a:gd name="connsiteY9" fmla="*/ 914305 h 91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39533" h="914304">
                  <a:moveTo>
                    <a:pt x="419767" y="914305"/>
                  </a:moveTo>
                  <a:cubicBezTo>
                    <a:pt x="418338" y="914305"/>
                    <a:pt x="416909" y="914114"/>
                    <a:pt x="415576" y="913638"/>
                  </a:cubicBezTo>
                  <a:cubicBezTo>
                    <a:pt x="167069" y="834676"/>
                    <a:pt x="0" y="606266"/>
                    <a:pt x="0" y="345281"/>
                  </a:cubicBezTo>
                  <a:lnTo>
                    <a:pt x="0" y="13906"/>
                  </a:lnTo>
                  <a:cubicBezTo>
                    <a:pt x="0" y="6191"/>
                    <a:pt x="6191" y="0"/>
                    <a:pt x="13906" y="0"/>
                  </a:cubicBezTo>
                  <a:lnTo>
                    <a:pt x="825627" y="0"/>
                  </a:lnTo>
                  <a:cubicBezTo>
                    <a:pt x="833342" y="0"/>
                    <a:pt x="839534" y="6191"/>
                    <a:pt x="839534" y="13906"/>
                  </a:cubicBezTo>
                  <a:lnTo>
                    <a:pt x="839534" y="345281"/>
                  </a:lnTo>
                  <a:cubicBezTo>
                    <a:pt x="839534" y="606266"/>
                    <a:pt x="672560" y="834676"/>
                    <a:pt x="424053" y="913638"/>
                  </a:cubicBezTo>
                  <a:cubicBezTo>
                    <a:pt x="422624" y="914114"/>
                    <a:pt x="421195" y="914305"/>
                    <a:pt x="419862" y="914305"/>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8" name="Freeform: Shape 301">
              <a:extLst>
                <a:ext uri="{FF2B5EF4-FFF2-40B4-BE49-F238E27FC236}">
                  <a16:creationId xmlns:a16="http://schemas.microsoft.com/office/drawing/2014/main" id="{524B3441-3CEB-FBF9-6A62-068A8B44C403}"/>
                </a:ext>
              </a:extLst>
            </p:cNvPr>
            <p:cNvSpPr/>
            <p:nvPr/>
          </p:nvSpPr>
          <p:spPr>
            <a:xfrm>
              <a:off x="9223713" y="943899"/>
              <a:ext cx="9525" cy="913638"/>
            </a:xfrm>
            <a:custGeom>
              <a:avLst/>
              <a:gdLst>
                <a:gd name="connsiteX0" fmla="*/ 0 w 9525"/>
                <a:gd name="connsiteY0" fmla="*/ 913638 h 913638"/>
                <a:gd name="connsiteX1" fmla="*/ 0 w 9525"/>
                <a:gd name="connsiteY1" fmla="*/ 0 h 913638"/>
              </a:gdLst>
              <a:ahLst/>
              <a:cxnLst>
                <a:cxn ang="0">
                  <a:pos x="connsiteX0" y="connsiteY0"/>
                </a:cxn>
                <a:cxn ang="0">
                  <a:pos x="connsiteX1" y="connsiteY1"/>
                </a:cxn>
              </a:cxnLst>
              <a:rect l="l" t="t" r="r" b="b"/>
              <a:pathLst>
                <a:path w="9525" h="913638">
                  <a:moveTo>
                    <a:pt x="0" y="913638"/>
                  </a:moveTo>
                  <a:lnTo>
                    <a:pt x="0" y="0"/>
                  </a:lnTo>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59" name="Group 58" descr="Container&#10;">
            <a:extLst>
              <a:ext uri="{FF2B5EF4-FFF2-40B4-BE49-F238E27FC236}">
                <a16:creationId xmlns:a16="http://schemas.microsoft.com/office/drawing/2014/main" id="{7B897225-91E1-F8AA-70B8-7827D2A9126D}"/>
              </a:ext>
            </a:extLst>
          </p:cNvPr>
          <p:cNvGrpSpPr>
            <a:grpSpLocks noChangeAspect="1"/>
          </p:cNvGrpSpPr>
          <p:nvPr userDrawn="1"/>
        </p:nvGrpSpPr>
        <p:grpSpPr>
          <a:xfrm>
            <a:off x="7105553" y="2627829"/>
            <a:ext cx="1645920" cy="1645920"/>
            <a:chOff x="530529" y="4420064"/>
            <a:chExt cx="600837" cy="600837"/>
          </a:xfrm>
          <a:solidFill>
            <a:schemeClr val="accent3"/>
          </a:solidFill>
        </p:grpSpPr>
        <p:sp>
          <p:nvSpPr>
            <p:cNvPr id="60" name="Picture Placeholder 113">
              <a:extLst>
                <a:ext uri="{FF2B5EF4-FFF2-40B4-BE49-F238E27FC236}">
                  <a16:creationId xmlns:a16="http://schemas.microsoft.com/office/drawing/2014/main" id="{0B233153-F204-3DB6-5C03-EDABB51A8042}"/>
                </a:ext>
              </a:extLst>
            </p:cNvPr>
            <p:cNvSpPr/>
            <p:nvPr/>
          </p:nvSpPr>
          <p:spPr>
            <a:xfrm>
              <a:off x="530529" y="4420064"/>
              <a:ext cx="600837" cy="600837"/>
            </a:xfrm>
            <a:custGeom>
              <a:avLst/>
              <a:gdLst>
                <a:gd name="connsiteX0" fmla="*/ 554920 w 600837"/>
                <a:gd name="connsiteY0" fmla="*/ 15938 h 600837"/>
                <a:gd name="connsiteX1" fmla="*/ 585026 w 600837"/>
                <a:gd name="connsiteY1" fmla="*/ 46043 h 600837"/>
                <a:gd name="connsiteX2" fmla="*/ 585026 w 600837"/>
                <a:gd name="connsiteY2" fmla="*/ 555110 h 600837"/>
                <a:gd name="connsiteX3" fmla="*/ 554920 w 600837"/>
                <a:gd name="connsiteY3" fmla="*/ 585152 h 600837"/>
                <a:gd name="connsiteX4" fmla="*/ 45917 w 600837"/>
                <a:gd name="connsiteY4" fmla="*/ 585152 h 600837"/>
                <a:gd name="connsiteX5" fmla="*/ 15812 w 600837"/>
                <a:gd name="connsiteY5" fmla="*/ 555110 h 600837"/>
                <a:gd name="connsiteX6" fmla="*/ 15812 w 600837"/>
                <a:gd name="connsiteY6" fmla="*/ 45917 h 600837"/>
                <a:gd name="connsiteX7" fmla="*/ 45917 w 600837"/>
                <a:gd name="connsiteY7" fmla="*/ 15938 h 600837"/>
                <a:gd name="connsiteX8" fmla="*/ 554920 w 600837"/>
                <a:gd name="connsiteY8" fmla="*/ 15938 h 600837"/>
                <a:gd name="connsiteX9" fmla="*/ 554920 w 600837"/>
                <a:gd name="connsiteY9" fmla="*/ 126 h 600837"/>
                <a:gd name="connsiteX10" fmla="*/ 45917 w 600837"/>
                <a:gd name="connsiteY10" fmla="*/ 126 h 600837"/>
                <a:gd name="connsiteX11" fmla="*/ 0 w 600837"/>
                <a:gd name="connsiteY11" fmla="*/ 45917 h 600837"/>
                <a:gd name="connsiteX12" fmla="*/ 0 w 600837"/>
                <a:gd name="connsiteY12" fmla="*/ 554984 h 600837"/>
                <a:gd name="connsiteX13" fmla="*/ 45917 w 600837"/>
                <a:gd name="connsiteY13" fmla="*/ 600837 h 600837"/>
                <a:gd name="connsiteX14" fmla="*/ 554920 w 600837"/>
                <a:gd name="connsiteY14" fmla="*/ 600837 h 600837"/>
                <a:gd name="connsiteX15" fmla="*/ 600837 w 600837"/>
                <a:gd name="connsiteY15" fmla="*/ 554984 h 600837"/>
                <a:gd name="connsiteX16" fmla="*/ 600837 w 600837"/>
                <a:gd name="connsiteY16" fmla="*/ 45917 h 600837"/>
                <a:gd name="connsiteX17" fmla="*/ 554920 w 600837"/>
                <a:gd name="connsiteY17" fmla="*/ 0 h 6008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0837" h="600837">
                  <a:moveTo>
                    <a:pt x="554920" y="15938"/>
                  </a:moveTo>
                  <a:cubicBezTo>
                    <a:pt x="571548" y="15938"/>
                    <a:pt x="585026" y="29416"/>
                    <a:pt x="585026" y="46043"/>
                  </a:cubicBezTo>
                  <a:lnTo>
                    <a:pt x="585026" y="555110"/>
                  </a:lnTo>
                  <a:cubicBezTo>
                    <a:pt x="584988" y="571712"/>
                    <a:pt x="571522" y="585152"/>
                    <a:pt x="554920" y="585152"/>
                  </a:cubicBezTo>
                  <a:lnTo>
                    <a:pt x="45917" y="585152"/>
                  </a:lnTo>
                  <a:cubicBezTo>
                    <a:pt x="29315" y="585152"/>
                    <a:pt x="15846" y="571712"/>
                    <a:pt x="15812" y="555110"/>
                  </a:cubicBezTo>
                  <a:lnTo>
                    <a:pt x="15812" y="45917"/>
                  </a:lnTo>
                  <a:cubicBezTo>
                    <a:pt x="15881" y="29339"/>
                    <a:pt x="29339" y="15938"/>
                    <a:pt x="45917" y="15938"/>
                  </a:cubicBezTo>
                  <a:lnTo>
                    <a:pt x="554920" y="15938"/>
                  </a:lnTo>
                  <a:moveTo>
                    <a:pt x="554920" y="126"/>
                  </a:moveTo>
                  <a:lnTo>
                    <a:pt x="45917" y="126"/>
                  </a:lnTo>
                  <a:cubicBezTo>
                    <a:pt x="20607" y="126"/>
                    <a:pt x="70" y="20607"/>
                    <a:pt x="0" y="45917"/>
                  </a:cubicBezTo>
                  <a:lnTo>
                    <a:pt x="0" y="554984"/>
                  </a:lnTo>
                  <a:cubicBezTo>
                    <a:pt x="35" y="580320"/>
                    <a:pt x="20582" y="600837"/>
                    <a:pt x="45917" y="600837"/>
                  </a:cubicBezTo>
                  <a:lnTo>
                    <a:pt x="554920" y="600837"/>
                  </a:lnTo>
                  <a:cubicBezTo>
                    <a:pt x="580257" y="600837"/>
                    <a:pt x="600799" y="580320"/>
                    <a:pt x="600837" y="554984"/>
                  </a:cubicBezTo>
                  <a:lnTo>
                    <a:pt x="600837" y="45917"/>
                  </a:lnTo>
                  <a:cubicBezTo>
                    <a:pt x="600837" y="20557"/>
                    <a:pt x="580282" y="0"/>
                    <a:pt x="554920" y="0"/>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61" name="Picture Placeholder 113">
              <a:extLst>
                <a:ext uri="{FF2B5EF4-FFF2-40B4-BE49-F238E27FC236}">
                  <a16:creationId xmlns:a16="http://schemas.microsoft.com/office/drawing/2014/main" id="{1555F2BD-E3F8-19AB-3761-B86DD375DDEE}"/>
                </a:ext>
              </a:extLst>
            </p:cNvPr>
            <p:cNvSpPr/>
            <p:nvPr/>
          </p:nvSpPr>
          <p:spPr>
            <a:xfrm>
              <a:off x="768207" y="4826672"/>
              <a:ext cx="126808" cy="126492"/>
            </a:xfrm>
            <a:custGeom>
              <a:avLst/>
              <a:gdLst>
                <a:gd name="connsiteX0" fmla="*/ 110870 w 126808"/>
                <a:gd name="connsiteY0" fmla="*/ 15812 h 126492"/>
                <a:gd name="connsiteX1" fmla="*/ 110870 w 126808"/>
                <a:gd name="connsiteY1" fmla="*/ 110681 h 126492"/>
                <a:gd name="connsiteX2" fmla="*/ 16001 w 126808"/>
                <a:gd name="connsiteY2" fmla="*/ 110681 h 126492"/>
                <a:gd name="connsiteX3" fmla="*/ 16001 w 126808"/>
                <a:gd name="connsiteY3" fmla="*/ 15812 h 126492"/>
                <a:gd name="connsiteX4" fmla="*/ 110870 w 126808"/>
                <a:gd name="connsiteY4" fmla="*/ 15812 h 126492"/>
                <a:gd name="connsiteX5" fmla="*/ 117195 w 126808"/>
                <a:gd name="connsiteY5" fmla="*/ 0 h 126492"/>
                <a:gd name="connsiteX6" fmla="*/ 9677 w 126808"/>
                <a:gd name="connsiteY6" fmla="*/ 0 h 126492"/>
                <a:gd name="connsiteX7" fmla="*/ 0 w 126808"/>
                <a:gd name="connsiteY7" fmla="*/ 9613 h 126492"/>
                <a:gd name="connsiteX8" fmla="*/ 0 w 126808"/>
                <a:gd name="connsiteY8" fmla="*/ 116815 h 126492"/>
                <a:gd name="connsiteX9" fmla="*/ 9677 w 126808"/>
                <a:gd name="connsiteY9" fmla="*/ 126492 h 126492"/>
                <a:gd name="connsiteX10" fmla="*/ 117195 w 126808"/>
                <a:gd name="connsiteY10" fmla="*/ 126492 h 126492"/>
                <a:gd name="connsiteX11" fmla="*/ 126808 w 126808"/>
                <a:gd name="connsiteY11" fmla="*/ 116815 h 126492"/>
                <a:gd name="connsiteX12" fmla="*/ 126808 w 126808"/>
                <a:gd name="connsiteY12" fmla="*/ 9613 h 126492"/>
                <a:gd name="connsiteX13" fmla="*/ 117195 w 126808"/>
                <a:gd name="connsiteY13" fmla="*/ 0 h 1264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6808" h="126492">
                  <a:moveTo>
                    <a:pt x="110870" y="15812"/>
                  </a:moveTo>
                  <a:lnTo>
                    <a:pt x="110870" y="110681"/>
                  </a:lnTo>
                  <a:lnTo>
                    <a:pt x="16001" y="110681"/>
                  </a:lnTo>
                  <a:lnTo>
                    <a:pt x="16001" y="15812"/>
                  </a:lnTo>
                  <a:lnTo>
                    <a:pt x="110870" y="15812"/>
                  </a:lnTo>
                  <a:moveTo>
                    <a:pt x="117195" y="0"/>
                  </a:moveTo>
                  <a:lnTo>
                    <a:pt x="9677" y="0"/>
                  </a:lnTo>
                  <a:cubicBezTo>
                    <a:pt x="4357" y="0"/>
                    <a:pt x="35" y="4294"/>
                    <a:pt x="0" y="9613"/>
                  </a:cubicBezTo>
                  <a:lnTo>
                    <a:pt x="0" y="116815"/>
                  </a:lnTo>
                  <a:cubicBezTo>
                    <a:pt x="35" y="122145"/>
                    <a:pt x="4347" y="126457"/>
                    <a:pt x="9677" y="126492"/>
                  </a:cubicBezTo>
                  <a:lnTo>
                    <a:pt x="117195" y="126492"/>
                  </a:lnTo>
                  <a:cubicBezTo>
                    <a:pt x="122514" y="126457"/>
                    <a:pt x="126808" y="122135"/>
                    <a:pt x="126808" y="116815"/>
                  </a:cubicBezTo>
                  <a:lnTo>
                    <a:pt x="126808" y="9613"/>
                  </a:lnTo>
                  <a:cubicBezTo>
                    <a:pt x="126808" y="4304"/>
                    <a:pt x="122504" y="0"/>
                    <a:pt x="117195" y="0"/>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62" name="Picture Placeholder 113">
              <a:extLst>
                <a:ext uri="{FF2B5EF4-FFF2-40B4-BE49-F238E27FC236}">
                  <a16:creationId xmlns:a16="http://schemas.microsoft.com/office/drawing/2014/main" id="{7826D8A7-BBCA-4296-C714-6692F52E032D}"/>
                </a:ext>
              </a:extLst>
            </p:cNvPr>
            <p:cNvSpPr/>
            <p:nvPr/>
          </p:nvSpPr>
          <p:spPr>
            <a:xfrm>
              <a:off x="807926" y="4866201"/>
              <a:ext cx="47434" cy="47434"/>
            </a:xfrm>
            <a:custGeom>
              <a:avLst/>
              <a:gdLst>
                <a:gd name="connsiteX0" fmla="*/ 43829 w 47434"/>
                <a:gd name="connsiteY0" fmla="*/ 0 h 47434"/>
                <a:gd name="connsiteX1" fmla="*/ 47435 w 47434"/>
                <a:gd name="connsiteY1" fmla="*/ 0 h 47434"/>
                <a:gd name="connsiteX2" fmla="*/ 47435 w 47434"/>
                <a:gd name="connsiteY2" fmla="*/ 47434 h 47434"/>
                <a:gd name="connsiteX3" fmla="*/ 43829 w 47434"/>
                <a:gd name="connsiteY3" fmla="*/ 47434 h 47434"/>
                <a:gd name="connsiteX4" fmla="*/ 3605 w 47434"/>
                <a:gd name="connsiteY4" fmla="*/ 47434 h 47434"/>
                <a:gd name="connsiteX5" fmla="*/ 0 w 47434"/>
                <a:gd name="connsiteY5" fmla="*/ 47434 h 47434"/>
                <a:gd name="connsiteX6" fmla="*/ 0 w 47434"/>
                <a:gd name="connsiteY6" fmla="*/ 0 h 47434"/>
                <a:gd name="connsiteX7" fmla="*/ 3605 w 47434"/>
                <a:gd name="connsiteY7" fmla="*/ 0 h 47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7434" h="47434">
                  <a:moveTo>
                    <a:pt x="43829" y="0"/>
                  </a:moveTo>
                  <a:cubicBezTo>
                    <a:pt x="45820" y="0"/>
                    <a:pt x="47435" y="0"/>
                    <a:pt x="47435" y="0"/>
                  </a:cubicBezTo>
                  <a:lnTo>
                    <a:pt x="47435" y="47434"/>
                  </a:lnTo>
                  <a:cubicBezTo>
                    <a:pt x="47435" y="47434"/>
                    <a:pt x="45820" y="47434"/>
                    <a:pt x="43829" y="47434"/>
                  </a:cubicBezTo>
                  <a:lnTo>
                    <a:pt x="3605" y="47434"/>
                  </a:lnTo>
                  <a:cubicBezTo>
                    <a:pt x="1614" y="47434"/>
                    <a:pt x="0" y="47434"/>
                    <a:pt x="0" y="47434"/>
                  </a:cubicBezTo>
                  <a:lnTo>
                    <a:pt x="0" y="0"/>
                  </a:lnTo>
                  <a:cubicBezTo>
                    <a:pt x="0" y="0"/>
                    <a:pt x="1614" y="0"/>
                    <a:pt x="3605" y="0"/>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63" name="Picture Placeholder 113">
              <a:extLst>
                <a:ext uri="{FF2B5EF4-FFF2-40B4-BE49-F238E27FC236}">
                  <a16:creationId xmlns:a16="http://schemas.microsoft.com/office/drawing/2014/main" id="{E523FC37-9285-BD96-3DED-5D92CD07E316}"/>
                </a:ext>
              </a:extLst>
            </p:cNvPr>
            <p:cNvSpPr/>
            <p:nvPr/>
          </p:nvSpPr>
          <p:spPr>
            <a:xfrm>
              <a:off x="768207" y="4492480"/>
              <a:ext cx="126808" cy="126492"/>
            </a:xfrm>
            <a:custGeom>
              <a:avLst/>
              <a:gdLst>
                <a:gd name="connsiteX0" fmla="*/ 110870 w 126808"/>
                <a:gd name="connsiteY0" fmla="*/ 15812 h 126492"/>
                <a:gd name="connsiteX1" fmla="*/ 110870 w 126808"/>
                <a:gd name="connsiteY1" fmla="*/ 110681 h 126492"/>
                <a:gd name="connsiteX2" fmla="*/ 16001 w 126808"/>
                <a:gd name="connsiteY2" fmla="*/ 110681 h 126492"/>
                <a:gd name="connsiteX3" fmla="*/ 16001 w 126808"/>
                <a:gd name="connsiteY3" fmla="*/ 15812 h 126492"/>
                <a:gd name="connsiteX4" fmla="*/ 110870 w 126808"/>
                <a:gd name="connsiteY4" fmla="*/ 15812 h 126492"/>
                <a:gd name="connsiteX5" fmla="*/ 117195 w 126808"/>
                <a:gd name="connsiteY5" fmla="*/ 0 h 126492"/>
                <a:gd name="connsiteX6" fmla="*/ 9677 w 126808"/>
                <a:gd name="connsiteY6" fmla="*/ 0 h 126492"/>
                <a:gd name="connsiteX7" fmla="*/ 0 w 126808"/>
                <a:gd name="connsiteY7" fmla="*/ 9677 h 126492"/>
                <a:gd name="connsiteX8" fmla="*/ 0 w 126808"/>
                <a:gd name="connsiteY8" fmla="*/ 116815 h 126492"/>
                <a:gd name="connsiteX9" fmla="*/ 9677 w 126808"/>
                <a:gd name="connsiteY9" fmla="*/ 126492 h 126492"/>
                <a:gd name="connsiteX10" fmla="*/ 117195 w 126808"/>
                <a:gd name="connsiteY10" fmla="*/ 126492 h 126492"/>
                <a:gd name="connsiteX11" fmla="*/ 126808 w 126808"/>
                <a:gd name="connsiteY11" fmla="*/ 116879 h 126492"/>
                <a:gd name="connsiteX12" fmla="*/ 126808 w 126808"/>
                <a:gd name="connsiteY12" fmla="*/ 116815 h 126492"/>
                <a:gd name="connsiteX13" fmla="*/ 126808 w 126808"/>
                <a:gd name="connsiteY13" fmla="*/ 9677 h 126492"/>
                <a:gd name="connsiteX14" fmla="*/ 117258 w 126808"/>
                <a:gd name="connsiteY14" fmla="*/ 0 h 126492"/>
                <a:gd name="connsiteX15" fmla="*/ 117195 w 126808"/>
                <a:gd name="connsiteY15" fmla="*/ 0 h 1264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6808" h="126492">
                  <a:moveTo>
                    <a:pt x="110870" y="15812"/>
                  </a:moveTo>
                  <a:lnTo>
                    <a:pt x="110870" y="110681"/>
                  </a:lnTo>
                  <a:lnTo>
                    <a:pt x="16001" y="110681"/>
                  </a:lnTo>
                  <a:lnTo>
                    <a:pt x="16001" y="15812"/>
                  </a:lnTo>
                  <a:lnTo>
                    <a:pt x="110870" y="15812"/>
                  </a:lnTo>
                  <a:moveTo>
                    <a:pt x="117195" y="0"/>
                  </a:moveTo>
                  <a:lnTo>
                    <a:pt x="9677" y="0"/>
                  </a:lnTo>
                  <a:cubicBezTo>
                    <a:pt x="4332" y="0"/>
                    <a:pt x="0" y="4332"/>
                    <a:pt x="0" y="9677"/>
                  </a:cubicBezTo>
                  <a:lnTo>
                    <a:pt x="0" y="116815"/>
                  </a:lnTo>
                  <a:cubicBezTo>
                    <a:pt x="0" y="122160"/>
                    <a:pt x="4332" y="126492"/>
                    <a:pt x="9677" y="126492"/>
                  </a:cubicBezTo>
                  <a:lnTo>
                    <a:pt x="117195" y="126492"/>
                  </a:lnTo>
                  <a:cubicBezTo>
                    <a:pt x="122504" y="126492"/>
                    <a:pt x="126808" y="122188"/>
                    <a:pt x="126808" y="116879"/>
                  </a:cubicBezTo>
                  <a:cubicBezTo>
                    <a:pt x="126808" y="116858"/>
                    <a:pt x="126808" y="116836"/>
                    <a:pt x="126808" y="116815"/>
                  </a:cubicBezTo>
                  <a:lnTo>
                    <a:pt x="126808" y="9677"/>
                  </a:lnTo>
                  <a:cubicBezTo>
                    <a:pt x="126843" y="4367"/>
                    <a:pt x="122568" y="35"/>
                    <a:pt x="117258" y="0"/>
                  </a:cubicBezTo>
                  <a:cubicBezTo>
                    <a:pt x="117237" y="0"/>
                    <a:pt x="117216" y="0"/>
                    <a:pt x="117195" y="0"/>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29" name="Picture Placeholder 113">
              <a:extLst>
                <a:ext uri="{FF2B5EF4-FFF2-40B4-BE49-F238E27FC236}">
                  <a16:creationId xmlns:a16="http://schemas.microsoft.com/office/drawing/2014/main" id="{8F26385B-159B-3E56-B2D4-E33C6D10046D}"/>
                </a:ext>
              </a:extLst>
            </p:cNvPr>
            <p:cNvSpPr/>
            <p:nvPr/>
          </p:nvSpPr>
          <p:spPr>
            <a:xfrm>
              <a:off x="942829" y="4828127"/>
              <a:ext cx="126492" cy="126492"/>
            </a:xfrm>
            <a:custGeom>
              <a:avLst/>
              <a:gdLst>
                <a:gd name="connsiteX0" fmla="*/ 110681 w 126492"/>
                <a:gd name="connsiteY0" fmla="*/ 15938 h 126492"/>
                <a:gd name="connsiteX1" fmla="*/ 110681 w 126492"/>
                <a:gd name="connsiteY1" fmla="*/ 110807 h 126492"/>
                <a:gd name="connsiteX2" fmla="*/ 15812 w 126492"/>
                <a:gd name="connsiteY2" fmla="*/ 110807 h 126492"/>
                <a:gd name="connsiteX3" fmla="*/ 15812 w 126492"/>
                <a:gd name="connsiteY3" fmla="*/ 15938 h 126492"/>
                <a:gd name="connsiteX4" fmla="*/ 110681 w 126492"/>
                <a:gd name="connsiteY4" fmla="*/ 15938 h 126492"/>
                <a:gd name="connsiteX5" fmla="*/ 117005 w 126492"/>
                <a:gd name="connsiteY5" fmla="*/ 126 h 126492"/>
                <a:gd name="connsiteX6" fmla="*/ 9677 w 126492"/>
                <a:gd name="connsiteY6" fmla="*/ 126 h 126492"/>
                <a:gd name="connsiteX7" fmla="*/ 0 w 126492"/>
                <a:gd name="connsiteY7" fmla="*/ 9676 h 126492"/>
                <a:gd name="connsiteX8" fmla="*/ 0 w 126492"/>
                <a:gd name="connsiteY8" fmla="*/ 9803 h 126492"/>
                <a:gd name="connsiteX9" fmla="*/ 0 w 126492"/>
                <a:gd name="connsiteY9" fmla="*/ 116942 h 126492"/>
                <a:gd name="connsiteX10" fmla="*/ 9676 w 126492"/>
                <a:gd name="connsiteY10" fmla="*/ 126492 h 126492"/>
                <a:gd name="connsiteX11" fmla="*/ 9677 w 126492"/>
                <a:gd name="connsiteY11" fmla="*/ 126492 h 126492"/>
                <a:gd name="connsiteX12" fmla="*/ 116815 w 126492"/>
                <a:gd name="connsiteY12" fmla="*/ 126492 h 126492"/>
                <a:gd name="connsiteX13" fmla="*/ 126492 w 126492"/>
                <a:gd name="connsiteY13" fmla="*/ 116815 h 126492"/>
                <a:gd name="connsiteX14" fmla="*/ 126492 w 126492"/>
                <a:gd name="connsiteY14" fmla="*/ 9803 h 126492"/>
                <a:gd name="connsiteX15" fmla="*/ 116942 w 126492"/>
                <a:gd name="connsiteY15" fmla="*/ 1 h 126492"/>
                <a:gd name="connsiteX16" fmla="*/ 116815 w 126492"/>
                <a:gd name="connsiteY16" fmla="*/ 0 h 1264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492" h="126492">
                  <a:moveTo>
                    <a:pt x="110681" y="15938"/>
                  </a:moveTo>
                  <a:lnTo>
                    <a:pt x="110681" y="110807"/>
                  </a:lnTo>
                  <a:lnTo>
                    <a:pt x="15812" y="110807"/>
                  </a:lnTo>
                  <a:lnTo>
                    <a:pt x="15812" y="15938"/>
                  </a:lnTo>
                  <a:lnTo>
                    <a:pt x="110681" y="15938"/>
                  </a:lnTo>
                  <a:moveTo>
                    <a:pt x="117005" y="126"/>
                  </a:moveTo>
                  <a:lnTo>
                    <a:pt x="9677" y="126"/>
                  </a:lnTo>
                  <a:cubicBezTo>
                    <a:pt x="4367" y="92"/>
                    <a:pt x="35" y="4367"/>
                    <a:pt x="0" y="9676"/>
                  </a:cubicBezTo>
                  <a:cubicBezTo>
                    <a:pt x="0" y="9718"/>
                    <a:pt x="0" y="9761"/>
                    <a:pt x="0" y="9803"/>
                  </a:cubicBezTo>
                  <a:lnTo>
                    <a:pt x="0" y="116942"/>
                  </a:lnTo>
                  <a:cubicBezTo>
                    <a:pt x="35" y="122251"/>
                    <a:pt x="4367" y="126527"/>
                    <a:pt x="9676" y="126492"/>
                  </a:cubicBezTo>
                  <a:cubicBezTo>
                    <a:pt x="9677" y="126492"/>
                    <a:pt x="9677" y="126492"/>
                    <a:pt x="9677" y="126492"/>
                  </a:cubicBezTo>
                  <a:lnTo>
                    <a:pt x="116815" y="126492"/>
                  </a:lnTo>
                  <a:cubicBezTo>
                    <a:pt x="122160" y="126492"/>
                    <a:pt x="126492" y="122160"/>
                    <a:pt x="126492" y="116815"/>
                  </a:cubicBezTo>
                  <a:lnTo>
                    <a:pt x="126492" y="9803"/>
                  </a:lnTo>
                  <a:cubicBezTo>
                    <a:pt x="126562" y="4459"/>
                    <a:pt x="122287" y="71"/>
                    <a:pt x="116942" y="1"/>
                  </a:cubicBezTo>
                  <a:cubicBezTo>
                    <a:pt x="116900" y="1"/>
                    <a:pt x="116858" y="0"/>
                    <a:pt x="116815" y="0"/>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0" name="Picture Placeholder 113">
              <a:extLst>
                <a:ext uri="{FF2B5EF4-FFF2-40B4-BE49-F238E27FC236}">
                  <a16:creationId xmlns:a16="http://schemas.microsoft.com/office/drawing/2014/main" id="{6222FD66-1D4F-F45A-6E26-DE89D6A24891}"/>
                </a:ext>
              </a:extLst>
            </p:cNvPr>
            <p:cNvSpPr/>
            <p:nvPr/>
          </p:nvSpPr>
          <p:spPr>
            <a:xfrm>
              <a:off x="942795" y="4657995"/>
              <a:ext cx="126496" cy="126816"/>
            </a:xfrm>
            <a:custGeom>
              <a:avLst/>
              <a:gdLst>
                <a:gd name="connsiteX0" fmla="*/ 63280 w 126496"/>
                <a:gd name="connsiteY0" fmla="*/ 19290 h 126816"/>
                <a:gd name="connsiteX1" fmla="*/ 107552 w 126496"/>
                <a:gd name="connsiteY1" fmla="*/ 63562 h 126816"/>
                <a:gd name="connsiteX2" fmla="*/ 63280 w 126496"/>
                <a:gd name="connsiteY2" fmla="*/ 107518 h 126816"/>
                <a:gd name="connsiteX3" fmla="*/ 19008 w 126496"/>
                <a:gd name="connsiteY3" fmla="*/ 63562 h 126816"/>
                <a:gd name="connsiteX4" fmla="*/ 63280 w 126496"/>
                <a:gd name="connsiteY4" fmla="*/ 19290 h 126816"/>
                <a:gd name="connsiteX5" fmla="*/ 63280 w 126496"/>
                <a:gd name="connsiteY5" fmla="*/ 316 h 126816"/>
                <a:gd name="connsiteX6" fmla="*/ 58031 w 126496"/>
                <a:gd name="connsiteY6" fmla="*/ 2467 h 126816"/>
                <a:gd name="connsiteX7" fmla="*/ 2184 w 126496"/>
                <a:gd name="connsiteY7" fmla="*/ 58313 h 126816"/>
                <a:gd name="connsiteX8" fmla="*/ 2150 w 126496"/>
                <a:gd name="connsiteY8" fmla="*/ 68778 h 126816"/>
                <a:gd name="connsiteX9" fmla="*/ 2184 w 126496"/>
                <a:gd name="connsiteY9" fmla="*/ 68812 h 126816"/>
                <a:gd name="connsiteX10" fmla="*/ 58031 w 126496"/>
                <a:gd name="connsiteY10" fmla="*/ 124658 h 126816"/>
                <a:gd name="connsiteX11" fmla="*/ 68529 w 126496"/>
                <a:gd name="connsiteY11" fmla="*/ 124658 h 126816"/>
                <a:gd name="connsiteX12" fmla="*/ 124312 w 126496"/>
                <a:gd name="connsiteY12" fmla="*/ 68812 h 126816"/>
                <a:gd name="connsiteX13" fmla="*/ 124347 w 126496"/>
                <a:gd name="connsiteY13" fmla="*/ 58347 h 126816"/>
                <a:gd name="connsiteX14" fmla="*/ 124312 w 126496"/>
                <a:gd name="connsiteY14" fmla="*/ 58313 h 126816"/>
                <a:gd name="connsiteX15" fmla="*/ 68403 w 126496"/>
                <a:gd name="connsiteY15" fmla="*/ 2151 h 126816"/>
                <a:gd name="connsiteX16" fmla="*/ 63154 w 126496"/>
                <a:gd name="connsiteY16" fmla="*/ 0 h 126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496" h="126816">
                  <a:moveTo>
                    <a:pt x="63280" y="19290"/>
                  </a:moveTo>
                  <a:lnTo>
                    <a:pt x="107552" y="63562"/>
                  </a:lnTo>
                  <a:lnTo>
                    <a:pt x="63280" y="107518"/>
                  </a:lnTo>
                  <a:lnTo>
                    <a:pt x="19008" y="63562"/>
                  </a:lnTo>
                  <a:lnTo>
                    <a:pt x="63280" y="19290"/>
                  </a:lnTo>
                  <a:moveTo>
                    <a:pt x="63280" y="316"/>
                  </a:moveTo>
                  <a:cubicBezTo>
                    <a:pt x="61312" y="301"/>
                    <a:pt x="59421" y="1075"/>
                    <a:pt x="58031" y="2467"/>
                  </a:cubicBezTo>
                  <a:lnTo>
                    <a:pt x="2184" y="58313"/>
                  </a:lnTo>
                  <a:cubicBezTo>
                    <a:pt x="-715" y="61193"/>
                    <a:pt x="-730" y="65879"/>
                    <a:pt x="2150" y="68778"/>
                  </a:cubicBezTo>
                  <a:cubicBezTo>
                    <a:pt x="2162" y="68789"/>
                    <a:pt x="2173" y="68801"/>
                    <a:pt x="2184" y="68812"/>
                  </a:cubicBezTo>
                  <a:lnTo>
                    <a:pt x="58031" y="124658"/>
                  </a:lnTo>
                  <a:cubicBezTo>
                    <a:pt x="60939" y="127536"/>
                    <a:pt x="65621" y="127536"/>
                    <a:pt x="68529" y="124658"/>
                  </a:cubicBezTo>
                  <a:lnTo>
                    <a:pt x="124312" y="68812"/>
                  </a:lnTo>
                  <a:cubicBezTo>
                    <a:pt x="127212" y="65932"/>
                    <a:pt x="127227" y="61246"/>
                    <a:pt x="124347" y="58347"/>
                  </a:cubicBezTo>
                  <a:cubicBezTo>
                    <a:pt x="124335" y="58336"/>
                    <a:pt x="124324" y="58324"/>
                    <a:pt x="124312" y="58313"/>
                  </a:cubicBezTo>
                  <a:lnTo>
                    <a:pt x="68403" y="2151"/>
                  </a:lnTo>
                  <a:cubicBezTo>
                    <a:pt x="67012" y="759"/>
                    <a:pt x="65121" y="-16"/>
                    <a:pt x="63154" y="0"/>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1" name="Picture Placeholder 113">
              <a:extLst>
                <a:ext uri="{FF2B5EF4-FFF2-40B4-BE49-F238E27FC236}">
                  <a16:creationId xmlns:a16="http://schemas.microsoft.com/office/drawing/2014/main" id="{DF245A4A-605D-B354-C5D8-A0ADB53E7EA9}"/>
                </a:ext>
              </a:extLst>
            </p:cNvPr>
            <p:cNvSpPr/>
            <p:nvPr/>
          </p:nvSpPr>
          <p:spPr>
            <a:xfrm>
              <a:off x="592383" y="4663814"/>
              <a:ext cx="126491" cy="126491"/>
            </a:xfrm>
            <a:custGeom>
              <a:avLst/>
              <a:gdLst>
                <a:gd name="connsiteX0" fmla="*/ 63246 w 126491"/>
                <a:gd name="connsiteY0" fmla="*/ 15812 h 126491"/>
                <a:gd name="connsiteX1" fmla="*/ 110680 w 126491"/>
                <a:gd name="connsiteY1" fmla="*/ 63246 h 126491"/>
                <a:gd name="connsiteX2" fmla="*/ 63246 w 126491"/>
                <a:gd name="connsiteY2" fmla="*/ 110680 h 126491"/>
                <a:gd name="connsiteX3" fmla="*/ 15812 w 126491"/>
                <a:gd name="connsiteY3" fmla="*/ 63246 h 126491"/>
                <a:gd name="connsiteX4" fmla="*/ 63246 w 126491"/>
                <a:gd name="connsiteY4" fmla="*/ 15812 h 126491"/>
                <a:gd name="connsiteX5" fmla="*/ 63246 w 126491"/>
                <a:gd name="connsiteY5" fmla="*/ 0 h 126491"/>
                <a:gd name="connsiteX6" fmla="*/ 0 w 126491"/>
                <a:gd name="connsiteY6" fmla="*/ 63246 h 126491"/>
                <a:gd name="connsiteX7" fmla="*/ 63246 w 126491"/>
                <a:gd name="connsiteY7" fmla="*/ 126492 h 126491"/>
                <a:gd name="connsiteX8" fmla="*/ 126492 w 126491"/>
                <a:gd name="connsiteY8" fmla="*/ 63246 h 126491"/>
                <a:gd name="connsiteX9" fmla="*/ 63246 w 126491"/>
                <a:gd name="connsiteY9" fmla="*/ 0 h 126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6491" h="126491">
                  <a:moveTo>
                    <a:pt x="63246" y="15812"/>
                  </a:moveTo>
                  <a:cubicBezTo>
                    <a:pt x="89443" y="15812"/>
                    <a:pt x="110680" y="37049"/>
                    <a:pt x="110680" y="63246"/>
                  </a:cubicBezTo>
                  <a:cubicBezTo>
                    <a:pt x="110680" y="89443"/>
                    <a:pt x="89443" y="110680"/>
                    <a:pt x="63246" y="110680"/>
                  </a:cubicBezTo>
                  <a:cubicBezTo>
                    <a:pt x="37049" y="110680"/>
                    <a:pt x="15812" y="89443"/>
                    <a:pt x="15812" y="63246"/>
                  </a:cubicBezTo>
                  <a:cubicBezTo>
                    <a:pt x="15881" y="37077"/>
                    <a:pt x="37077" y="15881"/>
                    <a:pt x="63246" y="15812"/>
                  </a:cubicBezTo>
                  <a:moveTo>
                    <a:pt x="63246" y="0"/>
                  </a:moveTo>
                  <a:cubicBezTo>
                    <a:pt x="28316" y="0"/>
                    <a:pt x="0" y="28316"/>
                    <a:pt x="0" y="63246"/>
                  </a:cubicBezTo>
                  <a:cubicBezTo>
                    <a:pt x="0" y="98176"/>
                    <a:pt x="28316" y="126492"/>
                    <a:pt x="63246" y="126492"/>
                  </a:cubicBezTo>
                  <a:cubicBezTo>
                    <a:pt x="98175" y="126492"/>
                    <a:pt x="126492" y="98176"/>
                    <a:pt x="126492" y="63246"/>
                  </a:cubicBezTo>
                  <a:cubicBezTo>
                    <a:pt x="126492" y="28316"/>
                    <a:pt x="98175" y="0"/>
                    <a:pt x="63246" y="0"/>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2" name="Picture Placeholder 113">
              <a:extLst>
                <a:ext uri="{FF2B5EF4-FFF2-40B4-BE49-F238E27FC236}">
                  <a16:creationId xmlns:a16="http://schemas.microsoft.com/office/drawing/2014/main" id="{8B687F50-50B6-7E2C-550C-D8757D8ECCDA}"/>
                </a:ext>
              </a:extLst>
            </p:cNvPr>
            <p:cNvSpPr/>
            <p:nvPr/>
          </p:nvSpPr>
          <p:spPr>
            <a:xfrm>
              <a:off x="942450" y="4492480"/>
              <a:ext cx="126492" cy="126492"/>
            </a:xfrm>
            <a:custGeom>
              <a:avLst/>
              <a:gdLst>
                <a:gd name="connsiteX0" fmla="*/ 63246 w 126492"/>
                <a:gd name="connsiteY0" fmla="*/ 15812 h 126492"/>
                <a:gd name="connsiteX1" fmla="*/ 110681 w 126492"/>
                <a:gd name="connsiteY1" fmla="*/ 63246 h 126492"/>
                <a:gd name="connsiteX2" fmla="*/ 63246 w 126492"/>
                <a:gd name="connsiteY2" fmla="*/ 110681 h 126492"/>
                <a:gd name="connsiteX3" fmla="*/ 15812 w 126492"/>
                <a:gd name="connsiteY3" fmla="*/ 63246 h 126492"/>
                <a:gd name="connsiteX4" fmla="*/ 63246 w 126492"/>
                <a:gd name="connsiteY4" fmla="*/ 15812 h 126492"/>
                <a:gd name="connsiteX5" fmla="*/ 63246 w 126492"/>
                <a:gd name="connsiteY5" fmla="*/ 0 h 126492"/>
                <a:gd name="connsiteX6" fmla="*/ 0 w 126492"/>
                <a:gd name="connsiteY6" fmla="*/ 63246 h 126492"/>
                <a:gd name="connsiteX7" fmla="*/ 63246 w 126492"/>
                <a:gd name="connsiteY7" fmla="*/ 126492 h 126492"/>
                <a:gd name="connsiteX8" fmla="*/ 126492 w 126492"/>
                <a:gd name="connsiteY8" fmla="*/ 63246 h 126492"/>
                <a:gd name="connsiteX9" fmla="*/ 63246 w 126492"/>
                <a:gd name="connsiteY9" fmla="*/ 0 h 1264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6492" h="126492">
                  <a:moveTo>
                    <a:pt x="63246" y="15812"/>
                  </a:moveTo>
                  <a:cubicBezTo>
                    <a:pt x="89443" y="15812"/>
                    <a:pt x="110681" y="37049"/>
                    <a:pt x="110681" y="63246"/>
                  </a:cubicBezTo>
                  <a:cubicBezTo>
                    <a:pt x="110681" y="89443"/>
                    <a:pt x="89443" y="110681"/>
                    <a:pt x="63246" y="110681"/>
                  </a:cubicBezTo>
                  <a:cubicBezTo>
                    <a:pt x="37049" y="110681"/>
                    <a:pt x="15812" y="89443"/>
                    <a:pt x="15812" y="63246"/>
                  </a:cubicBezTo>
                  <a:cubicBezTo>
                    <a:pt x="15812" y="37049"/>
                    <a:pt x="37049" y="15812"/>
                    <a:pt x="63246" y="15812"/>
                  </a:cubicBezTo>
                  <a:moveTo>
                    <a:pt x="63246" y="0"/>
                  </a:moveTo>
                  <a:cubicBezTo>
                    <a:pt x="28316" y="0"/>
                    <a:pt x="0" y="28316"/>
                    <a:pt x="0" y="63246"/>
                  </a:cubicBezTo>
                  <a:cubicBezTo>
                    <a:pt x="0" y="98176"/>
                    <a:pt x="28316" y="126492"/>
                    <a:pt x="63246" y="126492"/>
                  </a:cubicBezTo>
                  <a:cubicBezTo>
                    <a:pt x="98176" y="126492"/>
                    <a:pt x="126492" y="98176"/>
                    <a:pt x="126492" y="63246"/>
                  </a:cubicBezTo>
                  <a:cubicBezTo>
                    <a:pt x="126492" y="28316"/>
                    <a:pt x="98176" y="0"/>
                    <a:pt x="63246" y="0"/>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3" name="Picture Placeholder 113">
              <a:extLst>
                <a:ext uri="{FF2B5EF4-FFF2-40B4-BE49-F238E27FC236}">
                  <a16:creationId xmlns:a16="http://schemas.microsoft.com/office/drawing/2014/main" id="{7D134840-66EE-C3DB-0FFD-3484455755DF}"/>
                </a:ext>
              </a:extLst>
            </p:cNvPr>
            <p:cNvSpPr/>
            <p:nvPr/>
          </p:nvSpPr>
          <p:spPr>
            <a:xfrm>
              <a:off x="974073" y="4524103"/>
              <a:ext cx="63246" cy="63246"/>
            </a:xfrm>
            <a:custGeom>
              <a:avLst/>
              <a:gdLst>
                <a:gd name="connsiteX0" fmla="*/ 31623 w 63246"/>
                <a:gd name="connsiteY0" fmla="*/ 15812 h 63246"/>
                <a:gd name="connsiteX1" fmla="*/ 47435 w 63246"/>
                <a:gd name="connsiteY1" fmla="*/ 31623 h 63246"/>
                <a:gd name="connsiteX2" fmla="*/ 31623 w 63246"/>
                <a:gd name="connsiteY2" fmla="*/ 47435 h 63246"/>
                <a:gd name="connsiteX3" fmla="*/ 15812 w 63246"/>
                <a:gd name="connsiteY3" fmla="*/ 31623 h 63246"/>
                <a:gd name="connsiteX4" fmla="*/ 31623 w 63246"/>
                <a:gd name="connsiteY4" fmla="*/ 15812 h 63246"/>
                <a:gd name="connsiteX5" fmla="*/ 31623 w 63246"/>
                <a:gd name="connsiteY5" fmla="*/ 0 h 63246"/>
                <a:gd name="connsiteX6" fmla="*/ 0 w 63246"/>
                <a:gd name="connsiteY6" fmla="*/ 31623 h 63246"/>
                <a:gd name="connsiteX7" fmla="*/ 31623 w 63246"/>
                <a:gd name="connsiteY7" fmla="*/ 63246 h 63246"/>
                <a:gd name="connsiteX8" fmla="*/ 63246 w 63246"/>
                <a:gd name="connsiteY8" fmla="*/ 31623 h 63246"/>
                <a:gd name="connsiteX9" fmla="*/ 31623 w 63246"/>
                <a:gd name="connsiteY9" fmla="*/ 0 h 632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3246" h="63246">
                  <a:moveTo>
                    <a:pt x="31623" y="15812"/>
                  </a:moveTo>
                  <a:cubicBezTo>
                    <a:pt x="40355" y="15812"/>
                    <a:pt x="47435" y="22891"/>
                    <a:pt x="47435" y="31623"/>
                  </a:cubicBezTo>
                  <a:cubicBezTo>
                    <a:pt x="47435" y="40355"/>
                    <a:pt x="40355" y="47435"/>
                    <a:pt x="31623" y="47435"/>
                  </a:cubicBezTo>
                  <a:cubicBezTo>
                    <a:pt x="22891" y="47435"/>
                    <a:pt x="15812" y="40355"/>
                    <a:pt x="15812" y="31623"/>
                  </a:cubicBezTo>
                  <a:cubicBezTo>
                    <a:pt x="15812" y="22891"/>
                    <a:pt x="22891" y="15812"/>
                    <a:pt x="31623" y="15812"/>
                  </a:cubicBezTo>
                  <a:moveTo>
                    <a:pt x="31623" y="0"/>
                  </a:moveTo>
                  <a:cubicBezTo>
                    <a:pt x="14158" y="0"/>
                    <a:pt x="0" y="14158"/>
                    <a:pt x="0" y="31623"/>
                  </a:cubicBezTo>
                  <a:cubicBezTo>
                    <a:pt x="0" y="49088"/>
                    <a:pt x="14158" y="63246"/>
                    <a:pt x="31623" y="63246"/>
                  </a:cubicBezTo>
                  <a:cubicBezTo>
                    <a:pt x="49088" y="63246"/>
                    <a:pt x="63246" y="49088"/>
                    <a:pt x="63246" y="31623"/>
                  </a:cubicBezTo>
                  <a:cubicBezTo>
                    <a:pt x="63246" y="14158"/>
                    <a:pt x="49088" y="0"/>
                    <a:pt x="31623" y="0"/>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4" name="Picture Placeholder 113">
              <a:extLst>
                <a:ext uri="{FF2B5EF4-FFF2-40B4-BE49-F238E27FC236}">
                  <a16:creationId xmlns:a16="http://schemas.microsoft.com/office/drawing/2014/main" id="{FC86B001-2811-A376-6007-23BCEBA471A0}"/>
                </a:ext>
              </a:extLst>
            </p:cNvPr>
            <p:cNvSpPr/>
            <p:nvPr/>
          </p:nvSpPr>
          <p:spPr>
            <a:xfrm>
              <a:off x="976224" y="4858798"/>
              <a:ext cx="63254" cy="63248"/>
            </a:xfrm>
            <a:custGeom>
              <a:avLst/>
              <a:gdLst>
                <a:gd name="connsiteX0" fmla="*/ 31685 w 63254"/>
                <a:gd name="connsiteY0" fmla="*/ 63249 h 63248"/>
                <a:gd name="connsiteX1" fmla="*/ 27764 w 63254"/>
                <a:gd name="connsiteY1" fmla="*/ 63249 h 63248"/>
                <a:gd name="connsiteX2" fmla="*/ 20693 w 63254"/>
                <a:gd name="connsiteY2" fmla="*/ 54588 h 63248"/>
                <a:gd name="connsiteX3" fmla="*/ 29353 w 63254"/>
                <a:gd name="connsiteY3" fmla="*/ 47518 h 63248"/>
                <a:gd name="connsiteX4" fmla="*/ 29725 w 63254"/>
                <a:gd name="connsiteY4" fmla="*/ 47564 h 63248"/>
                <a:gd name="connsiteX5" fmla="*/ 47339 w 63254"/>
                <a:gd name="connsiteY5" fmla="*/ 33645 h 63248"/>
                <a:gd name="connsiteX6" fmla="*/ 46928 w 63254"/>
                <a:gd name="connsiteY6" fmla="*/ 27768 h 63248"/>
                <a:gd name="connsiteX7" fmla="*/ 39528 w 63254"/>
                <a:gd name="connsiteY7" fmla="*/ 18154 h 63248"/>
                <a:gd name="connsiteX8" fmla="*/ 17998 w 63254"/>
                <a:gd name="connsiteY8" fmla="*/ 23852 h 63248"/>
                <a:gd name="connsiteX9" fmla="*/ 16000 w 63254"/>
                <a:gd name="connsiteY9" fmla="*/ 33839 h 63248"/>
                <a:gd name="connsiteX10" fmla="*/ 9265 w 63254"/>
                <a:gd name="connsiteY10" fmla="*/ 42789 h 63248"/>
                <a:gd name="connsiteX11" fmla="*/ 315 w 63254"/>
                <a:gd name="connsiteY11" fmla="*/ 36053 h 63248"/>
                <a:gd name="connsiteX12" fmla="*/ 27201 w 63254"/>
                <a:gd name="connsiteY12" fmla="*/ 315 h 63248"/>
                <a:gd name="connsiteX13" fmla="*/ 62939 w 63254"/>
                <a:gd name="connsiteY13" fmla="*/ 27202 h 63248"/>
                <a:gd name="connsiteX14" fmla="*/ 36052 w 63254"/>
                <a:gd name="connsiteY14" fmla="*/ 62939 h 63248"/>
                <a:gd name="connsiteX15" fmla="*/ 31938 w 63254"/>
                <a:gd name="connsiteY15" fmla="*/ 63249 h 6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63254" h="63248">
                  <a:moveTo>
                    <a:pt x="31685" y="63249"/>
                  </a:moveTo>
                  <a:cubicBezTo>
                    <a:pt x="30357" y="63249"/>
                    <a:pt x="29092" y="63249"/>
                    <a:pt x="27764" y="63249"/>
                  </a:cubicBezTo>
                  <a:cubicBezTo>
                    <a:pt x="23420" y="62810"/>
                    <a:pt x="20254" y="58932"/>
                    <a:pt x="20693" y="54588"/>
                  </a:cubicBezTo>
                  <a:cubicBezTo>
                    <a:pt x="21132" y="50244"/>
                    <a:pt x="25009" y="47079"/>
                    <a:pt x="29353" y="47518"/>
                  </a:cubicBezTo>
                  <a:cubicBezTo>
                    <a:pt x="29477" y="47530"/>
                    <a:pt x="29601" y="47545"/>
                    <a:pt x="29725" y="47564"/>
                  </a:cubicBezTo>
                  <a:cubicBezTo>
                    <a:pt x="38432" y="48584"/>
                    <a:pt x="46319" y="42353"/>
                    <a:pt x="47339" y="33645"/>
                  </a:cubicBezTo>
                  <a:cubicBezTo>
                    <a:pt x="47570" y="31678"/>
                    <a:pt x="47430" y="29684"/>
                    <a:pt x="46928" y="27768"/>
                  </a:cubicBezTo>
                  <a:cubicBezTo>
                    <a:pt x="45863" y="23694"/>
                    <a:pt x="43194" y="20226"/>
                    <a:pt x="39528" y="18154"/>
                  </a:cubicBezTo>
                  <a:cubicBezTo>
                    <a:pt x="32009" y="13782"/>
                    <a:pt x="22370" y="16333"/>
                    <a:pt x="17998" y="23852"/>
                  </a:cubicBezTo>
                  <a:cubicBezTo>
                    <a:pt x="16244" y="26868"/>
                    <a:pt x="15542" y="30381"/>
                    <a:pt x="16000" y="33839"/>
                  </a:cubicBezTo>
                  <a:cubicBezTo>
                    <a:pt x="16611" y="38170"/>
                    <a:pt x="13596" y="42177"/>
                    <a:pt x="9265" y="42789"/>
                  </a:cubicBezTo>
                  <a:cubicBezTo>
                    <a:pt x="4933" y="43400"/>
                    <a:pt x="926" y="40384"/>
                    <a:pt x="315" y="36053"/>
                  </a:cubicBezTo>
                  <a:cubicBezTo>
                    <a:pt x="-2129" y="18760"/>
                    <a:pt x="9908" y="2760"/>
                    <a:pt x="27201" y="315"/>
                  </a:cubicBezTo>
                  <a:cubicBezTo>
                    <a:pt x="44495" y="-2129"/>
                    <a:pt x="60494" y="9908"/>
                    <a:pt x="62939" y="27202"/>
                  </a:cubicBezTo>
                  <a:cubicBezTo>
                    <a:pt x="65383" y="44494"/>
                    <a:pt x="53346" y="60495"/>
                    <a:pt x="36052" y="62939"/>
                  </a:cubicBezTo>
                  <a:cubicBezTo>
                    <a:pt x="34689" y="63132"/>
                    <a:pt x="33315" y="63235"/>
                    <a:pt x="31938" y="63249"/>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5" name="Picture Placeholder 113">
              <a:extLst>
                <a:ext uri="{FF2B5EF4-FFF2-40B4-BE49-F238E27FC236}">
                  <a16:creationId xmlns:a16="http://schemas.microsoft.com/office/drawing/2014/main" id="{08B81653-4B9C-4459-EAD7-ADE39B5D2B9E}"/>
                </a:ext>
              </a:extLst>
            </p:cNvPr>
            <p:cNvSpPr/>
            <p:nvPr/>
          </p:nvSpPr>
          <p:spPr>
            <a:xfrm>
              <a:off x="592383" y="4492475"/>
              <a:ext cx="126808" cy="126497"/>
            </a:xfrm>
            <a:custGeom>
              <a:avLst/>
              <a:gdLst>
                <a:gd name="connsiteX0" fmla="*/ 116816 w 126808"/>
                <a:gd name="connsiteY0" fmla="*/ 5 h 126497"/>
                <a:gd name="connsiteX1" fmla="*/ 9614 w 126808"/>
                <a:gd name="connsiteY1" fmla="*/ 5 h 126497"/>
                <a:gd name="connsiteX2" fmla="*/ 0 w 126808"/>
                <a:gd name="connsiteY2" fmla="*/ 9618 h 126497"/>
                <a:gd name="connsiteX3" fmla="*/ 0 w 126808"/>
                <a:gd name="connsiteY3" fmla="*/ 9682 h 126497"/>
                <a:gd name="connsiteX4" fmla="*/ 0 w 126808"/>
                <a:gd name="connsiteY4" fmla="*/ 116820 h 126497"/>
                <a:gd name="connsiteX5" fmla="*/ 9550 w 126808"/>
                <a:gd name="connsiteY5" fmla="*/ 126497 h 126497"/>
                <a:gd name="connsiteX6" fmla="*/ 9614 w 126808"/>
                <a:gd name="connsiteY6" fmla="*/ 126497 h 126497"/>
                <a:gd name="connsiteX7" fmla="*/ 117132 w 126808"/>
                <a:gd name="connsiteY7" fmla="*/ 126497 h 126497"/>
                <a:gd name="connsiteX8" fmla="*/ 126808 w 126808"/>
                <a:gd name="connsiteY8" fmla="*/ 116820 h 126497"/>
                <a:gd name="connsiteX9" fmla="*/ 126808 w 126808"/>
                <a:gd name="connsiteY9" fmla="*/ 9682 h 126497"/>
                <a:gd name="connsiteX10" fmla="*/ 117137 w 126808"/>
                <a:gd name="connsiteY10" fmla="*/ 0 h 126497"/>
                <a:gd name="connsiteX11" fmla="*/ 116816 w 126808"/>
                <a:gd name="connsiteY11" fmla="*/ 5 h 126497"/>
                <a:gd name="connsiteX12" fmla="*/ 70140 w 126808"/>
                <a:gd name="connsiteY12" fmla="*/ 110686 h 126497"/>
                <a:gd name="connsiteX13" fmla="*/ 70140 w 126808"/>
                <a:gd name="connsiteY13" fmla="*/ 82225 h 126497"/>
                <a:gd name="connsiteX14" fmla="*/ 54329 w 126808"/>
                <a:gd name="connsiteY14" fmla="*/ 82225 h 126497"/>
                <a:gd name="connsiteX15" fmla="*/ 54329 w 126808"/>
                <a:gd name="connsiteY15" fmla="*/ 110686 h 126497"/>
                <a:gd name="connsiteX16" fmla="*/ 15812 w 126808"/>
                <a:gd name="connsiteY16" fmla="*/ 110686 h 126497"/>
                <a:gd name="connsiteX17" fmla="*/ 15812 w 126808"/>
                <a:gd name="connsiteY17" fmla="*/ 15817 h 126497"/>
                <a:gd name="connsiteX18" fmla="*/ 54329 w 126808"/>
                <a:gd name="connsiteY18" fmla="*/ 15817 h 126497"/>
                <a:gd name="connsiteX19" fmla="*/ 54329 w 126808"/>
                <a:gd name="connsiteY19" fmla="*/ 46048 h 126497"/>
                <a:gd name="connsiteX20" fmla="*/ 70140 w 126808"/>
                <a:gd name="connsiteY20" fmla="*/ 46048 h 126497"/>
                <a:gd name="connsiteX21" fmla="*/ 70140 w 126808"/>
                <a:gd name="connsiteY21" fmla="*/ 15817 h 126497"/>
                <a:gd name="connsiteX22" fmla="*/ 110681 w 126808"/>
                <a:gd name="connsiteY22" fmla="*/ 15817 h 126497"/>
                <a:gd name="connsiteX23" fmla="*/ 110681 w 126808"/>
                <a:gd name="connsiteY23" fmla="*/ 55915 h 126497"/>
                <a:gd name="connsiteX24" fmla="*/ 16571 w 126808"/>
                <a:gd name="connsiteY24" fmla="*/ 55915 h 126497"/>
                <a:gd name="connsiteX25" fmla="*/ 16571 w 126808"/>
                <a:gd name="connsiteY25" fmla="*/ 71726 h 126497"/>
                <a:gd name="connsiteX26" fmla="*/ 110681 w 126808"/>
                <a:gd name="connsiteY26" fmla="*/ 71726 h 126497"/>
                <a:gd name="connsiteX27" fmla="*/ 110681 w 126808"/>
                <a:gd name="connsiteY27" fmla="*/ 110686 h 1264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6808" h="126497">
                  <a:moveTo>
                    <a:pt x="116816" y="5"/>
                  </a:moveTo>
                  <a:lnTo>
                    <a:pt x="9614" y="5"/>
                  </a:lnTo>
                  <a:cubicBezTo>
                    <a:pt x="4304" y="5"/>
                    <a:pt x="0" y="4309"/>
                    <a:pt x="0" y="9618"/>
                  </a:cubicBezTo>
                  <a:cubicBezTo>
                    <a:pt x="0" y="9639"/>
                    <a:pt x="0" y="9661"/>
                    <a:pt x="0" y="9682"/>
                  </a:cubicBezTo>
                  <a:lnTo>
                    <a:pt x="0" y="116820"/>
                  </a:lnTo>
                  <a:cubicBezTo>
                    <a:pt x="-35" y="122130"/>
                    <a:pt x="4241" y="126462"/>
                    <a:pt x="9550" y="126497"/>
                  </a:cubicBezTo>
                  <a:cubicBezTo>
                    <a:pt x="9571" y="126497"/>
                    <a:pt x="9593" y="126497"/>
                    <a:pt x="9614" y="126497"/>
                  </a:cubicBezTo>
                  <a:lnTo>
                    <a:pt x="117132" y="126497"/>
                  </a:lnTo>
                  <a:cubicBezTo>
                    <a:pt x="122476" y="126497"/>
                    <a:pt x="126808" y="122165"/>
                    <a:pt x="126808" y="116820"/>
                  </a:cubicBezTo>
                  <a:lnTo>
                    <a:pt x="126808" y="9682"/>
                  </a:lnTo>
                  <a:cubicBezTo>
                    <a:pt x="126812" y="4337"/>
                    <a:pt x="122481" y="3"/>
                    <a:pt x="117137" y="0"/>
                  </a:cubicBezTo>
                  <a:cubicBezTo>
                    <a:pt x="117030" y="0"/>
                    <a:pt x="116922" y="1"/>
                    <a:pt x="116816" y="5"/>
                  </a:cubicBezTo>
                  <a:close/>
                  <a:moveTo>
                    <a:pt x="70140" y="110686"/>
                  </a:moveTo>
                  <a:lnTo>
                    <a:pt x="70140" y="82225"/>
                  </a:lnTo>
                  <a:lnTo>
                    <a:pt x="54329" y="82225"/>
                  </a:lnTo>
                  <a:lnTo>
                    <a:pt x="54329" y="110686"/>
                  </a:lnTo>
                  <a:lnTo>
                    <a:pt x="15812" y="110686"/>
                  </a:lnTo>
                  <a:lnTo>
                    <a:pt x="15812" y="15817"/>
                  </a:lnTo>
                  <a:lnTo>
                    <a:pt x="54329" y="15817"/>
                  </a:lnTo>
                  <a:lnTo>
                    <a:pt x="54329" y="46048"/>
                  </a:lnTo>
                  <a:lnTo>
                    <a:pt x="70140" y="46048"/>
                  </a:lnTo>
                  <a:lnTo>
                    <a:pt x="70140" y="15817"/>
                  </a:lnTo>
                  <a:lnTo>
                    <a:pt x="110681" y="15817"/>
                  </a:lnTo>
                  <a:lnTo>
                    <a:pt x="110681" y="55915"/>
                  </a:lnTo>
                  <a:lnTo>
                    <a:pt x="16571" y="55915"/>
                  </a:lnTo>
                  <a:lnTo>
                    <a:pt x="16571" y="71726"/>
                  </a:lnTo>
                  <a:lnTo>
                    <a:pt x="110681" y="71726"/>
                  </a:lnTo>
                  <a:lnTo>
                    <a:pt x="110681" y="110686"/>
                  </a:ln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6" name="Picture Placeholder 113">
              <a:extLst>
                <a:ext uri="{FF2B5EF4-FFF2-40B4-BE49-F238E27FC236}">
                  <a16:creationId xmlns:a16="http://schemas.microsoft.com/office/drawing/2014/main" id="{2285A649-3A2E-0EBE-0C04-76E74B369F6A}"/>
                </a:ext>
              </a:extLst>
            </p:cNvPr>
            <p:cNvSpPr/>
            <p:nvPr/>
          </p:nvSpPr>
          <p:spPr>
            <a:xfrm>
              <a:off x="768081" y="4659323"/>
              <a:ext cx="126808" cy="126808"/>
            </a:xfrm>
            <a:custGeom>
              <a:avLst/>
              <a:gdLst>
                <a:gd name="connsiteX0" fmla="*/ 117195 w 126808"/>
                <a:gd name="connsiteY0" fmla="*/ 0 h 126808"/>
                <a:gd name="connsiteX1" fmla="*/ 9677 w 126808"/>
                <a:gd name="connsiteY1" fmla="*/ 0 h 126808"/>
                <a:gd name="connsiteX2" fmla="*/ 0 w 126808"/>
                <a:gd name="connsiteY2" fmla="*/ 9613 h 126808"/>
                <a:gd name="connsiteX3" fmla="*/ 0 w 126808"/>
                <a:gd name="connsiteY3" fmla="*/ 117132 h 126808"/>
                <a:gd name="connsiteX4" fmla="*/ 9677 w 126808"/>
                <a:gd name="connsiteY4" fmla="*/ 126808 h 126808"/>
                <a:gd name="connsiteX5" fmla="*/ 117195 w 126808"/>
                <a:gd name="connsiteY5" fmla="*/ 126808 h 126808"/>
                <a:gd name="connsiteX6" fmla="*/ 126808 w 126808"/>
                <a:gd name="connsiteY6" fmla="*/ 117132 h 126808"/>
                <a:gd name="connsiteX7" fmla="*/ 126808 w 126808"/>
                <a:gd name="connsiteY7" fmla="*/ 9613 h 126808"/>
                <a:gd name="connsiteX8" fmla="*/ 117195 w 126808"/>
                <a:gd name="connsiteY8" fmla="*/ 0 h 126808"/>
                <a:gd name="connsiteX9" fmla="*/ 16001 w 126808"/>
                <a:gd name="connsiteY9" fmla="*/ 110680 h 126808"/>
                <a:gd name="connsiteX10" fmla="*/ 16001 w 126808"/>
                <a:gd name="connsiteY10" fmla="*/ 15812 h 126808"/>
                <a:gd name="connsiteX11" fmla="*/ 103217 w 126808"/>
                <a:gd name="connsiteY11" fmla="*/ 15812 h 126808"/>
                <a:gd name="connsiteX12" fmla="*/ 29915 w 126808"/>
                <a:gd name="connsiteY12" fmla="*/ 82093 h 126808"/>
                <a:gd name="connsiteX13" fmla="*/ 29294 w 126808"/>
                <a:gd name="connsiteY13" fmla="*/ 93167 h 126808"/>
                <a:gd name="connsiteX14" fmla="*/ 29346 w 126808"/>
                <a:gd name="connsiteY14" fmla="*/ 93225 h 126808"/>
                <a:gd name="connsiteX15" fmla="*/ 35228 w 126808"/>
                <a:gd name="connsiteY15" fmla="*/ 95881 h 126808"/>
                <a:gd name="connsiteX16" fmla="*/ 40477 w 126808"/>
                <a:gd name="connsiteY16" fmla="*/ 93794 h 126808"/>
                <a:gd name="connsiteX17" fmla="*/ 110997 w 126808"/>
                <a:gd name="connsiteY17" fmla="*/ 30042 h 126808"/>
                <a:gd name="connsiteX18" fmla="*/ 110997 w 126808"/>
                <a:gd name="connsiteY18" fmla="*/ 110680 h 1268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26808" h="126808">
                  <a:moveTo>
                    <a:pt x="117195" y="0"/>
                  </a:moveTo>
                  <a:lnTo>
                    <a:pt x="9677" y="0"/>
                  </a:lnTo>
                  <a:cubicBezTo>
                    <a:pt x="4357" y="0"/>
                    <a:pt x="35" y="4294"/>
                    <a:pt x="0" y="9613"/>
                  </a:cubicBezTo>
                  <a:lnTo>
                    <a:pt x="0" y="117132"/>
                  </a:lnTo>
                  <a:cubicBezTo>
                    <a:pt x="35" y="122461"/>
                    <a:pt x="4347" y="126773"/>
                    <a:pt x="9677" y="126808"/>
                  </a:cubicBezTo>
                  <a:lnTo>
                    <a:pt x="117195" y="126808"/>
                  </a:lnTo>
                  <a:cubicBezTo>
                    <a:pt x="122514" y="126773"/>
                    <a:pt x="126808" y="122451"/>
                    <a:pt x="126808" y="117132"/>
                  </a:cubicBezTo>
                  <a:lnTo>
                    <a:pt x="126808" y="9613"/>
                  </a:lnTo>
                  <a:cubicBezTo>
                    <a:pt x="126808" y="4304"/>
                    <a:pt x="122504" y="0"/>
                    <a:pt x="117195" y="0"/>
                  </a:cubicBezTo>
                  <a:close/>
                  <a:moveTo>
                    <a:pt x="16001" y="110680"/>
                  </a:moveTo>
                  <a:lnTo>
                    <a:pt x="16001" y="15812"/>
                  </a:lnTo>
                  <a:lnTo>
                    <a:pt x="103217" y="15812"/>
                  </a:lnTo>
                  <a:lnTo>
                    <a:pt x="29915" y="82093"/>
                  </a:lnTo>
                  <a:cubicBezTo>
                    <a:pt x="26686" y="84980"/>
                    <a:pt x="26408" y="89938"/>
                    <a:pt x="29294" y="93167"/>
                  </a:cubicBezTo>
                  <a:cubicBezTo>
                    <a:pt x="29311" y="93186"/>
                    <a:pt x="29328" y="93206"/>
                    <a:pt x="29346" y="93225"/>
                  </a:cubicBezTo>
                  <a:cubicBezTo>
                    <a:pt x="30819" y="94934"/>
                    <a:pt x="32971" y="95906"/>
                    <a:pt x="35228" y="95881"/>
                  </a:cubicBezTo>
                  <a:cubicBezTo>
                    <a:pt x="37177" y="95868"/>
                    <a:pt x="39051" y="95123"/>
                    <a:pt x="40477" y="93794"/>
                  </a:cubicBezTo>
                  <a:lnTo>
                    <a:pt x="110997" y="30042"/>
                  </a:lnTo>
                  <a:lnTo>
                    <a:pt x="110997" y="110680"/>
                  </a:ln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7" name="Picture Placeholder 113">
              <a:extLst>
                <a:ext uri="{FF2B5EF4-FFF2-40B4-BE49-F238E27FC236}">
                  <a16:creationId xmlns:a16="http://schemas.microsoft.com/office/drawing/2014/main" id="{E346D427-4683-2CD2-30C0-D69E4021B3E5}"/>
                </a:ext>
              </a:extLst>
            </p:cNvPr>
            <p:cNvSpPr/>
            <p:nvPr/>
          </p:nvSpPr>
          <p:spPr>
            <a:xfrm>
              <a:off x="592383" y="4828121"/>
              <a:ext cx="126809" cy="126497"/>
            </a:xfrm>
            <a:custGeom>
              <a:avLst/>
              <a:gdLst>
                <a:gd name="connsiteX0" fmla="*/ 116815 w 126809"/>
                <a:gd name="connsiteY0" fmla="*/ 5 h 126497"/>
                <a:gd name="connsiteX1" fmla="*/ 9613 w 126809"/>
                <a:gd name="connsiteY1" fmla="*/ 5 h 126497"/>
                <a:gd name="connsiteX2" fmla="*/ 0 w 126809"/>
                <a:gd name="connsiteY2" fmla="*/ 9619 h 126497"/>
                <a:gd name="connsiteX3" fmla="*/ 0 w 126809"/>
                <a:gd name="connsiteY3" fmla="*/ 9682 h 126497"/>
                <a:gd name="connsiteX4" fmla="*/ 0 w 126809"/>
                <a:gd name="connsiteY4" fmla="*/ 116947 h 126497"/>
                <a:gd name="connsiteX5" fmla="*/ 9613 w 126809"/>
                <a:gd name="connsiteY5" fmla="*/ 126497 h 126497"/>
                <a:gd name="connsiteX6" fmla="*/ 117132 w 126809"/>
                <a:gd name="connsiteY6" fmla="*/ 126497 h 126497"/>
                <a:gd name="connsiteX7" fmla="*/ 126808 w 126809"/>
                <a:gd name="connsiteY7" fmla="*/ 116821 h 126497"/>
                <a:gd name="connsiteX8" fmla="*/ 126808 w 126809"/>
                <a:gd name="connsiteY8" fmla="*/ 9808 h 126497"/>
                <a:gd name="connsiteX9" fmla="*/ 117264 w 126809"/>
                <a:gd name="connsiteY9" fmla="*/ 1 h 126497"/>
                <a:gd name="connsiteX10" fmla="*/ 116815 w 126809"/>
                <a:gd name="connsiteY10" fmla="*/ 5 h 126497"/>
                <a:gd name="connsiteX11" fmla="*/ 15622 w 126809"/>
                <a:gd name="connsiteY11" fmla="*/ 75268 h 126497"/>
                <a:gd name="connsiteX12" fmla="*/ 47751 w 126809"/>
                <a:gd name="connsiteY12" fmla="*/ 75268 h 126497"/>
                <a:gd name="connsiteX13" fmla="*/ 47751 w 126809"/>
                <a:gd name="connsiteY13" fmla="*/ 110686 h 126497"/>
                <a:gd name="connsiteX14" fmla="*/ 15812 w 126809"/>
                <a:gd name="connsiteY14" fmla="*/ 110686 h 126497"/>
                <a:gd name="connsiteX15" fmla="*/ 110491 w 126809"/>
                <a:gd name="connsiteY15" fmla="*/ 110686 h 126497"/>
                <a:gd name="connsiteX16" fmla="*/ 63752 w 126809"/>
                <a:gd name="connsiteY16" fmla="*/ 110686 h 126497"/>
                <a:gd name="connsiteX17" fmla="*/ 63752 w 126809"/>
                <a:gd name="connsiteY17" fmla="*/ 67489 h 126497"/>
                <a:gd name="connsiteX18" fmla="*/ 55846 w 126809"/>
                <a:gd name="connsiteY18" fmla="*/ 59583 h 126497"/>
                <a:gd name="connsiteX19" fmla="*/ 15812 w 126809"/>
                <a:gd name="connsiteY19" fmla="*/ 59583 h 126497"/>
                <a:gd name="connsiteX20" fmla="*/ 15812 w 126809"/>
                <a:gd name="connsiteY20" fmla="*/ 15943 h 126497"/>
                <a:gd name="connsiteX21" fmla="*/ 110680 w 126809"/>
                <a:gd name="connsiteY21" fmla="*/ 15943 h 1264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26809" h="126497">
                  <a:moveTo>
                    <a:pt x="116815" y="5"/>
                  </a:moveTo>
                  <a:lnTo>
                    <a:pt x="9613" y="5"/>
                  </a:lnTo>
                  <a:cubicBezTo>
                    <a:pt x="4304" y="5"/>
                    <a:pt x="0" y="4309"/>
                    <a:pt x="0" y="9619"/>
                  </a:cubicBezTo>
                  <a:cubicBezTo>
                    <a:pt x="0" y="9640"/>
                    <a:pt x="0" y="9661"/>
                    <a:pt x="0" y="9682"/>
                  </a:cubicBezTo>
                  <a:lnTo>
                    <a:pt x="0" y="116947"/>
                  </a:lnTo>
                  <a:cubicBezTo>
                    <a:pt x="35" y="122232"/>
                    <a:pt x="4329" y="126497"/>
                    <a:pt x="9613" y="126497"/>
                  </a:cubicBezTo>
                  <a:lnTo>
                    <a:pt x="117132" y="126497"/>
                  </a:lnTo>
                  <a:cubicBezTo>
                    <a:pt x="122476" y="126497"/>
                    <a:pt x="126808" y="122165"/>
                    <a:pt x="126808" y="116821"/>
                  </a:cubicBezTo>
                  <a:lnTo>
                    <a:pt x="126808" y="9808"/>
                  </a:lnTo>
                  <a:cubicBezTo>
                    <a:pt x="126881" y="4465"/>
                    <a:pt x="122608" y="74"/>
                    <a:pt x="117264" y="1"/>
                  </a:cubicBezTo>
                  <a:cubicBezTo>
                    <a:pt x="117115" y="-1"/>
                    <a:pt x="116965" y="0"/>
                    <a:pt x="116815" y="5"/>
                  </a:cubicBezTo>
                  <a:close/>
                  <a:moveTo>
                    <a:pt x="15622" y="75268"/>
                  </a:moveTo>
                  <a:lnTo>
                    <a:pt x="47751" y="75268"/>
                  </a:lnTo>
                  <a:lnTo>
                    <a:pt x="47751" y="110686"/>
                  </a:lnTo>
                  <a:lnTo>
                    <a:pt x="15812" y="110686"/>
                  </a:lnTo>
                  <a:close/>
                  <a:moveTo>
                    <a:pt x="110491" y="110686"/>
                  </a:moveTo>
                  <a:lnTo>
                    <a:pt x="63752" y="110686"/>
                  </a:lnTo>
                  <a:lnTo>
                    <a:pt x="63752" y="67489"/>
                  </a:lnTo>
                  <a:cubicBezTo>
                    <a:pt x="63752" y="63122"/>
                    <a:pt x="60213" y="59583"/>
                    <a:pt x="55846" y="59583"/>
                  </a:cubicBezTo>
                  <a:lnTo>
                    <a:pt x="15812" y="59583"/>
                  </a:lnTo>
                  <a:lnTo>
                    <a:pt x="15812" y="15943"/>
                  </a:lnTo>
                  <a:lnTo>
                    <a:pt x="110680" y="15943"/>
                  </a:ln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138" name="TextBox 137">
            <a:extLst>
              <a:ext uri="{FF2B5EF4-FFF2-40B4-BE49-F238E27FC236}">
                <a16:creationId xmlns:a16="http://schemas.microsoft.com/office/drawing/2014/main" id="{385543AF-0B72-99A7-1507-AAF2AB855DAA}"/>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140" name="Graphic 8">
            <a:extLst>
              <a:ext uri="{FF2B5EF4-FFF2-40B4-BE49-F238E27FC236}">
                <a16:creationId xmlns:a16="http://schemas.microsoft.com/office/drawing/2014/main" id="{FCD63A0E-0608-2836-F404-491E8C1D3CE7}"/>
              </a:ext>
            </a:extLst>
          </p:cNvPr>
          <p:cNvGrpSpPr/>
          <p:nvPr userDrawn="1"/>
        </p:nvGrpSpPr>
        <p:grpSpPr>
          <a:xfrm>
            <a:off x="265625" y="6323271"/>
            <a:ext cx="1249223" cy="369648"/>
            <a:chOff x="265625" y="6323271"/>
            <a:chExt cx="1249223" cy="369648"/>
          </a:xfrm>
          <a:solidFill>
            <a:srgbClr val="000000"/>
          </a:solidFill>
        </p:grpSpPr>
        <p:grpSp>
          <p:nvGrpSpPr>
            <p:cNvPr id="141" name="Graphic 8">
              <a:extLst>
                <a:ext uri="{FF2B5EF4-FFF2-40B4-BE49-F238E27FC236}">
                  <a16:creationId xmlns:a16="http://schemas.microsoft.com/office/drawing/2014/main" id="{6BC2395B-D8CB-C63C-F0D8-2737A8B21A75}"/>
                </a:ext>
              </a:extLst>
            </p:cNvPr>
            <p:cNvGrpSpPr/>
            <p:nvPr/>
          </p:nvGrpSpPr>
          <p:grpSpPr>
            <a:xfrm>
              <a:off x="745455" y="6594444"/>
              <a:ext cx="722662" cy="98475"/>
              <a:chOff x="745455" y="6594444"/>
              <a:chExt cx="722662" cy="98475"/>
            </a:xfrm>
            <a:solidFill>
              <a:srgbClr val="000000"/>
            </a:solidFill>
          </p:grpSpPr>
          <p:sp>
            <p:nvSpPr>
              <p:cNvPr id="150" name="Freeform 19">
                <a:extLst>
                  <a:ext uri="{FF2B5EF4-FFF2-40B4-BE49-F238E27FC236}">
                    <a16:creationId xmlns:a16="http://schemas.microsoft.com/office/drawing/2014/main" id="{056F31B8-2026-36E0-067E-7DCE03ADF929}"/>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151" name="Freeform 20">
                <a:extLst>
                  <a:ext uri="{FF2B5EF4-FFF2-40B4-BE49-F238E27FC236}">
                    <a16:creationId xmlns:a16="http://schemas.microsoft.com/office/drawing/2014/main" id="{BBAA5AE4-B41E-001B-45A2-1D84200AE278}"/>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152" name="Freeform 21">
                <a:extLst>
                  <a:ext uri="{FF2B5EF4-FFF2-40B4-BE49-F238E27FC236}">
                    <a16:creationId xmlns:a16="http://schemas.microsoft.com/office/drawing/2014/main" id="{B2219A1E-A71F-7F3E-A0BF-5DC43B010644}"/>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153" name="Freeform 22">
                <a:extLst>
                  <a:ext uri="{FF2B5EF4-FFF2-40B4-BE49-F238E27FC236}">
                    <a16:creationId xmlns:a16="http://schemas.microsoft.com/office/drawing/2014/main" id="{10BD39B3-96C7-40BB-A9CC-FFB8919DC316}"/>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154" name="Freeform 23">
                <a:extLst>
                  <a:ext uri="{FF2B5EF4-FFF2-40B4-BE49-F238E27FC236}">
                    <a16:creationId xmlns:a16="http://schemas.microsoft.com/office/drawing/2014/main" id="{5407F7BB-02E4-02F9-82BC-0249B3665C03}"/>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155" name="Freeform 24">
                <a:extLst>
                  <a:ext uri="{FF2B5EF4-FFF2-40B4-BE49-F238E27FC236}">
                    <a16:creationId xmlns:a16="http://schemas.microsoft.com/office/drawing/2014/main" id="{2CCC3231-F265-0AC9-61C8-8506B76932D7}"/>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156" name="Freeform 25">
                <a:extLst>
                  <a:ext uri="{FF2B5EF4-FFF2-40B4-BE49-F238E27FC236}">
                    <a16:creationId xmlns:a16="http://schemas.microsoft.com/office/drawing/2014/main" id="{C3E22B66-9239-A1D9-2138-8799BA49E150}"/>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157" name="Freeform 26">
                <a:extLst>
                  <a:ext uri="{FF2B5EF4-FFF2-40B4-BE49-F238E27FC236}">
                    <a16:creationId xmlns:a16="http://schemas.microsoft.com/office/drawing/2014/main" id="{3B7EC8AA-42AB-FC77-7993-B6262AA84764}"/>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158" name="Freeform 27">
                <a:extLst>
                  <a:ext uri="{FF2B5EF4-FFF2-40B4-BE49-F238E27FC236}">
                    <a16:creationId xmlns:a16="http://schemas.microsoft.com/office/drawing/2014/main" id="{86A23895-10CB-9BF4-188C-3C96E759AD60}"/>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159" name="Freeform 28">
                <a:extLst>
                  <a:ext uri="{FF2B5EF4-FFF2-40B4-BE49-F238E27FC236}">
                    <a16:creationId xmlns:a16="http://schemas.microsoft.com/office/drawing/2014/main" id="{DB58AE0D-D3F2-054A-4FA2-21B58E8AB98B}"/>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142" name="Graphic 8">
              <a:extLst>
                <a:ext uri="{FF2B5EF4-FFF2-40B4-BE49-F238E27FC236}">
                  <a16:creationId xmlns:a16="http://schemas.microsoft.com/office/drawing/2014/main" id="{C504C83F-FB06-B1AE-C934-A9AE145BE860}"/>
                </a:ext>
              </a:extLst>
            </p:cNvPr>
            <p:cNvGrpSpPr/>
            <p:nvPr/>
          </p:nvGrpSpPr>
          <p:grpSpPr>
            <a:xfrm>
              <a:off x="265625" y="6323271"/>
              <a:ext cx="1249223" cy="190348"/>
              <a:chOff x="265625" y="6323271"/>
              <a:chExt cx="1249223" cy="190348"/>
            </a:xfrm>
            <a:solidFill>
              <a:srgbClr val="000000"/>
            </a:solidFill>
          </p:grpSpPr>
          <p:sp>
            <p:nvSpPr>
              <p:cNvPr id="143" name="Freeform 10">
                <a:extLst>
                  <a:ext uri="{FF2B5EF4-FFF2-40B4-BE49-F238E27FC236}">
                    <a16:creationId xmlns:a16="http://schemas.microsoft.com/office/drawing/2014/main" id="{DD539EF3-7A7B-08F8-0012-5265977942F9}"/>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144" name="Freeform 11">
                <a:extLst>
                  <a:ext uri="{FF2B5EF4-FFF2-40B4-BE49-F238E27FC236}">
                    <a16:creationId xmlns:a16="http://schemas.microsoft.com/office/drawing/2014/main" id="{DC1B0333-47E1-966B-5D76-FD55467ED120}"/>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145" name="Freeform 14">
                <a:extLst>
                  <a:ext uri="{FF2B5EF4-FFF2-40B4-BE49-F238E27FC236}">
                    <a16:creationId xmlns:a16="http://schemas.microsoft.com/office/drawing/2014/main" id="{E834E1A1-F4D2-B256-FD76-7354C4CF0F12}"/>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146" name="Freeform 15">
                <a:extLst>
                  <a:ext uri="{FF2B5EF4-FFF2-40B4-BE49-F238E27FC236}">
                    <a16:creationId xmlns:a16="http://schemas.microsoft.com/office/drawing/2014/main" id="{4E75AC14-FF7B-1FA0-3924-389C26DA18BE}"/>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147" name="Freeform 16">
                <a:extLst>
                  <a:ext uri="{FF2B5EF4-FFF2-40B4-BE49-F238E27FC236}">
                    <a16:creationId xmlns:a16="http://schemas.microsoft.com/office/drawing/2014/main" id="{04B7186C-ADAD-8B6C-E5C0-8E169ECA9039}"/>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148" name="Freeform 17">
                <a:extLst>
                  <a:ext uri="{FF2B5EF4-FFF2-40B4-BE49-F238E27FC236}">
                    <a16:creationId xmlns:a16="http://schemas.microsoft.com/office/drawing/2014/main" id="{E4D02732-A2AF-EB37-3B02-A21E9922B4AD}"/>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149" name="Freeform 18">
                <a:extLst>
                  <a:ext uri="{FF2B5EF4-FFF2-40B4-BE49-F238E27FC236}">
                    <a16:creationId xmlns:a16="http://schemas.microsoft.com/office/drawing/2014/main" id="{94E58605-51E3-C712-381C-825E567BC8FF}"/>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139" name="TextBox 138">
            <a:extLst>
              <a:ext uri="{FF2B5EF4-FFF2-40B4-BE49-F238E27FC236}">
                <a16:creationId xmlns:a16="http://schemas.microsoft.com/office/drawing/2014/main" id="{06C391E6-D3A2-4DDE-7F6F-BBEFD44B6F67}"/>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41404068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dec="http://schemas.microsoft.com/office/drawing/2017/decorative" xmlns:a16="http://schemas.microsoft.com/office/drawing/2014/main" xmlns="">
      <p:transition spd="med">
        <p:fade/>
      </p:transition>
    </mc:Fallback>
  </mc:AlternateContent>
</p:sldLayout>
</file>

<file path=ppt/slideLayouts/slideLayout91.xml><?xml version="1.0" encoding="utf-8"?>
<p:sldLayout xmlns:a="http://schemas.openxmlformats.org/drawingml/2006/main" xmlns:r="http://schemas.openxmlformats.org/officeDocument/2006/relationships" xmlns:p="http://schemas.openxmlformats.org/presentationml/2006/main" showMasterSp="0" preserve="1" userDrawn="1">
  <p:cSld name="Section - Resource Mgm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9107" y="938794"/>
            <a:ext cx="6587869" cy="1229360"/>
          </a:xfrm>
        </p:spPr>
        <p:txBody>
          <a:bodyPr wrap="square" anchor="b"/>
          <a:lstStyle>
            <a:lvl1pPr algn="l">
              <a:defRPr sz="3600" b="0" cap="none" baseline="0">
                <a:solidFill>
                  <a:schemeClr val="accent2"/>
                </a:solidFill>
              </a:defRPr>
            </a:lvl1pPr>
          </a:lstStyle>
          <a:p>
            <a:r>
              <a:rPr lang="en-US" dirty="0"/>
              <a:t>Section Title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574010" cy="700882"/>
          </a:xfrm>
        </p:spPr>
        <p:txBody>
          <a:bodyPr/>
          <a:lstStyle>
            <a:lvl1pPr marL="0" indent="0" algn="l">
              <a:buNone/>
              <a:defRPr sz="2400">
                <a:solidFill>
                  <a:schemeClr val="bg2">
                    <a:lumMod val="2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
        <p:nvSpPr>
          <p:cNvPr id="3" name="Parallelogram 2">
            <a:extLst>
              <a:ext uri="{FF2B5EF4-FFF2-40B4-BE49-F238E27FC236}">
                <a16:creationId xmlns:a16="http://schemas.microsoft.com/office/drawing/2014/main" id="{89094CD1-4612-BDDC-53AB-48D233DA5E91}"/>
              </a:ext>
            </a:extLst>
          </p:cNvPr>
          <p:cNvSpPr/>
          <p:nvPr userDrawn="1"/>
        </p:nvSpPr>
        <p:spPr>
          <a:xfrm>
            <a:off x="5406003" y="-1"/>
            <a:ext cx="14676689" cy="6858001"/>
          </a:xfrm>
          <a:prstGeom prst="parallelogram">
            <a:avLst>
              <a:gd name="adj" fmla="val 100124"/>
            </a:avLst>
          </a:prstGeom>
          <a:gradFill flip="none" rotWithShape="1">
            <a:gsLst>
              <a:gs pos="24000">
                <a:schemeClr val="accent5"/>
              </a:gs>
              <a:gs pos="100000">
                <a:schemeClr val="accent5">
                  <a:lumMod val="60000"/>
                  <a:lumOff val="40000"/>
                </a:schemeClr>
              </a:gs>
            </a:gsLst>
            <a:lin ang="18900000" scaled="1"/>
            <a:tileRect/>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4" name="Parallelogram 3">
            <a:extLst>
              <a:ext uri="{FF2B5EF4-FFF2-40B4-BE49-F238E27FC236}">
                <a16:creationId xmlns:a16="http://schemas.microsoft.com/office/drawing/2014/main" id="{17E42CF3-5F91-08E5-A5FC-6BC4CD78FFA2}"/>
              </a:ext>
            </a:extLst>
          </p:cNvPr>
          <p:cNvSpPr/>
          <p:nvPr userDrawn="1"/>
        </p:nvSpPr>
        <p:spPr>
          <a:xfrm>
            <a:off x="1840256" y="-1"/>
            <a:ext cx="12934077" cy="6470788"/>
          </a:xfrm>
          <a:prstGeom prst="parallelogram">
            <a:avLst>
              <a:gd name="adj" fmla="val 100124"/>
            </a:avLst>
          </a:prstGeom>
          <a:gradFill flip="none" rotWithShape="1">
            <a:gsLst>
              <a:gs pos="0">
                <a:schemeClr val="accent5">
                  <a:alpha val="33000"/>
                </a:schemeClr>
              </a:gs>
              <a:gs pos="97000">
                <a:schemeClr val="accent5">
                  <a:alpha val="0"/>
                </a:schemeClr>
              </a:gs>
            </a:gsLst>
            <a:lin ang="8100000" scaled="1"/>
            <a:tileRect/>
          </a:gra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 name="Graphic 143">
            <a:extLst>
              <a:ext uri="{FF2B5EF4-FFF2-40B4-BE49-F238E27FC236}">
                <a16:creationId xmlns:a16="http://schemas.microsoft.com/office/drawing/2014/main" id="{1FF80852-0FFA-B3DA-921C-6BE23778037A}"/>
              </a:ext>
            </a:extLst>
          </p:cNvPr>
          <p:cNvSpPr/>
          <p:nvPr userDrawn="1"/>
        </p:nvSpPr>
        <p:spPr>
          <a:xfrm>
            <a:off x="4130978" y="4499933"/>
            <a:ext cx="2421204" cy="666750"/>
          </a:xfrm>
          <a:custGeom>
            <a:avLst/>
            <a:gdLst>
              <a:gd name="connsiteX0" fmla="*/ 482061 w 600651"/>
              <a:gd name="connsiteY0" fmla="*/ 38962 h 165407"/>
              <a:gd name="connsiteX1" fmla="*/ 398886 w 600651"/>
              <a:gd name="connsiteY1" fmla="*/ 75298 h 165407"/>
              <a:gd name="connsiteX2" fmla="*/ 268849 w 600651"/>
              <a:gd name="connsiteY2" fmla="*/ 0 h 165407"/>
              <a:gd name="connsiteX3" fmla="*/ 118927 w 600651"/>
              <a:gd name="connsiteY3" fmla="*/ 122878 h 165407"/>
              <a:gd name="connsiteX4" fmla="*/ 66185 w 600651"/>
              <a:gd name="connsiteY4" fmla="*/ 94823 h 165407"/>
              <a:gd name="connsiteX5" fmla="*/ 0 w 600651"/>
              <a:gd name="connsiteY5" fmla="*/ 165408 h 165407"/>
              <a:gd name="connsiteX6" fmla="*/ 600652 w 600651"/>
              <a:gd name="connsiteY6" fmla="*/ 165408 h 165407"/>
              <a:gd name="connsiteX7" fmla="*/ 482061 w 600651"/>
              <a:gd name="connsiteY7" fmla="*/ 38939 h 1654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651" h="165407">
                <a:moveTo>
                  <a:pt x="482061" y="38962"/>
                </a:moveTo>
                <a:cubicBezTo>
                  <a:pt x="449653" y="38962"/>
                  <a:pt x="420297" y="52832"/>
                  <a:pt x="398886" y="75298"/>
                </a:cubicBezTo>
                <a:cubicBezTo>
                  <a:pt x="371236" y="29984"/>
                  <a:pt x="323341" y="0"/>
                  <a:pt x="268849" y="0"/>
                </a:cubicBezTo>
                <a:cubicBezTo>
                  <a:pt x="196963" y="0"/>
                  <a:pt x="136523" y="52136"/>
                  <a:pt x="118927" y="122878"/>
                </a:cubicBezTo>
                <a:cubicBezTo>
                  <a:pt x="106853" y="105865"/>
                  <a:pt x="87754" y="94823"/>
                  <a:pt x="66185" y="94823"/>
                </a:cubicBezTo>
                <a:cubicBezTo>
                  <a:pt x="29625" y="94823"/>
                  <a:pt x="0" y="126446"/>
                  <a:pt x="0" y="165408"/>
                </a:cubicBezTo>
                <a:lnTo>
                  <a:pt x="600652" y="165408"/>
                </a:lnTo>
                <a:cubicBezTo>
                  <a:pt x="600652" y="95564"/>
                  <a:pt x="547551" y="38939"/>
                  <a:pt x="482061" y="38939"/>
                </a:cubicBezTo>
                <a:close/>
              </a:path>
            </a:pathLst>
          </a:custGeom>
          <a:solidFill>
            <a:schemeClr val="accent5">
              <a:alpha val="18000"/>
            </a:schemeClr>
          </a:soli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pic>
        <p:nvPicPr>
          <p:cNvPr id="6" name="Graphic 5">
            <a:extLst>
              <a:ext uri="{FF2B5EF4-FFF2-40B4-BE49-F238E27FC236}">
                <a16:creationId xmlns:a16="http://schemas.microsoft.com/office/drawing/2014/main" id="{DCBA8C3C-A8F2-8915-0A23-7A09076F4314}"/>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607952" y="3165709"/>
            <a:ext cx="3124591" cy="1207366"/>
          </a:xfrm>
          <a:prstGeom prst="rect">
            <a:avLst/>
          </a:prstGeom>
        </p:spPr>
      </p:pic>
      <p:grpSp>
        <p:nvGrpSpPr>
          <p:cNvPr id="7" name="Group 6">
            <a:extLst>
              <a:ext uri="{FF2B5EF4-FFF2-40B4-BE49-F238E27FC236}">
                <a16:creationId xmlns:a16="http://schemas.microsoft.com/office/drawing/2014/main" id="{52289B3A-2866-1292-4488-63364CB153AC}"/>
              </a:ext>
            </a:extLst>
          </p:cNvPr>
          <p:cNvGrpSpPr/>
          <p:nvPr userDrawn="1"/>
        </p:nvGrpSpPr>
        <p:grpSpPr>
          <a:xfrm>
            <a:off x="7416052" y="944496"/>
            <a:ext cx="1685206" cy="686138"/>
            <a:chOff x="437672" y="1280130"/>
            <a:chExt cx="2910783" cy="1185138"/>
          </a:xfrm>
        </p:grpSpPr>
        <p:sp>
          <p:nvSpPr>
            <p:cNvPr id="8" name="Freeform: Shape 187">
              <a:extLst>
                <a:ext uri="{FF2B5EF4-FFF2-40B4-BE49-F238E27FC236}">
                  <a16:creationId xmlns:a16="http://schemas.microsoft.com/office/drawing/2014/main" id="{89387517-8417-DF01-A9B6-979BB14E2FAF}"/>
                </a:ext>
              </a:extLst>
            </p:cNvPr>
            <p:cNvSpPr/>
            <p:nvPr/>
          </p:nvSpPr>
          <p:spPr>
            <a:xfrm>
              <a:off x="437672" y="1280130"/>
              <a:ext cx="2720832" cy="1110872"/>
            </a:xfrm>
            <a:custGeom>
              <a:avLst/>
              <a:gdLst>
                <a:gd name="connsiteX0" fmla="*/ 749249 w 907209"/>
                <a:gd name="connsiteY0" fmla="*/ 212440 h 370400"/>
                <a:gd name="connsiteX1" fmla="*/ 700014 w 907209"/>
                <a:gd name="connsiteY1" fmla="*/ 220306 h 370400"/>
                <a:gd name="connsiteX2" fmla="*/ 454537 w 907209"/>
                <a:gd name="connsiteY2" fmla="*/ 0 h 370400"/>
                <a:gd name="connsiteX3" fmla="*/ 213896 w 907209"/>
                <a:gd name="connsiteY3" fmla="*/ 191405 h 370400"/>
                <a:gd name="connsiteX4" fmla="*/ 178995 w 907209"/>
                <a:gd name="connsiteY4" fmla="*/ 191405 h 370400"/>
                <a:gd name="connsiteX5" fmla="*/ 0 w 907209"/>
                <a:gd name="connsiteY5" fmla="*/ 370400 h 370400"/>
                <a:gd name="connsiteX6" fmla="*/ 907209 w 907209"/>
                <a:gd name="connsiteY6" fmla="*/ 370400 h 370400"/>
                <a:gd name="connsiteX7" fmla="*/ 749249 w 907209"/>
                <a:gd name="connsiteY7" fmla="*/ 212440 h 370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07209" h="370400">
                  <a:moveTo>
                    <a:pt x="749249" y="212440"/>
                  </a:moveTo>
                  <a:cubicBezTo>
                    <a:pt x="732060" y="212440"/>
                    <a:pt x="715512" y="215236"/>
                    <a:pt x="700014" y="220306"/>
                  </a:cubicBezTo>
                  <a:cubicBezTo>
                    <a:pt x="686729" y="96489"/>
                    <a:pt x="581907" y="0"/>
                    <a:pt x="454537" y="0"/>
                  </a:cubicBezTo>
                  <a:cubicBezTo>
                    <a:pt x="337246" y="0"/>
                    <a:pt x="239126" y="81806"/>
                    <a:pt x="213896" y="191405"/>
                  </a:cubicBezTo>
                  <a:lnTo>
                    <a:pt x="178995" y="191405"/>
                  </a:lnTo>
                  <a:cubicBezTo>
                    <a:pt x="80116" y="191405"/>
                    <a:pt x="0" y="271522"/>
                    <a:pt x="0" y="370400"/>
                  </a:cubicBezTo>
                  <a:lnTo>
                    <a:pt x="907209" y="370400"/>
                  </a:lnTo>
                  <a:cubicBezTo>
                    <a:pt x="907209" y="283175"/>
                    <a:pt x="836474" y="212440"/>
                    <a:pt x="749249" y="212440"/>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9" name="Freeform: Shape 188">
              <a:extLst>
                <a:ext uri="{FF2B5EF4-FFF2-40B4-BE49-F238E27FC236}">
                  <a16:creationId xmlns:a16="http://schemas.microsoft.com/office/drawing/2014/main" id="{733422FC-3B13-B5D0-0DAF-FAEE7BC1B601}"/>
                </a:ext>
              </a:extLst>
            </p:cNvPr>
            <p:cNvSpPr/>
            <p:nvPr/>
          </p:nvSpPr>
          <p:spPr>
            <a:xfrm>
              <a:off x="1651302" y="1789783"/>
              <a:ext cx="1697153" cy="675485"/>
            </a:xfrm>
            <a:custGeom>
              <a:avLst/>
              <a:gdLst>
                <a:gd name="connsiteX0" fmla="*/ 154872 w 565884"/>
                <a:gd name="connsiteY0" fmla="*/ 70357 h 225229"/>
                <a:gd name="connsiteX1" fmla="*/ 0 w 565884"/>
                <a:gd name="connsiteY1" fmla="*/ 225229 h 225229"/>
                <a:gd name="connsiteX2" fmla="*/ 565884 w 565884"/>
                <a:gd name="connsiteY2" fmla="*/ 225229 h 225229"/>
                <a:gd name="connsiteX3" fmla="*/ 496023 w 565884"/>
                <a:gd name="connsiteY3" fmla="*/ 70357 h 225229"/>
                <a:gd name="connsiteX4" fmla="*/ 496023 w 565884"/>
                <a:gd name="connsiteY4" fmla="*/ 70357 h 225229"/>
                <a:gd name="connsiteX5" fmla="*/ 154872 w 565884"/>
                <a:gd name="connsiteY5" fmla="*/ 70357 h 225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5884" h="225229">
                  <a:moveTo>
                    <a:pt x="154872" y="70357"/>
                  </a:moveTo>
                  <a:lnTo>
                    <a:pt x="0" y="225229"/>
                  </a:lnTo>
                  <a:lnTo>
                    <a:pt x="565884" y="225229"/>
                  </a:lnTo>
                  <a:cubicBezTo>
                    <a:pt x="562272" y="168711"/>
                    <a:pt x="538965" y="113299"/>
                    <a:pt x="496023" y="70357"/>
                  </a:cubicBezTo>
                  <a:lnTo>
                    <a:pt x="496023" y="70357"/>
                  </a:lnTo>
                  <a:cubicBezTo>
                    <a:pt x="402213" y="-23452"/>
                    <a:pt x="248681" y="-23452"/>
                    <a:pt x="154872" y="70357"/>
                  </a:cubicBezTo>
                  <a:close/>
                </a:path>
              </a:pathLst>
            </a:custGeom>
            <a:gradFill>
              <a:gsLst>
                <a:gs pos="29000">
                  <a:srgbClr val="FFFFFF"/>
                </a:gs>
                <a:gs pos="48000">
                  <a:srgbClr val="F8FBFE"/>
                </a:gs>
                <a:gs pos="73000">
                  <a:srgbClr val="E7F3FB"/>
                </a:gs>
                <a:gs pos="100000">
                  <a:srgbClr val="CEE6F7"/>
                </a:gs>
              </a:gsLst>
              <a:lin ang="2700000" scaled="1"/>
            </a:gra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10" name="Freeform: Shape 265">
            <a:extLst>
              <a:ext uri="{FF2B5EF4-FFF2-40B4-BE49-F238E27FC236}">
                <a16:creationId xmlns:a16="http://schemas.microsoft.com/office/drawing/2014/main" id="{2CC5AB18-EC3C-D40F-1A44-A6DDBD135322}"/>
              </a:ext>
            </a:extLst>
          </p:cNvPr>
          <p:cNvSpPr/>
          <p:nvPr userDrawn="1"/>
        </p:nvSpPr>
        <p:spPr>
          <a:xfrm>
            <a:off x="11040650" y="3165709"/>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1" name="Freeform: Shape 269">
            <a:extLst>
              <a:ext uri="{FF2B5EF4-FFF2-40B4-BE49-F238E27FC236}">
                <a16:creationId xmlns:a16="http://schemas.microsoft.com/office/drawing/2014/main" id="{3FAE867A-F63D-0949-D652-E831AD4245E0}"/>
              </a:ext>
            </a:extLst>
          </p:cNvPr>
          <p:cNvSpPr/>
          <p:nvPr userDrawn="1"/>
        </p:nvSpPr>
        <p:spPr>
          <a:xfrm>
            <a:off x="6195382" y="4307691"/>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2" name="Freeform: Shape 285">
            <a:extLst>
              <a:ext uri="{FF2B5EF4-FFF2-40B4-BE49-F238E27FC236}">
                <a16:creationId xmlns:a16="http://schemas.microsoft.com/office/drawing/2014/main" id="{74DB3C79-1660-4F33-D3A9-76FDC73AC9A7}"/>
              </a:ext>
            </a:extLst>
          </p:cNvPr>
          <p:cNvSpPr/>
          <p:nvPr userDrawn="1"/>
        </p:nvSpPr>
        <p:spPr>
          <a:xfrm>
            <a:off x="8709950" y="5303803"/>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 name="Freeform: Shape 286">
            <a:extLst>
              <a:ext uri="{FF2B5EF4-FFF2-40B4-BE49-F238E27FC236}">
                <a16:creationId xmlns:a16="http://schemas.microsoft.com/office/drawing/2014/main" id="{872A052E-29FA-0DC3-F387-F7E9BF4876E0}"/>
              </a:ext>
            </a:extLst>
          </p:cNvPr>
          <p:cNvSpPr/>
          <p:nvPr userDrawn="1"/>
        </p:nvSpPr>
        <p:spPr>
          <a:xfrm>
            <a:off x="9116688" y="501008"/>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pic>
        <p:nvPicPr>
          <p:cNvPr id="14" name="Graphic 13">
            <a:extLst>
              <a:ext uri="{FF2B5EF4-FFF2-40B4-BE49-F238E27FC236}">
                <a16:creationId xmlns:a16="http://schemas.microsoft.com/office/drawing/2014/main" id="{509589C6-2C33-2634-AE49-1CCE860B9C66}"/>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5147329" y="2147281"/>
            <a:ext cx="1564702" cy="1176425"/>
          </a:xfrm>
          <a:prstGeom prst="rect">
            <a:avLst/>
          </a:prstGeom>
        </p:spPr>
      </p:pic>
      <p:sp>
        <p:nvSpPr>
          <p:cNvPr id="15" name="Oval 14">
            <a:extLst>
              <a:ext uri="{FF2B5EF4-FFF2-40B4-BE49-F238E27FC236}">
                <a16:creationId xmlns:a16="http://schemas.microsoft.com/office/drawing/2014/main" id="{5EA78623-1C39-B6AF-331E-7C4FF2974045}"/>
              </a:ext>
            </a:extLst>
          </p:cNvPr>
          <p:cNvSpPr/>
          <p:nvPr userDrawn="1"/>
        </p:nvSpPr>
        <p:spPr>
          <a:xfrm flipV="1">
            <a:off x="6354876" y="1852997"/>
            <a:ext cx="3152006" cy="3152006"/>
          </a:xfrm>
          <a:prstGeom prst="ellipse">
            <a:avLst/>
          </a:prstGeom>
          <a:solidFill>
            <a:schemeClr val="bg1"/>
          </a:solidFill>
          <a:ln w="508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6" name="Freeform: Shape 298">
            <a:extLst>
              <a:ext uri="{FF2B5EF4-FFF2-40B4-BE49-F238E27FC236}">
                <a16:creationId xmlns:a16="http://schemas.microsoft.com/office/drawing/2014/main" id="{B1F9D95A-0D46-8579-C2E7-5C67C2F5759E}"/>
              </a:ext>
            </a:extLst>
          </p:cNvPr>
          <p:cNvSpPr/>
          <p:nvPr userDrawn="1"/>
        </p:nvSpPr>
        <p:spPr>
          <a:xfrm>
            <a:off x="5406003" y="4429286"/>
            <a:ext cx="2921280" cy="1192670"/>
          </a:xfrm>
          <a:custGeom>
            <a:avLst/>
            <a:gdLst>
              <a:gd name="connsiteX0" fmla="*/ 2797989 w 3387980"/>
              <a:gd name="connsiteY0" fmla="*/ 793219 h 1383210"/>
              <a:gd name="connsiteX1" fmla="*/ 2614092 w 3387980"/>
              <a:gd name="connsiteY1" fmla="*/ 822614 h 1383210"/>
              <a:gd name="connsiteX2" fmla="*/ 1697357 w 3387980"/>
              <a:gd name="connsiteY2" fmla="*/ 0 h 1383210"/>
              <a:gd name="connsiteX3" fmla="*/ 798795 w 3387980"/>
              <a:gd name="connsiteY3" fmla="*/ 714810 h 1383210"/>
              <a:gd name="connsiteX4" fmla="*/ 668546 w 3387980"/>
              <a:gd name="connsiteY4" fmla="*/ 714665 h 1383210"/>
              <a:gd name="connsiteX5" fmla="*/ 0 w 3387980"/>
              <a:gd name="connsiteY5" fmla="*/ 1383211 h 1383210"/>
              <a:gd name="connsiteX6" fmla="*/ 3387981 w 3387980"/>
              <a:gd name="connsiteY6" fmla="*/ 1383211 h 1383210"/>
              <a:gd name="connsiteX7" fmla="*/ 2797989 w 3387980"/>
              <a:gd name="connsiteY7" fmla="*/ 793219 h 1383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387980" h="1383210">
                <a:moveTo>
                  <a:pt x="2797989" y="793219"/>
                </a:moveTo>
                <a:cubicBezTo>
                  <a:pt x="2733770" y="793219"/>
                  <a:pt x="2671940" y="803573"/>
                  <a:pt x="2614092" y="822614"/>
                </a:cubicBezTo>
                <a:cubicBezTo>
                  <a:pt x="2564425" y="360192"/>
                  <a:pt x="2172956" y="0"/>
                  <a:pt x="1697357" y="0"/>
                </a:cubicBezTo>
                <a:cubicBezTo>
                  <a:pt x="1259406" y="0"/>
                  <a:pt x="892915" y="305385"/>
                  <a:pt x="798795" y="714810"/>
                </a:cubicBezTo>
                <a:lnTo>
                  <a:pt x="668546" y="714665"/>
                </a:lnTo>
                <a:cubicBezTo>
                  <a:pt x="299304" y="714737"/>
                  <a:pt x="0" y="1014041"/>
                  <a:pt x="0" y="1383211"/>
                </a:cubicBezTo>
                <a:lnTo>
                  <a:pt x="3387981" y="1383211"/>
                </a:lnTo>
                <a:cubicBezTo>
                  <a:pt x="3387981" y="1057336"/>
                  <a:pt x="3123864" y="793219"/>
                  <a:pt x="2797989" y="793219"/>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17" name="Graphic 133">
            <a:extLst>
              <a:ext uri="{FF2B5EF4-FFF2-40B4-BE49-F238E27FC236}">
                <a16:creationId xmlns:a16="http://schemas.microsoft.com/office/drawing/2014/main" id="{C0AEFB13-6955-72D8-CA28-B54C5E3B6FA9}"/>
              </a:ext>
            </a:extLst>
          </p:cNvPr>
          <p:cNvGrpSpPr/>
          <p:nvPr userDrawn="1"/>
        </p:nvGrpSpPr>
        <p:grpSpPr>
          <a:xfrm>
            <a:off x="6411279" y="5443017"/>
            <a:ext cx="492164" cy="535997"/>
            <a:chOff x="8799755" y="943899"/>
            <a:chExt cx="839533" cy="914304"/>
          </a:xfrm>
          <a:noFill/>
        </p:grpSpPr>
        <p:sp>
          <p:nvSpPr>
            <p:cNvPr id="18" name="Freeform: Shape 300">
              <a:extLst>
                <a:ext uri="{FF2B5EF4-FFF2-40B4-BE49-F238E27FC236}">
                  <a16:creationId xmlns:a16="http://schemas.microsoft.com/office/drawing/2014/main" id="{4AFDD986-9D71-582C-8F34-6C2A7D345192}"/>
                </a:ext>
              </a:extLst>
            </p:cNvPr>
            <p:cNvSpPr/>
            <p:nvPr/>
          </p:nvSpPr>
          <p:spPr>
            <a:xfrm>
              <a:off x="8799755" y="943899"/>
              <a:ext cx="839533" cy="914304"/>
            </a:xfrm>
            <a:custGeom>
              <a:avLst/>
              <a:gdLst>
                <a:gd name="connsiteX0" fmla="*/ 419767 w 839533"/>
                <a:gd name="connsiteY0" fmla="*/ 914305 h 914304"/>
                <a:gd name="connsiteX1" fmla="*/ 415576 w 839533"/>
                <a:gd name="connsiteY1" fmla="*/ 913638 h 914304"/>
                <a:gd name="connsiteX2" fmla="*/ 0 w 839533"/>
                <a:gd name="connsiteY2" fmla="*/ 345281 h 914304"/>
                <a:gd name="connsiteX3" fmla="*/ 0 w 839533"/>
                <a:gd name="connsiteY3" fmla="*/ 13906 h 914304"/>
                <a:gd name="connsiteX4" fmla="*/ 13906 w 839533"/>
                <a:gd name="connsiteY4" fmla="*/ 0 h 914304"/>
                <a:gd name="connsiteX5" fmla="*/ 825627 w 839533"/>
                <a:gd name="connsiteY5" fmla="*/ 0 h 914304"/>
                <a:gd name="connsiteX6" fmla="*/ 839534 w 839533"/>
                <a:gd name="connsiteY6" fmla="*/ 13906 h 914304"/>
                <a:gd name="connsiteX7" fmla="*/ 839534 w 839533"/>
                <a:gd name="connsiteY7" fmla="*/ 345281 h 914304"/>
                <a:gd name="connsiteX8" fmla="*/ 424053 w 839533"/>
                <a:gd name="connsiteY8" fmla="*/ 913638 h 914304"/>
                <a:gd name="connsiteX9" fmla="*/ 419862 w 839533"/>
                <a:gd name="connsiteY9" fmla="*/ 914305 h 91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39533" h="914304">
                  <a:moveTo>
                    <a:pt x="419767" y="914305"/>
                  </a:moveTo>
                  <a:cubicBezTo>
                    <a:pt x="418338" y="914305"/>
                    <a:pt x="416909" y="914114"/>
                    <a:pt x="415576" y="913638"/>
                  </a:cubicBezTo>
                  <a:cubicBezTo>
                    <a:pt x="167069" y="834676"/>
                    <a:pt x="0" y="606266"/>
                    <a:pt x="0" y="345281"/>
                  </a:cubicBezTo>
                  <a:lnTo>
                    <a:pt x="0" y="13906"/>
                  </a:lnTo>
                  <a:cubicBezTo>
                    <a:pt x="0" y="6191"/>
                    <a:pt x="6191" y="0"/>
                    <a:pt x="13906" y="0"/>
                  </a:cubicBezTo>
                  <a:lnTo>
                    <a:pt x="825627" y="0"/>
                  </a:lnTo>
                  <a:cubicBezTo>
                    <a:pt x="833342" y="0"/>
                    <a:pt x="839534" y="6191"/>
                    <a:pt x="839534" y="13906"/>
                  </a:cubicBezTo>
                  <a:lnTo>
                    <a:pt x="839534" y="345281"/>
                  </a:lnTo>
                  <a:cubicBezTo>
                    <a:pt x="839534" y="606266"/>
                    <a:pt x="672560" y="834676"/>
                    <a:pt x="424053" y="913638"/>
                  </a:cubicBezTo>
                  <a:cubicBezTo>
                    <a:pt x="422624" y="914114"/>
                    <a:pt x="421195" y="914305"/>
                    <a:pt x="419862" y="914305"/>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9" name="Freeform: Shape 301">
              <a:extLst>
                <a:ext uri="{FF2B5EF4-FFF2-40B4-BE49-F238E27FC236}">
                  <a16:creationId xmlns:a16="http://schemas.microsoft.com/office/drawing/2014/main" id="{DE096775-AD99-FA6D-6542-190E4F93467A}"/>
                </a:ext>
              </a:extLst>
            </p:cNvPr>
            <p:cNvSpPr/>
            <p:nvPr/>
          </p:nvSpPr>
          <p:spPr>
            <a:xfrm>
              <a:off x="9223713" y="943899"/>
              <a:ext cx="9525" cy="913638"/>
            </a:xfrm>
            <a:custGeom>
              <a:avLst/>
              <a:gdLst>
                <a:gd name="connsiteX0" fmla="*/ 0 w 9525"/>
                <a:gd name="connsiteY0" fmla="*/ 913638 h 913638"/>
                <a:gd name="connsiteX1" fmla="*/ 0 w 9525"/>
                <a:gd name="connsiteY1" fmla="*/ 0 h 913638"/>
              </a:gdLst>
              <a:ahLst/>
              <a:cxnLst>
                <a:cxn ang="0">
                  <a:pos x="connsiteX0" y="connsiteY0"/>
                </a:cxn>
                <a:cxn ang="0">
                  <a:pos x="connsiteX1" y="connsiteY1"/>
                </a:cxn>
              </a:cxnLst>
              <a:rect l="l" t="t" r="r" b="b"/>
              <a:pathLst>
                <a:path w="9525" h="913638">
                  <a:moveTo>
                    <a:pt x="0" y="913638"/>
                  </a:moveTo>
                  <a:lnTo>
                    <a:pt x="0" y="0"/>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pic>
        <p:nvPicPr>
          <p:cNvPr id="20" name="Graphic 19">
            <a:extLst>
              <a:ext uri="{FF2B5EF4-FFF2-40B4-BE49-F238E27FC236}">
                <a16:creationId xmlns:a16="http://schemas.microsoft.com/office/drawing/2014/main" id="{3A0FF0CB-687C-E24F-36A5-FB289981636A}"/>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5514997" y="3684778"/>
            <a:ext cx="388873" cy="388873"/>
          </a:xfrm>
          <a:prstGeom prst="rect">
            <a:avLst/>
          </a:prstGeom>
        </p:spPr>
      </p:pic>
      <p:pic>
        <p:nvPicPr>
          <p:cNvPr id="21" name="Graphic 20">
            <a:extLst>
              <a:ext uri="{FF2B5EF4-FFF2-40B4-BE49-F238E27FC236}">
                <a16:creationId xmlns:a16="http://schemas.microsoft.com/office/drawing/2014/main" id="{2499B8D3-8756-8591-628B-6D81BA9ECB3C}"/>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9683496" y="390624"/>
            <a:ext cx="1410208" cy="2480020"/>
          </a:xfrm>
          <a:prstGeom prst="rect">
            <a:avLst/>
          </a:prstGeom>
        </p:spPr>
      </p:pic>
      <p:pic>
        <p:nvPicPr>
          <p:cNvPr id="22" name="Graphic 21">
            <a:extLst>
              <a:ext uri="{FF2B5EF4-FFF2-40B4-BE49-F238E27FC236}">
                <a16:creationId xmlns:a16="http://schemas.microsoft.com/office/drawing/2014/main" id="{DE377636-735E-5072-4763-BD9AD106FF04}"/>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6449352" y="838788"/>
            <a:ext cx="397256" cy="397256"/>
          </a:xfrm>
          <a:prstGeom prst="rect">
            <a:avLst/>
          </a:prstGeom>
        </p:spPr>
      </p:pic>
      <p:pic>
        <p:nvPicPr>
          <p:cNvPr id="23" name="Graphic 22">
            <a:extLst>
              <a:ext uri="{FF2B5EF4-FFF2-40B4-BE49-F238E27FC236}">
                <a16:creationId xmlns:a16="http://schemas.microsoft.com/office/drawing/2014/main" id="{EB98284C-1B5E-A8D8-8ED6-444E5E27C252}"/>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11051033" y="4987988"/>
            <a:ext cx="397256" cy="397256"/>
          </a:xfrm>
          <a:prstGeom prst="rect">
            <a:avLst/>
          </a:prstGeom>
        </p:spPr>
      </p:pic>
      <p:grpSp>
        <p:nvGrpSpPr>
          <p:cNvPr id="24" name="Group 23">
            <a:extLst>
              <a:ext uri="{FF2B5EF4-FFF2-40B4-BE49-F238E27FC236}">
                <a16:creationId xmlns:a16="http://schemas.microsoft.com/office/drawing/2014/main" id="{AA95DB9C-39E7-6DC6-E872-A8C2723826CA}"/>
              </a:ext>
            </a:extLst>
          </p:cNvPr>
          <p:cNvGrpSpPr>
            <a:grpSpLocks noChangeAspect="1"/>
          </p:cNvGrpSpPr>
          <p:nvPr userDrawn="1"/>
        </p:nvGrpSpPr>
        <p:grpSpPr>
          <a:xfrm>
            <a:off x="7072863" y="2635715"/>
            <a:ext cx="1681551" cy="1737360"/>
            <a:chOff x="7078693" y="2691028"/>
            <a:chExt cx="1634411" cy="1688655"/>
          </a:xfrm>
        </p:grpSpPr>
        <p:sp>
          <p:nvSpPr>
            <p:cNvPr id="25" name="Freeform: Shape 22">
              <a:extLst>
                <a:ext uri="{FF2B5EF4-FFF2-40B4-BE49-F238E27FC236}">
                  <a16:creationId xmlns:a16="http://schemas.microsoft.com/office/drawing/2014/main" id="{D2E0534F-69DF-F22A-6194-6DF17D92BAA2}"/>
                </a:ext>
              </a:extLst>
            </p:cNvPr>
            <p:cNvSpPr/>
            <p:nvPr/>
          </p:nvSpPr>
          <p:spPr>
            <a:xfrm>
              <a:off x="7078693" y="3540053"/>
              <a:ext cx="553370" cy="839455"/>
            </a:xfrm>
            <a:custGeom>
              <a:avLst/>
              <a:gdLst>
                <a:gd name="connsiteX0" fmla="*/ 186803 w 206004"/>
                <a:gd name="connsiteY0" fmla="*/ 0 h 312504"/>
                <a:gd name="connsiteX1" fmla="*/ 0 w 206004"/>
                <a:gd name="connsiteY1" fmla="*/ 0 h 312504"/>
                <a:gd name="connsiteX2" fmla="*/ 0 w 206004"/>
                <a:gd name="connsiteY2" fmla="*/ 16496 h 312504"/>
                <a:gd name="connsiteX3" fmla="*/ 186803 w 206004"/>
                <a:gd name="connsiteY3" fmla="*/ 16496 h 312504"/>
                <a:gd name="connsiteX4" fmla="*/ 189508 w 206004"/>
                <a:gd name="connsiteY4" fmla="*/ 19202 h 312504"/>
                <a:gd name="connsiteX5" fmla="*/ 189508 w 206004"/>
                <a:gd name="connsiteY5" fmla="*/ 312504 h 312504"/>
                <a:gd name="connsiteX6" fmla="*/ 206004 w 206004"/>
                <a:gd name="connsiteY6" fmla="*/ 312504 h 312504"/>
                <a:gd name="connsiteX7" fmla="*/ 206004 w 206004"/>
                <a:gd name="connsiteY7" fmla="*/ 19202 h 312504"/>
                <a:gd name="connsiteX8" fmla="*/ 186803 w 206004"/>
                <a:gd name="connsiteY8" fmla="*/ 0 h 3125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6004" h="312504">
                  <a:moveTo>
                    <a:pt x="186803" y="0"/>
                  </a:moveTo>
                  <a:lnTo>
                    <a:pt x="0" y="0"/>
                  </a:lnTo>
                  <a:lnTo>
                    <a:pt x="0" y="16496"/>
                  </a:lnTo>
                  <a:lnTo>
                    <a:pt x="186803" y="16496"/>
                  </a:lnTo>
                  <a:cubicBezTo>
                    <a:pt x="188255" y="16496"/>
                    <a:pt x="189508" y="17684"/>
                    <a:pt x="189508" y="19202"/>
                  </a:cubicBezTo>
                  <a:lnTo>
                    <a:pt x="189508" y="312504"/>
                  </a:lnTo>
                  <a:lnTo>
                    <a:pt x="206004" y="312504"/>
                  </a:lnTo>
                  <a:lnTo>
                    <a:pt x="206004" y="19202"/>
                  </a:lnTo>
                  <a:cubicBezTo>
                    <a:pt x="206004" y="8644"/>
                    <a:pt x="197426" y="0"/>
                    <a:pt x="186803" y="0"/>
                  </a:cubicBezTo>
                  <a:close/>
                </a:path>
              </a:pathLst>
            </a:custGeom>
            <a:solidFill>
              <a:schemeClr val="accent5"/>
            </a:solidFill>
            <a:ln w="0" cap="flat">
              <a:noFill/>
              <a:prstDash val="solid"/>
              <a:miter/>
            </a:ln>
          </p:spPr>
          <p:txBody>
            <a:bodyPr lIns="46818" tIns="23409" rIns="46818" bIns="23409"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6" name="Freeform: Shape 23">
              <a:extLst>
                <a:ext uri="{FF2B5EF4-FFF2-40B4-BE49-F238E27FC236}">
                  <a16:creationId xmlns:a16="http://schemas.microsoft.com/office/drawing/2014/main" id="{916BEADB-2B89-3793-74C3-B4E68ECBD0D3}"/>
                </a:ext>
              </a:extLst>
            </p:cNvPr>
            <p:cNvSpPr/>
            <p:nvPr/>
          </p:nvSpPr>
          <p:spPr>
            <a:xfrm>
              <a:off x="8162393" y="3540053"/>
              <a:ext cx="550711" cy="839455"/>
            </a:xfrm>
            <a:custGeom>
              <a:avLst/>
              <a:gdLst>
                <a:gd name="connsiteX0" fmla="*/ 19202 w 205014"/>
                <a:gd name="connsiteY0" fmla="*/ 0 h 312504"/>
                <a:gd name="connsiteX1" fmla="*/ 0 w 205014"/>
                <a:gd name="connsiteY1" fmla="*/ 19202 h 312504"/>
                <a:gd name="connsiteX2" fmla="*/ 0 w 205014"/>
                <a:gd name="connsiteY2" fmla="*/ 312504 h 312504"/>
                <a:gd name="connsiteX3" fmla="*/ 16496 w 205014"/>
                <a:gd name="connsiteY3" fmla="*/ 312504 h 312504"/>
                <a:gd name="connsiteX4" fmla="*/ 16496 w 205014"/>
                <a:gd name="connsiteY4" fmla="*/ 19202 h 312504"/>
                <a:gd name="connsiteX5" fmla="*/ 19202 w 205014"/>
                <a:gd name="connsiteY5" fmla="*/ 16496 h 312504"/>
                <a:gd name="connsiteX6" fmla="*/ 205015 w 205014"/>
                <a:gd name="connsiteY6" fmla="*/ 16496 h 312504"/>
                <a:gd name="connsiteX7" fmla="*/ 205015 w 205014"/>
                <a:gd name="connsiteY7" fmla="*/ 0 h 312504"/>
                <a:gd name="connsiteX8" fmla="*/ 19202 w 205014"/>
                <a:gd name="connsiteY8" fmla="*/ 0 h 3125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5014" h="312504">
                  <a:moveTo>
                    <a:pt x="19202" y="0"/>
                  </a:moveTo>
                  <a:cubicBezTo>
                    <a:pt x="8644" y="0"/>
                    <a:pt x="0" y="8578"/>
                    <a:pt x="0" y="19202"/>
                  </a:cubicBezTo>
                  <a:lnTo>
                    <a:pt x="0" y="312504"/>
                  </a:lnTo>
                  <a:lnTo>
                    <a:pt x="16496" y="312504"/>
                  </a:lnTo>
                  <a:lnTo>
                    <a:pt x="16496" y="19202"/>
                  </a:lnTo>
                  <a:cubicBezTo>
                    <a:pt x="16496" y="17750"/>
                    <a:pt x="17684" y="16496"/>
                    <a:pt x="19202" y="16496"/>
                  </a:cubicBezTo>
                  <a:lnTo>
                    <a:pt x="205015" y="16496"/>
                  </a:lnTo>
                  <a:lnTo>
                    <a:pt x="205015" y="0"/>
                  </a:lnTo>
                  <a:lnTo>
                    <a:pt x="19202" y="0"/>
                  </a:lnTo>
                  <a:close/>
                </a:path>
              </a:pathLst>
            </a:custGeom>
            <a:solidFill>
              <a:schemeClr val="accent5"/>
            </a:solidFill>
            <a:ln w="0" cap="flat">
              <a:noFill/>
              <a:prstDash val="solid"/>
              <a:miter/>
            </a:ln>
          </p:spPr>
          <p:txBody>
            <a:bodyPr lIns="46818" tIns="23409" rIns="46818" bIns="23409"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27" name="Group 26">
              <a:extLst>
                <a:ext uri="{FF2B5EF4-FFF2-40B4-BE49-F238E27FC236}">
                  <a16:creationId xmlns:a16="http://schemas.microsoft.com/office/drawing/2014/main" id="{8118B40A-A09D-7557-38AE-0407BA84BA1C}"/>
                </a:ext>
              </a:extLst>
            </p:cNvPr>
            <p:cNvGrpSpPr/>
            <p:nvPr/>
          </p:nvGrpSpPr>
          <p:grpSpPr>
            <a:xfrm>
              <a:off x="7099254" y="2691028"/>
              <a:ext cx="1591520" cy="1688655"/>
              <a:chOff x="7099254" y="2691028"/>
              <a:chExt cx="1591520" cy="1688655"/>
            </a:xfrm>
            <a:solidFill>
              <a:schemeClr val="accent5"/>
            </a:solidFill>
          </p:grpSpPr>
          <p:sp>
            <p:nvSpPr>
              <p:cNvPr id="28" name="Freeform: Shape 24">
                <a:extLst>
                  <a:ext uri="{FF2B5EF4-FFF2-40B4-BE49-F238E27FC236}">
                    <a16:creationId xmlns:a16="http://schemas.microsoft.com/office/drawing/2014/main" id="{CF169628-FF3F-072F-75AE-8E9ED2901F21}"/>
                  </a:ext>
                </a:extLst>
              </p:cNvPr>
              <p:cNvSpPr/>
              <p:nvPr/>
            </p:nvSpPr>
            <p:spPr>
              <a:xfrm>
                <a:off x="7537767" y="2704497"/>
                <a:ext cx="290689" cy="290689"/>
              </a:xfrm>
              <a:custGeom>
                <a:avLst/>
                <a:gdLst>
                  <a:gd name="connsiteX0" fmla="*/ 54108 w 108215"/>
                  <a:gd name="connsiteY0" fmla="*/ 108215 h 108215"/>
                  <a:gd name="connsiteX1" fmla="*/ 108215 w 108215"/>
                  <a:gd name="connsiteY1" fmla="*/ 54108 h 108215"/>
                  <a:gd name="connsiteX2" fmla="*/ 54108 w 108215"/>
                  <a:gd name="connsiteY2" fmla="*/ 0 h 108215"/>
                  <a:gd name="connsiteX3" fmla="*/ 0 w 108215"/>
                  <a:gd name="connsiteY3" fmla="*/ 54108 h 108215"/>
                  <a:gd name="connsiteX4" fmla="*/ 54108 w 108215"/>
                  <a:gd name="connsiteY4" fmla="*/ 108215 h 108215"/>
                  <a:gd name="connsiteX5" fmla="*/ 54108 w 108215"/>
                  <a:gd name="connsiteY5" fmla="*/ 16496 h 108215"/>
                  <a:gd name="connsiteX6" fmla="*/ 91719 w 108215"/>
                  <a:gd name="connsiteY6" fmla="*/ 54108 h 108215"/>
                  <a:gd name="connsiteX7" fmla="*/ 54108 w 108215"/>
                  <a:gd name="connsiteY7" fmla="*/ 91719 h 108215"/>
                  <a:gd name="connsiteX8" fmla="*/ 16496 w 108215"/>
                  <a:gd name="connsiteY8" fmla="*/ 54108 h 108215"/>
                  <a:gd name="connsiteX9" fmla="*/ 54108 w 108215"/>
                  <a:gd name="connsiteY9" fmla="*/ 16496 h 1082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8215" h="108215">
                    <a:moveTo>
                      <a:pt x="54108" y="108215"/>
                    </a:moveTo>
                    <a:cubicBezTo>
                      <a:pt x="83933" y="108215"/>
                      <a:pt x="108215" y="83933"/>
                      <a:pt x="108215" y="54108"/>
                    </a:cubicBezTo>
                    <a:cubicBezTo>
                      <a:pt x="108215" y="24282"/>
                      <a:pt x="83933" y="0"/>
                      <a:pt x="54108" y="0"/>
                    </a:cubicBezTo>
                    <a:cubicBezTo>
                      <a:pt x="24282" y="0"/>
                      <a:pt x="0" y="24282"/>
                      <a:pt x="0" y="54108"/>
                    </a:cubicBezTo>
                    <a:cubicBezTo>
                      <a:pt x="0" y="83933"/>
                      <a:pt x="24282" y="108215"/>
                      <a:pt x="54108" y="108215"/>
                    </a:cubicBezTo>
                    <a:close/>
                    <a:moveTo>
                      <a:pt x="54108" y="16496"/>
                    </a:moveTo>
                    <a:cubicBezTo>
                      <a:pt x="74827" y="16496"/>
                      <a:pt x="91719" y="33388"/>
                      <a:pt x="91719" y="54108"/>
                    </a:cubicBezTo>
                    <a:cubicBezTo>
                      <a:pt x="91719" y="74827"/>
                      <a:pt x="74827" y="91719"/>
                      <a:pt x="54108" y="91719"/>
                    </a:cubicBezTo>
                    <a:cubicBezTo>
                      <a:pt x="33388" y="91719"/>
                      <a:pt x="16496" y="74827"/>
                      <a:pt x="16496" y="54108"/>
                    </a:cubicBezTo>
                    <a:cubicBezTo>
                      <a:pt x="16496" y="33388"/>
                      <a:pt x="33388" y="16496"/>
                      <a:pt x="54108" y="16496"/>
                    </a:cubicBezTo>
                    <a:close/>
                  </a:path>
                </a:pathLst>
              </a:custGeom>
              <a:grpFill/>
              <a:ln w="6232"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9" name="Freeform: Shape 25">
                <a:extLst>
                  <a:ext uri="{FF2B5EF4-FFF2-40B4-BE49-F238E27FC236}">
                    <a16:creationId xmlns:a16="http://schemas.microsoft.com/office/drawing/2014/main" id="{5F395B14-284D-AB07-C89B-BB1C44583D43}"/>
                  </a:ext>
                </a:extLst>
              </p:cNvPr>
              <p:cNvSpPr/>
              <p:nvPr/>
            </p:nvSpPr>
            <p:spPr>
              <a:xfrm>
                <a:off x="8400085" y="2704497"/>
                <a:ext cx="290689" cy="290689"/>
              </a:xfrm>
              <a:custGeom>
                <a:avLst/>
                <a:gdLst>
                  <a:gd name="connsiteX0" fmla="*/ 54108 w 108215"/>
                  <a:gd name="connsiteY0" fmla="*/ 108215 h 108215"/>
                  <a:gd name="connsiteX1" fmla="*/ 108215 w 108215"/>
                  <a:gd name="connsiteY1" fmla="*/ 54108 h 108215"/>
                  <a:gd name="connsiteX2" fmla="*/ 54108 w 108215"/>
                  <a:gd name="connsiteY2" fmla="*/ 0 h 108215"/>
                  <a:gd name="connsiteX3" fmla="*/ 0 w 108215"/>
                  <a:gd name="connsiteY3" fmla="*/ 54108 h 108215"/>
                  <a:gd name="connsiteX4" fmla="*/ 54108 w 108215"/>
                  <a:gd name="connsiteY4" fmla="*/ 108215 h 108215"/>
                  <a:gd name="connsiteX5" fmla="*/ 54108 w 108215"/>
                  <a:gd name="connsiteY5" fmla="*/ 16496 h 108215"/>
                  <a:gd name="connsiteX6" fmla="*/ 91719 w 108215"/>
                  <a:gd name="connsiteY6" fmla="*/ 54108 h 108215"/>
                  <a:gd name="connsiteX7" fmla="*/ 54108 w 108215"/>
                  <a:gd name="connsiteY7" fmla="*/ 91719 h 108215"/>
                  <a:gd name="connsiteX8" fmla="*/ 16496 w 108215"/>
                  <a:gd name="connsiteY8" fmla="*/ 54108 h 108215"/>
                  <a:gd name="connsiteX9" fmla="*/ 54108 w 108215"/>
                  <a:gd name="connsiteY9" fmla="*/ 16496 h 1082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8215" h="108215">
                    <a:moveTo>
                      <a:pt x="54108" y="108215"/>
                    </a:moveTo>
                    <a:cubicBezTo>
                      <a:pt x="83933" y="108215"/>
                      <a:pt x="108215" y="83933"/>
                      <a:pt x="108215" y="54108"/>
                    </a:cubicBezTo>
                    <a:cubicBezTo>
                      <a:pt x="108215" y="24282"/>
                      <a:pt x="83933" y="0"/>
                      <a:pt x="54108" y="0"/>
                    </a:cubicBezTo>
                    <a:cubicBezTo>
                      <a:pt x="24282" y="0"/>
                      <a:pt x="0" y="24282"/>
                      <a:pt x="0" y="54108"/>
                    </a:cubicBezTo>
                    <a:cubicBezTo>
                      <a:pt x="0" y="83933"/>
                      <a:pt x="24282" y="108215"/>
                      <a:pt x="54108" y="108215"/>
                    </a:cubicBezTo>
                    <a:close/>
                    <a:moveTo>
                      <a:pt x="54108" y="16496"/>
                    </a:moveTo>
                    <a:cubicBezTo>
                      <a:pt x="74827" y="16496"/>
                      <a:pt x="91719" y="33388"/>
                      <a:pt x="91719" y="54108"/>
                    </a:cubicBezTo>
                    <a:cubicBezTo>
                      <a:pt x="91719" y="74827"/>
                      <a:pt x="74827" y="91719"/>
                      <a:pt x="54108" y="91719"/>
                    </a:cubicBezTo>
                    <a:cubicBezTo>
                      <a:pt x="33388" y="91719"/>
                      <a:pt x="16496" y="74827"/>
                      <a:pt x="16496" y="54108"/>
                    </a:cubicBezTo>
                    <a:cubicBezTo>
                      <a:pt x="16496" y="33388"/>
                      <a:pt x="33388" y="16496"/>
                      <a:pt x="54108" y="16496"/>
                    </a:cubicBezTo>
                    <a:close/>
                  </a:path>
                </a:pathLst>
              </a:custGeom>
              <a:grpFill/>
              <a:ln w="6232"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0" name="Freeform: Shape 26">
                <a:extLst>
                  <a:ext uri="{FF2B5EF4-FFF2-40B4-BE49-F238E27FC236}">
                    <a16:creationId xmlns:a16="http://schemas.microsoft.com/office/drawing/2014/main" id="{1A55EB4A-45D9-0B9D-F08D-C85179EC8CC9}"/>
                  </a:ext>
                </a:extLst>
              </p:cNvPr>
              <p:cNvSpPr/>
              <p:nvPr/>
            </p:nvSpPr>
            <p:spPr>
              <a:xfrm>
                <a:off x="7112724" y="3081153"/>
                <a:ext cx="290689" cy="290689"/>
              </a:xfrm>
              <a:custGeom>
                <a:avLst/>
                <a:gdLst>
                  <a:gd name="connsiteX0" fmla="*/ 0 w 108215"/>
                  <a:gd name="connsiteY0" fmla="*/ 54108 h 108215"/>
                  <a:gd name="connsiteX1" fmla="*/ 54108 w 108215"/>
                  <a:gd name="connsiteY1" fmla="*/ 108215 h 108215"/>
                  <a:gd name="connsiteX2" fmla="*/ 108215 w 108215"/>
                  <a:gd name="connsiteY2" fmla="*/ 54108 h 108215"/>
                  <a:gd name="connsiteX3" fmla="*/ 54108 w 108215"/>
                  <a:gd name="connsiteY3" fmla="*/ 0 h 108215"/>
                  <a:gd name="connsiteX4" fmla="*/ 0 w 108215"/>
                  <a:gd name="connsiteY4" fmla="*/ 54108 h 108215"/>
                  <a:gd name="connsiteX5" fmla="*/ 91719 w 108215"/>
                  <a:gd name="connsiteY5" fmla="*/ 54108 h 108215"/>
                  <a:gd name="connsiteX6" fmla="*/ 54108 w 108215"/>
                  <a:gd name="connsiteY6" fmla="*/ 91719 h 108215"/>
                  <a:gd name="connsiteX7" fmla="*/ 16496 w 108215"/>
                  <a:gd name="connsiteY7" fmla="*/ 54108 h 108215"/>
                  <a:gd name="connsiteX8" fmla="*/ 54108 w 108215"/>
                  <a:gd name="connsiteY8" fmla="*/ 16496 h 108215"/>
                  <a:gd name="connsiteX9" fmla="*/ 91719 w 108215"/>
                  <a:gd name="connsiteY9" fmla="*/ 54108 h 1082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8215" h="108215">
                    <a:moveTo>
                      <a:pt x="0" y="54108"/>
                    </a:moveTo>
                    <a:cubicBezTo>
                      <a:pt x="0" y="83933"/>
                      <a:pt x="24282" y="108215"/>
                      <a:pt x="54108" y="108215"/>
                    </a:cubicBezTo>
                    <a:cubicBezTo>
                      <a:pt x="83933" y="108215"/>
                      <a:pt x="108215" y="83933"/>
                      <a:pt x="108215" y="54108"/>
                    </a:cubicBezTo>
                    <a:cubicBezTo>
                      <a:pt x="108215" y="24282"/>
                      <a:pt x="83933" y="0"/>
                      <a:pt x="54108" y="0"/>
                    </a:cubicBezTo>
                    <a:cubicBezTo>
                      <a:pt x="24282" y="0"/>
                      <a:pt x="0" y="24282"/>
                      <a:pt x="0" y="54108"/>
                    </a:cubicBezTo>
                    <a:close/>
                    <a:moveTo>
                      <a:pt x="91719" y="54108"/>
                    </a:moveTo>
                    <a:cubicBezTo>
                      <a:pt x="91719" y="74827"/>
                      <a:pt x="74827" y="91719"/>
                      <a:pt x="54108" y="91719"/>
                    </a:cubicBezTo>
                    <a:cubicBezTo>
                      <a:pt x="33388" y="91719"/>
                      <a:pt x="16496" y="74827"/>
                      <a:pt x="16496" y="54108"/>
                    </a:cubicBezTo>
                    <a:cubicBezTo>
                      <a:pt x="16496" y="33388"/>
                      <a:pt x="33388" y="16496"/>
                      <a:pt x="54108" y="16496"/>
                    </a:cubicBezTo>
                    <a:cubicBezTo>
                      <a:pt x="74827" y="16496"/>
                      <a:pt x="91719" y="33388"/>
                      <a:pt x="91719" y="54108"/>
                    </a:cubicBezTo>
                    <a:close/>
                  </a:path>
                </a:pathLst>
              </a:custGeom>
              <a:grpFill/>
              <a:ln w="6232"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1" name="Freeform: Shape 27">
                <a:extLst>
                  <a:ext uri="{FF2B5EF4-FFF2-40B4-BE49-F238E27FC236}">
                    <a16:creationId xmlns:a16="http://schemas.microsoft.com/office/drawing/2014/main" id="{18BE65EB-6D7D-002F-63B5-AB850291F334}"/>
                  </a:ext>
                </a:extLst>
              </p:cNvPr>
              <p:cNvSpPr/>
              <p:nvPr/>
            </p:nvSpPr>
            <p:spPr>
              <a:xfrm>
                <a:off x="7984791" y="2719564"/>
                <a:ext cx="260377" cy="260378"/>
              </a:xfrm>
              <a:custGeom>
                <a:avLst/>
                <a:gdLst>
                  <a:gd name="connsiteX0" fmla="*/ 96932 w 96931"/>
                  <a:gd name="connsiteY0" fmla="*/ 0 h 96931"/>
                  <a:gd name="connsiteX1" fmla="*/ 0 w 96931"/>
                  <a:gd name="connsiteY1" fmla="*/ 0 h 96931"/>
                  <a:gd name="connsiteX2" fmla="*/ 0 w 96931"/>
                  <a:gd name="connsiteY2" fmla="*/ 96932 h 96931"/>
                  <a:gd name="connsiteX3" fmla="*/ 96932 w 96931"/>
                  <a:gd name="connsiteY3" fmla="*/ 96932 h 96931"/>
                  <a:gd name="connsiteX4" fmla="*/ 96932 w 96931"/>
                  <a:gd name="connsiteY4" fmla="*/ 0 h 96931"/>
                  <a:gd name="connsiteX5" fmla="*/ 80435 w 96931"/>
                  <a:gd name="connsiteY5" fmla="*/ 80436 h 96931"/>
                  <a:gd name="connsiteX6" fmla="*/ 16496 w 96931"/>
                  <a:gd name="connsiteY6" fmla="*/ 80436 h 96931"/>
                  <a:gd name="connsiteX7" fmla="*/ 16496 w 96931"/>
                  <a:gd name="connsiteY7" fmla="*/ 16496 h 96931"/>
                  <a:gd name="connsiteX8" fmla="*/ 80435 w 96931"/>
                  <a:gd name="connsiteY8" fmla="*/ 16496 h 96931"/>
                  <a:gd name="connsiteX9" fmla="*/ 80435 w 96931"/>
                  <a:gd name="connsiteY9" fmla="*/ 80436 h 96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6931" h="96931">
                    <a:moveTo>
                      <a:pt x="96932" y="0"/>
                    </a:moveTo>
                    <a:lnTo>
                      <a:pt x="0" y="0"/>
                    </a:lnTo>
                    <a:lnTo>
                      <a:pt x="0" y="96932"/>
                    </a:lnTo>
                    <a:lnTo>
                      <a:pt x="96932" y="96932"/>
                    </a:lnTo>
                    <a:lnTo>
                      <a:pt x="96932" y="0"/>
                    </a:lnTo>
                    <a:close/>
                    <a:moveTo>
                      <a:pt x="80435" y="80436"/>
                    </a:moveTo>
                    <a:lnTo>
                      <a:pt x="16496" y="80436"/>
                    </a:lnTo>
                    <a:lnTo>
                      <a:pt x="16496" y="16496"/>
                    </a:lnTo>
                    <a:lnTo>
                      <a:pt x="80435" y="16496"/>
                    </a:lnTo>
                    <a:lnTo>
                      <a:pt x="80435" y="80436"/>
                    </a:lnTo>
                    <a:close/>
                  </a:path>
                </a:pathLst>
              </a:custGeom>
              <a:grpFill/>
              <a:ln w="6232"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2" name="Freeform: Shape 28">
                <a:extLst>
                  <a:ext uri="{FF2B5EF4-FFF2-40B4-BE49-F238E27FC236}">
                    <a16:creationId xmlns:a16="http://schemas.microsoft.com/office/drawing/2014/main" id="{3A9F768E-93DD-0C02-73DA-D4C24044C5E8}"/>
                  </a:ext>
                </a:extLst>
              </p:cNvPr>
              <p:cNvSpPr/>
              <p:nvPr/>
            </p:nvSpPr>
            <p:spPr>
              <a:xfrm>
                <a:off x="7552834" y="3096397"/>
                <a:ext cx="260377" cy="260378"/>
              </a:xfrm>
              <a:custGeom>
                <a:avLst/>
                <a:gdLst>
                  <a:gd name="connsiteX0" fmla="*/ 0 w 96931"/>
                  <a:gd name="connsiteY0" fmla="*/ 96932 h 96931"/>
                  <a:gd name="connsiteX1" fmla="*/ 96932 w 96931"/>
                  <a:gd name="connsiteY1" fmla="*/ 96932 h 96931"/>
                  <a:gd name="connsiteX2" fmla="*/ 96932 w 96931"/>
                  <a:gd name="connsiteY2" fmla="*/ 0 h 96931"/>
                  <a:gd name="connsiteX3" fmla="*/ 0 w 96931"/>
                  <a:gd name="connsiteY3" fmla="*/ 0 h 96931"/>
                  <a:gd name="connsiteX4" fmla="*/ 0 w 96931"/>
                  <a:gd name="connsiteY4" fmla="*/ 96932 h 96931"/>
                  <a:gd name="connsiteX5" fmla="*/ 16496 w 96931"/>
                  <a:gd name="connsiteY5" fmla="*/ 16496 h 96931"/>
                  <a:gd name="connsiteX6" fmla="*/ 80435 w 96931"/>
                  <a:gd name="connsiteY6" fmla="*/ 16496 h 96931"/>
                  <a:gd name="connsiteX7" fmla="*/ 80435 w 96931"/>
                  <a:gd name="connsiteY7" fmla="*/ 80436 h 96931"/>
                  <a:gd name="connsiteX8" fmla="*/ 16496 w 96931"/>
                  <a:gd name="connsiteY8" fmla="*/ 80436 h 96931"/>
                  <a:gd name="connsiteX9" fmla="*/ 16496 w 96931"/>
                  <a:gd name="connsiteY9" fmla="*/ 16496 h 96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6931" h="96931">
                    <a:moveTo>
                      <a:pt x="0" y="96932"/>
                    </a:moveTo>
                    <a:lnTo>
                      <a:pt x="96932" y="96932"/>
                    </a:lnTo>
                    <a:lnTo>
                      <a:pt x="96932" y="0"/>
                    </a:lnTo>
                    <a:lnTo>
                      <a:pt x="0" y="0"/>
                    </a:lnTo>
                    <a:lnTo>
                      <a:pt x="0" y="96932"/>
                    </a:lnTo>
                    <a:close/>
                    <a:moveTo>
                      <a:pt x="16496" y="16496"/>
                    </a:moveTo>
                    <a:lnTo>
                      <a:pt x="80435" y="16496"/>
                    </a:lnTo>
                    <a:lnTo>
                      <a:pt x="80435" y="80436"/>
                    </a:lnTo>
                    <a:lnTo>
                      <a:pt x="16496" y="80436"/>
                    </a:lnTo>
                    <a:lnTo>
                      <a:pt x="16496" y="16496"/>
                    </a:lnTo>
                    <a:close/>
                  </a:path>
                </a:pathLst>
              </a:custGeom>
              <a:grpFill/>
              <a:ln w="6232"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3" name="Freeform: Shape 29">
                <a:extLst>
                  <a:ext uri="{FF2B5EF4-FFF2-40B4-BE49-F238E27FC236}">
                    <a16:creationId xmlns:a16="http://schemas.microsoft.com/office/drawing/2014/main" id="{24A56CF1-2E93-E6CD-6517-7E45FC348BE0}"/>
                  </a:ext>
                </a:extLst>
              </p:cNvPr>
              <p:cNvSpPr/>
              <p:nvPr/>
            </p:nvSpPr>
            <p:spPr>
              <a:xfrm>
                <a:off x="7765711" y="3539344"/>
                <a:ext cx="260377" cy="260378"/>
              </a:xfrm>
              <a:custGeom>
                <a:avLst/>
                <a:gdLst>
                  <a:gd name="connsiteX0" fmla="*/ 0 w 96931"/>
                  <a:gd name="connsiteY0" fmla="*/ 96932 h 96931"/>
                  <a:gd name="connsiteX1" fmla="*/ 96932 w 96931"/>
                  <a:gd name="connsiteY1" fmla="*/ 96932 h 96931"/>
                  <a:gd name="connsiteX2" fmla="*/ 96932 w 96931"/>
                  <a:gd name="connsiteY2" fmla="*/ 0 h 96931"/>
                  <a:gd name="connsiteX3" fmla="*/ 0 w 96931"/>
                  <a:gd name="connsiteY3" fmla="*/ 0 h 96931"/>
                  <a:gd name="connsiteX4" fmla="*/ 0 w 96931"/>
                  <a:gd name="connsiteY4" fmla="*/ 96932 h 96931"/>
                  <a:gd name="connsiteX5" fmla="*/ 16496 w 96931"/>
                  <a:gd name="connsiteY5" fmla="*/ 16496 h 96931"/>
                  <a:gd name="connsiteX6" fmla="*/ 80435 w 96931"/>
                  <a:gd name="connsiteY6" fmla="*/ 16496 h 96931"/>
                  <a:gd name="connsiteX7" fmla="*/ 80435 w 96931"/>
                  <a:gd name="connsiteY7" fmla="*/ 80436 h 96931"/>
                  <a:gd name="connsiteX8" fmla="*/ 16496 w 96931"/>
                  <a:gd name="connsiteY8" fmla="*/ 80436 h 96931"/>
                  <a:gd name="connsiteX9" fmla="*/ 16496 w 96931"/>
                  <a:gd name="connsiteY9" fmla="*/ 16496 h 96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6931" h="96931">
                    <a:moveTo>
                      <a:pt x="0" y="96932"/>
                    </a:moveTo>
                    <a:lnTo>
                      <a:pt x="96932" y="96932"/>
                    </a:lnTo>
                    <a:lnTo>
                      <a:pt x="96932" y="0"/>
                    </a:lnTo>
                    <a:lnTo>
                      <a:pt x="0" y="0"/>
                    </a:lnTo>
                    <a:lnTo>
                      <a:pt x="0" y="96932"/>
                    </a:lnTo>
                    <a:close/>
                    <a:moveTo>
                      <a:pt x="16496" y="16496"/>
                    </a:moveTo>
                    <a:lnTo>
                      <a:pt x="80435" y="16496"/>
                    </a:lnTo>
                    <a:lnTo>
                      <a:pt x="80435" y="80436"/>
                    </a:lnTo>
                    <a:lnTo>
                      <a:pt x="16496" y="80436"/>
                    </a:lnTo>
                    <a:lnTo>
                      <a:pt x="16496" y="16496"/>
                    </a:lnTo>
                    <a:close/>
                  </a:path>
                </a:pathLst>
              </a:custGeom>
              <a:grpFill/>
              <a:ln w="6232"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4" name="Freeform: Shape 30">
                <a:extLst>
                  <a:ext uri="{FF2B5EF4-FFF2-40B4-BE49-F238E27FC236}">
                    <a16:creationId xmlns:a16="http://schemas.microsoft.com/office/drawing/2014/main" id="{FCAF6FE8-5943-9016-7798-F6BDDC61570C}"/>
                  </a:ext>
                </a:extLst>
              </p:cNvPr>
              <p:cNvSpPr/>
              <p:nvPr/>
            </p:nvSpPr>
            <p:spPr>
              <a:xfrm>
                <a:off x="7765711" y="3896327"/>
                <a:ext cx="260377" cy="260378"/>
              </a:xfrm>
              <a:custGeom>
                <a:avLst/>
                <a:gdLst>
                  <a:gd name="connsiteX0" fmla="*/ 0 w 96931"/>
                  <a:gd name="connsiteY0" fmla="*/ 96932 h 96931"/>
                  <a:gd name="connsiteX1" fmla="*/ 96932 w 96931"/>
                  <a:gd name="connsiteY1" fmla="*/ 96932 h 96931"/>
                  <a:gd name="connsiteX2" fmla="*/ 96932 w 96931"/>
                  <a:gd name="connsiteY2" fmla="*/ 0 h 96931"/>
                  <a:gd name="connsiteX3" fmla="*/ 0 w 96931"/>
                  <a:gd name="connsiteY3" fmla="*/ 0 h 96931"/>
                  <a:gd name="connsiteX4" fmla="*/ 0 w 96931"/>
                  <a:gd name="connsiteY4" fmla="*/ 96932 h 96931"/>
                  <a:gd name="connsiteX5" fmla="*/ 16496 w 96931"/>
                  <a:gd name="connsiteY5" fmla="*/ 16496 h 96931"/>
                  <a:gd name="connsiteX6" fmla="*/ 80435 w 96931"/>
                  <a:gd name="connsiteY6" fmla="*/ 16496 h 96931"/>
                  <a:gd name="connsiteX7" fmla="*/ 80435 w 96931"/>
                  <a:gd name="connsiteY7" fmla="*/ 80436 h 96931"/>
                  <a:gd name="connsiteX8" fmla="*/ 16496 w 96931"/>
                  <a:gd name="connsiteY8" fmla="*/ 80436 h 96931"/>
                  <a:gd name="connsiteX9" fmla="*/ 16496 w 96931"/>
                  <a:gd name="connsiteY9" fmla="*/ 16496 h 96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6931" h="96931">
                    <a:moveTo>
                      <a:pt x="0" y="96932"/>
                    </a:moveTo>
                    <a:lnTo>
                      <a:pt x="96932" y="96932"/>
                    </a:lnTo>
                    <a:lnTo>
                      <a:pt x="96932" y="0"/>
                    </a:lnTo>
                    <a:lnTo>
                      <a:pt x="0" y="0"/>
                    </a:lnTo>
                    <a:lnTo>
                      <a:pt x="0" y="96932"/>
                    </a:lnTo>
                    <a:close/>
                    <a:moveTo>
                      <a:pt x="16496" y="16496"/>
                    </a:moveTo>
                    <a:lnTo>
                      <a:pt x="80435" y="16496"/>
                    </a:lnTo>
                    <a:lnTo>
                      <a:pt x="80435" y="80436"/>
                    </a:lnTo>
                    <a:lnTo>
                      <a:pt x="16496" y="80436"/>
                    </a:lnTo>
                    <a:lnTo>
                      <a:pt x="16496" y="16496"/>
                    </a:lnTo>
                    <a:close/>
                  </a:path>
                </a:pathLst>
              </a:custGeom>
              <a:grpFill/>
              <a:ln w="6232"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5" name="Freeform: Shape 31">
                <a:extLst>
                  <a:ext uri="{FF2B5EF4-FFF2-40B4-BE49-F238E27FC236}">
                    <a16:creationId xmlns:a16="http://schemas.microsoft.com/office/drawing/2014/main" id="{87DAE894-D95F-6A53-3B93-99CDDA5285A5}"/>
                  </a:ext>
                </a:extLst>
              </p:cNvPr>
              <p:cNvSpPr/>
              <p:nvPr/>
            </p:nvSpPr>
            <p:spPr>
              <a:xfrm>
                <a:off x="7765711" y="4263056"/>
                <a:ext cx="260377" cy="116627"/>
              </a:xfrm>
              <a:custGeom>
                <a:avLst/>
                <a:gdLst>
                  <a:gd name="connsiteX0" fmla="*/ 0 w 96931"/>
                  <a:gd name="connsiteY0" fmla="*/ 43220 h 43417"/>
                  <a:gd name="connsiteX1" fmla="*/ 16496 w 96931"/>
                  <a:gd name="connsiteY1" fmla="*/ 43220 h 43417"/>
                  <a:gd name="connsiteX2" fmla="*/ 16496 w 96931"/>
                  <a:gd name="connsiteY2" fmla="*/ 16496 h 43417"/>
                  <a:gd name="connsiteX3" fmla="*/ 80435 w 96931"/>
                  <a:gd name="connsiteY3" fmla="*/ 16496 h 43417"/>
                  <a:gd name="connsiteX4" fmla="*/ 80435 w 96931"/>
                  <a:gd name="connsiteY4" fmla="*/ 43418 h 43417"/>
                  <a:gd name="connsiteX5" fmla="*/ 96932 w 96931"/>
                  <a:gd name="connsiteY5" fmla="*/ 43418 h 43417"/>
                  <a:gd name="connsiteX6" fmla="*/ 96932 w 96931"/>
                  <a:gd name="connsiteY6" fmla="*/ 0 h 43417"/>
                  <a:gd name="connsiteX7" fmla="*/ 0 w 96931"/>
                  <a:gd name="connsiteY7" fmla="*/ 0 h 43417"/>
                  <a:gd name="connsiteX8" fmla="*/ 0 w 96931"/>
                  <a:gd name="connsiteY8" fmla="*/ 43220 h 43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6931" h="43417">
                    <a:moveTo>
                      <a:pt x="0" y="43220"/>
                    </a:moveTo>
                    <a:lnTo>
                      <a:pt x="16496" y="43220"/>
                    </a:lnTo>
                    <a:lnTo>
                      <a:pt x="16496" y="16496"/>
                    </a:lnTo>
                    <a:lnTo>
                      <a:pt x="80435" y="16496"/>
                    </a:lnTo>
                    <a:lnTo>
                      <a:pt x="80435" y="43418"/>
                    </a:lnTo>
                    <a:lnTo>
                      <a:pt x="96932" y="43418"/>
                    </a:lnTo>
                    <a:lnTo>
                      <a:pt x="96932" y="0"/>
                    </a:lnTo>
                    <a:lnTo>
                      <a:pt x="0" y="0"/>
                    </a:lnTo>
                    <a:lnTo>
                      <a:pt x="0" y="43220"/>
                    </a:lnTo>
                    <a:close/>
                  </a:path>
                </a:pathLst>
              </a:custGeom>
              <a:grpFill/>
              <a:ln w="6232"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6" name="Freeform: Shape 32">
                <a:extLst>
                  <a:ext uri="{FF2B5EF4-FFF2-40B4-BE49-F238E27FC236}">
                    <a16:creationId xmlns:a16="http://schemas.microsoft.com/office/drawing/2014/main" id="{DBE22D47-6610-5095-EA1F-C580C37AB401}"/>
                  </a:ext>
                </a:extLst>
              </p:cNvPr>
              <p:cNvSpPr/>
              <p:nvPr/>
            </p:nvSpPr>
            <p:spPr>
              <a:xfrm>
                <a:off x="8415329" y="3096397"/>
                <a:ext cx="260377" cy="260378"/>
              </a:xfrm>
              <a:custGeom>
                <a:avLst/>
                <a:gdLst>
                  <a:gd name="connsiteX0" fmla="*/ 0 w 96931"/>
                  <a:gd name="connsiteY0" fmla="*/ 96932 h 96931"/>
                  <a:gd name="connsiteX1" fmla="*/ 96932 w 96931"/>
                  <a:gd name="connsiteY1" fmla="*/ 96932 h 96931"/>
                  <a:gd name="connsiteX2" fmla="*/ 96932 w 96931"/>
                  <a:gd name="connsiteY2" fmla="*/ 0 h 96931"/>
                  <a:gd name="connsiteX3" fmla="*/ 0 w 96931"/>
                  <a:gd name="connsiteY3" fmla="*/ 0 h 96931"/>
                  <a:gd name="connsiteX4" fmla="*/ 0 w 96931"/>
                  <a:gd name="connsiteY4" fmla="*/ 96932 h 96931"/>
                  <a:gd name="connsiteX5" fmla="*/ 16496 w 96931"/>
                  <a:gd name="connsiteY5" fmla="*/ 16496 h 96931"/>
                  <a:gd name="connsiteX6" fmla="*/ 80435 w 96931"/>
                  <a:gd name="connsiteY6" fmla="*/ 16496 h 96931"/>
                  <a:gd name="connsiteX7" fmla="*/ 80435 w 96931"/>
                  <a:gd name="connsiteY7" fmla="*/ 80436 h 96931"/>
                  <a:gd name="connsiteX8" fmla="*/ 16496 w 96931"/>
                  <a:gd name="connsiteY8" fmla="*/ 80436 h 96931"/>
                  <a:gd name="connsiteX9" fmla="*/ 16496 w 96931"/>
                  <a:gd name="connsiteY9" fmla="*/ 16496 h 96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6931" h="96931">
                    <a:moveTo>
                      <a:pt x="0" y="96932"/>
                    </a:moveTo>
                    <a:lnTo>
                      <a:pt x="96932" y="96932"/>
                    </a:lnTo>
                    <a:lnTo>
                      <a:pt x="96932" y="0"/>
                    </a:lnTo>
                    <a:lnTo>
                      <a:pt x="0" y="0"/>
                    </a:lnTo>
                    <a:lnTo>
                      <a:pt x="0" y="96932"/>
                    </a:lnTo>
                    <a:close/>
                    <a:moveTo>
                      <a:pt x="16496" y="16496"/>
                    </a:moveTo>
                    <a:lnTo>
                      <a:pt x="80435" y="16496"/>
                    </a:lnTo>
                    <a:lnTo>
                      <a:pt x="80435" y="80436"/>
                    </a:lnTo>
                    <a:lnTo>
                      <a:pt x="16496" y="80436"/>
                    </a:lnTo>
                    <a:lnTo>
                      <a:pt x="16496" y="16496"/>
                    </a:lnTo>
                    <a:close/>
                  </a:path>
                </a:pathLst>
              </a:custGeom>
              <a:grpFill/>
              <a:ln w="6232"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7" name="Freeform: Shape 33">
                <a:extLst>
                  <a:ext uri="{FF2B5EF4-FFF2-40B4-BE49-F238E27FC236}">
                    <a16:creationId xmlns:a16="http://schemas.microsoft.com/office/drawing/2014/main" id="{AC66B9D6-057B-6EE1-2E07-628F6B93507C}"/>
                  </a:ext>
                </a:extLst>
              </p:cNvPr>
              <p:cNvSpPr/>
              <p:nvPr/>
            </p:nvSpPr>
            <p:spPr>
              <a:xfrm>
                <a:off x="7099254" y="2691028"/>
                <a:ext cx="317629" cy="317629"/>
              </a:xfrm>
              <a:custGeom>
                <a:avLst/>
                <a:gdLst>
                  <a:gd name="connsiteX0" fmla="*/ 118179 w 118244"/>
                  <a:gd name="connsiteY0" fmla="*/ 59122 h 118244"/>
                  <a:gd name="connsiteX1" fmla="*/ 59122 w 118244"/>
                  <a:gd name="connsiteY1" fmla="*/ 0 h 118244"/>
                  <a:gd name="connsiteX2" fmla="*/ 0 w 118244"/>
                  <a:gd name="connsiteY2" fmla="*/ 59122 h 118244"/>
                  <a:gd name="connsiteX3" fmla="*/ 59122 w 118244"/>
                  <a:gd name="connsiteY3" fmla="*/ 118245 h 118244"/>
                  <a:gd name="connsiteX4" fmla="*/ 118245 w 118244"/>
                  <a:gd name="connsiteY4" fmla="*/ 59122 h 118244"/>
                  <a:gd name="connsiteX5" fmla="*/ 59122 w 118244"/>
                  <a:gd name="connsiteY5" fmla="*/ 23359 h 118244"/>
                  <a:gd name="connsiteX6" fmla="*/ 94886 w 118244"/>
                  <a:gd name="connsiteY6" fmla="*/ 59122 h 118244"/>
                  <a:gd name="connsiteX7" fmla="*/ 59122 w 118244"/>
                  <a:gd name="connsiteY7" fmla="*/ 94886 h 118244"/>
                  <a:gd name="connsiteX8" fmla="*/ 23359 w 118244"/>
                  <a:gd name="connsiteY8" fmla="*/ 59122 h 118244"/>
                  <a:gd name="connsiteX9" fmla="*/ 59122 w 118244"/>
                  <a:gd name="connsiteY9" fmla="*/ 23359 h 1182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8244" h="118244">
                    <a:moveTo>
                      <a:pt x="118179" y="59122"/>
                    </a:moveTo>
                    <a:lnTo>
                      <a:pt x="59122" y="0"/>
                    </a:lnTo>
                    <a:lnTo>
                      <a:pt x="0" y="59122"/>
                    </a:lnTo>
                    <a:lnTo>
                      <a:pt x="59122" y="118245"/>
                    </a:lnTo>
                    <a:lnTo>
                      <a:pt x="118245" y="59122"/>
                    </a:lnTo>
                    <a:close/>
                    <a:moveTo>
                      <a:pt x="59122" y="23359"/>
                    </a:moveTo>
                    <a:lnTo>
                      <a:pt x="94886" y="59122"/>
                    </a:lnTo>
                    <a:lnTo>
                      <a:pt x="59122" y="94886"/>
                    </a:lnTo>
                    <a:lnTo>
                      <a:pt x="23359" y="59122"/>
                    </a:lnTo>
                    <a:lnTo>
                      <a:pt x="59122" y="23359"/>
                    </a:lnTo>
                    <a:close/>
                  </a:path>
                </a:pathLst>
              </a:custGeom>
              <a:grpFill/>
              <a:ln w="6232"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8" name="Freeform: Shape 34">
                <a:extLst>
                  <a:ext uri="{FF2B5EF4-FFF2-40B4-BE49-F238E27FC236}">
                    <a16:creationId xmlns:a16="http://schemas.microsoft.com/office/drawing/2014/main" id="{36B9C124-D768-EA55-4559-2887555F0ECC}"/>
                  </a:ext>
                </a:extLst>
              </p:cNvPr>
              <p:cNvSpPr/>
              <p:nvPr/>
            </p:nvSpPr>
            <p:spPr>
              <a:xfrm>
                <a:off x="7956076" y="3067859"/>
                <a:ext cx="317629" cy="317629"/>
              </a:xfrm>
              <a:custGeom>
                <a:avLst/>
                <a:gdLst>
                  <a:gd name="connsiteX0" fmla="*/ 59122 w 118244"/>
                  <a:gd name="connsiteY0" fmla="*/ 0 h 118244"/>
                  <a:gd name="connsiteX1" fmla="*/ 0 w 118244"/>
                  <a:gd name="connsiteY1" fmla="*/ 59122 h 118244"/>
                  <a:gd name="connsiteX2" fmla="*/ 59122 w 118244"/>
                  <a:gd name="connsiteY2" fmla="*/ 118245 h 118244"/>
                  <a:gd name="connsiteX3" fmla="*/ 118245 w 118244"/>
                  <a:gd name="connsiteY3" fmla="*/ 59122 h 118244"/>
                  <a:gd name="connsiteX4" fmla="*/ 59122 w 118244"/>
                  <a:gd name="connsiteY4" fmla="*/ 0 h 118244"/>
                  <a:gd name="connsiteX5" fmla="*/ 23359 w 118244"/>
                  <a:gd name="connsiteY5" fmla="*/ 59122 h 118244"/>
                  <a:gd name="connsiteX6" fmla="*/ 59122 w 118244"/>
                  <a:gd name="connsiteY6" fmla="*/ 23359 h 118244"/>
                  <a:gd name="connsiteX7" fmla="*/ 94886 w 118244"/>
                  <a:gd name="connsiteY7" fmla="*/ 59122 h 118244"/>
                  <a:gd name="connsiteX8" fmla="*/ 59122 w 118244"/>
                  <a:gd name="connsiteY8" fmla="*/ 94886 h 118244"/>
                  <a:gd name="connsiteX9" fmla="*/ 23359 w 118244"/>
                  <a:gd name="connsiteY9" fmla="*/ 59122 h 1182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8244" h="118244">
                    <a:moveTo>
                      <a:pt x="59122" y="0"/>
                    </a:moveTo>
                    <a:lnTo>
                      <a:pt x="0" y="59122"/>
                    </a:lnTo>
                    <a:lnTo>
                      <a:pt x="59122" y="118245"/>
                    </a:lnTo>
                    <a:lnTo>
                      <a:pt x="118245" y="59122"/>
                    </a:lnTo>
                    <a:lnTo>
                      <a:pt x="59122" y="0"/>
                    </a:lnTo>
                    <a:close/>
                    <a:moveTo>
                      <a:pt x="23359" y="59122"/>
                    </a:moveTo>
                    <a:lnTo>
                      <a:pt x="59122" y="23359"/>
                    </a:lnTo>
                    <a:lnTo>
                      <a:pt x="94886" y="59122"/>
                    </a:lnTo>
                    <a:lnTo>
                      <a:pt x="59122" y="94886"/>
                    </a:lnTo>
                    <a:lnTo>
                      <a:pt x="23359" y="59122"/>
                    </a:lnTo>
                    <a:close/>
                  </a:path>
                </a:pathLst>
              </a:custGeom>
              <a:grpFill/>
              <a:ln w="6232"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sp>
        <p:nvSpPr>
          <p:cNvPr id="39" name="TextBox 38">
            <a:extLst>
              <a:ext uri="{FF2B5EF4-FFF2-40B4-BE49-F238E27FC236}">
                <a16:creationId xmlns:a16="http://schemas.microsoft.com/office/drawing/2014/main" id="{92A294C6-C909-C316-AAF7-3C62BB69C3CA}"/>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41" name="Graphic 8">
            <a:extLst>
              <a:ext uri="{FF2B5EF4-FFF2-40B4-BE49-F238E27FC236}">
                <a16:creationId xmlns:a16="http://schemas.microsoft.com/office/drawing/2014/main" id="{892D436A-9CF8-71EB-2706-2608558983A2}"/>
              </a:ext>
            </a:extLst>
          </p:cNvPr>
          <p:cNvGrpSpPr/>
          <p:nvPr userDrawn="1"/>
        </p:nvGrpSpPr>
        <p:grpSpPr>
          <a:xfrm>
            <a:off x="265625" y="6323271"/>
            <a:ext cx="1249223" cy="369648"/>
            <a:chOff x="265625" y="6323271"/>
            <a:chExt cx="1249223" cy="369648"/>
          </a:xfrm>
          <a:solidFill>
            <a:srgbClr val="000000"/>
          </a:solidFill>
        </p:grpSpPr>
        <p:grpSp>
          <p:nvGrpSpPr>
            <p:cNvPr id="42" name="Graphic 8">
              <a:extLst>
                <a:ext uri="{FF2B5EF4-FFF2-40B4-BE49-F238E27FC236}">
                  <a16:creationId xmlns:a16="http://schemas.microsoft.com/office/drawing/2014/main" id="{35C93C08-A4A6-BB98-4129-973240CA30B9}"/>
                </a:ext>
              </a:extLst>
            </p:cNvPr>
            <p:cNvGrpSpPr/>
            <p:nvPr/>
          </p:nvGrpSpPr>
          <p:grpSpPr>
            <a:xfrm>
              <a:off x="745455" y="6594444"/>
              <a:ext cx="722662" cy="98475"/>
              <a:chOff x="745455" y="6594444"/>
              <a:chExt cx="722662" cy="98475"/>
            </a:xfrm>
            <a:solidFill>
              <a:srgbClr val="000000"/>
            </a:solidFill>
          </p:grpSpPr>
          <p:sp>
            <p:nvSpPr>
              <p:cNvPr id="51" name="Freeform 19">
                <a:extLst>
                  <a:ext uri="{FF2B5EF4-FFF2-40B4-BE49-F238E27FC236}">
                    <a16:creationId xmlns:a16="http://schemas.microsoft.com/office/drawing/2014/main" id="{D964A917-2142-E043-7D9A-1FED1CA5FD1C}"/>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52" name="Freeform 20">
                <a:extLst>
                  <a:ext uri="{FF2B5EF4-FFF2-40B4-BE49-F238E27FC236}">
                    <a16:creationId xmlns:a16="http://schemas.microsoft.com/office/drawing/2014/main" id="{07FB8CFB-F8BB-7695-B609-5108322681CB}"/>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53" name="Freeform 21">
                <a:extLst>
                  <a:ext uri="{FF2B5EF4-FFF2-40B4-BE49-F238E27FC236}">
                    <a16:creationId xmlns:a16="http://schemas.microsoft.com/office/drawing/2014/main" id="{6EEFC953-799D-C005-0947-6547DF07DAF0}"/>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54" name="Freeform 22">
                <a:extLst>
                  <a:ext uri="{FF2B5EF4-FFF2-40B4-BE49-F238E27FC236}">
                    <a16:creationId xmlns:a16="http://schemas.microsoft.com/office/drawing/2014/main" id="{C992F0AB-B0D9-CA64-45C4-4150373E1300}"/>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55" name="Freeform 23">
                <a:extLst>
                  <a:ext uri="{FF2B5EF4-FFF2-40B4-BE49-F238E27FC236}">
                    <a16:creationId xmlns:a16="http://schemas.microsoft.com/office/drawing/2014/main" id="{442C4985-7171-F625-9238-925982185783}"/>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56" name="Freeform 24">
                <a:extLst>
                  <a:ext uri="{FF2B5EF4-FFF2-40B4-BE49-F238E27FC236}">
                    <a16:creationId xmlns:a16="http://schemas.microsoft.com/office/drawing/2014/main" id="{D154FC48-E995-2BC8-6C63-14513EA04503}"/>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57" name="Freeform 25">
                <a:extLst>
                  <a:ext uri="{FF2B5EF4-FFF2-40B4-BE49-F238E27FC236}">
                    <a16:creationId xmlns:a16="http://schemas.microsoft.com/office/drawing/2014/main" id="{EE9B05EA-F748-6830-086D-BE51F42604E7}"/>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58" name="Freeform 26">
                <a:extLst>
                  <a:ext uri="{FF2B5EF4-FFF2-40B4-BE49-F238E27FC236}">
                    <a16:creationId xmlns:a16="http://schemas.microsoft.com/office/drawing/2014/main" id="{2B91EF22-DECB-2992-FC33-C98F4D646445}"/>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59" name="Freeform 27">
                <a:extLst>
                  <a:ext uri="{FF2B5EF4-FFF2-40B4-BE49-F238E27FC236}">
                    <a16:creationId xmlns:a16="http://schemas.microsoft.com/office/drawing/2014/main" id="{12D8F48E-1B8A-2AC4-6E86-B7DDA640E4F5}"/>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60" name="Freeform 28">
                <a:extLst>
                  <a:ext uri="{FF2B5EF4-FFF2-40B4-BE49-F238E27FC236}">
                    <a16:creationId xmlns:a16="http://schemas.microsoft.com/office/drawing/2014/main" id="{B3968019-A78B-4F5B-276F-28321B52B28A}"/>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43" name="Graphic 8">
              <a:extLst>
                <a:ext uri="{FF2B5EF4-FFF2-40B4-BE49-F238E27FC236}">
                  <a16:creationId xmlns:a16="http://schemas.microsoft.com/office/drawing/2014/main" id="{A8286F36-561E-3FA6-F31C-400982C33B7A}"/>
                </a:ext>
              </a:extLst>
            </p:cNvPr>
            <p:cNvGrpSpPr/>
            <p:nvPr/>
          </p:nvGrpSpPr>
          <p:grpSpPr>
            <a:xfrm>
              <a:off x="265625" y="6323271"/>
              <a:ext cx="1249223" cy="190348"/>
              <a:chOff x="265625" y="6323271"/>
              <a:chExt cx="1249223" cy="190348"/>
            </a:xfrm>
            <a:solidFill>
              <a:srgbClr val="000000"/>
            </a:solidFill>
          </p:grpSpPr>
          <p:sp>
            <p:nvSpPr>
              <p:cNvPr id="44" name="Freeform 10">
                <a:extLst>
                  <a:ext uri="{FF2B5EF4-FFF2-40B4-BE49-F238E27FC236}">
                    <a16:creationId xmlns:a16="http://schemas.microsoft.com/office/drawing/2014/main" id="{4242B9E4-5A2D-B4B8-E9CE-DB3559A7D5B8}"/>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45" name="Freeform 11">
                <a:extLst>
                  <a:ext uri="{FF2B5EF4-FFF2-40B4-BE49-F238E27FC236}">
                    <a16:creationId xmlns:a16="http://schemas.microsoft.com/office/drawing/2014/main" id="{084222A9-7BF6-F3DE-D5EA-9465CAC34E8A}"/>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46" name="Freeform 14">
                <a:extLst>
                  <a:ext uri="{FF2B5EF4-FFF2-40B4-BE49-F238E27FC236}">
                    <a16:creationId xmlns:a16="http://schemas.microsoft.com/office/drawing/2014/main" id="{568061FF-3D3F-BC91-697E-F81586770B5D}"/>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47" name="Freeform 15">
                <a:extLst>
                  <a:ext uri="{FF2B5EF4-FFF2-40B4-BE49-F238E27FC236}">
                    <a16:creationId xmlns:a16="http://schemas.microsoft.com/office/drawing/2014/main" id="{161136C6-3C73-C985-BCA9-A7002206885D}"/>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48" name="Freeform 16">
                <a:extLst>
                  <a:ext uri="{FF2B5EF4-FFF2-40B4-BE49-F238E27FC236}">
                    <a16:creationId xmlns:a16="http://schemas.microsoft.com/office/drawing/2014/main" id="{F72427CA-B877-4CB5-F604-0EC292761D27}"/>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49" name="Freeform 17">
                <a:extLst>
                  <a:ext uri="{FF2B5EF4-FFF2-40B4-BE49-F238E27FC236}">
                    <a16:creationId xmlns:a16="http://schemas.microsoft.com/office/drawing/2014/main" id="{B7EB85A9-5305-B000-F4A2-DB45DF066FD0}"/>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50" name="Freeform 18">
                <a:extLst>
                  <a:ext uri="{FF2B5EF4-FFF2-40B4-BE49-F238E27FC236}">
                    <a16:creationId xmlns:a16="http://schemas.microsoft.com/office/drawing/2014/main" id="{ECCF61CD-6D3F-5060-39BE-657A848A9A3A}"/>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40" name="TextBox 39">
            <a:extLst>
              <a:ext uri="{FF2B5EF4-FFF2-40B4-BE49-F238E27FC236}">
                <a16:creationId xmlns:a16="http://schemas.microsoft.com/office/drawing/2014/main" id="{9509A734-D739-9650-4AEE-CBE983D5246F}"/>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22549166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dec="http://schemas.microsoft.com/office/drawing/2017/decorative" xmlns:a16="http://schemas.microsoft.com/office/drawing/2014/main" xmlns="">
      <p:transition spd="med">
        <p:fade/>
      </p:transition>
    </mc:Fallback>
  </mc:AlternateContent>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preserve="1" userDrawn="1">
  <p:cSld name="Section - Availability">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9107" y="938794"/>
            <a:ext cx="6587869" cy="1229360"/>
          </a:xfrm>
        </p:spPr>
        <p:txBody>
          <a:bodyPr wrap="square" anchor="b"/>
          <a:lstStyle>
            <a:lvl1pPr algn="l">
              <a:defRPr sz="3600" b="0" cap="none" baseline="0">
                <a:solidFill>
                  <a:schemeClr val="accent2"/>
                </a:solidFill>
              </a:defRPr>
            </a:lvl1pPr>
          </a:lstStyle>
          <a:p>
            <a:r>
              <a:rPr lang="en-US" dirty="0"/>
              <a:t>Section Title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574010" cy="700882"/>
          </a:xfrm>
        </p:spPr>
        <p:txBody>
          <a:bodyPr/>
          <a:lstStyle>
            <a:lvl1pPr marL="0" indent="0" algn="l">
              <a:buNone/>
              <a:defRPr sz="2400">
                <a:solidFill>
                  <a:schemeClr val="bg2">
                    <a:lumMod val="2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
        <p:nvSpPr>
          <p:cNvPr id="3" name="Parallelogram 2">
            <a:extLst>
              <a:ext uri="{FF2B5EF4-FFF2-40B4-BE49-F238E27FC236}">
                <a16:creationId xmlns:a16="http://schemas.microsoft.com/office/drawing/2014/main" id="{4F7016CB-D59E-EB51-025D-1289057FBE7D}"/>
              </a:ext>
            </a:extLst>
          </p:cNvPr>
          <p:cNvSpPr/>
          <p:nvPr userDrawn="1"/>
        </p:nvSpPr>
        <p:spPr>
          <a:xfrm>
            <a:off x="5406003" y="0"/>
            <a:ext cx="14676689" cy="6858001"/>
          </a:xfrm>
          <a:prstGeom prst="parallelogram">
            <a:avLst>
              <a:gd name="adj" fmla="val 100124"/>
            </a:avLst>
          </a:prstGeom>
          <a:gradFill flip="none" rotWithShape="1">
            <a:gsLst>
              <a:gs pos="30000">
                <a:schemeClr val="accent2"/>
              </a:gs>
              <a:gs pos="100000">
                <a:schemeClr val="accent1"/>
              </a:gs>
            </a:gsLst>
            <a:lin ang="18900000" scaled="1"/>
            <a:tileRect/>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4" name="Parallelogram 3">
            <a:extLst>
              <a:ext uri="{FF2B5EF4-FFF2-40B4-BE49-F238E27FC236}">
                <a16:creationId xmlns:a16="http://schemas.microsoft.com/office/drawing/2014/main" id="{7E9E863D-1DAA-BB55-6231-59FAB26FEE4B}"/>
              </a:ext>
            </a:extLst>
          </p:cNvPr>
          <p:cNvSpPr/>
          <p:nvPr userDrawn="1"/>
        </p:nvSpPr>
        <p:spPr>
          <a:xfrm>
            <a:off x="1840256" y="-1"/>
            <a:ext cx="12934077" cy="6470788"/>
          </a:xfrm>
          <a:prstGeom prst="parallelogram">
            <a:avLst>
              <a:gd name="adj" fmla="val 100124"/>
            </a:avLst>
          </a:prstGeom>
          <a:gradFill flip="none" rotWithShape="1">
            <a:gsLst>
              <a:gs pos="0">
                <a:schemeClr val="accent2">
                  <a:lumMod val="60000"/>
                  <a:lumOff val="40000"/>
                  <a:alpha val="25000"/>
                </a:schemeClr>
              </a:gs>
              <a:gs pos="74000">
                <a:schemeClr val="accent2">
                  <a:alpha val="0"/>
                </a:schemeClr>
              </a:gs>
            </a:gsLst>
            <a:lin ang="8100000" scaled="1"/>
            <a:tileRect/>
          </a:gra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 name="Graphic 143">
            <a:extLst>
              <a:ext uri="{FF2B5EF4-FFF2-40B4-BE49-F238E27FC236}">
                <a16:creationId xmlns:a16="http://schemas.microsoft.com/office/drawing/2014/main" id="{A976FCD3-AC7B-0793-2363-B3A40057C53E}"/>
              </a:ext>
            </a:extLst>
          </p:cNvPr>
          <p:cNvSpPr/>
          <p:nvPr userDrawn="1"/>
        </p:nvSpPr>
        <p:spPr>
          <a:xfrm>
            <a:off x="4130978" y="4499933"/>
            <a:ext cx="2421204" cy="666750"/>
          </a:xfrm>
          <a:custGeom>
            <a:avLst/>
            <a:gdLst>
              <a:gd name="connsiteX0" fmla="*/ 482061 w 600651"/>
              <a:gd name="connsiteY0" fmla="*/ 38962 h 165407"/>
              <a:gd name="connsiteX1" fmla="*/ 398886 w 600651"/>
              <a:gd name="connsiteY1" fmla="*/ 75298 h 165407"/>
              <a:gd name="connsiteX2" fmla="*/ 268849 w 600651"/>
              <a:gd name="connsiteY2" fmla="*/ 0 h 165407"/>
              <a:gd name="connsiteX3" fmla="*/ 118927 w 600651"/>
              <a:gd name="connsiteY3" fmla="*/ 122878 h 165407"/>
              <a:gd name="connsiteX4" fmla="*/ 66185 w 600651"/>
              <a:gd name="connsiteY4" fmla="*/ 94823 h 165407"/>
              <a:gd name="connsiteX5" fmla="*/ 0 w 600651"/>
              <a:gd name="connsiteY5" fmla="*/ 165408 h 165407"/>
              <a:gd name="connsiteX6" fmla="*/ 600652 w 600651"/>
              <a:gd name="connsiteY6" fmla="*/ 165408 h 165407"/>
              <a:gd name="connsiteX7" fmla="*/ 482061 w 600651"/>
              <a:gd name="connsiteY7" fmla="*/ 38939 h 1654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651" h="165407">
                <a:moveTo>
                  <a:pt x="482061" y="38962"/>
                </a:moveTo>
                <a:cubicBezTo>
                  <a:pt x="449653" y="38962"/>
                  <a:pt x="420297" y="52832"/>
                  <a:pt x="398886" y="75298"/>
                </a:cubicBezTo>
                <a:cubicBezTo>
                  <a:pt x="371236" y="29984"/>
                  <a:pt x="323341" y="0"/>
                  <a:pt x="268849" y="0"/>
                </a:cubicBezTo>
                <a:cubicBezTo>
                  <a:pt x="196963" y="0"/>
                  <a:pt x="136523" y="52136"/>
                  <a:pt x="118927" y="122878"/>
                </a:cubicBezTo>
                <a:cubicBezTo>
                  <a:pt x="106853" y="105865"/>
                  <a:pt x="87754" y="94823"/>
                  <a:pt x="66185" y="94823"/>
                </a:cubicBezTo>
                <a:cubicBezTo>
                  <a:pt x="29625" y="94823"/>
                  <a:pt x="0" y="126446"/>
                  <a:pt x="0" y="165408"/>
                </a:cubicBezTo>
                <a:lnTo>
                  <a:pt x="600652" y="165408"/>
                </a:lnTo>
                <a:cubicBezTo>
                  <a:pt x="600652" y="95564"/>
                  <a:pt x="547551" y="38939"/>
                  <a:pt x="482061" y="38939"/>
                </a:cubicBezTo>
                <a:close/>
              </a:path>
            </a:pathLst>
          </a:custGeom>
          <a:solidFill>
            <a:schemeClr val="accent2">
              <a:alpha val="13000"/>
            </a:schemeClr>
          </a:soli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pic>
        <p:nvPicPr>
          <p:cNvPr id="6" name="Graphic 5">
            <a:extLst>
              <a:ext uri="{FF2B5EF4-FFF2-40B4-BE49-F238E27FC236}">
                <a16:creationId xmlns:a16="http://schemas.microsoft.com/office/drawing/2014/main" id="{5FB9E571-88B1-7CC6-11BF-3E907A0F3276}"/>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979191" y="2319345"/>
            <a:ext cx="3124591" cy="1207366"/>
          </a:xfrm>
          <a:prstGeom prst="rect">
            <a:avLst/>
          </a:prstGeom>
        </p:spPr>
      </p:pic>
      <p:grpSp>
        <p:nvGrpSpPr>
          <p:cNvPr id="7" name="Group 6">
            <a:extLst>
              <a:ext uri="{FF2B5EF4-FFF2-40B4-BE49-F238E27FC236}">
                <a16:creationId xmlns:a16="http://schemas.microsoft.com/office/drawing/2014/main" id="{4F1634E2-8058-C555-3943-FD1ADC8838C5}"/>
              </a:ext>
            </a:extLst>
          </p:cNvPr>
          <p:cNvGrpSpPr/>
          <p:nvPr userDrawn="1"/>
        </p:nvGrpSpPr>
        <p:grpSpPr>
          <a:xfrm>
            <a:off x="8467108" y="1045130"/>
            <a:ext cx="1685206" cy="686138"/>
            <a:chOff x="437672" y="1280130"/>
            <a:chExt cx="2910783" cy="1185138"/>
          </a:xfrm>
        </p:grpSpPr>
        <p:sp>
          <p:nvSpPr>
            <p:cNvPr id="8" name="Freeform: Shape 187">
              <a:extLst>
                <a:ext uri="{FF2B5EF4-FFF2-40B4-BE49-F238E27FC236}">
                  <a16:creationId xmlns:a16="http://schemas.microsoft.com/office/drawing/2014/main" id="{0FDBA61F-F67A-5815-162E-B6C33A29E7D2}"/>
                </a:ext>
              </a:extLst>
            </p:cNvPr>
            <p:cNvSpPr/>
            <p:nvPr/>
          </p:nvSpPr>
          <p:spPr>
            <a:xfrm>
              <a:off x="437672" y="1280130"/>
              <a:ext cx="2720832" cy="1110872"/>
            </a:xfrm>
            <a:custGeom>
              <a:avLst/>
              <a:gdLst>
                <a:gd name="connsiteX0" fmla="*/ 749249 w 907209"/>
                <a:gd name="connsiteY0" fmla="*/ 212440 h 370400"/>
                <a:gd name="connsiteX1" fmla="*/ 700014 w 907209"/>
                <a:gd name="connsiteY1" fmla="*/ 220306 h 370400"/>
                <a:gd name="connsiteX2" fmla="*/ 454537 w 907209"/>
                <a:gd name="connsiteY2" fmla="*/ 0 h 370400"/>
                <a:gd name="connsiteX3" fmla="*/ 213896 w 907209"/>
                <a:gd name="connsiteY3" fmla="*/ 191405 h 370400"/>
                <a:gd name="connsiteX4" fmla="*/ 178995 w 907209"/>
                <a:gd name="connsiteY4" fmla="*/ 191405 h 370400"/>
                <a:gd name="connsiteX5" fmla="*/ 0 w 907209"/>
                <a:gd name="connsiteY5" fmla="*/ 370400 h 370400"/>
                <a:gd name="connsiteX6" fmla="*/ 907209 w 907209"/>
                <a:gd name="connsiteY6" fmla="*/ 370400 h 370400"/>
                <a:gd name="connsiteX7" fmla="*/ 749249 w 907209"/>
                <a:gd name="connsiteY7" fmla="*/ 212440 h 370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07209" h="370400">
                  <a:moveTo>
                    <a:pt x="749249" y="212440"/>
                  </a:moveTo>
                  <a:cubicBezTo>
                    <a:pt x="732060" y="212440"/>
                    <a:pt x="715512" y="215236"/>
                    <a:pt x="700014" y="220306"/>
                  </a:cubicBezTo>
                  <a:cubicBezTo>
                    <a:pt x="686729" y="96489"/>
                    <a:pt x="581907" y="0"/>
                    <a:pt x="454537" y="0"/>
                  </a:cubicBezTo>
                  <a:cubicBezTo>
                    <a:pt x="337246" y="0"/>
                    <a:pt x="239126" y="81806"/>
                    <a:pt x="213896" y="191405"/>
                  </a:cubicBezTo>
                  <a:lnTo>
                    <a:pt x="178995" y="191405"/>
                  </a:lnTo>
                  <a:cubicBezTo>
                    <a:pt x="80116" y="191405"/>
                    <a:pt x="0" y="271522"/>
                    <a:pt x="0" y="370400"/>
                  </a:cubicBezTo>
                  <a:lnTo>
                    <a:pt x="907209" y="370400"/>
                  </a:lnTo>
                  <a:cubicBezTo>
                    <a:pt x="907209" y="283175"/>
                    <a:pt x="836474" y="212440"/>
                    <a:pt x="749249" y="212440"/>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9" name="Freeform: Shape 188">
              <a:extLst>
                <a:ext uri="{FF2B5EF4-FFF2-40B4-BE49-F238E27FC236}">
                  <a16:creationId xmlns:a16="http://schemas.microsoft.com/office/drawing/2014/main" id="{A4FC251F-49D7-9469-E4A5-AAE2124E6B09}"/>
                </a:ext>
              </a:extLst>
            </p:cNvPr>
            <p:cNvSpPr/>
            <p:nvPr/>
          </p:nvSpPr>
          <p:spPr>
            <a:xfrm>
              <a:off x="1651302" y="1789783"/>
              <a:ext cx="1697153" cy="675485"/>
            </a:xfrm>
            <a:custGeom>
              <a:avLst/>
              <a:gdLst>
                <a:gd name="connsiteX0" fmla="*/ 154872 w 565884"/>
                <a:gd name="connsiteY0" fmla="*/ 70357 h 225229"/>
                <a:gd name="connsiteX1" fmla="*/ 0 w 565884"/>
                <a:gd name="connsiteY1" fmla="*/ 225229 h 225229"/>
                <a:gd name="connsiteX2" fmla="*/ 565884 w 565884"/>
                <a:gd name="connsiteY2" fmla="*/ 225229 h 225229"/>
                <a:gd name="connsiteX3" fmla="*/ 496023 w 565884"/>
                <a:gd name="connsiteY3" fmla="*/ 70357 h 225229"/>
                <a:gd name="connsiteX4" fmla="*/ 496023 w 565884"/>
                <a:gd name="connsiteY4" fmla="*/ 70357 h 225229"/>
                <a:gd name="connsiteX5" fmla="*/ 154872 w 565884"/>
                <a:gd name="connsiteY5" fmla="*/ 70357 h 225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5884" h="225229">
                  <a:moveTo>
                    <a:pt x="154872" y="70357"/>
                  </a:moveTo>
                  <a:lnTo>
                    <a:pt x="0" y="225229"/>
                  </a:lnTo>
                  <a:lnTo>
                    <a:pt x="565884" y="225229"/>
                  </a:lnTo>
                  <a:cubicBezTo>
                    <a:pt x="562272" y="168711"/>
                    <a:pt x="538965" y="113299"/>
                    <a:pt x="496023" y="70357"/>
                  </a:cubicBezTo>
                  <a:lnTo>
                    <a:pt x="496023" y="70357"/>
                  </a:lnTo>
                  <a:cubicBezTo>
                    <a:pt x="402213" y="-23452"/>
                    <a:pt x="248681" y="-23452"/>
                    <a:pt x="154872" y="70357"/>
                  </a:cubicBezTo>
                  <a:close/>
                </a:path>
              </a:pathLst>
            </a:custGeom>
            <a:gradFill>
              <a:gsLst>
                <a:gs pos="29000">
                  <a:srgbClr val="FFFFFF"/>
                </a:gs>
                <a:gs pos="48000">
                  <a:srgbClr val="F8FBFE"/>
                </a:gs>
                <a:gs pos="73000">
                  <a:srgbClr val="E7F3FB"/>
                </a:gs>
                <a:gs pos="100000">
                  <a:srgbClr val="CEE6F7"/>
                </a:gs>
              </a:gsLst>
              <a:lin ang="2700000" scaled="1"/>
            </a:gra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10" name="Graphic 133">
            <a:extLst>
              <a:ext uri="{FF2B5EF4-FFF2-40B4-BE49-F238E27FC236}">
                <a16:creationId xmlns:a16="http://schemas.microsoft.com/office/drawing/2014/main" id="{88C96766-B074-E6B0-DB30-1210E51F7777}"/>
              </a:ext>
            </a:extLst>
          </p:cNvPr>
          <p:cNvGrpSpPr/>
          <p:nvPr userDrawn="1"/>
        </p:nvGrpSpPr>
        <p:grpSpPr>
          <a:xfrm>
            <a:off x="7658058" y="759261"/>
            <a:ext cx="747561" cy="1467873"/>
            <a:chOff x="7819347" y="302010"/>
            <a:chExt cx="1311783" cy="2575750"/>
          </a:xfrm>
          <a:noFill/>
        </p:grpSpPr>
        <p:sp>
          <p:nvSpPr>
            <p:cNvPr id="11" name="Freeform: Shape 232">
              <a:extLst>
                <a:ext uri="{FF2B5EF4-FFF2-40B4-BE49-F238E27FC236}">
                  <a16:creationId xmlns:a16="http://schemas.microsoft.com/office/drawing/2014/main" id="{D4C48364-B88B-DC56-E5FE-438032A60D50}"/>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2" name="Freeform: Shape 233">
              <a:extLst>
                <a:ext uri="{FF2B5EF4-FFF2-40B4-BE49-F238E27FC236}">
                  <a16:creationId xmlns:a16="http://schemas.microsoft.com/office/drawing/2014/main" id="{725730B3-3C14-88AC-6894-5153EEF9151E}"/>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 name="Freeform: Shape 234">
              <a:extLst>
                <a:ext uri="{FF2B5EF4-FFF2-40B4-BE49-F238E27FC236}">
                  <a16:creationId xmlns:a16="http://schemas.microsoft.com/office/drawing/2014/main" id="{755B9BD9-7CD3-DE32-91C9-37EF0D3ADE41}"/>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4" name="Freeform: Shape 235">
              <a:extLst>
                <a:ext uri="{FF2B5EF4-FFF2-40B4-BE49-F238E27FC236}">
                  <a16:creationId xmlns:a16="http://schemas.microsoft.com/office/drawing/2014/main" id="{7063CD81-2F95-431F-2824-F93E019FDFA0}"/>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5" name="Freeform: Shape 236">
              <a:extLst>
                <a:ext uri="{FF2B5EF4-FFF2-40B4-BE49-F238E27FC236}">
                  <a16:creationId xmlns:a16="http://schemas.microsoft.com/office/drawing/2014/main" id="{25D8D3CB-436C-B532-88F8-B2A754EA8B47}"/>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16" name="Freeform: Shape 265">
            <a:extLst>
              <a:ext uri="{FF2B5EF4-FFF2-40B4-BE49-F238E27FC236}">
                <a16:creationId xmlns:a16="http://schemas.microsoft.com/office/drawing/2014/main" id="{4DC63BCB-2424-FA0B-B016-9DB0081CC73D}"/>
              </a:ext>
            </a:extLst>
          </p:cNvPr>
          <p:cNvSpPr/>
          <p:nvPr userDrawn="1"/>
        </p:nvSpPr>
        <p:spPr>
          <a:xfrm>
            <a:off x="11119385" y="4173017"/>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7" name="Freeform: Shape 269">
            <a:extLst>
              <a:ext uri="{FF2B5EF4-FFF2-40B4-BE49-F238E27FC236}">
                <a16:creationId xmlns:a16="http://schemas.microsoft.com/office/drawing/2014/main" id="{16235C33-BD07-1AB2-75EC-2A600351BEF2}"/>
              </a:ext>
            </a:extLst>
          </p:cNvPr>
          <p:cNvSpPr/>
          <p:nvPr userDrawn="1"/>
        </p:nvSpPr>
        <p:spPr>
          <a:xfrm>
            <a:off x="6195382" y="4307691"/>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8" name="Freeform: Shape 285">
            <a:extLst>
              <a:ext uri="{FF2B5EF4-FFF2-40B4-BE49-F238E27FC236}">
                <a16:creationId xmlns:a16="http://schemas.microsoft.com/office/drawing/2014/main" id="{211AC89D-61D2-C7B7-49D9-67C9509B9417}"/>
              </a:ext>
            </a:extLst>
          </p:cNvPr>
          <p:cNvSpPr/>
          <p:nvPr userDrawn="1"/>
        </p:nvSpPr>
        <p:spPr>
          <a:xfrm>
            <a:off x="8709950" y="5303803"/>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9" name="Freeform: Shape 286">
            <a:extLst>
              <a:ext uri="{FF2B5EF4-FFF2-40B4-BE49-F238E27FC236}">
                <a16:creationId xmlns:a16="http://schemas.microsoft.com/office/drawing/2014/main" id="{758304ED-089F-DA5F-03FB-67D09C210941}"/>
              </a:ext>
            </a:extLst>
          </p:cNvPr>
          <p:cNvSpPr/>
          <p:nvPr userDrawn="1"/>
        </p:nvSpPr>
        <p:spPr>
          <a:xfrm>
            <a:off x="9116688" y="501008"/>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20" name="Graphic 133">
            <a:extLst>
              <a:ext uri="{FF2B5EF4-FFF2-40B4-BE49-F238E27FC236}">
                <a16:creationId xmlns:a16="http://schemas.microsoft.com/office/drawing/2014/main" id="{EE9E5ECA-73AE-3E40-A370-02B8CD76AA5D}"/>
              </a:ext>
            </a:extLst>
          </p:cNvPr>
          <p:cNvGrpSpPr/>
          <p:nvPr userDrawn="1"/>
        </p:nvGrpSpPr>
        <p:grpSpPr>
          <a:xfrm rot="15300000">
            <a:off x="9138526" y="3220264"/>
            <a:ext cx="1311783" cy="2575750"/>
            <a:chOff x="7819347" y="302010"/>
            <a:chExt cx="1311783" cy="2575750"/>
          </a:xfrm>
          <a:noFill/>
        </p:grpSpPr>
        <p:sp>
          <p:nvSpPr>
            <p:cNvPr id="21" name="Freeform: Shape 288">
              <a:extLst>
                <a:ext uri="{FF2B5EF4-FFF2-40B4-BE49-F238E27FC236}">
                  <a16:creationId xmlns:a16="http://schemas.microsoft.com/office/drawing/2014/main" id="{D47A122D-DF7C-8F26-FE45-93D33BE57298}"/>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2" name="Freeform: Shape 289">
              <a:extLst>
                <a:ext uri="{FF2B5EF4-FFF2-40B4-BE49-F238E27FC236}">
                  <a16:creationId xmlns:a16="http://schemas.microsoft.com/office/drawing/2014/main" id="{ABBADE66-E75F-53A1-DE3D-F2FDF7140C7B}"/>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3" name="Freeform: Shape 290">
              <a:extLst>
                <a:ext uri="{FF2B5EF4-FFF2-40B4-BE49-F238E27FC236}">
                  <a16:creationId xmlns:a16="http://schemas.microsoft.com/office/drawing/2014/main" id="{8046C844-E80C-F924-5DCC-C02527CEB385}"/>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4" name="Freeform: Shape 291">
              <a:extLst>
                <a:ext uri="{FF2B5EF4-FFF2-40B4-BE49-F238E27FC236}">
                  <a16:creationId xmlns:a16="http://schemas.microsoft.com/office/drawing/2014/main" id="{4EE9FF86-9A1F-C918-ECBE-284AC28F34DC}"/>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5" name="Freeform: Shape 292">
              <a:extLst>
                <a:ext uri="{FF2B5EF4-FFF2-40B4-BE49-F238E27FC236}">
                  <a16:creationId xmlns:a16="http://schemas.microsoft.com/office/drawing/2014/main" id="{B0198D9D-AE1D-88FA-10CF-494B56B3F1C2}"/>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26" name="Oval 25">
            <a:extLst>
              <a:ext uri="{FF2B5EF4-FFF2-40B4-BE49-F238E27FC236}">
                <a16:creationId xmlns:a16="http://schemas.microsoft.com/office/drawing/2014/main" id="{2B9F8834-0DC1-6106-31A0-939ED0E7573C}"/>
              </a:ext>
            </a:extLst>
          </p:cNvPr>
          <p:cNvSpPr/>
          <p:nvPr userDrawn="1"/>
        </p:nvSpPr>
        <p:spPr>
          <a:xfrm flipV="1">
            <a:off x="6354876" y="1852997"/>
            <a:ext cx="3152006" cy="3152006"/>
          </a:xfrm>
          <a:prstGeom prst="ellipse">
            <a:avLst/>
          </a:prstGeom>
          <a:solidFill>
            <a:schemeClr val="bg1"/>
          </a:solidFill>
          <a:ln w="50800">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27" name="Freeform: Shape 298">
            <a:extLst>
              <a:ext uri="{FF2B5EF4-FFF2-40B4-BE49-F238E27FC236}">
                <a16:creationId xmlns:a16="http://schemas.microsoft.com/office/drawing/2014/main" id="{A46EF116-4B78-19A3-F578-E0723508E51F}"/>
              </a:ext>
            </a:extLst>
          </p:cNvPr>
          <p:cNvSpPr/>
          <p:nvPr userDrawn="1"/>
        </p:nvSpPr>
        <p:spPr>
          <a:xfrm>
            <a:off x="5406003" y="4429286"/>
            <a:ext cx="2921280" cy="1192670"/>
          </a:xfrm>
          <a:custGeom>
            <a:avLst/>
            <a:gdLst>
              <a:gd name="connsiteX0" fmla="*/ 2797989 w 3387980"/>
              <a:gd name="connsiteY0" fmla="*/ 793219 h 1383210"/>
              <a:gd name="connsiteX1" fmla="*/ 2614092 w 3387980"/>
              <a:gd name="connsiteY1" fmla="*/ 822614 h 1383210"/>
              <a:gd name="connsiteX2" fmla="*/ 1697357 w 3387980"/>
              <a:gd name="connsiteY2" fmla="*/ 0 h 1383210"/>
              <a:gd name="connsiteX3" fmla="*/ 798795 w 3387980"/>
              <a:gd name="connsiteY3" fmla="*/ 714810 h 1383210"/>
              <a:gd name="connsiteX4" fmla="*/ 668546 w 3387980"/>
              <a:gd name="connsiteY4" fmla="*/ 714665 h 1383210"/>
              <a:gd name="connsiteX5" fmla="*/ 0 w 3387980"/>
              <a:gd name="connsiteY5" fmla="*/ 1383211 h 1383210"/>
              <a:gd name="connsiteX6" fmla="*/ 3387981 w 3387980"/>
              <a:gd name="connsiteY6" fmla="*/ 1383211 h 1383210"/>
              <a:gd name="connsiteX7" fmla="*/ 2797989 w 3387980"/>
              <a:gd name="connsiteY7" fmla="*/ 793219 h 1383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387980" h="1383210">
                <a:moveTo>
                  <a:pt x="2797989" y="793219"/>
                </a:moveTo>
                <a:cubicBezTo>
                  <a:pt x="2733770" y="793219"/>
                  <a:pt x="2671940" y="803573"/>
                  <a:pt x="2614092" y="822614"/>
                </a:cubicBezTo>
                <a:cubicBezTo>
                  <a:pt x="2564425" y="360192"/>
                  <a:pt x="2172956" y="0"/>
                  <a:pt x="1697357" y="0"/>
                </a:cubicBezTo>
                <a:cubicBezTo>
                  <a:pt x="1259406" y="0"/>
                  <a:pt x="892915" y="305385"/>
                  <a:pt x="798795" y="714810"/>
                </a:cubicBezTo>
                <a:lnTo>
                  <a:pt x="668546" y="714665"/>
                </a:lnTo>
                <a:cubicBezTo>
                  <a:pt x="299304" y="714737"/>
                  <a:pt x="0" y="1014041"/>
                  <a:pt x="0" y="1383211"/>
                </a:cubicBezTo>
                <a:lnTo>
                  <a:pt x="3387981" y="1383211"/>
                </a:lnTo>
                <a:cubicBezTo>
                  <a:pt x="3387981" y="1057336"/>
                  <a:pt x="3123864" y="793219"/>
                  <a:pt x="2797989" y="793219"/>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28" name="Graphic 133">
            <a:extLst>
              <a:ext uri="{FF2B5EF4-FFF2-40B4-BE49-F238E27FC236}">
                <a16:creationId xmlns:a16="http://schemas.microsoft.com/office/drawing/2014/main" id="{05048551-D2BA-0849-5D9E-1F6D5107A14D}"/>
              </a:ext>
            </a:extLst>
          </p:cNvPr>
          <p:cNvGrpSpPr/>
          <p:nvPr userDrawn="1"/>
        </p:nvGrpSpPr>
        <p:grpSpPr>
          <a:xfrm>
            <a:off x="6411279" y="5443017"/>
            <a:ext cx="492164" cy="535997"/>
            <a:chOff x="8799755" y="943899"/>
            <a:chExt cx="839533" cy="914304"/>
          </a:xfrm>
          <a:noFill/>
        </p:grpSpPr>
        <p:sp>
          <p:nvSpPr>
            <p:cNvPr id="29" name="Freeform: Shape 300">
              <a:extLst>
                <a:ext uri="{FF2B5EF4-FFF2-40B4-BE49-F238E27FC236}">
                  <a16:creationId xmlns:a16="http://schemas.microsoft.com/office/drawing/2014/main" id="{FE19AA27-B0B8-C09E-332C-C634977F95F2}"/>
                </a:ext>
              </a:extLst>
            </p:cNvPr>
            <p:cNvSpPr/>
            <p:nvPr/>
          </p:nvSpPr>
          <p:spPr>
            <a:xfrm>
              <a:off x="8799755" y="943899"/>
              <a:ext cx="839533" cy="914304"/>
            </a:xfrm>
            <a:custGeom>
              <a:avLst/>
              <a:gdLst>
                <a:gd name="connsiteX0" fmla="*/ 419767 w 839533"/>
                <a:gd name="connsiteY0" fmla="*/ 914305 h 914304"/>
                <a:gd name="connsiteX1" fmla="*/ 415576 w 839533"/>
                <a:gd name="connsiteY1" fmla="*/ 913638 h 914304"/>
                <a:gd name="connsiteX2" fmla="*/ 0 w 839533"/>
                <a:gd name="connsiteY2" fmla="*/ 345281 h 914304"/>
                <a:gd name="connsiteX3" fmla="*/ 0 w 839533"/>
                <a:gd name="connsiteY3" fmla="*/ 13906 h 914304"/>
                <a:gd name="connsiteX4" fmla="*/ 13906 w 839533"/>
                <a:gd name="connsiteY4" fmla="*/ 0 h 914304"/>
                <a:gd name="connsiteX5" fmla="*/ 825627 w 839533"/>
                <a:gd name="connsiteY5" fmla="*/ 0 h 914304"/>
                <a:gd name="connsiteX6" fmla="*/ 839534 w 839533"/>
                <a:gd name="connsiteY6" fmla="*/ 13906 h 914304"/>
                <a:gd name="connsiteX7" fmla="*/ 839534 w 839533"/>
                <a:gd name="connsiteY7" fmla="*/ 345281 h 914304"/>
                <a:gd name="connsiteX8" fmla="*/ 424053 w 839533"/>
                <a:gd name="connsiteY8" fmla="*/ 913638 h 914304"/>
                <a:gd name="connsiteX9" fmla="*/ 419862 w 839533"/>
                <a:gd name="connsiteY9" fmla="*/ 914305 h 91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39533" h="914304">
                  <a:moveTo>
                    <a:pt x="419767" y="914305"/>
                  </a:moveTo>
                  <a:cubicBezTo>
                    <a:pt x="418338" y="914305"/>
                    <a:pt x="416909" y="914114"/>
                    <a:pt x="415576" y="913638"/>
                  </a:cubicBezTo>
                  <a:cubicBezTo>
                    <a:pt x="167069" y="834676"/>
                    <a:pt x="0" y="606266"/>
                    <a:pt x="0" y="345281"/>
                  </a:cubicBezTo>
                  <a:lnTo>
                    <a:pt x="0" y="13906"/>
                  </a:lnTo>
                  <a:cubicBezTo>
                    <a:pt x="0" y="6191"/>
                    <a:pt x="6191" y="0"/>
                    <a:pt x="13906" y="0"/>
                  </a:cubicBezTo>
                  <a:lnTo>
                    <a:pt x="825627" y="0"/>
                  </a:lnTo>
                  <a:cubicBezTo>
                    <a:pt x="833342" y="0"/>
                    <a:pt x="839534" y="6191"/>
                    <a:pt x="839534" y="13906"/>
                  </a:cubicBezTo>
                  <a:lnTo>
                    <a:pt x="839534" y="345281"/>
                  </a:lnTo>
                  <a:cubicBezTo>
                    <a:pt x="839534" y="606266"/>
                    <a:pt x="672560" y="834676"/>
                    <a:pt x="424053" y="913638"/>
                  </a:cubicBezTo>
                  <a:cubicBezTo>
                    <a:pt x="422624" y="914114"/>
                    <a:pt x="421195" y="914305"/>
                    <a:pt x="419862" y="914305"/>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0" name="Freeform: Shape 301">
              <a:extLst>
                <a:ext uri="{FF2B5EF4-FFF2-40B4-BE49-F238E27FC236}">
                  <a16:creationId xmlns:a16="http://schemas.microsoft.com/office/drawing/2014/main" id="{17AA15B6-EAD5-B8F3-694F-CAEA21541004}"/>
                </a:ext>
              </a:extLst>
            </p:cNvPr>
            <p:cNvSpPr/>
            <p:nvPr/>
          </p:nvSpPr>
          <p:spPr>
            <a:xfrm>
              <a:off x="9223713" y="943899"/>
              <a:ext cx="9525" cy="913638"/>
            </a:xfrm>
            <a:custGeom>
              <a:avLst/>
              <a:gdLst>
                <a:gd name="connsiteX0" fmla="*/ 0 w 9525"/>
                <a:gd name="connsiteY0" fmla="*/ 913638 h 913638"/>
                <a:gd name="connsiteX1" fmla="*/ 0 w 9525"/>
                <a:gd name="connsiteY1" fmla="*/ 0 h 913638"/>
              </a:gdLst>
              <a:ahLst/>
              <a:cxnLst>
                <a:cxn ang="0">
                  <a:pos x="connsiteX0" y="connsiteY0"/>
                </a:cxn>
                <a:cxn ang="0">
                  <a:pos x="connsiteX1" y="connsiteY1"/>
                </a:cxn>
              </a:cxnLst>
              <a:rect l="l" t="t" r="r" b="b"/>
              <a:pathLst>
                <a:path w="9525" h="913638">
                  <a:moveTo>
                    <a:pt x="0" y="913638"/>
                  </a:moveTo>
                  <a:lnTo>
                    <a:pt x="0" y="0"/>
                  </a:lnTo>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pic>
        <p:nvPicPr>
          <p:cNvPr id="31" name="Graphic 30">
            <a:extLst>
              <a:ext uri="{FF2B5EF4-FFF2-40B4-BE49-F238E27FC236}">
                <a16:creationId xmlns:a16="http://schemas.microsoft.com/office/drawing/2014/main" id="{2DEDDD0F-0568-74C8-C067-FAC13B276763}"/>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5399087" y="3195829"/>
            <a:ext cx="695325" cy="695325"/>
          </a:xfrm>
          <a:prstGeom prst="rect">
            <a:avLst/>
          </a:prstGeom>
        </p:spPr>
      </p:pic>
      <p:pic>
        <p:nvPicPr>
          <p:cNvPr id="32" name="Graphic 31">
            <a:extLst>
              <a:ext uri="{FF2B5EF4-FFF2-40B4-BE49-F238E27FC236}">
                <a16:creationId xmlns:a16="http://schemas.microsoft.com/office/drawing/2014/main" id="{7F93159D-A0D8-6681-B211-57BF8B243920}"/>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0592950" y="1045130"/>
            <a:ext cx="930016" cy="930016"/>
          </a:xfrm>
          <a:prstGeom prst="rect">
            <a:avLst/>
          </a:prstGeom>
        </p:spPr>
      </p:pic>
      <p:grpSp>
        <p:nvGrpSpPr>
          <p:cNvPr id="33" name="Group 32">
            <a:extLst>
              <a:ext uri="{FF2B5EF4-FFF2-40B4-BE49-F238E27FC236}">
                <a16:creationId xmlns:a16="http://schemas.microsoft.com/office/drawing/2014/main" id="{CD7218DF-79B8-B84A-C655-37F70007680B}"/>
              </a:ext>
            </a:extLst>
          </p:cNvPr>
          <p:cNvGrpSpPr/>
          <p:nvPr userDrawn="1"/>
        </p:nvGrpSpPr>
        <p:grpSpPr>
          <a:xfrm>
            <a:off x="7052468" y="2553893"/>
            <a:ext cx="1758055" cy="1758055"/>
            <a:chOff x="7865264" y="1822400"/>
            <a:chExt cx="366384" cy="366384"/>
          </a:xfrm>
          <a:solidFill>
            <a:schemeClr val="accent2"/>
          </a:solidFill>
        </p:grpSpPr>
        <p:sp>
          <p:nvSpPr>
            <p:cNvPr id="34" name="Freeform: Shape 10">
              <a:extLst>
                <a:ext uri="{FF2B5EF4-FFF2-40B4-BE49-F238E27FC236}">
                  <a16:creationId xmlns:a16="http://schemas.microsoft.com/office/drawing/2014/main" id="{C85E388D-6ED6-016C-3C0F-D5049190D4F0}"/>
                </a:ext>
              </a:extLst>
            </p:cNvPr>
            <p:cNvSpPr/>
            <p:nvPr/>
          </p:nvSpPr>
          <p:spPr>
            <a:xfrm>
              <a:off x="7954330" y="1858452"/>
              <a:ext cx="277318" cy="190816"/>
            </a:xfrm>
            <a:custGeom>
              <a:avLst/>
              <a:gdLst>
                <a:gd name="connsiteX0" fmla="*/ 33907 w 1312589"/>
                <a:gd name="connsiteY0" fmla="*/ 423929 h 902070"/>
                <a:gd name="connsiteX1" fmla="*/ 0 w 1312589"/>
                <a:gd name="connsiteY1" fmla="*/ 457836 h 902070"/>
                <a:gd name="connsiteX2" fmla="*/ 444235 w 1312589"/>
                <a:gd name="connsiteY2" fmla="*/ 902070 h 902070"/>
                <a:gd name="connsiteX3" fmla="*/ 1312589 w 1312589"/>
                <a:gd name="connsiteY3" fmla="*/ 33715 h 902070"/>
                <a:gd name="connsiteX4" fmla="*/ 1278683 w 1312589"/>
                <a:gd name="connsiteY4" fmla="*/ 0 h 902070"/>
                <a:gd name="connsiteX5" fmla="*/ 444235 w 1312589"/>
                <a:gd name="connsiteY5" fmla="*/ 834257 h 9020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12589" h="902070">
                  <a:moveTo>
                    <a:pt x="33907" y="423929"/>
                  </a:moveTo>
                  <a:lnTo>
                    <a:pt x="0" y="457836"/>
                  </a:lnTo>
                  <a:lnTo>
                    <a:pt x="444235" y="902070"/>
                  </a:lnTo>
                  <a:lnTo>
                    <a:pt x="1312589" y="33715"/>
                  </a:lnTo>
                  <a:lnTo>
                    <a:pt x="1278683" y="0"/>
                  </a:lnTo>
                  <a:lnTo>
                    <a:pt x="444235" y="834257"/>
                  </a:lnTo>
                  <a:close/>
                </a:path>
              </a:pathLst>
            </a:custGeom>
            <a:grpFill/>
            <a:ln w="1915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5" name="Freeform: Shape 19">
              <a:extLst>
                <a:ext uri="{FF2B5EF4-FFF2-40B4-BE49-F238E27FC236}">
                  <a16:creationId xmlns:a16="http://schemas.microsoft.com/office/drawing/2014/main" id="{6D376E54-6A3F-53F6-9B3E-05CA9D8A3570}"/>
                </a:ext>
              </a:extLst>
            </p:cNvPr>
            <p:cNvSpPr/>
            <p:nvPr/>
          </p:nvSpPr>
          <p:spPr>
            <a:xfrm>
              <a:off x="7865264" y="1822400"/>
              <a:ext cx="365961" cy="366384"/>
            </a:xfrm>
            <a:custGeom>
              <a:avLst/>
              <a:gdLst>
                <a:gd name="connsiteX0" fmla="*/ 1630330 w 1732155"/>
                <a:gd name="connsiteY0" fmla="*/ 458161 h 1732055"/>
                <a:gd name="connsiteX1" fmla="*/ 1587994 w 1732155"/>
                <a:gd name="connsiteY1" fmla="*/ 480766 h 1732055"/>
                <a:gd name="connsiteX2" fmla="*/ 1683584 w 1732155"/>
                <a:gd name="connsiteY2" fmla="*/ 838414 h 1732055"/>
                <a:gd name="connsiteX3" fmla="*/ 1463478 w 1732155"/>
                <a:gd name="connsiteY3" fmla="*/ 1424597 h 1732055"/>
                <a:gd name="connsiteX4" fmla="*/ 893387 w 1732155"/>
                <a:gd name="connsiteY4" fmla="*/ 1683590 h 1732055"/>
                <a:gd name="connsiteX5" fmla="*/ 48403 w 1732155"/>
                <a:gd name="connsiteY5" fmla="*/ 893584 h 1732055"/>
                <a:gd name="connsiteX6" fmla="*/ 268508 w 1732155"/>
                <a:gd name="connsiteY6" fmla="*/ 307401 h 1732055"/>
                <a:gd name="connsiteX7" fmla="*/ 838600 w 1732155"/>
                <a:gd name="connsiteY7" fmla="*/ 48217 h 1732055"/>
                <a:gd name="connsiteX8" fmla="*/ 1422101 w 1732155"/>
                <a:gd name="connsiteY8" fmla="*/ 265832 h 1732055"/>
                <a:gd name="connsiteX9" fmla="*/ 1454666 w 1732155"/>
                <a:gd name="connsiteY9" fmla="*/ 230776 h 1732055"/>
                <a:gd name="connsiteX10" fmla="*/ 836876 w 1732155"/>
                <a:gd name="connsiteY10" fmla="*/ 517 h 1732055"/>
                <a:gd name="connsiteX11" fmla="*/ 233452 w 1732155"/>
                <a:gd name="connsiteY11" fmla="*/ 274644 h 1732055"/>
                <a:gd name="connsiteX12" fmla="*/ 512 w 1732155"/>
                <a:gd name="connsiteY12" fmla="*/ 895117 h 1732055"/>
                <a:gd name="connsiteX13" fmla="*/ 865610 w 1732155"/>
                <a:gd name="connsiteY13" fmla="*/ 1732055 h 1732055"/>
                <a:gd name="connsiteX14" fmla="*/ 895111 w 1732155"/>
                <a:gd name="connsiteY14" fmla="*/ 1731481 h 1732055"/>
                <a:gd name="connsiteX15" fmla="*/ 1498726 w 1732155"/>
                <a:gd name="connsiteY15" fmla="*/ 1457354 h 1732055"/>
                <a:gd name="connsiteX16" fmla="*/ 1731666 w 1732155"/>
                <a:gd name="connsiteY16" fmla="*/ 836881 h 1732055"/>
                <a:gd name="connsiteX17" fmla="*/ 1630330 w 1732155"/>
                <a:gd name="connsiteY17" fmla="*/ 458161 h 1732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732155" h="1732055">
                  <a:moveTo>
                    <a:pt x="1630330" y="458161"/>
                  </a:moveTo>
                  <a:lnTo>
                    <a:pt x="1587994" y="480766"/>
                  </a:lnTo>
                  <a:cubicBezTo>
                    <a:pt x="1647187" y="591681"/>
                    <a:pt x="1679370" y="711982"/>
                    <a:pt x="1683584" y="838414"/>
                  </a:cubicBezTo>
                  <a:cubicBezTo>
                    <a:pt x="1690863" y="1056796"/>
                    <a:pt x="1612706" y="1265025"/>
                    <a:pt x="1463478" y="1424597"/>
                  </a:cubicBezTo>
                  <a:cubicBezTo>
                    <a:pt x="1314251" y="1584169"/>
                    <a:pt x="1111769" y="1676119"/>
                    <a:pt x="893387" y="1683590"/>
                  </a:cubicBezTo>
                  <a:cubicBezTo>
                    <a:pt x="442448" y="1699490"/>
                    <a:pt x="63536" y="1344332"/>
                    <a:pt x="48403" y="893584"/>
                  </a:cubicBezTo>
                  <a:cubicBezTo>
                    <a:pt x="41123" y="675202"/>
                    <a:pt x="119281" y="466973"/>
                    <a:pt x="268508" y="307401"/>
                  </a:cubicBezTo>
                  <a:cubicBezTo>
                    <a:pt x="417544" y="147638"/>
                    <a:pt x="620026" y="55687"/>
                    <a:pt x="838600" y="48217"/>
                  </a:cubicBezTo>
                  <a:cubicBezTo>
                    <a:pt x="1055641" y="40937"/>
                    <a:pt x="1262912" y="118137"/>
                    <a:pt x="1422101" y="265832"/>
                  </a:cubicBezTo>
                  <a:lnTo>
                    <a:pt x="1454666" y="230776"/>
                  </a:lnTo>
                  <a:cubicBezTo>
                    <a:pt x="1286091" y="74461"/>
                    <a:pt x="1066368" y="-7337"/>
                    <a:pt x="836876" y="517"/>
                  </a:cubicBezTo>
                  <a:cubicBezTo>
                    <a:pt x="605659" y="8371"/>
                    <a:pt x="391300" y="105685"/>
                    <a:pt x="233452" y="274644"/>
                  </a:cubicBezTo>
                  <a:cubicBezTo>
                    <a:pt x="75413" y="443603"/>
                    <a:pt x="-7342" y="663900"/>
                    <a:pt x="512" y="895117"/>
                  </a:cubicBezTo>
                  <a:cubicBezTo>
                    <a:pt x="16220" y="1362530"/>
                    <a:pt x="401453" y="1732055"/>
                    <a:pt x="865610" y="1732055"/>
                  </a:cubicBezTo>
                  <a:cubicBezTo>
                    <a:pt x="875380" y="1732055"/>
                    <a:pt x="885341" y="1731864"/>
                    <a:pt x="895111" y="1731481"/>
                  </a:cubicBezTo>
                  <a:cubicBezTo>
                    <a:pt x="1126327" y="1723627"/>
                    <a:pt x="1340686" y="1626313"/>
                    <a:pt x="1498726" y="1457354"/>
                  </a:cubicBezTo>
                  <a:cubicBezTo>
                    <a:pt x="1656765" y="1288395"/>
                    <a:pt x="1739329" y="1068098"/>
                    <a:pt x="1731666" y="836881"/>
                  </a:cubicBezTo>
                  <a:cubicBezTo>
                    <a:pt x="1727069" y="702979"/>
                    <a:pt x="1692971" y="575589"/>
                    <a:pt x="1630330" y="458161"/>
                  </a:cubicBezTo>
                  <a:close/>
                </a:path>
              </a:pathLst>
            </a:custGeom>
            <a:grpFill/>
            <a:ln w="1915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36" name="TextBox 35">
            <a:extLst>
              <a:ext uri="{FF2B5EF4-FFF2-40B4-BE49-F238E27FC236}">
                <a16:creationId xmlns:a16="http://schemas.microsoft.com/office/drawing/2014/main" id="{6B1AA7EA-5E22-2B80-E29C-2032453F4134}"/>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38" name="Graphic 8">
            <a:extLst>
              <a:ext uri="{FF2B5EF4-FFF2-40B4-BE49-F238E27FC236}">
                <a16:creationId xmlns:a16="http://schemas.microsoft.com/office/drawing/2014/main" id="{EEE6FDE1-91DD-65C8-6BE7-D19E81438780}"/>
              </a:ext>
            </a:extLst>
          </p:cNvPr>
          <p:cNvGrpSpPr/>
          <p:nvPr userDrawn="1"/>
        </p:nvGrpSpPr>
        <p:grpSpPr>
          <a:xfrm>
            <a:off x="265625" y="6323271"/>
            <a:ext cx="1249223" cy="369648"/>
            <a:chOff x="265625" y="6323271"/>
            <a:chExt cx="1249223" cy="369648"/>
          </a:xfrm>
          <a:solidFill>
            <a:srgbClr val="000000"/>
          </a:solidFill>
        </p:grpSpPr>
        <p:grpSp>
          <p:nvGrpSpPr>
            <p:cNvPr id="39" name="Graphic 8">
              <a:extLst>
                <a:ext uri="{FF2B5EF4-FFF2-40B4-BE49-F238E27FC236}">
                  <a16:creationId xmlns:a16="http://schemas.microsoft.com/office/drawing/2014/main" id="{ACE55440-ED7B-0CEB-0F09-B6BAA1CE4F86}"/>
                </a:ext>
              </a:extLst>
            </p:cNvPr>
            <p:cNvGrpSpPr/>
            <p:nvPr/>
          </p:nvGrpSpPr>
          <p:grpSpPr>
            <a:xfrm>
              <a:off x="745455" y="6594444"/>
              <a:ext cx="722662" cy="98475"/>
              <a:chOff x="745455" y="6594444"/>
              <a:chExt cx="722662" cy="98475"/>
            </a:xfrm>
            <a:solidFill>
              <a:srgbClr val="000000"/>
            </a:solidFill>
          </p:grpSpPr>
          <p:sp>
            <p:nvSpPr>
              <p:cNvPr id="48" name="Freeform 19">
                <a:extLst>
                  <a:ext uri="{FF2B5EF4-FFF2-40B4-BE49-F238E27FC236}">
                    <a16:creationId xmlns:a16="http://schemas.microsoft.com/office/drawing/2014/main" id="{A43B6D68-18C2-E9B1-5E57-86628B236F60}"/>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49" name="Freeform 20">
                <a:extLst>
                  <a:ext uri="{FF2B5EF4-FFF2-40B4-BE49-F238E27FC236}">
                    <a16:creationId xmlns:a16="http://schemas.microsoft.com/office/drawing/2014/main" id="{DDB3CD3E-CADF-384A-4424-04C01F9C03E4}"/>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50" name="Freeform 21">
                <a:extLst>
                  <a:ext uri="{FF2B5EF4-FFF2-40B4-BE49-F238E27FC236}">
                    <a16:creationId xmlns:a16="http://schemas.microsoft.com/office/drawing/2014/main" id="{1A9575B6-0DF6-9EB0-D2FC-B2467DD56A67}"/>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51" name="Freeform 22">
                <a:extLst>
                  <a:ext uri="{FF2B5EF4-FFF2-40B4-BE49-F238E27FC236}">
                    <a16:creationId xmlns:a16="http://schemas.microsoft.com/office/drawing/2014/main" id="{1B38A66E-2472-4AD2-3D89-B24A07EB692B}"/>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52" name="Freeform 23">
                <a:extLst>
                  <a:ext uri="{FF2B5EF4-FFF2-40B4-BE49-F238E27FC236}">
                    <a16:creationId xmlns:a16="http://schemas.microsoft.com/office/drawing/2014/main" id="{838FFDF2-32E4-7CE1-0E34-71D0624BC292}"/>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53" name="Freeform 24">
                <a:extLst>
                  <a:ext uri="{FF2B5EF4-FFF2-40B4-BE49-F238E27FC236}">
                    <a16:creationId xmlns:a16="http://schemas.microsoft.com/office/drawing/2014/main" id="{F4E4D6C5-6B5E-42D5-EC45-9A86F1C53AF9}"/>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54" name="Freeform 25">
                <a:extLst>
                  <a:ext uri="{FF2B5EF4-FFF2-40B4-BE49-F238E27FC236}">
                    <a16:creationId xmlns:a16="http://schemas.microsoft.com/office/drawing/2014/main" id="{92837331-31E4-014B-BB30-5C8AF1BE2FB7}"/>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55" name="Freeform 26">
                <a:extLst>
                  <a:ext uri="{FF2B5EF4-FFF2-40B4-BE49-F238E27FC236}">
                    <a16:creationId xmlns:a16="http://schemas.microsoft.com/office/drawing/2014/main" id="{9B74DC74-9115-9CB6-6C94-93050E073321}"/>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56" name="Freeform 27">
                <a:extLst>
                  <a:ext uri="{FF2B5EF4-FFF2-40B4-BE49-F238E27FC236}">
                    <a16:creationId xmlns:a16="http://schemas.microsoft.com/office/drawing/2014/main" id="{DEA60CEB-D608-C18A-3553-2BEBB078C364}"/>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57" name="Freeform 28">
                <a:extLst>
                  <a:ext uri="{FF2B5EF4-FFF2-40B4-BE49-F238E27FC236}">
                    <a16:creationId xmlns:a16="http://schemas.microsoft.com/office/drawing/2014/main" id="{2A0D508A-64EF-51BE-D09A-DF2B3BBCEC99}"/>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40" name="Graphic 8">
              <a:extLst>
                <a:ext uri="{FF2B5EF4-FFF2-40B4-BE49-F238E27FC236}">
                  <a16:creationId xmlns:a16="http://schemas.microsoft.com/office/drawing/2014/main" id="{62DECAB8-8056-3209-AAEE-A075D8873A35}"/>
                </a:ext>
              </a:extLst>
            </p:cNvPr>
            <p:cNvGrpSpPr/>
            <p:nvPr/>
          </p:nvGrpSpPr>
          <p:grpSpPr>
            <a:xfrm>
              <a:off x="265625" y="6323271"/>
              <a:ext cx="1249223" cy="190348"/>
              <a:chOff x="265625" y="6323271"/>
              <a:chExt cx="1249223" cy="190348"/>
            </a:xfrm>
            <a:solidFill>
              <a:srgbClr val="000000"/>
            </a:solidFill>
          </p:grpSpPr>
          <p:sp>
            <p:nvSpPr>
              <p:cNvPr id="41" name="Freeform 10">
                <a:extLst>
                  <a:ext uri="{FF2B5EF4-FFF2-40B4-BE49-F238E27FC236}">
                    <a16:creationId xmlns:a16="http://schemas.microsoft.com/office/drawing/2014/main" id="{96BC81C2-8E5C-1CEC-BDFB-88D895CFB936}"/>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42" name="Freeform 11">
                <a:extLst>
                  <a:ext uri="{FF2B5EF4-FFF2-40B4-BE49-F238E27FC236}">
                    <a16:creationId xmlns:a16="http://schemas.microsoft.com/office/drawing/2014/main" id="{340DF54E-276F-8B20-0571-5504176D3B09}"/>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43" name="Freeform 14">
                <a:extLst>
                  <a:ext uri="{FF2B5EF4-FFF2-40B4-BE49-F238E27FC236}">
                    <a16:creationId xmlns:a16="http://schemas.microsoft.com/office/drawing/2014/main" id="{B707DDF2-DF96-BAA4-80B4-5354E71AA927}"/>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44" name="Freeform 15">
                <a:extLst>
                  <a:ext uri="{FF2B5EF4-FFF2-40B4-BE49-F238E27FC236}">
                    <a16:creationId xmlns:a16="http://schemas.microsoft.com/office/drawing/2014/main" id="{C6FFAE2E-DC2E-9A6B-0418-3CD360748F8E}"/>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45" name="Freeform 16">
                <a:extLst>
                  <a:ext uri="{FF2B5EF4-FFF2-40B4-BE49-F238E27FC236}">
                    <a16:creationId xmlns:a16="http://schemas.microsoft.com/office/drawing/2014/main" id="{054BE156-7B3C-CF84-0946-DCE83B097304}"/>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46" name="Freeform 17">
                <a:extLst>
                  <a:ext uri="{FF2B5EF4-FFF2-40B4-BE49-F238E27FC236}">
                    <a16:creationId xmlns:a16="http://schemas.microsoft.com/office/drawing/2014/main" id="{896A5FCF-531D-3F07-E047-81314B10C0C4}"/>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47" name="Freeform 18">
                <a:extLst>
                  <a:ext uri="{FF2B5EF4-FFF2-40B4-BE49-F238E27FC236}">
                    <a16:creationId xmlns:a16="http://schemas.microsoft.com/office/drawing/2014/main" id="{1CE78466-6580-0951-D19C-D8BE39D0A726}"/>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37" name="TextBox 36">
            <a:extLst>
              <a:ext uri="{FF2B5EF4-FFF2-40B4-BE49-F238E27FC236}">
                <a16:creationId xmlns:a16="http://schemas.microsoft.com/office/drawing/2014/main" id="{46263DFB-1E84-F8B5-009C-4FC929DE5F69}"/>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27973022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dec="http://schemas.microsoft.com/office/drawing/2017/decorative" xmlns:a16="http://schemas.microsoft.com/office/drawing/2014/main" xmlns="">
      <p:transition spd="med">
        <p:fade/>
      </p:transition>
    </mc:Fallback>
  </mc:AlternateContent>
</p:sldLayout>
</file>

<file path=ppt/slideLayouts/slideLayout93.xml><?xml version="1.0" encoding="utf-8"?>
<p:sldLayout xmlns:a="http://schemas.openxmlformats.org/drawingml/2006/main" xmlns:r="http://schemas.openxmlformats.org/officeDocument/2006/relationships" xmlns:p="http://schemas.openxmlformats.org/presentationml/2006/main" showMasterSp="0" preserve="1" userDrawn="1">
  <p:cSld name="Section - Security">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9107" y="938794"/>
            <a:ext cx="6587869" cy="1229360"/>
          </a:xfrm>
        </p:spPr>
        <p:txBody>
          <a:bodyPr wrap="square" anchor="b"/>
          <a:lstStyle>
            <a:lvl1pPr algn="l">
              <a:defRPr sz="3600" b="0" cap="none" baseline="0">
                <a:solidFill>
                  <a:schemeClr val="accent2"/>
                </a:solidFill>
              </a:defRPr>
            </a:lvl1pPr>
          </a:lstStyle>
          <a:p>
            <a:r>
              <a:rPr lang="en-US" dirty="0"/>
              <a:t>Section Title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574010" cy="700882"/>
          </a:xfrm>
        </p:spPr>
        <p:txBody>
          <a:bodyPr/>
          <a:lstStyle>
            <a:lvl1pPr marL="0" indent="0" algn="l">
              <a:buNone/>
              <a:defRPr sz="2400">
                <a:solidFill>
                  <a:schemeClr val="bg2">
                    <a:lumMod val="2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
        <p:nvSpPr>
          <p:cNvPr id="3" name="Parallelogram 2">
            <a:extLst>
              <a:ext uri="{FF2B5EF4-FFF2-40B4-BE49-F238E27FC236}">
                <a16:creationId xmlns:a16="http://schemas.microsoft.com/office/drawing/2014/main" id="{F582BB52-6A3E-24F3-5A49-BEE5A167F13B}"/>
              </a:ext>
            </a:extLst>
          </p:cNvPr>
          <p:cNvSpPr/>
          <p:nvPr userDrawn="1"/>
        </p:nvSpPr>
        <p:spPr>
          <a:xfrm>
            <a:off x="5406003" y="-1"/>
            <a:ext cx="14676689" cy="6858001"/>
          </a:xfrm>
          <a:prstGeom prst="parallelogram">
            <a:avLst>
              <a:gd name="adj" fmla="val 100124"/>
            </a:avLst>
          </a:prstGeom>
          <a:gradFill flip="none" rotWithShape="1">
            <a:gsLst>
              <a:gs pos="35000">
                <a:schemeClr val="accent1"/>
              </a:gs>
              <a:gs pos="100000">
                <a:schemeClr val="accent1">
                  <a:alpha val="66000"/>
                </a:schemeClr>
              </a:gs>
            </a:gsLst>
            <a:lin ang="18900000" scaled="1"/>
            <a:tileRect/>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4" name="Parallelogram 3">
            <a:extLst>
              <a:ext uri="{FF2B5EF4-FFF2-40B4-BE49-F238E27FC236}">
                <a16:creationId xmlns:a16="http://schemas.microsoft.com/office/drawing/2014/main" id="{72B93CFE-64D4-FECC-42EC-18400A295E1B}"/>
              </a:ext>
            </a:extLst>
          </p:cNvPr>
          <p:cNvSpPr/>
          <p:nvPr userDrawn="1"/>
        </p:nvSpPr>
        <p:spPr>
          <a:xfrm>
            <a:off x="1840256" y="-1"/>
            <a:ext cx="12934077" cy="6470788"/>
          </a:xfrm>
          <a:prstGeom prst="parallelogram">
            <a:avLst>
              <a:gd name="adj" fmla="val 100124"/>
            </a:avLst>
          </a:prstGeom>
          <a:gradFill flip="none" rotWithShape="1">
            <a:gsLst>
              <a:gs pos="0">
                <a:schemeClr val="accent1">
                  <a:alpha val="19000"/>
                </a:schemeClr>
              </a:gs>
              <a:gs pos="73000">
                <a:schemeClr val="accent1">
                  <a:alpha val="0"/>
                </a:schemeClr>
              </a:gs>
            </a:gsLst>
            <a:lin ang="8100000" scaled="1"/>
            <a:tileRect/>
          </a:gra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 name="Graphic 143">
            <a:extLst>
              <a:ext uri="{FF2B5EF4-FFF2-40B4-BE49-F238E27FC236}">
                <a16:creationId xmlns:a16="http://schemas.microsoft.com/office/drawing/2014/main" id="{E8DF72B4-3B82-BCAD-A6A6-77A5BAB6C216}"/>
              </a:ext>
            </a:extLst>
          </p:cNvPr>
          <p:cNvSpPr/>
          <p:nvPr userDrawn="1"/>
        </p:nvSpPr>
        <p:spPr>
          <a:xfrm>
            <a:off x="4130978" y="4499933"/>
            <a:ext cx="2421204" cy="666750"/>
          </a:xfrm>
          <a:custGeom>
            <a:avLst/>
            <a:gdLst>
              <a:gd name="connsiteX0" fmla="*/ 482061 w 600651"/>
              <a:gd name="connsiteY0" fmla="*/ 38962 h 165407"/>
              <a:gd name="connsiteX1" fmla="*/ 398886 w 600651"/>
              <a:gd name="connsiteY1" fmla="*/ 75298 h 165407"/>
              <a:gd name="connsiteX2" fmla="*/ 268849 w 600651"/>
              <a:gd name="connsiteY2" fmla="*/ 0 h 165407"/>
              <a:gd name="connsiteX3" fmla="*/ 118927 w 600651"/>
              <a:gd name="connsiteY3" fmla="*/ 122878 h 165407"/>
              <a:gd name="connsiteX4" fmla="*/ 66185 w 600651"/>
              <a:gd name="connsiteY4" fmla="*/ 94823 h 165407"/>
              <a:gd name="connsiteX5" fmla="*/ 0 w 600651"/>
              <a:gd name="connsiteY5" fmla="*/ 165408 h 165407"/>
              <a:gd name="connsiteX6" fmla="*/ 600652 w 600651"/>
              <a:gd name="connsiteY6" fmla="*/ 165408 h 165407"/>
              <a:gd name="connsiteX7" fmla="*/ 482061 w 600651"/>
              <a:gd name="connsiteY7" fmla="*/ 38939 h 1654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651" h="165407">
                <a:moveTo>
                  <a:pt x="482061" y="38962"/>
                </a:moveTo>
                <a:cubicBezTo>
                  <a:pt x="449653" y="38962"/>
                  <a:pt x="420297" y="52832"/>
                  <a:pt x="398886" y="75298"/>
                </a:cubicBezTo>
                <a:cubicBezTo>
                  <a:pt x="371236" y="29984"/>
                  <a:pt x="323341" y="0"/>
                  <a:pt x="268849" y="0"/>
                </a:cubicBezTo>
                <a:cubicBezTo>
                  <a:pt x="196963" y="0"/>
                  <a:pt x="136523" y="52136"/>
                  <a:pt x="118927" y="122878"/>
                </a:cubicBezTo>
                <a:cubicBezTo>
                  <a:pt x="106853" y="105865"/>
                  <a:pt x="87754" y="94823"/>
                  <a:pt x="66185" y="94823"/>
                </a:cubicBezTo>
                <a:cubicBezTo>
                  <a:pt x="29625" y="94823"/>
                  <a:pt x="0" y="126446"/>
                  <a:pt x="0" y="165408"/>
                </a:cubicBezTo>
                <a:lnTo>
                  <a:pt x="600652" y="165408"/>
                </a:lnTo>
                <a:cubicBezTo>
                  <a:pt x="600652" y="95564"/>
                  <a:pt x="547551" y="38939"/>
                  <a:pt x="482061" y="38939"/>
                </a:cubicBezTo>
                <a:close/>
              </a:path>
            </a:pathLst>
          </a:custGeom>
          <a:solidFill>
            <a:schemeClr val="accent1">
              <a:alpha val="13000"/>
            </a:schemeClr>
          </a:soli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pic>
        <p:nvPicPr>
          <p:cNvPr id="6" name="Graphic 5">
            <a:extLst>
              <a:ext uri="{FF2B5EF4-FFF2-40B4-BE49-F238E27FC236}">
                <a16:creationId xmlns:a16="http://schemas.microsoft.com/office/drawing/2014/main" id="{855041E8-21EB-9E5A-38FA-B419088D456E}"/>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979191" y="2319345"/>
            <a:ext cx="3124591" cy="1207366"/>
          </a:xfrm>
          <a:prstGeom prst="rect">
            <a:avLst/>
          </a:prstGeom>
        </p:spPr>
      </p:pic>
      <p:grpSp>
        <p:nvGrpSpPr>
          <p:cNvPr id="7" name="Graphic 133">
            <a:extLst>
              <a:ext uri="{FF2B5EF4-FFF2-40B4-BE49-F238E27FC236}">
                <a16:creationId xmlns:a16="http://schemas.microsoft.com/office/drawing/2014/main" id="{969F323B-C841-ED07-7650-ACB057A00779}"/>
              </a:ext>
            </a:extLst>
          </p:cNvPr>
          <p:cNvGrpSpPr/>
          <p:nvPr userDrawn="1"/>
        </p:nvGrpSpPr>
        <p:grpSpPr>
          <a:xfrm rot="5400000">
            <a:off x="9360520" y="3679450"/>
            <a:ext cx="747561" cy="1467873"/>
            <a:chOff x="7819347" y="302010"/>
            <a:chExt cx="1311783" cy="2575750"/>
          </a:xfrm>
          <a:noFill/>
        </p:grpSpPr>
        <p:sp>
          <p:nvSpPr>
            <p:cNvPr id="8" name="Freeform: Shape 232">
              <a:extLst>
                <a:ext uri="{FF2B5EF4-FFF2-40B4-BE49-F238E27FC236}">
                  <a16:creationId xmlns:a16="http://schemas.microsoft.com/office/drawing/2014/main" id="{72D1B530-36E7-072E-07FE-C9E9E1AAFA89}"/>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1">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9" name="Freeform: Shape 233">
              <a:extLst>
                <a:ext uri="{FF2B5EF4-FFF2-40B4-BE49-F238E27FC236}">
                  <a16:creationId xmlns:a16="http://schemas.microsoft.com/office/drawing/2014/main" id="{4438C008-69DB-1944-5C6D-CF9525B39BAC}"/>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1">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0" name="Freeform: Shape 234">
              <a:extLst>
                <a:ext uri="{FF2B5EF4-FFF2-40B4-BE49-F238E27FC236}">
                  <a16:creationId xmlns:a16="http://schemas.microsoft.com/office/drawing/2014/main" id="{9B1F3FFD-D92A-070E-19F8-05D7CA2FC780}"/>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1">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1" name="Freeform: Shape 235">
              <a:extLst>
                <a:ext uri="{FF2B5EF4-FFF2-40B4-BE49-F238E27FC236}">
                  <a16:creationId xmlns:a16="http://schemas.microsoft.com/office/drawing/2014/main" id="{DF687985-6D04-960D-D849-14FF3D910DCB}"/>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1">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2" name="Freeform: Shape 236">
              <a:extLst>
                <a:ext uri="{FF2B5EF4-FFF2-40B4-BE49-F238E27FC236}">
                  <a16:creationId xmlns:a16="http://schemas.microsoft.com/office/drawing/2014/main" id="{DE33F0D6-8755-81DD-C78F-CE0A6CFC5322}"/>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1">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13" name="Freeform: Shape 265">
            <a:extLst>
              <a:ext uri="{FF2B5EF4-FFF2-40B4-BE49-F238E27FC236}">
                <a16:creationId xmlns:a16="http://schemas.microsoft.com/office/drawing/2014/main" id="{D4FFBD2E-F3E1-C69E-7E0E-EE171A01449A}"/>
              </a:ext>
            </a:extLst>
          </p:cNvPr>
          <p:cNvSpPr/>
          <p:nvPr userDrawn="1"/>
        </p:nvSpPr>
        <p:spPr>
          <a:xfrm>
            <a:off x="11119385" y="4173017"/>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1">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4" name="Freeform: Shape 269">
            <a:extLst>
              <a:ext uri="{FF2B5EF4-FFF2-40B4-BE49-F238E27FC236}">
                <a16:creationId xmlns:a16="http://schemas.microsoft.com/office/drawing/2014/main" id="{093074EE-F2F9-0FDE-EA9C-7FD09291D2C5}"/>
              </a:ext>
            </a:extLst>
          </p:cNvPr>
          <p:cNvSpPr/>
          <p:nvPr userDrawn="1"/>
        </p:nvSpPr>
        <p:spPr>
          <a:xfrm>
            <a:off x="6195382" y="4307691"/>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5" name="Freeform: Shape 285">
            <a:extLst>
              <a:ext uri="{FF2B5EF4-FFF2-40B4-BE49-F238E27FC236}">
                <a16:creationId xmlns:a16="http://schemas.microsoft.com/office/drawing/2014/main" id="{9CECCA90-58BC-CBD2-A128-54D6FEFFFE35}"/>
              </a:ext>
            </a:extLst>
          </p:cNvPr>
          <p:cNvSpPr/>
          <p:nvPr userDrawn="1"/>
        </p:nvSpPr>
        <p:spPr>
          <a:xfrm>
            <a:off x="8709950" y="5303803"/>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1">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6" name="Freeform: Shape 286">
            <a:extLst>
              <a:ext uri="{FF2B5EF4-FFF2-40B4-BE49-F238E27FC236}">
                <a16:creationId xmlns:a16="http://schemas.microsoft.com/office/drawing/2014/main" id="{545C46B5-EF60-5060-9B95-B5ACD0C8A7F7}"/>
              </a:ext>
            </a:extLst>
          </p:cNvPr>
          <p:cNvSpPr/>
          <p:nvPr userDrawn="1"/>
        </p:nvSpPr>
        <p:spPr>
          <a:xfrm>
            <a:off x="11119385" y="1192454"/>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1">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7" name="Oval 16">
            <a:extLst>
              <a:ext uri="{FF2B5EF4-FFF2-40B4-BE49-F238E27FC236}">
                <a16:creationId xmlns:a16="http://schemas.microsoft.com/office/drawing/2014/main" id="{98B2635D-3B82-0427-0D21-AB9B1504A8E5}"/>
              </a:ext>
            </a:extLst>
          </p:cNvPr>
          <p:cNvSpPr/>
          <p:nvPr userDrawn="1"/>
        </p:nvSpPr>
        <p:spPr>
          <a:xfrm flipV="1">
            <a:off x="6354876" y="1852997"/>
            <a:ext cx="3152006" cy="3152006"/>
          </a:xfrm>
          <a:prstGeom prst="ellipse">
            <a:avLst/>
          </a:prstGeom>
          <a:solidFill>
            <a:schemeClr val="bg1"/>
          </a:solidFill>
          <a:ln w="50800">
            <a:solidFill>
              <a:schemeClr val="accent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8" name="Freeform: Shape 298">
            <a:extLst>
              <a:ext uri="{FF2B5EF4-FFF2-40B4-BE49-F238E27FC236}">
                <a16:creationId xmlns:a16="http://schemas.microsoft.com/office/drawing/2014/main" id="{313376CF-6EFF-3B8D-F3BE-9CE1629DA1C0}"/>
              </a:ext>
            </a:extLst>
          </p:cNvPr>
          <p:cNvSpPr/>
          <p:nvPr userDrawn="1"/>
        </p:nvSpPr>
        <p:spPr>
          <a:xfrm>
            <a:off x="5406003" y="4429286"/>
            <a:ext cx="2921280" cy="1192670"/>
          </a:xfrm>
          <a:custGeom>
            <a:avLst/>
            <a:gdLst>
              <a:gd name="connsiteX0" fmla="*/ 2797989 w 3387980"/>
              <a:gd name="connsiteY0" fmla="*/ 793219 h 1383210"/>
              <a:gd name="connsiteX1" fmla="*/ 2614092 w 3387980"/>
              <a:gd name="connsiteY1" fmla="*/ 822614 h 1383210"/>
              <a:gd name="connsiteX2" fmla="*/ 1697357 w 3387980"/>
              <a:gd name="connsiteY2" fmla="*/ 0 h 1383210"/>
              <a:gd name="connsiteX3" fmla="*/ 798795 w 3387980"/>
              <a:gd name="connsiteY3" fmla="*/ 714810 h 1383210"/>
              <a:gd name="connsiteX4" fmla="*/ 668546 w 3387980"/>
              <a:gd name="connsiteY4" fmla="*/ 714665 h 1383210"/>
              <a:gd name="connsiteX5" fmla="*/ 0 w 3387980"/>
              <a:gd name="connsiteY5" fmla="*/ 1383211 h 1383210"/>
              <a:gd name="connsiteX6" fmla="*/ 3387981 w 3387980"/>
              <a:gd name="connsiteY6" fmla="*/ 1383211 h 1383210"/>
              <a:gd name="connsiteX7" fmla="*/ 2797989 w 3387980"/>
              <a:gd name="connsiteY7" fmla="*/ 793219 h 1383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387980" h="1383210">
                <a:moveTo>
                  <a:pt x="2797989" y="793219"/>
                </a:moveTo>
                <a:cubicBezTo>
                  <a:pt x="2733770" y="793219"/>
                  <a:pt x="2671940" y="803573"/>
                  <a:pt x="2614092" y="822614"/>
                </a:cubicBezTo>
                <a:cubicBezTo>
                  <a:pt x="2564425" y="360192"/>
                  <a:pt x="2172956" y="0"/>
                  <a:pt x="1697357" y="0"/>
                </a:cubicBezTo>
                <a:cubicBezTo>
                  <a:pt x="1259406" y="0"/>
                  <a:pt x="892915" y="305385"/>
                  <a:pt x="798795" y="714810"/>
                </a:cubicBezTo>
                <a:lnTo>
                  <a:pt x="668546" y="714665"/>
                </a:lnTo>
                <a:cubicBezTo>
                  <a:pt x="299304" y="714737"/>
                  <a:pt x="0" y="1014041"/>
                  <a:pt x="0" y="1383211"/>
                </a:cubicBezTo>
                <a:lnTo>
                  <a:pt x="3387981" y="1383211"/>
                </a:lnTo>
                <a:cubicBezTo>
                  <a:pt x="3387981" y="1057336"/>
                  <a:pt x="3123864" y="793219"/>
                  <a:pt x="2797989" y="793219"/>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9" name="page number">
            <a:extLst>
              <a:ext uri="{FF2B5EF4-FFF2-40B4-BE49-F238E27FC236}">
                <a16:creationId xmlns:a16="http://schemas.microsoft.com/office/drawing/2014/main" id="{35B56995-88B0-8A20-29F5-FDEF9678864D}"/>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marL="0" marR="0" lvl="0" indent="0" algn="r" defTabSz="914400" rtl="0" eaLnBrk="1" fontAlgn="auto" latinLnBrk="0" hangingPunct="1">
              <a:lnSpc>
                <a:spcPct val="90000"/>
              </a:lnSpc>
              <a:spcBef>
                <a:spcPts val="0"/>
              </a:spcBef>
              <a:spcAft>
                <a:spcPts val="0"/>
              </a:spcAft>
              <a:buClrTx/>
              <a:buSzTx/>
              <a:buFontTx/>
              <a:buNone/>
              <a:tabLst/>
              <a:defRPr/>
            </a:pPr>
            <a:fld id="{7A51DB15-7364-4F0B-A3A0-1309F8830053}" type="slidenum">
              <a:rPr kumimoji="0" lang="en-US" sz="800" b="0" i="0" u="none" strike="noStrike" kern="1200" cap="none" spc="0" normalizeH="0" baseline="0" noProof="0" smtClean="0">
                <a:ln>
                  <a:noFill/>
                </a:ln>
                <a:solidFill>
                  <a:srgbClr val="FFFFFF"/>
                </a:solidFill>
                <a:effectLst/>
                <a:uLnTx/>
                <a:uFillTx/>
                <a:latin typeface="Arial" panose="020B0604020202020204" pitchFamily="34" charset="0"/>
                <a:ea typeface="Arial" panose="020B0604020202020204" pitchFamily="34" charset="0"/>
                <a:cs typeface="Arial" panose="020B0604020202020204" pitchFamily="34" charset="0"/>
              </a:rPr>
              <a:pPr marL="0" marR="0" lvl="0" indent="0" algn="r" defTabSz="914400" rtl="0" eaLnBrk="1" fontAlgn="auto" latinLnBrk="0" hangingPunct="1">
                <a:lnSpc>
                  <a:spcPct val="90000"/>
                </a:lnSpc>
                <a:spcBef>
                  <a:spcPts val="0"/>
                </a:spcBef>
                <a:spcAft>
                  <a:spcPts val="0"/>
                </a:spcAft>
                <a:buClrTx/>
                <a:buSzTx/>
                <a:buFontTx/>
                <a:buNone/>
                <a:tabLst/>
                <a:defRPr/>
              </a:pPr>
              <a:t>‹#›</a:t>
            </a:fld>
            <a:endParaRPr kumimoji="0" lang="en-US" sz="800" b="0" i="0" u="none" strike="noStrike" kern="1200" cap="none" spc="0" normalizeH="0" baseline="0" noProof="0" dirty="0">
              <a:ln>
                <a:noFill/>
              </a:ln>
              <a:solidFill>
                <a:srgbClr val="FFFFFF"/>
              </a:solidFill>
              <a:effectLst/>
              <a:uLnTx/>
              <a:uFillTx/>
              <a:latin typeface="Arial" panose="020B0604020202020204" pitchFamily="34" charset="0"/>
              <a:ea typeface="Arial" panose="020B0604020202020204" pitchFamily="34" charset="0"/>
              <a:cs typeface="Arial" panose="020B0604020202020204" pitchFamily="34" charset="0"/>
            </a:endParaRPr>
          </a:p>
        </p:txBody>
      </p:sp>
      <p:grpSp>
        <p:nvGrpSpPr>
          <p:cNvPr id="20" name="Group 19">
            <a:extLst>
              <a:ext uri="{FF2B5EF4-FFF2-40B4-BE49-F238E27FC236}">
                <a16:creationId xmlns:a16="http://schemas.microsoft.com/office/drawing/2014/main" id="{98785D4F-6528-22FB-9AAC-C04A73B18455}"/>
              </a:ext>
            </a:extLst>
          </p:cNvPr>
          <p:cNvGrpSpPr/>
          <p:nvPr userDrawn="1"/>
        </p:nvGrpSpPr>
        <p:grpSpPr>
          <a:xfrm>
            <a:off x="7857746" y="325264"/>
            <a:ext cx="2070249" cy="1375245"/>
            <a:chOff x="9416736" y="375238"/>
            <a:chExt cx="2070249" cy="1375245"/>
          </a:xfrm>
        </p:grpSpPr>
        <p:sp>
          <p:nvSpPr>
            <p:cNvPr id="21" name="Freeform: Shape 15">
              <a:extLst>
                <a:ext uri="{FF2B5EF4-FFF2-40B4-BE49-F238E27FC236}">
                  <a16:creationId xmlns:a16="http://schemas.microsoft.com/office/drawing/2014/main" id="{8D042576-63AE-F687-192B-DFE5DDCC0BB2}"/>
                </a:ext>
              </a:extLst>
            </p:cNvPr>
            <p:cNvSpPr/>
            <p:nvPr/>
          </p:nvSpPr>
          <p:spPr>
            <a:xfrm>
              <a:off x="9416736" y="375238"/>
              <a:ext cx="2070249" cy="822428"/>
            </a:xfrm>
            <a:custGeom>
              <a:avLst/>
              <a:gdLst>
                <a:gd name="connsiteX0" fmla="*/ 1092971 w 2070249"/>
                <a:gd name="connsiteY0" fmla="*/ 822428 h 822428"/>
                <a:gd name="connsiteX1" fmla="*/ 2070250 w 2070249"/>
                <a:gd name="connsiteY1" fmla="*/ 822428 h 822428"/>
                <a:gd name="connsiteX2" fmla="*/ 1938630 w 2070249"/>
                <a:gd name="connsiteY2" fmla="*/ 530519 h 822428"/>
                <a:gd name="connsiteX3" fmla="*/ 1938630 w 2070249"/>
                <a:gd name="connsiteY3" fmla="*/ 530519 h 822428"/>
                <a:gd name="connsiteX4" fmla="*/ 1538411 w 2070249"/>
                <a:gd name="connsiteY4" fmla="*/ 404726 h 822428"/>
                <a:gd name="connsiteX5" fmla="*/ 1009213 w 2070249"/>
                <a:gd name="connsiteY5" fmla="*/ 0 h 822428"/>
                <a:gd name="connsiteX6" fmla="*/ 474965 w 2070249"/>
                <a:gd name="connsiteY6" fmla="*/ 425005 h 822428"/>
                <a:gd name="connsiteX7" fmla="*/ 397500 w 2070249"/>
                <a:gd name="connsiteY7" fmla="*/ 425005 h 822428"/>
                <a:gd name="connsiteX8" fmla="*/ 0 w 2070249"/>
                <a:gd name="connsiteY8" fmla="*/ 822428 h 822428"/>
                <a:gd name="connsiteX9" fmla="*/ 125015 w 2070249"/>
                <a:gd name="connsiteY9" fmla="*/ 822428 h 8224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70249" h="822428">
                  <a:moveTo>
                    <a:pt x="1092971" y="822428"/>
                  </a:moveTo>
                  <a:lnTo>
                    <a:pt x="2070250" y="822428"/>
                  </a:lnTo>
                  <a:cubicBezTo>
                    <a:pt x="2063413" y="715905"/>
                    <a:pt x="2019514" y="611479"/>
                    <a:pt x="1938630" y="530519"/>
                  </a:cubicBezTo>
                  <a:lnTo>
                    <a:pt x="1938630" y="530519"/>
                  </a:lnTo>
                  <a:cubicBezTo>
                    <a:pt x="1830242" y="422131"/>
                    <a:pt x="1679587" y="380174"/>
                    <a:pt x="1538411" y="404726"/>
                  </a:cubicBezTo>
                  <a:cubicBezTo>
                    <a:pt x="1475243" y="171556"/>
                    <a:pt x="1262274" y="0"/>
                    <a:pt x="1009213" y="0"/>
                  </a:cubicBezTo>
                  <a:cubicBezTo>
                    <a:pt x="756152" y="0"/>
                    <a:pt x="530907" y="181579"/>
                    <a:pt x="474965" y="425005"/>
                  </a:cubicBezTo>
                  <a:lnTo>
                    <a:pt x="397500" y="425005"/>
                  </a:lnTo>
                  <a:cubicBezTo>
                    <a:pt x="178005" y="425005"/>
                    <a:pt x="0" y="602855"/>
                    <a:pt x="0" y="822428"/>
                  </a:cubicBezTo>
                  <a:lnTo>
                    <a:pt x="125015" y="822428"/>
                  </a:lnTo>
                </a:path>
              </a:pathLst>
            </a:custGeom>
            <a:noFill/>
            <a:ln w="25400" cap="rnd">
              <a:solidFill>
                <a:schemeClr val="accent1">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22" name="Graphic 6">
              <a:extLst>
                <a:ext uri="{FF2B5EF4-FFF2-40B4-BE49-F238E27FC236}">
                  <a16:creationId xmlns:a16="http://schemas.microsoft.com/office/drawing/2014/main" id="{CF0B4F2D-8403-C622-BEC6-96F06459630D}"/>
                </a:ext>
              </a:extLst>
            </p:cNvPr>
            <p:cNvGrpSpPr/>
            <p:nvPr/>
          </p:nvGrpSpPr>
          <p:grpSpPr>
            <a:xfrm>
              <a:off x="9677489" y="984075"/>
              <a:ext cx="696635" cy="766408"/>
              <a:chOff x="9677489" y="984075"/>
              <a:chExt cx="696635" cy="766408"/>
            </a:xfrm>
            <a:noFill/>
          </p:grpSpPr>
          <p:sp>
            <p:nvSpPr>
              <p:cNvPr id="23" name="Freeform: Shape 17">
                <a:extLst>
                  <a:ext uri="{FF2B5EF4-FFF2-40B4-BE49-F238E27FC236}">
                    <a16:creationId xmlns:a16="http://schemas.microsoft.com/office/drawing/2014/main" id="{39DF948A-9D9C-3625-16AD-77929EF7D3D4}"/>
                  </a:ext>
                </a:extLst>
              </p:cNvPr>
              <p:cNvSpPr/>
              <p:nvPr/>
            </p:nvSpPr>
            <p:spPr>
              <a:xfrm>
                <a:off x="9677489" y="984075"/>
                <a:ext cx="696635" cy="766408"/>
              </a:xfrm>
              <a:custGeom>
                <a:avLst/>
                <a:gdLst>
                  <a:gd name="connsiteX0" fmla="*/ 0 w 696635"/>
                  <a:gd name="connsiteY0" fmla="*/ 0 h 766408"/>
                  <a:gd name="connsiteX1" fmla="*/ 696636 w 696635"/>
                  <a:gd name="connsiteY1" fmla="*/ 0 h 766408"/>
                  <a:gd name="connsiteX2" fmla="*/ 696636 w 696635"/>
                  <a:gd name="connsiteY2" fmla="*/ 207608 h 766408"/>
                  <a:gd name="connsiteX3" fmla="*/ 0 w 696635"/>
                  <a:gd name="connsiteY3" fmla="*/ 207608 h 766408"/>
                  <a:gd name="connsiteX4" fmla="*/ 0 w 696635"/>
                  <a:gd name="connsiteY4" fmla="*/ 0 h 766408"/>
                  <a:gd name="connsiteX5" fmla="*/ 0 w 696635"/>
                  <a:gd name="connsiteY5" fmla="*/ 487008 h 766408"/>
                  <a:gd name="connsiteX6" fmla="*/ 696636 w 696635"/>
                  <a:gd name="connsiteY6" fmla="*/ 487008 h 766408"/>
                  <a:gd name="connsiteX7" fmla="*/ 696636 w 696635"/>
                  <a:gd name="connsiteY7" fmla="*/ 279400 h 766408"/>
                  <a:gd name="connsiteX8" fmla="*/ 0 w 696635"/>
                  <a:gd name="connsiteY8" fmla="*/ 279400 h 766408"/>
                  <a:gd name="connsiteX9" fmla="*/ 0 w 696635"/>
                  <a:gd name="connsiteY9" fmla="*/ 487008 h 766408"/>
                  <a:gd name="connsiteX10" fmla="*/ 0 w 696635"/>
                  <a:gd name="connsiteY10" fmla="*/ 766408 h 766408"/>
                  <a:gd name="connsiteX11" fmla="*/ 696636 w 696635"/>
                  <a:gd name="connsiteY11" fmla="*/ 766408 h 766408"/>
                  <a:gd name="connsiteX12" fmla="*/ 696636 w 696635"/>
                  <a:gd name="connsiteY12" fmla="*/ 558801 h 766408"/>
                  <a:gd name="connsiteX13" fmla="*/ 0 w 696635"/>
                  <a:gd name="connsiteY13" fmla="*/ 558801 h 766408"/>
                  <a:gd name="connsiteX14" fmla="*/ 0 w 696635"/>
                  <a:gd name="connsiteY14" fmla="*/ 766408 h 766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96635" h="766408">
                    <a:moveTo>
                      <a:pt x="0" y="0"/>
                    </a:moveTo>
                    <a:lnTo>
                      <a:pt x="696636" y="0"/>
                    </a:lnTo>
                    <a:cubicBezTo>
                      <a:pt x="696636" y="0"/>
                      <a:pt x="696636" y="207608"/>
                      <a:pt x="696636" y="207608"/>
                    </a:cubicBezTo>
                    <a:lnTo>
                      <a:pt x="0" y="207608"/>
                    </a:lnTo>
                    <a:cubicBezTo>
                      <a:pt x="0" y="207608"/>
                      <a:pt x="0" y="0"/>
                      <a:pt x="0" y="0"/>
                    </a:cubicBezTo>
                    <a:close/>
                    <a:moveTo>
                      <a:pt x="0" y="487008"/>
                    </a:moveTo>
                    <a:lnTo>
                      <a:pt x="696636" y="487008"/>
                    </a:lnTo>
                    <a:lnTo>
                      <a:pt x="696636" y="279400"/>
                    </a:lnTo>
                    <a:lnTo>
                      <a:pt x="0" y="279400"/>
                    </a:lnTo>
                    <a:lnTo>
                      <a:pt x="0" y="487008"/>
                    </a:lnTo>
                    <a:close/>
                    <a:moveTo>
                      <a:pt x="0" y="766408"/>
                    </a:moveTo>
                    <a:lnTo>
                      <a:pt x="696636" y="766408"/>
                    </a:lnTo>
                    <a:lnTo>
                      <a:pt x="696636" y="558801"/>
                    </a:lnTo>
                    <a:lnTo>
                      <a:pt x="0" y="558801"/>
                    </a:lnTo>
                    <a:lnTo>
                      <a:pt x="0" y="766408"/>
                    </a:lnTo>
                    <a:close/>
                  </a:path>
                </a:pathLst>
              </a:custGeom>
              <a:noFill/>
              <a:ln w="25400" cap="rnd">
                <a:solidFill>
                  <a:schemeClr val="accent1">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24" name="Graphic 6">
                <a:extLst>
                  <a:ext uri="{FF2B5EF4-FFF2-40B4-BE49-F238E27FC236}">
                    <a16:creationId xmlns:a16="http://schemas.microsoft.com/office/drawing/2014/main" id="{1CE6C42C-9828-DF0F-703C-BE23033C3E7F}"/>
                  </a:ext>
                </a:extLst>
              </p:cNvPr>
              <p:cNvGrpSpPr/>
              <p:nvPr/>
            </p:nvGrpSpPr>
            <p:grpSpPr>
              <a:xfrm>
                <a:off x="9708413" y="1191683"/>
                <a:ext cx="634788" cy="71792"/>
                <a:chOff x="9708413" y="1191683"/>
                <a:chExt cx="634788" cy="71792"/>
              </a:xfrm>
            </p:grpSpPr>
            <p:sp>
              <p:nvSpPr>
                <p:cNvPr id="28" name="Freeform: Shape 20">
                  <a:extLst>
                    <a:ext uri="{FF2B5EF4-FFF2-40B4-BE49-F238E27FC236}">
                      <a16:creationId xmlns:a16="http://schemas.microsoft.com/office/drawing/2014/main" id="{3904B872-AACF-26F9-039E-E55FC2B8D0FB}"/>
                    </a:ext>
                  </a:extLst>
                </p:cNvPr>
                <p:cNvSpPr/>
                <p:nvPr/>
              </p:nvSpPr>
              <p:spPr>
                <a:xfrm>
                  <a:off x="9708413" y="1191683"/>
                  <a:ext cx="7769" cy="71792"/>
                </a:xfrm>
                <a:custGeom>
                  <a:avLst/>
                  <a:gdLst>
                    <a:gd name="connsiteX0" fmla="*/ 0 w 7769"/>
                    <a:gd name="connsiteY0" fmla="*/ 0 h 71792"/>
                    <a:gd name="connsiteX1" fmla="*/ 0 w 7769"/>
                    <a:gd name="connsiteY1" fmla="*/ 71793 h 71792"/>
                  </a:gdLst>
                  <a:ahLst/>
                  <a:cxnLst>
                    <a:cxn ang="0">
                      <a:pos x="connsiteX0" y="connsiteY0"/>
                    </a:cxn>
                    <a:cxn ang="0">
                      <a:pos x="connsiteX1" y="connsiteY1"/>
                    </a:cxn>
                  </a:cxnLst>
                  <a:rect l="l" t="t" r="r" b="b"/>
                  <a:pathLst>
                    <a:path w="7769" h="71792">
                      <a:moveTo>
                        <a:pt x="0" y="0"/>
                      </a:moveTo>
                      <a:lnTo>
                        <a:pt x="0" y="71793"/>
                      </a:lnTo>
                    </a:path>
                  </a:pathLst>
                </a:custGeom>
                <a:ln w="25400" cap="rnd">
                  <a:solidFill>
                    <a:schemeClr val="accent1">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9" name="Freeform: Shape 21">
                  <a:extLst>
                    <a:ext uri="{FF2B5EF4-FFF2-40B4-BE49-F238E27FC236}">
                      <a16:creationId xmlns:a16="http://schemas.microsoft.com/office/drawing/2014/main" id="{917267C0-29A6-FD56-85E1-7AB86D559513}"/>
                    </a:ext>
                  </a:extLst>
                </p:cNvPr>
                <p:cNvSpPr/>
                <p:nvPr/>
              </p:nvSpPr>
              <p:spPr>
                <a:xfrm>
                  <a:off x="10343201" y="1191683"/>
                  <a:ext cx="7769" cy="71792"/>
                </a:xfrm>
                <a:custGeom>
                  <a:avLst/>
                  <a:gdLst>
                    <a:gd name="connsiteX0" fmla="*/ 0 w 7769"/>
                    <a:gd name="connsiteY0" fmla="*/ 0 h 71792"/>
                    <a:gd name="connsiteX1" fmla="*/ 0 w 7769"/>
                    <a:gd name="connsiteY1" fmla="*/ 71793 h 71792"/>
                  </a:gdLst>
                  <a:ahLst/>
                  <a:cxnLst>
                    <a:cxn ang="0">
                      <a:pos x="connsiteX0" y="connsiteY0"/>
                    </a:cxn>
                    <a:cxn ang="0">
                      <a:pos x="connsiteX1" y="connsiteY1"/>
                    </a:cxn>
                  </a:cxnLst>
                  <a:rect l="l" t="t" r="r" b="b"/>
                  <a:pathLst>
                    <a:path w="7769" h="71792">
                      <a:moveTo>
                        <a:pt x="0" y="0"/>
                      </a:moveTo>
                      <a:lnTo>
                        <a:pt x="0" y="71793"/>
                      </a:lnTo>
                    </a:path>
                  </a:pathLst>
                </a:custGeom>
                <a:ln w="25400" cap="rnd">
                  <a:solidFill>
                    <a:schemeClr val="accent1">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25" name="Graphic 6">
                <a:extLst>
                  <a:ext uri="{FF2B5EF4-FFF2-40B4-BE49-F238E27FC236}">
                    <a16:creationId xmlns:a16="http://schemas.microsoft.com/office/drawing/2014/main" id="{1AA147BB-3B92-C41F-A404-01B7A4D2F9A5}"/>
                  </a:ext>
                </a:extLst>
              </p:cNvPr>
              <p:cNvGrpSpPr/>
              <p:nvPr/>
            </p:nvGrpSpPr>
            <p:grpSpPr>
              <a:xfrm>
                <a:off x="9708413" y="1471083"/>
                <a:ext cx="634788" cy="71792"/>
                <a:chOff x="9708413" y="1471083"/>
                <a:chExt cx="634788" cy="71792"/>
              </a:xfrm>
            </p:grpSpPr>
            <p:sp>
              <p:nvSpPr>
                <p:cNvPr id="26" name="Freeform: Shape 23">
                  <a:extLst>
                    <a:ext uri="{FF2B5EF4-FFF2-40B4-BE49-F238E27FC236}">
                      <a16:creationId xmlns:a16="http://schemas.microsoft.com/office/drawing/2014/main" id="{3A2A53D5-8723-B8B7-1BC2-F939331BC953}"/>
                    </a:ext>
                  </a:extLst>
                </p:cNvPr>
                <p:cNvSpPr/>
                <p:nvPr/>
              </p:nvSpPr>
              <p:spPr>
                <a:xfrm>
                  <a:off x="9708413" y="1471083"/>
                  <a:ext cx="7769" cy="71792"/>
                </a:xfrm>
                <a:custGeom>
                  <a:avLst/>
                  <a:gdLst>
                    <a:gd name="connsiteX0" fmla="*/ 0 w 7769"/>
                    <a:gd name="connsiteY0" fmla="*/ 0 h 71792"/>
                    <a:gd name="connsiteX1" fmla="*/ 0 w 7769"/>
                    <a:gd name="connsiteY1" fmla="*/ 71793 h 71792"/>
                  </a:gdLst>
                  <a:ahLst/>
                  <a:cxnLst>
                    <a:cxn ang="0">
                      <a:pos x="connsiteX0" y="connsiteY0"/>
                    </a:cxn>
                    <a:cxn ang="0">
                      <a:pos x="connsiteX1" y="connsiteY1"/>
                    </a:cxn>
                  </a:cxnLst>
                  <a:rect l="l" t="t" r="r" b="b"/>
                  <a:pathLst>
                    <a:path w="7769" h="71792">
                      <a:moveTo>
                        <a:pt x="0" y="0"/>
                      </a:moveTo>
                      <a:lnTo>
                        <a:pt x="0" y="71793"/>
                      </a:lnTo>
                    </a:path>
                  </a:pathLst>
                </a:custGeom>
                <a:ln w="25400" cap="rnd">
                  <a:solidFill>
                    <a:schemeClr val="accent1">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7" name="Freeform: Shape 24">
                  <a:extLst>
                    <a:ext uri="{FF2B5EF4-FFF2-40B4-BE49-F238E27FC236}">
                      <a16:creationId xmlns:a16="http://schemas.microsoft.com/office/drawing/2014/main" id="{A200D62B-9CB7-2F5B-32B8-6512E099E00E}"/>
                    </a:ext>
                  </a:extLst>
                </p:cNvPr>
                <p:cNvSpPr/>
                <p:nvPr/>
              </p:nvSpPr>
              <p:spPr>
                <a:xfrm>
                  <a:off x="10343201" y="1471083"/>
                  <a:ext cx="7769" cy="71792"/>
                </a:xfrm>
                <a:custGeom>
                  <a:avLst/>
                  <a:gdLst>
                    <a:gd name="connsiteX0" fmla="*/ 0 w 7769"/>
                    <a:gd name="connsiteY0" fmla="*/ 0 h 71792"/>
                    <a:gd name="connsiteX1" fmla="*/ 0 w 7769"/>
                    <a:gd name="connsiteY1" fmla="*/ 71793 h 71792"/>
                  </a:gdLst>
                  <a:ahLst/>
                  <a:cxnLst>
                    <a:cxn ang="0">
                      <a:pos x="connsiteX0" y="connsiteY0"/>
                    </a:cxn>
                    <a:cxn ang="0">
                      <a:pos x="connsiteX1" y="connsiteY1"/>
                    </a:cxn>
                  </a:cxnLst>
                  <a:rect l="l" t="t" r="r" b="b"/>
                  <a:pathLst>
                    <a:path w="7769" h="71792">
                      <a:moveTo>
                        <a:pt x="0" y="0"/>
                      </a:moveTo>
                      <a:lnTo>
                        <a:pt x="0" y="71793"/>
                      </a:lnTo>
                    </a:path>
                  </a:pathLst>
                </a:custGeom>
                <a:ln w="25400" cap="rnd">
                  <a:solidFill>
                    <a:schemeClr val="accent1">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grpSp>
      <p:grpSp>
        <p:nvGrpSpPr>
          <p:cNvPr id="30" name="Graphic 6">
            <a:extLst>
              <a:ext uri="{FF2B5EF4-FFF2-40B4-BE49-F238E27FC236}">
                <a16:creationId xmlns:a16="http://schemas.microsoft.com/office/drawing/2014/main" id="{D3DBBD83-24B6-9E44-FBED-70CE4903E5A4}"/>
              </a:ext>
            </a:extLst>
          </p:cNvPr>
          <p:cNvGrpSpPr/>
          <p:nvPr userDrawn="1"/>
        </p:nvGrpSpPr>
        <p:grpSpPr>
          <a:xfrm flipH="1">
            <a:off x="9311265" y="1317305"/>
            <a:ext cx="857003" cy="1684948"/>
            <a:chOff x="9209673" y="1578772"/>
            <a:chExt cx="857003" cy="1684948"/>
          </a:xfrm>
          <a:noFill/>
        </p:grpSpPr>
        <p:sp>
          <p:nvSpPr>
            <p:cNvPr id="31" name="Freeform: Shape 26">
              <a:extLst>
                <a:ext uri="{FF2B5EF4-FFF2-40B4-BE49-F238E27FC236}">
                  <a16:creationId xmlns:a16="http://schemas.microsoft.com/office/drawing/2014/main" id="{2D8242BB-B5DB-CA77-CC66-4A79CCDC29A9}"/>
                </a:ext>
              </a:extLst>
            </p:cNvPr>
            <p:cNvSpPr/>
            <p:nvPr/>
          </p:nvSpPr>
          <p:spPr>
            <a:xfrm>
              <a:off x="9219929" y="2995042"/>
              <a:ext cx="268677" cy="268678"/>
            </a:xfrm>
            <a:custGeom>
              <a:avLst/>
              <a:gdLst>
                <a:gd name="connsiteX0" fmla="*/ 268678 w 268677"/>
                <a:gd name="connsiteY0" fmla="*/ 134339 h 268678"/>
                <a:gd name="connsiteX1" fmla="*/ 134339 w 268677"/>
                <a:gd name="connsiteY1" fmla="*/ 268678 h 268678"/>
                <a:gd name="connsiteX2" fmla="*/ 0 w 268677"/>
                <a:gd name="connsiteY2" fmla="*/ 134339 h 268678"/>
                <a:gd name="connsiteX3" fmla="*/ 134339 w 268677"/>
                <a:gd name="connsiteY3" fmla="*/ 0 h 268678"/>
                <a:gd name="connsiteX4" fmla="*/ 268678 w 268677"/>
                <a:gd name="connsiteY4" fmla="*/ 134339 h 2686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8677" h="268678">
                  <a:moveTo>
                    <a:pt x="268678" y="134339"/>
                  </a:moveTo>
                  <a:cubicBezTo>
                    <a:pt x="268678" y="208532"/>
                    <a:pt x="208532" y="268678"/>
                    <a:pt x="134339" y="268678"/>
                  </a:cubicBezTo>
                  <a:cubicBezTo>
                    <a:pt x="60146" y="268678"/>
                    <a:pt x="0" y="208532"/>
                    <a:pt x="0" y="134339"/>
                  </a:cubicBezTo>
                  <a:cubicBezTo>
                    <a:pt x="0" y="60146"/>
                    <a:pt x="60146" y="0"/>
                    <a:pt x="134339" y="0"/>
                  </a:cubicBezTo>
                  <a:cubicBezTo>
                    <a:pt x="208532" y="0"/>
                    <a:pt x="268678" y="60146"/>
                    <a:pt x="268678" y="134339"/>
                  </a:cubicBezTo>
                  <a:close/>
                </a:path>
              </a:pathLst>
            </a:custGeom>
            <a:noFill/>
            <a:ln w="25400" cap="rnd">
              <a:solidFill>
                <a:schemeClr val="accent1">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2" name="Freeform: Shape 27">
              <a:extLst>
                <a:ext uri="{FF2B5EF4-FFF2-40B4-BE49-F238E27FC236}">
                  <a16:creationId xmlns:a16="http://schemas.microsoft.com/office/drawing/2014/main" id="{8E75D678-8EAC-A882-3B1A-B5089EC68384}"/>
                </a:ext>
              </a:extLst>
            </p:cNvPr>
            <p:cNvSpPr/>
            <p:nvPr/>
          </p:nvSpPr>
          <p:spPr>
            <a:xfrm>
              <a:off x="9209673" y="2137573"/>
              <a:ext cx="326018" cy="326018"/>
            </a:xfrm>
            <a:custGeom>
              <a:avLst/>
              <a:gdLst>
                <a:gd name="connsiteX0" fmla="*/ 326019 w 326018"/>
                <a:gd name="connsiteY0" fmla="*/ 163009 h 326018"/>
                <a:gd name="connsiteX1" fmla="*/ 163009 w 326018"/>
                <a:gd name="connsiteY1" fmla="*/ 326019 h 326018"/>
                <a:gd name="connsiteX2" fmla="*/ 0 w 326018"/>
                <a:gd name="connsiteY2" fmla="*/ 163009 h 326018"/>
                <a:gd name="connsiteX3" fmla="*/ 163009 w 326018"/>
                <a:gd name="connsiteY3" fmla="*/ 0 h 326018"/>
                <a:gd name="connsiteX4" fmla="*/ 326019 w 326018"/>
                <a:gd name="connsiteY4" fmla="*/ 163009 h 32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6018" h="326018">
                  <a:moveTo>
                    <a:pt x="326019" y="163009"/>
                  </a:moveTo>
                  <a:cubicBezTo>
                    <a:pt x="326019" y="253037"/>
                    <a:pt x="253037" y="326019"/>
                    <a:pt x="163009" y="326019"/>
                  </a:cubicBezTo>
                  <a:cubicBezTo>
                    <a:pt x="72982" y="326019"/>
                    <a:pt x="0" y="253037"/>
                    <a:pt x="0" y="163009"/>
                  </a:cubicBezTo>
                  <a:cubicBezTo>
                    <a:pt x="0" y="72982"/>
                    <a:pt x="72982" y="0"/>
                    <a:pt x="163009" y="0"/>
                  </a:cubicBezTo>
                  <a:cubicBezTo>
                    <a:pt x="253037" y="0"/>
                    <a:pt x="326019" y="72982"/>
                    <a:pt x="326019" y="163009"/>
                  </a:cubicBezTo>
                  <a:close/>
                </a:path>
              </a:pathLst>
            </a:custGeom>
            <a:noFill/>
            <a:ln w="25400" cap="rnd">
              <a:solidFill>
                <a:schemeClr val="accent1">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3" name="Freeform: Shape 28">
              <a:extLst>
                <a:ext uri="{FF2B5EF4-FFF2-40B4-BE49-F238E27FC236}">
                  <a16:creationId xmlns:a16="http://schemas.microsoft.com/office/drawing/2014/main" id="{43CDCE9A-BBD0-2A60-66B0-A31CECCF8413}"/>
                </a:ext>
              </a:extLst>
            </p:cNvPr>
            <p:cNvSpPr/>
            <p:nvPr/>
          </p:nvSpPr>
          <p:spPr>
            <a:xfrm>
              <a:off x="9489617" y="1713033"/>
              <a:ext cx="470691" cy="470691"/>
            </a:xfrm>
            <a:custGeom>
              <a:avLst/>
              <a:gdLst>
                <a:gd name="connsiteX0" fmla="*/ 470691 w 470691"/>
                <a:gd name="connsiteY0" fmla="*/ 0 h 470691"/>
                <a:gd name="connsiteX1" fmla="*/ 0 w 470691"/>
                <a:gd name="connsiteY1" fmla="*/ 470692 h 470691"/>
              </a:gdLst>
              <a:ahLst/>
              <a:cxnLst>
                <a:cxn ang="0">
                  <a:pos x="connsiteX0" y="connsiteY0"/>
                </a:cxn>
                <a:cxn ang="0">
                  <a:pos x="connsiteX1" y="connsiteY1"/>
                </a:cxn>
              </a:cxnLst>
              <a:rect l="l" t="t" r="r" b="b"/>
              <a:pathLst>
                <a:path w="470691" h="470691">
                  <a:moveTo>
                    <a:pt x="470691" y="0"/>
                  </a:moveTo>
                  <a:lnTo>
                    <a:pt x="0" y="470692"/>
                  </a:lnTo>
                </a:path>
              </a:pathLst>
            </a:custGeom>
            <a:ln w="25400" cap="rnd">
              <a:solidFill>
                <a:schemeClr val="accent1">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4" name="Freeform: Shape 29">
              <a:extLst>
                <a:ext uri="{FF2B5EF4-FFF2-40B4-BE49-F238E27FC236}">
                  <a16:creationId xmlns:a16="http://schemas.microsoft.com/office/drawing/2014/main" id="{D5033284-4E48-6011-D60A-DC18F9C82377}"/>
                </a:ext>
              </a:extLst>
            </p:cNvPr>
            <p:cNvSpPr/>
            <p:nvPr/>
          </p:nvSpPr>
          <p:spPr>
            <a:xfrm>
              <a:off x="9926044" y="1578772"/>
              <a:ext cx="140632" cy="140632"/>
            </a:xfrm>
            <a:custGeom>
              <a:avLst/>
              <a:gdLst>
                <a:gd name="connsiteX0" fmla="*/ 140632 w 140632"/>
                <a:gd name="connsiteY0" fmla="*/ 70316 h 140632"/>
                <a:gd name="connsiteX1" fmla="*/ 70316 w 140632"/>
                <a:gd name="connsiteY1" fmla="*/ 140633 h 140632"/>
                <a:gd name="connsiteX2" fmla="*/ 0 w 140632"/>
                <a:gd name="connsiteY2" fmla="*/ 70316 h 140632"/>
                <a:gd name="connsiteX3" fmla="*/ 70316 w 140632"/>
                <a:gd name="connsiteY3" fmla="*/ 0 h 140632"/>
                <a:gd name="connsiteX4" fmla="*/ 140632 w 140632"/>
                <a:gd name="connsiteY4" fmla="*/ 70316 h 140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632" h="140632">
                  <a:moveTo>
                    <a:pt x="140632" y="70316"/>
                  </a:moveTo>
                  <a:cubicBezTo>
                    <a:pt x="140632" y="109151"/>
                    <a:pt x="109151" y="140633"/>
                    <a:pt x="70316" y="140633"/>
                  </a:cubicBezTo>
                  <a:cubicBezTo>
                    <a:pt x="31482" y="140633"/>
                    <a:pt x="0" y="109151"/>
                    <a:pt x="0" y="70316"/>
                  </a:cubicBezTo>
                  <a:cubicBezTo>
                    <a:pt x="0" y="31482"/>
                    <a:pt x="31482" y="0"/>
                    <a:pt x="70316" y="0"/>
                  </a:cubicBezTo>
                  <a:cubicBezTo>
                    <a:pt x="109151" y="0"/>
                    <a:pt x="140632" y="31482"/>
                    <a:pt x="140632" y="70316"/>
                  </a:cubicBezTo>
                  <a:close/>
                </a:path>
              </a:pathLst>
            </a:custGeom>
            <a:noFill/>
            <a:ln w="25400" cap="rnd">
              <a:solidFill>
                <a:schemeClr val="accent1">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5" name="Freeform: Shape 30">
              <a:extLst>
                <a:ext uri="{FF2B5EF4-FFF2-40B4-BE49-F238E27FC236}">
                  <a16:creationId xmlns:a16="http://schemas.microsoft.com/office/drawing/2014/main" id="{1D47BB34-7228-3D78-1228-7212A78CF7A6}"/>
                </a:ext>
              </a:extLst>
            </p:cNvPr>
            <p:cNvSpPr/>
            <p:nvPr/>
          </p:nvSpPr>
          <p:spPr>
            <a:xfrm>
              <a:off x="9357065" y="2462892"/>
              <a:ext cx="7769" cy="532227"/>
            </a:xfrm>
            <a:custGeom>
              <a:avLst/>
              <a:gdLst>
                <a:gd name="connsiteX0" fmla="*/ 0 w 7769"/>
                <a:gd name="connsiteY0" fmla="*/ 0 h 532227"/>
                <a:gd name="connsiteX1" fmla="*/ 0 w 7769"/>
                <a:gd name="connsiteY1" fmla="*/ 532228 h 532227"/>
              </a:gdLst>
              <a:ahLst/>
              <a:cxnLst>
                <a:cxn ang="0">
                  <a:pos x="connsiteX0" y="connsiteY0"/>
                </a:cxn>
                <a:cxn ang="0">
                  <a:pos x="connsiteX1" y="connsiteY1"/>
                </a:cxn>
              </a:cxnLst>
              <a:rect l="l" t="t" r="r" b="b"/>
              <a:pathLst>
                <a:path w="7769" h="532227">
                  <a:moveTo>
                    <a:pt x="0" y="0"/>
                  </a:moveTo>
                  <a:lnTo>
                    <a:pt x="0" y="532228"/>
                  </a:lnTo>
                </a:path>
              </a:pathLst>
            </a:custGeom>
            <a:ln w="25400" cap="rnd">
              <a:solidFill>
                <a:schemeClr val="accent1">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36" name="Graphic 133">
            <a:extLst>
              <a:ext uri="{FF2B5EF4-FFF2-40B4-BE49-F238E27FC236}">
                <a16:creationId xmlns:a16="http://schemas.microsoft.com/office/drawing/2014/main" id="{A449B654-BF6C-7B21-AE20-93B88638C581}"/>
              </a:ext>
            </a:extLst>
          </p:cNvPr>
          <p:cNvGrpSpPr/>
          <p:nvPr userDrawn="1"/>
        </p:nvGrpSpPr>
        <p:grpSpPr>
          <a:xfrm>
            <a:off x="6464888" y="5263236"/>
            <a:ext cx="803510" cy="875072"/>
            <a:chOff x="8799755" y="943899"/>
            <a:chExt cx="839533" cy="914304"/>
          </a:xfrm>
          <a:noFill/>
        </p:grpSpPr>
        <p:sp>
          <p:nvSpPr>
            <p:cNvPr id="37" name="Freeform: Shape 8">
              <a:extLst>
                <a:ext uri="{FF2B5EF4-FFF2-40B4-BE49-F238E27FC236}">
                  <a16:creationId xmlns:a16="http://schemas.microsoft.com/office/drawing/2014/main" id="{677E842F-8A37-F2FB-7124-9C9D690E2F81}"/>
                </a:ext>
              </a:extLst>
            </p:cNvPr>
            <p:cNvSpPr/>
            <p:nvPr/>
          </p:nvSpPr>
          <p:spPr>
            <a:xfrm>
              <a:off x="8799755" y="943899"/>
              <a:ext cx="839533" cy="914304"/>
            </a:xfrm>
            <a:custGeom>
              <a:avLst/>
              <a:gdLst>
                <a:gd name="connsiteX0" fmla="*/ 419767 w 839533"/>
                <a:gd name="connsiteY0" fmla="*/ 914305 h 914304"/>
                <a:gd name="connsiteX1" fmla="*/ 415576 w 839533"/>
                <a:gd name="connsiteY1" fmla="*/ 913638 h 914304"/>
                <a:gd name="connsiteX2" fmla="*/ 0 w 839533"/>
                <a:gd name="connsiteY2" fmla="*/ 345281 h 914304"/>
                <a:gd name="connsiteX3" fmla="*/ 0 w 839533"/>
                <a:gd name="connsiteY3" fmla="*/ 13906 h 914304"/>
                <a:gd name="connsiteX4" fmla="*/ 13906 w 839533"/>
                <a:gd name="connsiteY4" fmla="*/ 0 h 914304"/>
                <a:gd name="connsiteX5" fmla="*/ 825627 w 839533"/>
                <a:gd name="connsiteY5" fmla="*/ 0 h 914304"/>
                <a:gd name="connsiteX6" fmla="*/ 839534 w 839533"/>
                <a:gd name="connsiteY6" fmla="*/ 13906 h 914304"/>
                <a:gd name="connsiteX7" fmla="*/ 839534 w 839533"/>
                <a:gd name="connsiteY7" fmla="*/ 345281 h 914304"/>
                <a:gd name="connsiteX8" fmla="*/ 424053 w 839533"/>
                <a:gd name="connsiteY8" fmla="*/ 913638 h 914304"/>
                <a:gd name="connsiteX9" fmla="*/ 419862 w 839533"/>
                <a:gd name="connsiteY9" fmla="*/ 914305 h 91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39533" h="914304">
                  <a:moveTo>
                    <a:pt x="419767" y="914305"/>
                  </a:moveTo>
                  <a:cubicBezTo>
                    <a:pt x="418338" y="914305"/>
                    <a:pt x="416909" y="914114"/>
                    <a:pt x="415576" y="913638"/>
                  </a:cubicBezTo>
                  <a:cubicBezTo>
                    <a:pt x="167069" y="834676"/>
                    <a:pt x="0" y="606266"/>
                    <a:pt x="0" y="345281"/>
                  </a:cubicBezTo>
                  <a:lnTo>
                    <a:pt x="0" y="13906"/>
                  </a:lnTo>
                  <a:cubicBezTo>
                    <a:pt x="0" y="6191"/>
                    <a:pt x="6191" y="0"/>
                    <a:pt x="13906" y="0"/>
                  </a:cubicBezTo>
                  <a:lnTo>
                    <a:pt x="825627" y="0"/>
                  </a:lnTo>
                  <a:cubicBezTo>
                    <a:pt x="833342" y="0"/>
                    <a:pt x="839534" y="6191"/>
                    <a:pt x="839534" y="13906"/>
                  </a:cubicBezTo>
                  <a:lnTo>
                    <a:pt x="839534" y="345281"/>
                  </a:lnTo>
                  <a:cubicBezTo>
                    <a:pt x="839534" y="606266"/>
                    <a:pt x="672560" y="834676"/>
                    <a:pt x="424053" y="913638"/>
                  </a:cubicBezTo>
                  <a:cubicBezTo>
                    <a:pt x="422624" y="914114"/>
                    <a:pt x="421195" y="914305"/>
                    <a:pt x="419862" y="914305"/>
                  </a:cubicBezTo>
                  <a:close/>
                </a:path>
              </a:pathLst>
            </a:custGeom>
            <a:noFill/>
            <a:ln w="25400" cap="rnd">
              <a:solidFill>
                <a:schemeClr val="accent1">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8" name="Freeform: Shape 10">
              <a:extLst>
                <a:ext uri="{FF2B5EF4-FFF2-40B4-BE49-F238E27FC236}">
                  <a16:creationId xmlns:a16="http://schemas.microsoft.com/office/drawing/2014/main" id="{ED21D8F0-B178-264F-6DFD-1962D2506E7E}"/>
                </a:ext>
              </a:extLst>
            </p:cNvPr>
            <p:cNvSpPr/>
            <p:nvPr/>
          </p:nvSpPr>
          <p:spPr>
            <a:xfrm>
              <a:off x="9223713" y="943899"/>
              <a:ext cx="9525" cy="913638"/>
            </a:xfrm>
            <a:custGeom>
              <a:avLst/>
              <a:gdLst>
                <a:gd name="connsiteX0" fmla="*/ 0 w 9525"/>
                <a:gd name="connsiteY0" fmla="*/ 913638 h 913638"/>
                <a:gd name="connsiteX1" fmla="*/ 0 w 9525"/>
                <a:gd name="connsiteY1" fmla="*/ 0 h 913638"/>
              </a:gdLst>
              <a:ahLst/>
              <a:cxnLst>
                <a:cxn ang="0">
                  <a:pos x="connsiteX0" y="connsiteY0"/>
                </a:cxn>
                <a:cxn ang="0">
                  <a:pos x="connsiteX1" y="connsiteY1"/>
                </a:cxn>
              </a:cxnLst>
              <a:rect l="l" t="t" r="r" b="b"/>
              <a:pathLst>
                <a:path w="9525" h="913638">
                  <a:moveTo>
                    <a:pt x="0" y="913638"/>
                  </a:moveTo>
                  <a:lnTo>
                    <a:pt x="0" y="0"/>
                  </a:lnTo>
                </a:path>
              </a:pathLst>
            </a:custGeom>
            <a:ln w="25400" cap="rnd">
              <a:solidFill>
                <a:schemeClr val="accent1">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pic>
        <p:nvPicPr>
          <p:cNvPr id="39" name="Graphic 38">
            <a:extLst>
              <a:ext uri="{FF2B5EF4-FFF2-40B4-BE49-F238E27FC236}">
                <a16:creationId xmlns:a16="http://schemas.microsoft.com/office/drawing/2014/main" id="{41FBF9EA-65A7-F9C5-404A-2359ED09B234}"/>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5297477" y="3195829"/>
            <a:ext cx="728552" cy="1067991"/>
          </a:xfrm>
          <a:prstGeom prst="rect">
            <a:avLst/>
          </a:prstGeom>
        </p:spPr>
      </p:pic>
      <p:pic>
        <p:nvPicPr>
          <p:cNvPr id="40" name="Graphic 39">
            <a:extLst>
              <a:ext uri="{FF2B5EF4-FFF2-40B4-BE49-F238E27FC236}">
                <a16:creationId xmlns:a16="http://schemas.microsoft.com/office/drawing/2014/main" id="{78D3284F-3DB4-A439-A125-DC842584EE45}"/>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7092849" y="2517477"/>
            <a:ext cx="1653352" cy="1939113"/>
          </a:xfrm>
          <a:prstGeom prst="rect">
            <a:avLst/>
          </a:prstGeom>
        </p:spPr>
      </p:pic>
      <p:sp>
        <p:nvSpPr>
          <p:cNvPr id="41" name="TextBox 40">
            <a:extLst>
              <a:ext uri="{FF2B5EF4-FFF2-40B4-BE49-F238E27FC236}">
                <a16:creationId xmlns:a16="http://schemas.microsoft.com/office/drawing/2014/main" id="{FC2ECAA8-4EAD-737C-8595-54CB9DC35C30}"/>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43" name="Graphic 8">
            <a:extLst>
              <a:ext uri="{FF2B5EF4-FFF2-40B4-BE49-F238E27FC236}">
                <a16:creationId xmlns:a16="http://schemas.microsoft.com/office/drawing/2014/main" id="{DA16C0CD-F52E-9F90-FDB3-E7F44C68F901}"/>
              </a:ext>
            </a:extLst>
          </p:cNvPr>
          <p:cNvGrpSpPr/>
          <p:nvPr userDrawn="1"/>
        </p:nvGrpSpPr>
        <p:grpSpPr>
          <a:xfrm>
            <a:off x="265625" y="6323271"/>
            <a:ext cx="1249223" cy="369648"/>
            <a:chOff x="265625" y="6323271"/>
            <a:chExt cx="1249223" cy="369648"/>
          </a:xfrm>
          <a:solidFill>
            <a:srgbClr val="000000"/>
          </a:solidFill>
        </p:grpSpPr>
        <p:grpSp>
          <p:nvGrpSpPr>
            <p:cNvPr id="44" name="Graphic 8">
              <a:extLst>
                <a:ext uri="{FF2B5EF4-FFF2-40B4-BE49-F238E27FC236}">
                  <a16:creationId xmlns:a16="http://schemas.microsoft.com/office/drawing/2014/main" id="{10F140DB-E04A-D28E-7FBF-9CAA07F47D0F}"/>
                </a:ext>
              </a:extLst>
            </p:cNvPr>
            <p:cNvGrpSpPr/>
            <p:nvPr/>
          </p:nvGrpSpPr>
          <p:grpSpPr>
            <a:xfrm>
              <a:off x="745455" y="6594444"/>
              <a:ext cx="722662" cy="98475"/>
              <a:chOff x="745455" y="6594444"/>
              <a:chExt cx="722662" cy="98475"/>
            </a:xfrm>
            <a:solidFill>
              <a:srgbClr val="000000"/>
            </a:solidFill>
          </p:grpSpPr>
          <p:sp>
            <p:nvSpPr>
              <p:cNvPr id="53" name="Freeform 19">
                <a:extLst>
                  <a:ext uri="{FF2B5EF4-FFF2-40B4-BE49-F238E27FC236}">
                    <a16:creationId xmlns:a16="http://schemas.microsoft.com/office/drawing/2014/main" id="{5054016D-C3DA-23D9-216A-528A061DC8E4}"/>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54" name="Freeform 20">
                <a:extLst>
                  <a:ext uri="{FF2B5EF4-FFF2-40B4-BE49-F238E27FC236}">
                    <a16:creationId xmlns:a16="http://schemas.microsoft.com/office/drawing/2014/main" id="{D52049C5-E133-80A0-8B4C-99C694465EF6}"/>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55" name="Freeform 21">
                <a:extLst>
                  <a:ext uri="{FF2B5EF4-FFF2-40B4-BE49-F238E27FC236}">
                    <a16:creationId xmlns:a16="http://schemas.microsoft.com/office/drawing/2014/main" id="{B02D6D02-E0B3-FCA7-9301-9E3049CEC0C6}"/>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56" name="Freeform 22">
                <a:extLst>
                  <a:ext uri="{FF2B5EF4-FFF2-40B4-BE49-F238E27FC236}">
                    <a16:creationId xmlns:a16="http://schemas.microsoft.com/office/drawing/2014/main" id="{4D4434E3-62A0-418C-A8F5-824BC86608E6}"/>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57" name="Freeform 23">
                <a:extLst>
                  <a:ext uri="{FF2B5EF4-FFF2-40B4-BE49-F238E27FC236}">
                    <a16:creationId xmlns:a16="http://schemas.microsoft.com/office/drawing/2014/main" id="{FD2199D3-9094-F66A-11B1-F3CCE310A659}"/>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58" name="Freeform 24">
                <a:extLst>
                  <a:ext uri="{FF2B5EF4-FFF2-40B4-BE49-F238E27FC236}">
                    <a16:creationId xmlns:a16="http://schemas.microsoft.com/office/drawing/2014/main" id="{1DF85363-4208-E6B1-C528-193FE8FBC10B}"/>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59" name="Freeform 25">
                <a:extLst>
                  <a:ext uri="{FF2B5EF4-FFF2-40B4-BE49-F238E27FC236}">
                    <a16:creationId xmlns:a16="http://schemas.microsoft.com/office/drawing/2014/main" id="{A7D1499A-895E-2A8D-499D-A7AEB8597B15}"/>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60" name="Freeform 26">
                <a:extLst>
                  <a:ext uri="{FF2B5EF4-FFF2-40B4-BE49-F238E27FC236}">
                    <a16:creationId xmlns:a16="http://schemas.microsoft.com/office/drawing/2014/main" id="{BD599034-3E54-615C-4B50-958B9E2AF482}"/>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61" name="Freeform 27">
                <a:extLst>
                  <a:ext uri="{FF2B5EF4-FFF2-40B4-BE49-F238E27FC236}">
                    <a16:creationId xmlns:a16="http://schemas.microsoft.com/office/drawing/2014/main" id="{E711CC30-FFB9-0CB7-D044-98FE1A025C3A}"/>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62" name="Freeform 28">
                <a:extLst>
                  <a:ext uri="{FF2B5EF4-FFF2-40B4-BE49-F238E27FC236}">
                    <a16:creationId xmlns:a16="http://schemas.microsoft.com/office/drawing/2014/main" id="{B9452F95-5897-1D49-956D-67528101450C}"/>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45" name="Graphic 8">
              <a:extLst>
                <a:ext uri="{FF2B5EF4-FFF2-40B4-BE49-F238E27FC236}">
                  <a16:creationId xmlns:a16="http://schemas.microsoft.com/office/drawing/2014/main" id="{306518C6-305F-0303-85A9-BA3AA4A7AC32}"/>
                </a:ext>
              </a:extLst>
            </p:cNvPr>
            <p:cNvGrpSpPr/>
            <p:nvPr/>
          </p:nvGrpSpPr>
          <p:grpSpPr>
            <a:xfrm>
              <a:off x="265625" y="6323271"/>
              <a:ext cx="1249223" cy="190348"/>
              <a:chOff x="265625" y="6323271"/>
              <a:chExt cx="1249223" cy="190348"/>
            </a:xfrm>
            <a:solidFill>
              <a:srgbClr val="000000"/>
            </a:solidFill>
          </p:grpSpPr>
          <p:sp>
            <p:nvSpPr>
              <p:cNvPr id="46" name="Freeform 10">
                <a:extLst>
                  <a:ext uri="{FF2B5EF4-FFF2-40B4-BE49-F238E27FC236}">
                    <a16:creationId xmlns:a16="http://schemas.microsoft.com/office/drawing/2014/main" id="{847EB4C3-7CF5-98AC-D84C-C3B0D3A64F04}"/>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47" name="Freeform 11">
                <a:extLst>
                  <a:ext uri="{FF2B5EF4-FFF2-40B4-BE49-F238E27FC236}">
                    <a16:creationId xmlns:a16="http://schemas.microsoft.com/office/drawing/2014/main" id="{68BD2BEF-FAFB-276E-549B-939506797EB6}"/>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48" name="Freeform 14">
                <a:extLst>
                  <a:ext uri="{FF2B5EF4-FFF2-40B4-BE49-F238E27FC236}">
                    <a16:creationId xmlns:a16="http://schemas.microsoft.com/office/drawing/2014/main" id="{708FBE4B-ACF9-0B50-0B51-DDAE30BA6CF2}"/>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49" name="Freeform 15">
                <a:extLst>
                  <a:ext uri="{FF2B5EF4-FFF2-40B4-BE49-F238E27FC236}">
                    <a16:creationId xmlns:a16="http://schemas.microsoft.com/office/drawing/2014/main" id="{218989C7-AABF-7343-B385-C6AF363A103B}"/>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50" name="Freeform 16">
                <a:extLst>
                  <a:ext uri="{FF2B5EF4-FFF2-40B4-BE49-F238E27FC236}">
                    <a16:creationId xmlns:a16="http://schemas.microsoft.com/office/drawing/2014/main" id="{3219AB43-876A-0728-FEEE-B41D0B96AE4C}"/>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51" name="Freeform 17">
                <a:extLst>
                  <a:ext uri="{FF2B5EF4-FFF2-40B4-BE49-F238E27FC236}">
                    <a16:creationId xmlns:a16="http://schemas.microsoft.com/office/drawing/2014/main" id="{FC1609E2-25C4-B92A-9E4D-6BE1FA333885}"/>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52" name="Freeform 18">
                <a:extLst>
                  <a:ext uri="{FF2B5EF4-FFF2-40B4-BE49-F238E27FC236}">
                    <a16:creationId xmlns:a16="http://schemas.microsoft.com/office/drawing/2014/main" id="{9C0FBAA7-20B5-4DF6-8261-E9128930B100}"/>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42" name="TextBox 41">
            <a:extLst>
              <a:ext uri="{FF2B5EF4-FFF2-40B4-BE49-F238E27FC236}">
                <a16:creationId xmlns:a16="http://schemas.microsoft.com/office/drawing/2014/main" id="{127F3F6D-8C42-EC76-2E05-9C2CCF64C690}"/>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32611688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dec="http://schemas.microsoft.com/office/drawing/2017/decorative" xmlns:a16="http://schemas.microsoft.com/office/drawing/2014/main" xmlns="">
      <p:transition spd="med">
        <p:fade/>
      </p:transition>
    </mc:Fallback>
  </mc:AlternateContent>
</p:sldLayout>
</file>

<file path=ppt/slideLayouts/slideLayout94.xml><?xml version="1.0" encoding="utf-8"?>
<p:sldLayout xmlns:a="http://schemas.openxmlformats.org/drawingml/2006/main" xmlns:r="http://schemas.openxmlformats.org/officeDocument/2006/relationships" xmlns:p="http://schemas.openxmlformats.org/presentationml/2006/main" showMasterSp="0" preserve="1" userDrawn="1">
  <p:cSld name="Section - Networkin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9107" y="938794"/>
            <a:ext cx="6587869" cy="1229360"/>
          </a:xfrm>
        </p:spPr>
        <p:txBody>
          <a:bodyPr wrap="square" anchor="b"/>
          <a:lstStyle>
            <a:lvl1pPr algn="l">
              <a:defRPr sz="3600" b="0" cap="none" baseline="0">
                <a:solidFill>
                  <a:schemeClr val="accent2"/>
                </a:solidFill>
              </a:defRPr>
            </a:lvl1pPr>
          </a:lstStyle>
          <a:p>
            <a:r>
              <a:rPr lang="en-US" dirty="0"/>
              <a:t>Section Title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574010" cy="700882"/>
          </a:xfrm>
        </p:spPr>
        <p:txBody>
          <a:bodyPr/>
          <a:lstStyle>
            <a:lvl1pPr marL="0" indent="0" algn="l">
              <a:buNone/>
              <a:defRPr sz="2400">
                <a:solidFill>
                  <a:schemeClr val="bg2">
                    <a:lumMod val="2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
        <p:nvSpPr>
          <p:cNvPr id="3" name="Parallelogram 2">
            <a:extLst>
              <a:ext uri="{FF2B5EF4-FFF2-40B4-BE49-F238E27FC236}">
                <a16:creationId xmlns:a16="http://schemas.microsoft.com/office/drawing/2014/main" id="{6B7C6C2D-764B-67CE-F274-909BE3736A5A}"/>
              </a:ext>
            </a:extLst>
          </p:cNvPr>
          <p:cNvSpPr/>
          <p:nvPr userDrawn="1"/>
        </p:nvSpPr>
        <p:spPr>
          <a:xfrm>
            <a:off x="5406003" y="0"/>
            <a:ext cx="14676689" cy="6858001"/>
          </a:xfrm>
          <a:prstGeom prst="parallelogram">
            <a:avLst>
              <a:gd name="adj" fmla="val 100124"/>
            </a:avLst>
          </a:prstGeom>
          <a:gradFill flip="none" rotWithShape="1">
            <a:gsLst>
              <a:gs pos="35000">
                <a:schemeClr val="accent3"/>
              </a:gs>
              <a:gs pos="100000">
                <a:schemeClr val="accent1">
                  <a:alpha val="66000"/>
                </a:schemeClr>
              </a:gs>
            </a:gsLst>
            <a:lin ang="18900000" scaled="1"/>
            <a:tileRect/>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4" name="Parallelogram 3">
            <a:extLst>
              <a:ext uri="{FF2B5EF4-FFF2-40B4-BE49-F238E27FC236}">
                <a16:creationId xmlns:a16="http://schemas.microsoft.com/office/drawing/2014/main" id="{6BF612B5-4276-28EB-ADF6-2EB6E963BEF2}"/>
              </a:ext>
            </a:extLst>
          </p:cNvPr>
          <p:cNvSpPr/>
          <p:nvPr userDrawn="1"/>
        </p:nvSpPr>
        <p:spPr>
          <a:xfrm>
            <a:off x="1840256" y="-1"/>
            <a:ext cx="12934077" cy="6470788"/>
          </a:xfrm>
          <a:prstGeom prst="parallelogram">
            <a:avLst>
              <a:gd name="adj" fmla="val 100124"/>
            </a:avLst>
          </a:prstGeom>
          <a:gradFill flip="none" rotWithShape="1">
            <a:gsLst>
              <a:gs pos="0">
                <a:schemeClr val="accent3">
                  <a:alpha val="18000"/>
                </a:schemeClr>
              </a:gs>
              <a:gs pos="73000">
                <a:schemeClr val="accent1">
                  <a:alpha val="0"/>
                </a:schemeClr>
              </a:gs>
            </a:gsLst>
            <a:lin ang="8100000" scaled="1"/>
            <a:tileRect/>
          </a:gra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5" name="Graphic 133">
            <a:extLst>
              <a:ext uri="{FF2B5EF4-FFF2-40B4-BE49-F238E27FC236}">
                <a16:creationId xmlns:a16="http://schemas.microsoft.com/office/drawing/2014/main" id="{4D0A2E48-4862-FFEB-EA22-34E155682AD1}"/>
              </a:ext>
            </a:extLst>
          </p:cNvPr>
          <p:cNvGrpSpPr/>
          <p:nvPr userDrawn="1"/>
        </p:nvGrpSpPr>
        <p:grpSpPr>
          <a:xfrm>
            <a:off x="9254261" y="4788558"/>
            <a:ext cx="1409223" cy="1302353"/>
            <a:chOff x="10028194" y="3612804"/>
            <a:chExt cx="1409223" cy="1302353"/>
          </a:xfrm>
          <a:noFill/>
        </p:grpSpPr>
        <p:sp>
          <p:nvSpPr>
            <p:cNvPr id="6" name="Freeform: Shape 19">
              <a:extLst>
                <a:ext uri="{FF2B5EF4-FFF2-40B4-BE49-F238E27FC236}">
                  <a16:creationId xmlns:a16="http://schemas.microsoft.com/office/drawing/2014/main" id="{FE9000CD-C60D-2BE4-87C2-6887BE8BEAC3}"/>
                </a:ext>
              </a:extLst>
            </p:cNvPr>
            <p:cNvSpPr/>
            <p:nvPr/>
          </p:nvSpPr>
          <p:spPr>
            <a:xfrm>
              <a:off x="10091154" y="4203164"/>
              <a:ext cx="1007554" cy="711993"/>
            </a:xfrm>
            <a:custGeom>
              <a:avLst/>
              <a:gdLst>
                <a:gd name="connsiteX0" fmla="*/ 1007555 w 1007554"/>
                <a:gd name="connsiteY0" fmla="*/ 605980 h 711993"/>
                <a:gd name="connsiteX1" fmla="*/ 651224 w 1007554"/>
                <a:gd name="connsiteY1" fmla="*/ 711994 h 711993"/>
                <a:gd name="connsiteX2" fmla="*/ 0 w 1007554"/>
                <a:gd name="connsiteY2" fmla="*/ 60770 h 711993"/>
                <a:gd name="connsiteX3" fmla="*/ 2762 w 1007554"/>
                <a:gd name="connsiteY3" fmla="*/ 0 h 711993"/>
              </a:gdLst>
              <a:ahLst/>
              <a:cxnLst>
                <a:cxn ang="0">
                  <a:pos x="connsiteX0" y="connsiteY0"/>
                </a:cxn>
                <a:cxn ang="0">
                  <a:pos x="connsiteX1" y="connsiteY1"/>
                </a:cxn>
                <a:cxn ang="0">
                  <a:pos x="connsiteX2" y="connsiteY2"/>
                </a:cxn>
                <a:cxn ang="0">
                  <a:pos x="connsiteX3" y="connsiteY3"/>
                </a:cxn>
              </a:cxnLst>
              <a:rect l="l" t="t" r="r" b="b"/>
              <a:pathLst>
                <a:path w="1007554" h="711993">
                  <a:moveTo>
                    <a:pt x="1007555" y="605980"/>
                  </a:moveTo>
                  <a:cubicBezTo>
                    <a:pt x="905161" y="673037"/>
                    <a:pt x="782765" y="711994"/>
                    <a:pt x="651224" y="711994"/>
                  </a:cubicBezTo>
                  <a:cubicBezTo>
                    <a:pt x="291560" y="711994"/>
                    <a:pt x="0" y="420433"/>
                    <a:pt x="0" y="60770"/>
                  </a:cubicBezTo>
                  <a:cubicBezTo>
                    <a:pt x="0" y="40291"/>
                    <a:pt x="953" y="20003"/>
                    <a:pt x="2762" y="0"/>
                  </a:cubicBezTo>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7" name="Freeform: Shape 20">
              <a:extLst>
                <a:ext uri="{FF2B5EF4-FFF2-40B4-BE49-F238E27FC236}">
                  <a16:creationId xmlns:a16="http://schemas.microsoft.com/office/drawing/2014/main" id="{70C76A2A-918A-3DF2-8340-7889D75C5CDF}"/>
                </a:ext>
              </a:extLst>
            </p:cNvPr>
            <p:cNvSpPr/>
            <p:nvPr/>
          </p:nvSpPr>
          <p:spPr>
            <a:xfrm>
              <a:off x="11191958" y="4393187"/>
              <a:ext cx="188880" cy="342042"/>
            </a:xfrm>
            <a:custGeom>
              <a:avLst/>
              <a:gdLst>
                <a:gd name="connsiteX0" fmla="*/ 188881 w 188880"/>
                <a:gd name="connsiteY0" fmla="*/ 0 h 342042"/>
                <a:gd name="connsiteX1" fmla="*/ 0 w 188880"/>
                <a:gd name="connsiteY1" fmla="*/ 342043 h 342042"/>
              </a:gdLst>
              <a:ahLst/>
              <a:cxnLst>
                <a:cxn ang="0">
                  <a:pos x="connsiteX0" y="connsiteY0"/>
                </a:cxn>
                <a:cxn ang="0">
                  <a:pos x="connsiteX1" y="connsiteY1"/>
                </a:cxn>
              </a:cxnLst>
              <a:rect l="l" t="t" r="r" b="b"/>
              <a:pathLst>
                <a:path w="188880" h="342042">
                  <a:moveTo>
                    <a:pt x="188881" y="0"/>
                  </a:moveTo>
                  <a:cubicBezTo>
                    <a:pt x="162116" y="133255"/>
                    <a:pt x="94583" y="251746"/>
                    <a:pt x="0" y="342043"/>
                  </a:cubicBezTo>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8" name="Freeform: Shape 36">
              <a:extLst>
                <a:ext uri="{FF2B5EF4-FFF2-40B4-BE49-F238E27FC236}">
                  <a16:creationId xmlns:a16="http://schemas.microsoft.com/office/drawing/2014/main" id="{BC329E29-3BBD-3EE3-875B-14218AAD1502}"/>
                </a:ext>
              </a:extLst>
            </p:cNvPr>
            <p:cNvSpPr/>
            <p:nvPr/>
          </p:nvSpPr>
          <p:spPr>
            <a:xfrm>
              <a:off x="11147477" y="3754060"/>
              <a:ext cx="246125" cy="528351"/>
            </a:xfrm>
            <a:custGeom>
              <a:avLst/>
              <a:gdLst>
                <a:gd name="connsiteX0" fmla="*/ 0 w 246125"/>
                <a:gd name="connsiteY0" fmla="*/ 0 h 528351"/>
                <a:gd name="connsiteX1" fmla="*/ 246126 w 246125"/>
                <a:gd name="connsiteY1" fmla="*/ 509873 h 528351"/>
                <a:gd name="connsiteX2" fmla="*/ 245840 w 246125"/>
                <a:gd name="connsiteY2" fmla="*/ 528352 h 528351"/>
              </a:gdLst>
              <a:ahLst/>
              <a:cxnLst>
                <a:cxn ang="0">
                  <a:pos x="connsiteX0" y="connsiteY0"/>
                </a:cxn>
                <a:cxn ang="0">
                  <a:pos x="connsiteX1" y="connsiteY1"/>
                </a:cxn>
                <a:cxn ang="0">
                  <a:pos x="connsiteX2" y="connsiteY2"/>
                </a:cxn>
              </a:cxnLst>
              <a:rect l="l" t="t" r="r" b="b"/>
              <a:pathLst>
                <a:path w="246125" h="528351">
                  <a:moveTo>
                    <a:pt x="0" y="0"/>
                  </a:moveTo>
                  <a:cubicBezTo>
                    <a:pt x="150019" y="119348"/>
                    <a:pt x="246126" y="303371"/>
                    <a:pt x="246126" y="509873"/>
                  </a:cubicBezTo>
                  <a:cubicBezTo>
                    <a:pt x="246126" y="516064"/>
                    <a:pt x="246126" y="522160"/>
                    <a:pt x="245840" y="528352"/>
                  </a:cubicBezTo>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9" name="Freeform: Shape 37">
              <a:extLst>
                <a:ext uri="{FF2B5EF4-FFF2-40B4-BE49-F238E27FC236}">
                  <a16:creationId xmlns:a16="http://schemas.microsoft.com/office/drawing/2014/main" id="{73EC6DED-DBDC-4DDB-7B8C-CB0C27F02254}"/>
                </a:ext>
              </a:extLst>
            </p:cNvPr>
            <p:cNvSpPr/>
            <p:nvPr/>
          </p:nvSpPr>
          <p:spPr>
            <a:xfrm>
              <a:off x="10114681" y="3612804"/>
              <a:ext cx="938212" cy="477488"/>
            </a:xfrm>
            <a:custGeom>
              <a:avLst/>
              <a:gdLst>
                <a:gd name="connsiteX0" fmla="*/ 0 w 938212"/>
                <a:gd name="connsiteY0" fmla="*/ 477488 h 477488"/>
                <a:gd name="connsiteX1" fmla="*/ 627793 w 938212"/>
                <a:gd name="connsiteY1" fmla="*/ 0 h 477488"/>
                <a:gd name="connsiteX2" fmla="*/ 938213 w 938212"/>
                <a:gd name="connsiteY2" fmla="*/ 78581 h 477488"/>
              </a:gdLst>
              <a:ahLst/>
              <a:cxnLst>
                <a:cxn ang="0">
                  <a:pos x="connsiteX0" y="connsiteY0"/>
                </a:cxn>
                <a:cxn ang="0">
                  <a:pos x="connsiteX1" y="connsiteY1"/>
                </a:cxn>
                <a:cxn ang="0">
                  <a:pos x="connsiteX2" y="connsiteY2"/>
                </a:cxn>
              </a:cxnLst>
              <a:rect l="l" t="t" r="r" b="b"/>
              <a:pathLst>
                <a:path w="938212" h="477488">
                  <a:moveTo>
                    <a:pt x="0" y="477488"/>
                  </a:moveTo>
                  <a:cubicBezTo>
                    <a:pt x="76010" y="202216"/>
                    <a:pt x="328327" y="0"/>
                    <a:pt x="627793" y="0"/>
                  </a:cubicBezTo>
                  <a:cubicBezTo>
                    <a:pt x="740188" y="0"/>
                    <a:pt x="845915" y="28480"/>
                    <a:pt x="938213" y="78581"/>
                  </a:cubicBezTo>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0" name="Freeform: Shape 38">
              <a:extLst>
                <a:ext uri="{FF2B5EF4-FFF2-40B4-BE49-F238E27FC236}">
                  <a16:creationId xmlns:a16="http://schemas.microsoft.com/office/drawing/2014/main" id="{6EC8CD0D-CDB6-8B12-90F3-80B4382C01B1}"/>
                </a:ext>
              </a:extLst>
            </p:cNvPr>
            <p:cNvSpPr/>
            <p:nvPr/>
          </p:nvSpPr>
          <p:spPr>
            <a:xfrm>
              <a:off x="10141065" y="4182304"/>
              <a:ext cx="817530" cy="200406"/>
            </a:xfrm>
            <a:custGeom>
              <a:avLst/>
              <a:gdLst>
                <a:gd name="connsiteX0" fmla="*/ 0 w 817530"/>
                <a:gd name="connsiteY0" fmla="*/ 0 h 200406"/>
                <a:gd name="connsiteX1" fmla="*/ 817531 w 817530"/>
                <a:gd name="connsiteY1" fmla="*/ 200406 h 200406"/>
              </a:gdLst>
              <a:ahLst/>
              <a:cxnLst>
                <a:cxn ang="0">
                  <a:pos x="connsiteX0" y="connsiteY0"/>
                </a:cxn>
                <a:cxn ang="0">
                  <a:pos x="connsiteX1" y="connsiteY1"/>
                </a:cxn>
              </a:cxnLst>
              <a:rect l="l" t="t" r="r" b="b"/>
              <a:pathLst>
                <a:path w="817530" h="200406">
                  <a:moveTo>
                    <a:pt x="0" y="0"/>
                  </a:moveTo>
                  <a:cubicBezTo>
                    <a:pt x="95536" y="61055"/>
                    <a:pt x="360712" y="198120"/>
                    <a:pt x="817531" y="200406"/>
                  </a:cubicBezTo>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1" name="Freeform: Shape 39">
              <a:extLst>
                <a:ext uri="{FF2B5EF4-FFF2-40B4-BE49-F238E27FC236}">
                  <a16:creationId xmlns:a16="http://schemas.microsoft.com/office/drawing/2014/main" id="{A0E2E74F-29CC-C707-94B8-8C6E57455185}"/>
                </a:ext>
              </a:extLst>
            </p:cNvPr>
            <p:cNvSpPr/>
            <p:nvPr/>
          </p:nvSpPr>
          <p:spPr>
            <a:xfrm>
              <a:off x="10141065" y="4055812"/>
              <a:ext cx="249078" cy="56102"/>
            </a:xfrm>
            <a:custGeom>
              <a:avLst/>
              <a:gdLst>
                <a:gd name="connsiteX0" fmla="*/ 249079 w 249078"/>
                <a:gd name="connsiteY0" fmla="*/ 0 h 56102"/>
                <a:gd name="connsiteX1" fmla="*/ 0 w 249078"/>
                <a:gd name="connsiteY1" fmla="*/ 56102 h 56102"/>
              </a:gdLst>
              <a:ahLst/>
              <a:cxnLst>
                <a:cxn ang="0">
                  <a:pos x="connsiteX0" y="connsiteY0"/>
                </a:cxn>
                <a:cxn ang="0">
                  <a:pos x="connsiteX1" y="connsiteY1"/>
                </a:cxn>
              </a:cxnLst>
              <a:rect l="l" t="t" r="r" b="b"/>
              <a:pathLst>
                <a:path w="249078" h="56102">
                  <a:moveTo>
                    <a:pt x="249079" y="0"/>
                  </a:moveTo>
                  <a:cubicBezTo>
                    <a:pt x="190024" y="6191"/>
                    <a:pt x="84868" y="21431"/>
                    <a:pt x="0" y="56102"/>
                  </a:cubicBezTo>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2" name="Freeform: Shape 40">
              <a:extLst>
                <a:ext uri="{FF2B5EF4-FFF2-40B4-BE49-F238E27FC236}">
                  <a16:creationId xmlns:a16="http://schemas.microsoft.com/office/drawing/2014/main" id="{2B0AB19D-5408-C1F6-54A8-994EC41E6233}"/>
                </a:ext>
              </a:extLst>
            </p:cNvPr>
            <p:cNvSpPr/>
            <p:nvPr/>
          </p:nvSpPr>
          <p:spPr>
            <a:xfrm>
              <a:off x="10549878" y="4421477"/>
              <a:ext cx="430053" cy="206692"/>
            </a:xfrm>
            <a:custGeom>
              <a:avLst/>
              <a:gdLst>
                <a:gd name="connsiteX0" fmla="*/ 430054 w 430053"/>
                <a:gd name="connsiteY0" fmla="*/ 0 h 206692"/>
                <a:gd name="connsiteX1" fmla="*/ 0 w 430053"/>
                <a:gd name="connsiteY1" fmla="*/ 206693 h 206692"/>
              </a:gdLst>
              <a:ahLst/>
              <a:cxnLst>
                <a:cxn ang="0">
                  <a:pos x="connsiteX0" y="connsiteY0"/>
                </a:cxn>
                <a:cxn ang="0">
                  <a:pos x="connsiteX1" y="connsiteY1"/>
                </a:cxn>
              </a:cxnLst>
              <a:rect l="l" t="t" r="r" b="b"/>
              <a:pathLst>
                <a:path w="430053" h="206692">
                  <a:moveTo>
                    <a:pt x="430054" y="0"/>
                  </a:moveTo>
                  <a:cubicBezTo>
                    <a:pt x="321183" y="117348"/>
                    <a:pt x="169545" y="194501"/>
                    <a:pt x="0" y="206693"/>
                  </a:cubicBezTo>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 name="Freeform: Shape 41">
              <a:extLst>
                <a:ext uri="{FF2B5EF4-FFF2-40B4-BE49-F238E27FC236}">
                  <a16:creationId xmlns:a16="http://schemas.microsoft.com/office/drawing/2014/main" id="{D18927A4-F6B8-1960-27A5-ECF05DE83694}"/>
                </a:ext>
              </a:extLst>
            </p:cNvPr>
            <p:cNvSpPr/>
            <p:nvPr/>
          </p:nvSpPr>
          <p:spPr>
            <a:xfrm>
              <a:off x="11044893" y="3768252"/>
              <a:ext cx="108775" cy="570833"/>
            </a:xfrm>
            <a:custGeom>
              <a:avLst/>
              <a:gdLst>
                <a:gd name="connsiteX0" fmla="*/ 74009 w 108775"/>
                <a:gd name="connsiteY0" fmla="*/ 0 h 570833"/>
                <a:gd name="connsiteX1" fmla="*/ 108775 w 108775"/>
                <a:gd name="connsiteY1" fmla="*/ 210407 h 570833"/>
                <a:gd name="connsiteX2" fmla="*/ 0 w 108775"/>
                <a:gd name="connsiteY2" fmla="*/ 570833 h 570833"/>
              </a:gdLst>
              <a:ahLst/>
              <a:cxnLst>
                <a:cxn ang="0">
                  <a:pos x="connsiteX0" y="connsiteY0"/>
                </a:cxn>
                <a:cxn ang="0">
                  <a:pos x="connsiteX1" y="connsiteY1"/>
                </a:cxn>
                <a:cxn ang="0">
                  <a:pos x="connsiteX2" y="connsiteY2"/>
                </a:cxn>
              </a:cxnLst>
              <a:rect l="l" t="t" r="r" b="b"/>
              <a:pathLst>
                <a:path w="108775" h="570833">
                  <a:moveTo>
                    <a:pt x="74009" y="0"/>
                  </a:moveTo>
                  <a:cubicBezTo>
                    <a:pt x="96488" y="66008"/>
                    <a:pt x="108775" y="136779"/>
                    <a:pt x="108775" y="210407"/>
                  </a:cubicBezTo>
                  <a:cubicBezTo>
                    <a:pt x="108775" y="343757"/>
                    <a:pt x="68675" y="467678"/>
                    <a:pt x="0" y="570833"/>
                  </a:cubicBezTo>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4" name="Freeform: Shape 42">
              <a:extLst>
                <a:ext uri="{FF2B5EF4-FFF2-40B4-BE49-F238E27FC236}">
                  <a16:creationId xmlns:a16="http://schemas.microsoft.com/office/drawing/2014/main" id="{0B6634BC-527A-6A2D-8606-B17284BA77AC}"/>
                </a:ext>
              </a:extLst>
            </p:cNvPr>
            <p:cNvSpPr/>
            <p:nvPr/>
          </p:nvSpPr>
          <p:spPr>
            <a:xfrm>
              <a:off x="10622268" y="3612804"/>
              <a:ext cx="71437" cy="269843"/>
            </a:xfrm>
            <a:custGeom>
              <a:avLst/>
              <a:gdLst>
                <a:gd name="connsiteX0" fmla="*/ 0 w 71437"/>
                <a:gd name="connsiteY0" fmla="*/ 269843 h 269843"/>
                <a:gd name="connsiteX1" fmla="*/ 71438 w 71437"/>
                <a:gd name="connsiteY1" fmla="*/ 0 h 269843"/>
              </a:gdLst>
              <a:ahLst/>
              <a:cxnLst>
                <a:cxn ang="0">
                  <a:pos x="connsiteX0" y="connsiteY0"/>
                </a:cxn>
                <a:cxn ang="0">
                  <a:pos x="connsiteX1" y="connsiteY1"/>
                </a:cxn>
              </a:cxnLst>
              <a:rect l="l" t="t" r="r" b="b"/>
              <a:pathLst>
                <a:path w="71437" h="269843">
                  <a:moveTo>
                    <a:pt x="0" y="269843"/>
                  </a:moveTo>
                  <a:cubicBezTo>
                    <a:pt x="9049" y="178308"/>
                    <a:pt x="32576" y="87249"/>
                    <a:pt x="71438" y="0"/>
                  </a:cubicBezTo>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5" name="Freeform: Shape 43">
              <a:extLst>
                <a:ext uri="{FF2B5EF4-FFF2-40B4-BE49-F238E27FC236}">
                  <a16:creationId xmlns:a16="http://schemas.microsoft.com/office/drawing/2014/main" id="{3BA90237-DD72-A077-E705-E7E9CBFE7EE2}"/>
                </a:ext>
              </a:extLst>
            </p:cNvPr>
            <p:cNvSpPr/>
            <p:nvPr/>
          </p:nvSpPr>
          <p:spPr>
            <a:xfrm>
              <a:off x="10618077" y="3978660"/>
              <a:ext cx="483679" cy="775906"/>
            </a:xfrm>
            <a:custGeom>
              <a:avLst/>
              <a:gdLst>
                <a:gd name="connsiteX0" fmla="*/ 483680 w 483679"/>
                <a:gd name="connsiteY0" fmla="*/ 775906 h 775906"/>
                <a:gd name="connsiteX1" fmla="*/ 422529 w 483679"/>
                <a:gd name="connsiteY1" fmla="*/ 741997 h 775906"/>
                <a:gd name="connsiteX2" fmla="*/ 0 w 483679"/>
                <a:gd name="connsiteY2" fmla="*/ 0 h 775906"/>
              </a:gdLst>
              <a:ahLst/>
              <a:cxnLst>
                <a:cxn ang="0">
                  <a:pos x="connsiteX0" y="connsiteY0"/>
                </a:cxn>
                <a:cxn ang="0">
                  <a:pos x="connsiteX1" y="connsiteY1"/>
                </a:cxn>
                <a:cxn ang="0">
                  <a:pos x="connsiteX2" y="connsiteY2"/>
                </a:cxn>
              </a:cxnLst>
              <a:rect l="l" t="t" r="r" b="b"/>
              <a:pathLst>
                <a:path w="483679" h="775906">
                  <a:moveTo>
                    <a:pt x="483680" y="775906"/>
                  </a:moveTo>
                  <a:cubicBezTo>
                    <a:pt x="463010" y="765524"/>
                    <a:pt x="442627" y="754189"/>
                    <a:pt x="422529" y="741997"/>
                  </a:cubicBezTo>
                  <a:cubicBezTo>
                    <a:pt x="153353" y="578358"/>
                    <a:pt x="3334" y="293370"/>
                    <a:pt x="0" y="0"/>
                  </a:cubicBezTo>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6" name="Freeform: Shape 47">
              <a:extLst>
                <a:ext uri="{FF2B5EF4-FFF2-40B4-BE49-F238E27FC236}">
                  <a16:creationId xmlns:a16="http://schemas.microsoft.com/office/drawing/2014/main" id="{FB456947-E020-1B5B-0C6F-9E403F73DA98}"/>
                </a:ext>
              </a:extLst>
            </p:cNvPr>
            <p:cNvSpPr/>
            <p:nvPr/>
          </p:nvSpPr>
          <p:spPr>
            <a:xfrm>
              <a:off x="10667036" y="3930082"/>
              <a:ext cx="690181" cy="360425"/>
            </a:xfrm>
            <a:custGeom>
              <a:avLst/>
              <a:gdLst>
                <a:gd name="connsiteX0" fmla="*/ 0 w 690181"/>
                <a:gd name="connsiteY0" fmla="*/ 0 h 360425"/>
                <a:gd name="connsiteX1" fmla="*/ 334518 w 690181"/>
                <a:gd name="connsiteY1" fmla="*/ 74581 h 360425"/>
                <a:gd name="connsiteX2" fmla="*/ 690181 w 690181"/>
                <a:gd name="connsiteY2" fmla="*/ 360426 h 360425"/>
              </a:gdLst>
              <a:ahLst/>
              <a:cxnLst>
                <a:cxn ang="0">
                  <a:pos x="connsiteX0" y="connsiteY0"/>
                </a:cxn>
                <a:cxn ang="0">
                  <a:pos x="connsiteX1" y="connsiteY1"/>
                </a:cxn>
                <a:cxn ang="0">
                  <a:pos x="connsiteX2" y="connsiteY2"/>
                </a:cxn>
              </a:cxnLst>
              <a:rect l="l" t="t" r="r" b="b"/>
              <a:pathLst>
                <a:path w="690181" h="360425">
                  <a:moveTo>
                    <a:pt x="0" y="0"/>
                  </a:moveTo>
                  <a:cubicBezTo>
                    <a:pt x="112109" y="2477"/>
                    <a:pt x="225552" y="26575"/>
                    <a:pt x="334518" y="74581"/>
                  </a:cubicBezTo>
                  <a:cubicBezTo>
                    <a:pt x="481489" y="139255"/>
                    <a:pt x="601885" y="239363"/>
                    <a:pt x="690181" y="360426"/>
                  </a:cubicBezTo>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7" name="Freeform: Shape 48">
              <a:extLst>
                <a:ext uri="{FF2B5EF4-FFF2-40B4-BE49-F238E27FC236}">
                  <a16:creationId xmlns:a16="http://schemas.microsoft.com/office/drawing/2014/main" id="{700EB28D-2AB3-8DA0-490E-A5FE577AB5DB}"/>
                </a:ext>
              </a:extLst>
            </p:cNvPr>
            <p:cNvSpPr/>
            <p:nvPr/>
          </p:nvSpPr>
          <p:spPr>
            <a:xfrm>
              <a:off x="11125379" y="4603690"/>
              <a:ext cx="24669" cy="114776"/>
            </a:xfrm>
            <a:custGeom>
              <a:avLst/>
              <a:gdLst>
                <a:gd name="connsiteX0" fmla="*/ 0 w 24669"/>
                <a:gd name="connsiteY0" fmla="*/ 0 h 114776"/>
                <a:gd name="connsiteX1" fmla="*/ 24670 w 24669"/>
                <a:gd name="connsiteY1" fmla="*/ 114776 h 114776"/>
              </a:gdLst>
              <a:ahLst/>
              <a:cxnLst>
                <a:cxn ang="0">
                  <a:pos x="connsiteX0" y="connsiteY0"/>
                </a:cxn>
                <a:cxn ang="0">
                  <a:pos x="connsiteX1" y="connsiteY1"/>
                </a:cxn>
              </a:cxnLst>
              <a:rect l="l" t="t" r="r" b="b"/>
              <a:pathLst>
                <a:path w="24669" h="114776">
                  <a:moveTo>
                    <a:pt x="0" y="0"/>
                  </a:moveTo>
                  <a:cubicBezTo>
                    <a:pt x="7715" y="29242"/>
                    <a:pt x="17336" y="69913"/>
                    <a:pt x="24670" y="114776"/>
                  </a:cubicBezTo>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8" name="Freeform: Shape 49">
              <a:extLst>
                <a:ext uri="{FF2B5EF4-FFF2-40B4-BE49-F238E27FC236}">
                  <a16:creationId xmlns:a16="http://schemas.microsoft.com/office/drawing/2014/main" id="{916D1137-0452-9266-B7CF-45BF779BED16}"/>
                </a:ext>
              </a:extLst>
            </p:cNvPr>
            <p:cNvSpPr/>
            <p:nvPr/>
          </p:nvSpPr>
          <p:spPr>
            <a:xfrm>
              <a:off x="11049941" y="3670716"/>
              <a:ext cx="97536" cy="97536"/>
            </a:xfrm>
            <a:custGeom>
              <a:avLst/>
              <a:gdLst>
                <a:gd name="connsiteX0" fmla="*/ 97536 w 97536"/>
                <a:gd name="connsiteY0" fmla="*/ 48768 h 97536"/>
                <a:gd name="connsiteX1" fmla="*/ 48768 w 97536"/>
                <a:gd name="connsiteY1" fmla="*/ 97536 h 97536"/>
                <a:gd name="connsiteX2" fmla="*/ 0 w 97536"/>
                <a:gd name="connsiteY2" fmla="*/ 48768 h 97536"/>
                <a:gd name="connsiteX3" fmla="*/ 48768 w 97536"/>
                <a:gd name="connsiteY3" fmla="*/ 0 h 97536"/>
                <a:gd name="connsiteX4" fmla="*/ 97536 w 97536"/>
                <a:gd name="connsiteY4" fmla="*/ 48768 h 975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7536" h="97536">
                  <a:moveTo>
                    <a:pt x="97536" y="48768"/>
                  </a:moveTo>
                  <a:cubicBezTo>
                    <a:pt x="97536" y="75702"/>
                    <a:pt x="75702" y="97536"/>
                    <a:pt x="48768" y="97536"/>
                  </a:cubicBezTo>
                  <a:cubicBezTo>
                    <a:pt x="21834" y="97536"/>
                    <a:pt x="0" y="75702"/>
                    <a:pt x="0" y="48768"/>
                  </a:cubicBezTo>
                  <a:cubicBezTo>
                    <a:pt x="0" y="21834"/>
                    <a:pt x="21834" y="0"/>
                    <a:pt x="48768" y="0"/>
                  </a:cubicBezTo>
                  <a:cubicBezTo>
                    <a:pt x="75702" y="0"/>
                    <a:pt x="97536" y="21834"/>
                    <a:pt x="97536" y="48768"/>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9" name="Freeform: Shape 50">
              <a:extLst>
                <a:ext uri="{FF2B5EF4-FFF2-40B4-BE49-F238E27FC236}">
                  <a16:creationId xmlns:a16="http://schemas.microsoft.com/office/drawing/2014/main" id="{ABAACD18-2AB1-C5EA-A1BC-684547FBF7A5}"/>
                </a:ext>
              </a:extLst>
            </p:cNvPr>
            <p:cNvSpPr/>
            <p:nvPr/>
          </p:nvSpPr>
          <p:spPr>
            <a:xfrm>
              <a:off x="10965645" y="4335466"/>
              <a:ext cx="89916" cy="89916"/>
            </a:xfrm>
            <a:custGeom>
              <a:avLst/>
              <a:gdLst>
                <a:gd name="connsiteX0" fmla="*/ 89916 w 89916"/>
                <a:gd name="connsiteY0" fmla="*/ 44958 h 89916"/>
                <a:gd name="connsiteX1" fmla="*/ 44958 w 89916"/>
                <a:gd name="connsiteY1" fmla="*/ 89916 h 89916"/>
                <a:gd name="connsiteX2" fmla="*/ 0 w 89916"/>
                <a:gd name="connsiteY2" fmla="*/ 44958 h 89916"/>
                <a:gd name="connsiteX3" fmla="*/ 44958 w 89916"/>
                <a:gd name="connsiteY3" fmla="*/ 0 h 89916"/>
                <a:gd name="connsiteX4" fmla="*/ 89916 w 89916"/>
                <a:gd name="connsiteY4" fmla="*/ 44958 h 899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916" h="89916">
                  <a:moveTo>
                    <a:pt x="89916" y="44958"/>
                  </a:moveTo>
                  <a:cubicBezTo>
                    <a:pt x="89916" y="69788"/>
                    <a:pt x="69788" y="89916"/>
                    <a:pt x="44958" y="89916"/>
                  </a:cubicBezTo>
                  <a:cubicBezTo>
                    <a:pt x="20128" y="89916"/>
                    <a:pt x="0" y="69788"/>
                    <a:pt x="0" y="44958"/>
                  </a:cubicBezTo>
                  <a:cubicBezTo>
                    <a:pt x="0" y="20128"/>
                    <a:pt x="20128" y="0"/>
                    <a:pt x="44958" y="0"/>
                  </a:cubicBezTo>
                  <a:cubicBezTo>
                    <a:pt x="69788" y="0"/>
                    <a:pt x="89916" y="20128"/>
                    <a:pt x="89916" y="44958"/>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0" name="Freeform: Shape 51">
              <a:extLst>
                <a:ext uri="{FF2B5EF4-FFF2-40B4-BE49-F238E27FC236}">
                  <a16:creationId xmlns:a16="http://schemas.microsoft.com/office/drawing/2014/main" id="{53EFAD49-B9A6-05BE-6BA1-960B02614AF1}"/>
                </a:ext>
              </a:extLst>
            </p:cNvPr>
            <p:cNvSpPr/>
            <p:nvPr/>
          </p:nvSpPr>
          <p:spPr>
            <a:xfrm>
              <a:off x="10436055" y="4577496"/>
              <a:ext cx="100202" cy="100202"/>
            </a:xfrm>
            <a:custGeom>
              <a:avLst/>
              <a:gdLst>
                <a:gd name="connsiteX0" fmla="*/ 100203 w 100202"/>
                <a:gd name="connsiteY0" fmla="*/ 50102 h 100202"/>
                <a:gd name="connsiteX1" fmla="*/ 50101 w 100202"/>
                <a:gd name="connsiteY1" fmla="*/ 100203 h 100202"/>
                <a:gd name="connsiteX2" fmla="*/ 0 w 100202"/>
                <a:gd name="connsiteY2" fmla="*/ 50102 h 100202"/>
                <a:gd name="connsiteX3" fmla="*/ 50101 w 100202"/>
                <a:gd name="connsiteY3" fmla="*/ 0 h 100202"/>
                <a:gd name="connsiteX4" fmla="*/ 100203 w 100202"/>
                <a:gd name="connsiteY4" fmla="*/ 50102 h 100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202" h="100202">
                  <a:moveTo>
                    <a:pt x="100203" y="50102"/>
                  </a:moveTo>
                  <a:cubicBezTo>
                    <a:pt x="100203" y="77772"/>
                    <a:pt x="77772" y="100203"/>
                    <a:pt x="50101" y="100203"/>
                  </a:cubicBezTo>
                  <a:cubicBezTo>
                    <a:pt x="22431" y="100203"/>
                    <a:pt x="0" y="77772"/>
                    <a:pt x="0" y="50102"/>
                  </a:cubicBezTo>
                  <a:cubicBezTo>
                    <a:pt x="0" y="22431"/>
                    <a:pt x="22431" y="0"/>
                    <a:pt x="50101" y="0"/>
                  </a:cubicBezTo>
                  <a:cubicBezTo>
                    <a:pt x="77772" y="0"/>
                    <a:pt x="100203" y="22431"/>
                    <a:pt x="100203" y="50102"/>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1" name="Freeform: Shape 52">
              <a:extLst>
                <a:ext uri="{FF2B5EF4-FFF2-40B4-BE49-F238E27FC236}">
                  <a16:creationId xmlns:a16="http://schemas.microsoft.com/office/drawing/2014/main" id="{B962446A-2245-BEE9-D8F6-E8A7E4349718}"/>
                </a:ext>
              </a:extLst>
            </p:cNvPr>
            <p:cNvSpPr/>
            <p:nvPr/>
          </p:nvSpPr>
          <p:spPr>
            <a:xfrm>
              <a:off x="10559118" y="3882647"/>
              <a:ext cx="96012" cy="96012"/>
            </a:xfrm>
            <a:custGeom>
              <a:avLst/>
              <a:gdLst>
                <a:gd name="connsiteX0" fmla="*/ 96012 w 96012"/>
                <a:gd name="connsiteY0" fmla="*/ 48006 h 96012"/>
                <a:gd name="connsiteX1" fmla="*/ 48006 w 96012"/>
                <a:gd name="connsiteY1" fmla="*/ 96012 h 96012"/>
                <a:gd name="connsiteX2" fmla="*/ 0 w 96012"/>
                <a:gd name="connsiteY2" fmla="*/ 48006 h 96012"/>
                <a:gd name="connsiteX3" fmla="*/ 48006 w 96012"/>
                <a:gd name="connsiteY3" fmla="*/ 0 h 96012"/>
                <a:gd name="connsiteX4" fmla="*/ 96012 w 96012"/>
                <a:gd name="connsiteY4" fmla="*/ 48006 h 960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012" h="96012">
                  <a:moveTo>
                    <a:pt x="96012" y="48006"/>
                  </a:moveTo>
                  <a:cubicBezTo>
                    <a:pt x="96012" y="74519"/>
                    <a:pt x="74519" y="96012"/>
                    <a:pt x="48006" y="96012"/>
                  </a:cubicBezTo>
                  <a:cubicBezTo>
                    <a:pt x="21493" y="96012"/>
                    <a:pt x="0" y="74519"/>
                    <a:pt x="0" y="48006"/>
                  </a:cubicBezTo>
                  <a:cubicBezTo>
                    <a:pt x="0" y="21493"/>
                    <a:pt x="21493" y="0"/>
                    <a:pt x="48006" y="0"/>
                  </a:cubicBezTo>
                  <a:cubicBezTo>
                    <a:pt x="74519" y="0"/>
                    <a:pt x="96012" y="21493"/>
                    <a:pt x="96012" y="48006"/>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2" name="Freeform: Shape 53">
              <a:extLst>
                <a:ext uri="{FF2B5EF4-FFF2-40B4-BE49-F238E27FC236}">
                  <a16:creationId xmlns:a16="http://schemas.microsoft.com/office/drawing/2014/main" id="{FE67D60E-087C-C99E-E231-577A5FF7755A}"/>
                </a:ext>
              </a:extLst>
            </p:cNvPr>
            <p:cNvSpPr/>
            <p:nvPr/>
          </p:nvSpPr>
          <p:spPr>
            <a:xfrm>
              <a:off x="11340072" y="4290508"/>
              <a:ext cx="97345" cy="97345"/>
            </a:xfrm>
            <a:custGeom>
              <a:avLst/>
              <a:gdLst>
                <a:gd name="connsiteX0" fmla="*/ 97346 w 97345"/>
                <a:gd name="connsiteY0" fmla="*/ 48673 h 97345"/>
                <a:gd name="connsiteX1" fmla="*/ 48673 w 97345"/>
                <a:gd name="connsiteY1" fmla="*/ 97345 h 97345"/>
                <a:gd name="connsiteX2" fmla="*/ 0 w 97345"/>
                <a:gd name="connsiteY2" fmla="*/ 48673 h 97345"/>
                <a:gd name="connsiteX3" fmla="*/ 48673 w 97345"/>
                <a:gd name="connsiteY3" fmla="*/ 0 h 97345"/>
                <a:gd name="connsiteX4" fmla="*/ 97346 w 97345"/>
                <a:gd name="connsiteY4" fmla="*/ 48673 h 973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7345" h="97345">
                  <a:moveTo>
                    <a:pt x="97346" y="48673"/>
                  </a:moveTo>
                  <a:cubicBezTo>
                    <a:pt x="97346" y="75554"/>
                    <a:pt x="75554" y="97345"/>
                    <a:pt x="48673" y="97345"/>
                  </a:cubicBezTo>
                  <a:cubicBezTo>
                    <a:pt x="21792" y="97345"/>
                    <a:pt x="0" y="75554"/>
                    <a:pt x="0" y="48673"/>
                  </a:cubicBezTo>
                  <a:cubicBezTo>
                    <a:pt x="0" y="21792"/>
                    <a:pt x="21792" y="0"/>
                    <a:pt x="48673" y="0"/>
                  </a:cubicBezTo>
                  <a:cubicBezTo>
                    <a:pt x="75554" y="0"/>
                    <a:pt x="97346" y="21792"/>
                    <a:pt x="97346" y="48673"/>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3" name="Freeform: Shape 54">
              <a:extLst>
                <a:ext uri="{FF2B5EF4-FFF2-40B4-BE49-F238E27FC236}">
                  <a16:creationId xmlns:a16="http://schemas.microsoft.com/office/drawing/2014/main" id="{08DFEF8A-AEE3-0105-BE4D-0880FA207EF2}"/>
                </a:ext>
              </a:extLst>
            </p:cNvPr>
            <p:cNvSpPr/>
            <p:nvPr/>
          </p:nvSpPr>
          <p:spPr>
            <a:xfrm>
              <a:off x="10028194" y="4083625"/>
              <a:ext cx="119634" cy="119633"/>
            </a:xfrm>
            <a:custGeom>
              <a:avLst/>
              <a:gdLst>
                <a:gd name="connsiteX0" fmla="*/ 119634 w 119634"/>
                <a:gd name="connsiteY0" fmla="*/ 59817 h 119633"/>
                <a:gd name="connsiteX1" fmla="*/ 59817 w 119634"/>
                <a:gd name="connsiteY1" fmla="*/ 119634 h 119633"/>
                <a:gd name="connsiteX2" fmla="*/ 0 w 119634"/>
                <a:gd name="connsiteY2" fmla="*/ 59817 h 119633"/>
                <a:gd name="connsiteX3" fmla="*/ 59817 w 119634"/>
                <a:gd name="connsiteY3" fmla="*/ 0 h 119633"/>
                <a:gd name="connsiteX4" fmla="*/ 119634 w 119634"/>
                <a:gd name="connsiteY4" fmla="*/ 59817 h 1196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634" h="119633">
                  <a:moveTo>
                    <a:pt x="119634" y="59817"/>
                  </a:moveTo>
                  <a:cubicBezTo>
                    <a:pt x="119634" y="92853"/>
                    <a:pt x="92853" y="119634"/>
                    <a:pt x="59817" y="119634"/>
                  </a:cubicBezTo>
                  <a:cubicBezTo>
                    <a:pt x="26781" y="119634"/>
                    <a:pt x="0" y="92853"/>
                    <a:pt x="0" y="59817"/>
                  </a:cubicBezTo>
                  <a:cubicBezTo>
                    <a:pt x="0" y="26781"/>
                    <a:pt x="26781" y="0"/>
                    <a:pt x="59817" y="0"/>
                  </a:cubicBezTo>
                  <a:cubicBezTo>
                    <a:pt x="92853" y="0"/>
                    <a:pt x="119634" y="26781"/>
                    <a:pt x="119634" y="59817"/>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4" name="Freeform: Shape 55">
              <a:extLst>
                <a:ext uri="{FF2B5EF4-FFF2-40B4-BE49-F238E27FC236}">
                  <a16:creationId xmlns:a16="http://schemas.microsoft.com/office/drawing/2014/main" id="{7F5EB2DD-ADE6-A1C7-8F57-24C7AB343C5C}"/>
                </a:ext>
              </a:extLst>
            </p:cNvPr>
            <p:cNvSpPr/>
            <p:nvPr/>
          </p:nvSpPr>
          <p:spPr>
            <a:xfrm>
              <a:off x="10397288" y="4013140"/>
              <a:ext cx="77533" cy="77533"/>
            </a:xfrm>
            <a:custGeom>
              <a:avLst/>
              <a:gdLst>
                <a:gd name="connsiteX0" fmla="*/ 77534 w 77533"/>
                <a:gd name="connsiteY0" fmla="*/ 38767 h 77533"/>
                <a:gd name="connsiteX1" fmla="*/ 38767 w 77533"/>
                <a:gd name="connsiteY1" fmla="*/ 77534 h 77533"/>
                <a:gd name="connsiteX2" fmla="*/ 0 w 77533"/>
                <a:gd name="connsiteY2" fmla="*/ 38767 h 77533"/>
                <a:gd name="connsiteX3" fmla="*/ 38767 w 77533"/>
                <a:gd name="connsiteY3" fmla="*/ 0 h 77533"/>
                <a:gd name="connsiteX4" fmla="*/ 77534 w 77533"/>
                <a:gd name="connsiteY4" fmla="*/ 38767 h 775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533" h="77533">
                  <a:moveTo>
                    <a:pt x="77534" y="38767"/>
                  </a:moveTo>
                  <a:cubicBezTo>
                    <a:pt x="77534" y="60177"/>
                    <a:pt x="60177" y="77534"/>
                    <a:pt x="38767" y="77534"/>
                  </a:cubicBezTo>
                  <a:cubicBezTo>
                    <a:pt x="17356" y="77534"/>
                    <a:pt x="0" y="60177"/>
                    <a:pt x="0" y="38767"/>
                  </a:cubicBezTo>
                  <a:cubicBezTo>
                    <a:pt x="0" y="17356"/>
                    <a:pt x="17356" y="0"/>
                    <a:pt x="38767" y="0"/>
                  </a:cubicBezTo>
                  <a:cubicBezTo>
                    <a:pt x="60177" y="0"/>
                    <a:pt x="77534" y="17356"/>
                    <a:pt x="77534" y="38767"/>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5" name="Freeform: Shape 56">
              <a:extLst>
                <a:ext uri="{FF2B5EF4-FFF2-40B4-BE49-F238E27FC236}">
                  <a16:creationId xmlns:a16="http://schemas.microsoft.com/office/drawing/2014/main" id="{1A79F5DE-5E61-BEB1-A679-992A464C5C51}"/>
                </a:ext>
              </a:extLst>
            </p:cNvPr>
            <p:cNvSpPr/>
            <p:nvPr/>
          </p:nvSpPr>
          <p:spPr>
            <a:xfrm>
              <a:off x="11073468" y="4519013"/>
              <a:ext cx="77533" cy="77533"/>
            </a:xfrm>
            <a:custGeom>
              <a:avLst/>
              <a:gdLst>
                <a:gd name="connsiteX0" fmla="*/ 77533 w 77533"/>
                <a:gd name="connsiteY0" fmla="*/ 38767 h 77533"/>
                <a:gd name="connsiteX1" fmla="*/ 38767 w 77533"/>
                <a:gd name="connsiteY1" fmla="*/ 77533 h 77533"/>
                <a:gd name="connsiteX2" fmla="*/ 0 w 77533"/>
                <a:gd name="connsiteY2" fmla="*/ 38767 h 77533"/>
                <a:gd name="connsiteX3" fmla="*/ 38767 w 77533"/>
                <a:gd name="connsiteY3" fmla="*/ 0 h 77533"/>
                <a:gd name="connsiteX4" fmla="*/ 77533 w 77533"/>
                <a:gd name="connsiteY4" fmla="*/ 38767 h 775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533" h="77533">
                  <a:moveTo>
                    <a:pt x="77533" y="38767"/>
                  </a:moveTo>
                  <a:cubicBezTo>
                    <a:pt x="77533" y="60177"/>
                    <a:pt x="60177" y="77533"/>
                    <a:pt x="38767" y="77533"/>
                  </a:cubicBezTo>
                  <a:cubicBezTo>
                    <a:pt x="17356" y="77533"/>
                    <a:pt x="0" y="60177"/>
                    <a:pt x="0" y="38767"/>
                  </a:cubicBezTo>
                  <a:cubicBezTo>
                    <a:pt x="0" y="17356"/>
                    <a:pt x="17356" y="0"/>
                    <a:pt x="38767" y="0"/>
                  </a:cubicBezTo>
                  <a:cubicBezTo>
                    <a:pt x="60177" y="0"/>
                    <a:pt x="77533" y="17356"/>
                    <a:pt x="77533" y="38767"/>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6" name="Freeform: Shape 57">
              <a:extLst>
                <a:ext uri="{FF2B5EF4-FFF2-40B4-BE49-F238E27FC236}">
                  <a16:creationId xmlns:a16="http://schemas.microsoft.com/office/drawing/2014/main" id="{05362412-A7F7-2D87-CA3D-61105CE64ABF}"/>
                </a:ext>
              </a:extLst>
            </p:cNvPr>
            <p:cNvSpPr/>
            <p:nvPr/>
          </p:nvSpPr>
          <p:spPr>
            <a:xfrm>
              <a:off x="11097756" y="4724372"/>
              <a:ext cx="99441" cy="99441"/>
            </a:xfrm>
            <a:custGeom>
              <a:avLst/>
              <a:gdLst>
                <a:gd name="connsiteX0" fmla="*/ 99441 w 99441"/>
                <a:gd name="connsiteY0" fmla="*/ 49721 h 99441"/>
                <a:gd name="connsiteX1" fmla="*/ 49721 w 99441"/>
                <a:gd name="connsiteY1" fmla="*/ 99441 h 99441"/>
                <a:gd name="connsiteX2" fmla="*/ 0 w 99441"/>
                <a:gd name="connsiteY2" fmla="*/ 49721 h 99441"/>
                <a:gd name="connsiteX3" fmla="*/ 49721 w 99441"/>
                <a:gd name="connsiteY3" fmla="*/ 0 h 99441"/>
                <a:gd name="connsiteX4" fmla="*/ 99441 w 99441"/>
                <a:gd name="connsiteY4" fmla="*/ 49721 h 994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41" h="99441">
                  <a:moveTo>
                    <a:pt x="99441" y="49721"/>
                  </a:moveTo>
                  <a:cubicBezTo>
                    <a:pt x="99441" y="77181"/>
                    <a:pt x="77180" y="99441"/>
                    <a:pt x="49721" y="99441"/>
                  </a:cubicBezTo>
                  <a:cubicBezTo>
                    <a:pt x="22261" y="99441"/>
                    <a:pt x="0" y="77181"/>
                    <a:pt x="0" y="49721"/>
                  </a:cubicBezTo>
                  <a:cubicBezTo>
                    <a:pt x="0" y="22261"/>
                    <a:pt x="22261" y="0"/>
                    <a:pt x="49721" y="0"/>
                  </a:cubicBezTo>
                  <a:cubicBezTo>
                    <a:pt x="77180" y="0"/>
                    <a:pt x="99441" y="22261"/>
                    <a:pt x="99441" y="49721"/>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27" name="Graphic 133">
            <a:extLst>
              <a:ext uri="{FF2B5EF4-FFF2-40B4-BE49-F238E27FC236}">
                <a16:creationId xmlns:a16="http://schemas.microsoft.com/office/drawing/2014/main" id="{D5E80D70-DE0D-324B-E8CE-5F7A795EECE3}"/>
              </a:ext>
            </a:extLst>
          </p:cNvPr>
          <p:cNvGrpSpPr/>
          <p:nvPr userDrawn="1"/>
        </p:nvGrpSpPr>
        <p:grpSpPr>
          <a:xfrm>
            <a:off x="8808110" y="3846256"/>
            <a:ext cx="1402365" cy="926306"/>
            <a:chOff x="9582043" y="2686498"/>
            <a:chExt cx="1402365" cy="926306"/>
          </a:xfrm>
          <a:noFill/>
        </p:grpSpPr>
        <p:sp>
          <p:nvSpPr>
            <p:cNvPr id="28" name="Freeform: Shape 59">
              <a:extLst>
                <a:ext uri="{FF2B5EF4-FFF2-40B4-BE49-F238E27FC236}">
                  <a16:creationId xmlns:a16="http://schemas.microsoft.com/office/drawing/2014/main" id="{EFF8B6D8-599A-8297-F3CE-020060B5C744}"/>
                </a:ext>
              </a:extLst>
            </p:cNvPr>
            <p:cNvSpPr/>
            <p:nvPr/>
          </p:nvSpPr>
          <p:spPr>
            <a:xfrm>
              <a:off x="10526637" y="2686498"/>
              <a:ext cx="457771" cy="457771"/>
            </a:xfrm>
            <a:custGeom>
              <a:avLst/>
              <a:gdLst>
                <a:gd name="connsiteX0" fmla="*/ 457772 w 457771"/>
                <a:gd name="connsiteY0" fmla="*/ 228886 h 457771"/>
                <a:gd name="connsiteX1" fmla="*/ 228886 w 457771"/>
                <a:gd name="connsiteY1" fmla="*/ 457771 h 457771"/>
                <a:gd name="connsiteX2" fmla="*/ 0 w 457771"/>
                <a:gd name="connsiteY2" fmla="*/ 228886 h 457771"/>
                <a:gd name="connsiteX3" fmla="*/ 228886 w 457771"/>
                <a:gd name="connsiteY3" fmla="*/ 0 h 457771"/>
                <a:gd name="connsiteX4" fmla="*/ 457772 w 457771"/>
                <a:gd name="connsiteY4" fmla="*/ 228886 h 4577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7771" h="457771">
                  <a:moveTo>
                    <a:pt x="457772" y="228886"/>
                  </a:moveTo>
                  <a:cubicBezTo>
                    <a:pt x="457772" y="355296"/>
                    <a:pt x="355296" y="457771"/>
                    <a:pt x="228886" y="457771"/>
                  </a:cubicBezTo>
                  <a:cubicBezTo>
                    <a:pt x="102476" y="457771"/>
                    <a:pt x="0" y="355296"/>
                    <a:pt x="0" y="228886"/>
                  </a:cubicBezTo>
                  <a:cubicBezTo>
                    <a:pt x="0" y="102476"/>
                    <a:pt x="102476" y="0"/>
                    <a:pt x="228886" y="0"/>
                  </a:cubicBezTo>
                  <a:cubicBezTo>
                    <a:pt x="355296" y="0"/>
                    <a:pt x="457772" y="102476"/>
                    <a:pt x="457772" y="228886"/>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9" name="Freeform: Shape 60">
              <a:extLst>
                <a:ext uri="{FF2B5EF4-FFF2-40B4-BE49-F238E27FC236}">
                  <a16:creationId xmlns:a16="http://schemas.microsoft.com/office/drawing/2014/main" id="{B57EC254-EF2B-6C04-85DA-6E74F97ED436}"/>
                </a:ext>
              </a:extLst>
            </p:cNvPr>
            <p:cNvSpPr/>
            <p:nvPr/>
          </p:nvSpPr>
          <p:spPr>
            <a:xfrm>
              <a:off x="9844552" y="2918146"/>
              <a:ext cx="779716" cy="9525"/>
            </a:xfrm>
            <a:custGeom>
              <a:avLst/>
              <a:gdLst>
                <a:gd name="connsiteX0" fmla="*/ 0 w 779716"/>
                <a:gd name="connsiteY0" fmla="*/ 0 h 9525"/>
                <a:gd name="connsiteX1" fmla="*/ 779717 w 779716"/>
                <a:gd name="connsiteY1" fmla="*/ 0 h 9525"/>
              </a:gdLst>
              <a:ahLst/>
              <a:cxnLst>
                <a:cxn ang="0">
                  <a:pos x="connsiteX0" y="connsiteY0"/>
                </a:cxn>
                <a:cxn ang="0">
                  <a:pos x="connsiteX1" y="connsiteY1"/>
                </a:cxn>
              </a:cxnLst>
              <a:rect l="l" t="t" r="r" b="b"/>
              <a:pathLst>
                <a:path w="779716" h="9525">
                  <a:moveTo>
                    <a:pt x="0" y="0"/>
                  </a:moveTo>
                  <a:lnTo>
                    <a:pt x="779717" y="0"/>
                  </a:lnTo>
                </a:path>
              </a:pathLst>
            </a:custGeom>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0" name="Freeform: Shape 61">
              <a:extLst>
                <a:ext uri="{FF2B5EF4-FFF2-40B4-BE49-F238E27FC236}">
                  <a16:creationId xmlns:a16="http://schemas.microsoft.com/office/drawing/2014/main" id="{1C63EA09-4CFB-8C63-DD66-F05467FDC002}"/>
                </a:ext>
              </a:extLst>
            </p:cNvPr>
            <p:cNvSpPr/>
            <p:nvPr/>
          </p:nvSpPr>
          <p:spPr>
            <a:xfrm>
              <a:off x="10624269" y="2786892"/>
              <a:ext cx="262508" cy="262508"/>
            </a:xfrm>
            <a:custGeom>
              <a:avLst/>
              <a:gdLst>
                <a:gd name="connsiteX0" fmla="*/ 262509 w 262508"/>
                <a:gd name="connsiteY0" fmla="*/ 131255 h 262508"/>
                <a:gd name="connsiteX1" fmla="*/ 131255 w 262508"/>
                <a:gd name="connsiteY1" fmla="*/ 262509 h 262508"/>
                <a:gd name="connsiteX2" fmla="*/ 0 w 262508"/>
                <a:gd name="connsiteY2" fmla="*/ 131255 h 262508"/>
                <a:gd name="connsiteX3" fmla="*/ 131255 w 262508"/>
                <a:gd name="connsiteY3" fmla="*/ 0 h 262508"/>
                <a:gd name="connsiteX4" fmla="*/ 262509 w 262508"/>
                <a:gd name="connsiteY4" fmla="*/ 131255 h 2625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2508" h="262508">
                  <a:moveTo>
                    <a:pt x="262509" y="131255"/>
                  </a:moveTo>
                  <a:cubicBezTo>
                    <a:pt x="262509" y="203744"/>
                    <a:pt x="203744" y="262509"/>
                    <a:pt x="131255" y="262509"/>
                  </a:cubicBezTo>
                  <a:cubicBezTo>
                    <a:pt x="58765" y="262509"/>
                    <a:pt x="0" y="203744"/>
                    <a:pt x="0" y="131255"/>
                  </a:cubicBezTo>
                  <a:cubicBezTo>
                    <a:pt x="0" y="58765"/>
                    <a:pt x="58765" y="0"/>
                    <a:pt x="131255" y="0"/>
                  </a:cubicBezTo>
                  <a:cubicBezTo>
                    <a:pt x="203744" y="0"/>
                    <a:pt x="262509" y="58765"/>
                    <a:pt x="262509" y="131255"/>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1" name="Freeform: Shape 62">
              <a:extLst>
                <a:ext uri="{FF2B5EF4-FFF2-40B4-BE49-F238E27FC236}">
                  <a16:creationId xmlns:a16="http://schemas.microsoft.com/office/drawing/2014/main" id="{010C34D6-5506-DCAC-F3DB-E29523F9E7E4}"/>
                </a:ext>
              </a:extLst>
            </p:cNvPr>
            <p:cNvSpPr/>
            <p:nvPr/>
          </p:nvSpPr>
          <p:spPr>
            <a:xfrm>
              <a:off x="9582043" y="2786892"/>
              <a:ext cx="262509" cy="262508"/>
            </a:xfrm>
            <a:custGeom>
              <a:avLst/>
              <a:gdLst>
                <a:gd name="connsiteX0" fmla="*/ 262509 w 262509"/>
                <a:gd name="connsiteY0" fmla="*/ 131255 h 262508"/>
                <a:gd name="connsiteX1" fmla="*/ 131254 w 262509"/>
                <a:gd name="connsiteY1" fmla="*/ 262509 h 262508"/>
                <a:gd name="connsiteX2" fmla="*/ 0 w 262509"/>
                <a:gd name="connsiteY2" fmla="*/ 131255 h 262508"/>
                <a:gd name="connsiteX3" fmla="*/ 131254 w 262509"/>
                <a:gd name="connsiteY3" fmla="*/ 0 h 262508"/>
                <a:gd name="connsiteX4" fmla="*/ 262509 w 262509"/>
                <a:gd name="connsiteY4" fmla="*/ 131255 h 2625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2509" h="262508">
                  <a:moveTo>
                    <a:pt x="262509" y="131255"/>
                  </a:moveTo>
                  <a:cubicBezTo>
                    <a:pt x="262509" y="203744"/>
                    <a:pt x="203744" y="262509"/>
                    <a:pt x="131254" y="262509"/>
                  </a:cubicBezTo>
                  <a:cubicBezTo>
                    <a:pt x="58765" y="262509"/>
                    <a:pt x="0" y="203744"/>
                    <a:pt x="0" y="131255"/>
                  </a:cubicBezTo>
                  <a:cubicBezTo>
                    <a:pt x="0" y="58765"/>
                    <a:pt x="58765" y="0"/>
                    <a:pt x="131254" y="0"/>
                  </a:cubicBezTo>
                  <a:cubicBezTo>
                    <a:pt x="203744" y="0"/>
                    <a:pt x="262509" y="58765"/>
                    <a:pt x="262509" y="131255"/>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2" name="Freeform: Shape 191">
              <a:extLst>
                <a:ext uri="{FF2B5EF4-FFF2-40B4-BE49-F238E27FC236}">
                  <a16:creationId xmlns:a16="http://schemas.microsoft.com/office/drawing/2014/main" id="{A3C867D4-6456-24F9-F2AD-C21C181587A3}"/>
                </a:ext>
              </a:extLst>
            </p:cNvPr>
            <p:cNvSpPr/>
            <p:nvPr/>
          </p:nvSpPr>
          <p:spPr>
            <a:xfrm>
              <a:off x="10755523" y="3144270"/>
              <a:ext cx="9525" cy="468534"/>
            </a:xfrm>
            <a:custGeom>
              <a:avLst/>
              <a:gdLst>
                <a:gd name="connsiteX0" fmla="*/ 0 w 9525"/>
                <a:gd name="connsiteY0" fmla="*/ 0 h 468534"/>
                <a:gd name="connsiteX1" fmla="*/ 0 w 9525"/>
                <a:gd name="connsiteY1" fmla="*/ 468535 h 468534"/>
              </a:gdLst>
              <a:ahLst/>
              <a:cxnLst>
                <a:cxn ang="0">
                  <a:pos x="connsiteX0" y="connsiteY0"/>
                </a:cxn>
                <a:cxn ang="0">
                  <a:pos x="connsiteX1" y="connsiteY1"/>
                </a:cxn>
              </a:cxnLst>
              <a:rect l="l" t="t" r="r" b="b"/>
              <a:pathLst>
                <a:path w="9525" h="468534">
                  <a:moveTo>
                    <a:pt x="0" y="0"/>
                  </a:moveTo>
                  <a:lnTo>
                    <a:pt x="0" y="468535"/>
                  </a:lnTo>
                </a:path>
              </a:pathLst>
            </a:custGeom>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33" name="Graphic 133">
            <a:extLst>
              <a:ext uri="{FF2B5EF4-FFF2-40B4-BE49-F238E27FC236}">
                <a16:creationId xmlns:a16="http://schemas.microsoft.com/office/drawing/2014/main" id="{57831333-3178-1639-3480-08CCE736CAE1}"/>
              </a:ext>
            </a:extLst>
          </p:cNvPr>
          <p:cNvGrpSpPr/>
          <p:nvPr userDrawn="1"/>
        </p:nvGrpSpPr>
        <p:grpSpPr>
          <a:xfrm rot="5400000">
            <a:off x="6771789" y="816810"/>
            <a:ext cx="993032" cy="1949867"/>
            <a:chOff x="7819347" y="302010"/>
            <a:chExt cx="1311783" cy="2575750"/>
          </a:xfrm>
          <a:noFill/>
        </p:grpSpPr>
        <p:sp>
          <p:nvSpPr>
            <p:cNvPr id="34" name="Freeform: Shape 13">
              <a:extLst>
                <a:ext uri="{FF2B5EF4-FFF2-40B4-BE49-F238E27FC236}">
                  <a16:creationId xmlns:a16="http://schemas.microsoft.com/office/drawing/2014/main" id="{E605CA0F-727B-01C1-1381-7AE8642E5766}"/>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5" name="Freeform: Shape 14">
              <a:extLst>
                <a:ext uri="{FF2B5EF4-FFF2-40B4-BE49-F238E27FC236}">
                  <a16:creationId xmlns:a16="http://schemas.microsoft.com/office/drawing/2014/main" id="{BAAD02CB-CC71-132C-7BB2-C79ADC974FAC}"/>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6" name="Freeform: Shape 15">
              <a:extLst>
                <a:ext uri="{FF2B5EF4-FFF2-40B4-BE49-F238E27FC236}">
                  <a16:creationId xmlns:a16="http://schemas.microsoft.com/office/drawing/2014/main" id="{27657B4B-656E-BF09-A201-59B8F6E2BE7C}"/>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7" name="Freeform: Shape 16">
              <a:extLst>
                <a:ext uri="{FF2B5EF4-FFF2-40B4-BE49-F238E27FC236}">
                  <a16:creationId xmlns:a16="http://schemas.microsoft.com/office/drawing/2014/main" id="{AD313456-B77A-E666-1556-D29D22A2363F}"/>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8" name="Freeform: Shape 17">
              <a:extLst>
                <a:ext uri="{FF2B5EF4-FFF2-40B4-BE49-F238E27FC236}">
                  <a16:creationId xmlns:a16="http://schemas.microsoft.com/office/drawing/2014/main" id="{C2C5B237-6986-5A5A-4C4A-766D9915D73D}"/>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39" name="Graphic 143">
            <a:extLst>
              <a:ext uri="{FF2B5EF4-FFF2-40B4-BE49-F238E27FC236}">
                <a16:creationId xmlns:a16="http://schemas.microsoft.com/office/drawing/2014/main" id="{5BCB9577-FCDE-83FA-0774-76FBC2390276}"/>
              </a:ext>
            </a:extLst>
          </p:cNvPr>
          <p:cNvSpPr/>
          <p:nvPr userDrawn="1"/>
        </p:nvSpPr>
        <p:spPr>
          <a:xfrm>
            <a:off x="4130978" y="4499933"/>
            <a:ext cx="2421204" cy="666750"/>
          </a:xfrm>
          <a:custGeom>
            <a:avLst/>
            <a:gdLst>
              <a:gd name="connsiteX0" fmla="*/ 482061 w 600651"/>
              <a:gd name="connsiteY0" fmla="*/ 38962 h 165407"/>
              <a:gd name="connsiteX1" fmla="*/ 398886 w 600651"/>
              <a:gd name="connsiteY1" fmla="*/ 75298 h 165407"/>
              <a:gd name="connsiteX2" fmla="*/ 268849 w 600651"/>
              <a:gd name="connsiteY2" fmla="*/ 0 h 165407"/>
              <a:gd name="connsiteX3" fmla="*/ 118927 w 600651"/>
              <a:gd name="connsiteY3" fmla="*/ 122878 h 165407"/>
              <a:gd name="connsiteX4" fmla="*/ 66185 w 600651"/>
              <a:gd name="connsiteY4" fmla="*/ 94823 h 165407"/>
              <a:gd name="connsiteX5" fmla="*/ 0 w 600651"/>
              <a:gd name="connsiteY5" fmla="*/ 165408 h 165407"/>
              <a:gd name="connsiteX6" fmla="*/ 600652 w 600651"/>
              <a:gd name="connsiteY6" fmla="*/ 165408 h 165407"/>
              <a:gd name="connsiteX7" fmla="*/ 482061 w 600651"/>
              <a:gd name="connsiteY7" fmla="*/ 38939 h 1654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651" h="165407">
                <a:moveTo>
                  <a:pt x="482061" y="38962"/>
                </a:moveTo>
                <a:cubicBezTo>
                  <a:pt x="449653" y="38962"/>
                  <a:pt x="420297" y="52832"/>
                  <a:pt x="398886" y="75298"/>
                </a:cubicBezTo>
                <a:cubicBezTo>
                  <a:pt x="371236" y="29984"/>
                  <a:pt x="323341" y="0"/>
                  <a:pt x="268849" y="0"/>
                </a:cubicBezTo>
                <a:cubicBezTo>
                  <a:pt x="196963" y="0"/>
                  <a:pt x="136523" y="52136"/>
                  <a:pt x="118927" y="122878"/>
                </a:cubicBezTo>
                <a:cubicBezTo>
                  <a:pt x="106853" y="105865"/>
                  <a:pt x="87754" y="94823"/>
                  <a:pt x="66185" y="94823"/>
                </a:cubicBezTo>
                <a:cubicBezTo>
                  <a:pt x="29625" y="94823"/>
                  <a:pt x="0" y="126446"/>
                  <a:pt x="0" y="165408"/>
                </a:cubicBezTo>
                <a:lnTo>
                  <a:pt x="600652" y="165408"/>
                </a:lnTo>
                <a:cubicBezTo>
                  <a:pt x="600652" y="95564"/>
                  <a:pt x="547551" y="38939"/>
                  <a:pt x="482061" y="38939"/>
                </a:cubicBezTo>
                <a:close/>
              </a:path>
            </a:pathLst>
          </a:custGeom>
          <a:solidFill>
            <a:schemeClr val="accent3">
              <a:alpha val="13000"/>
            </a:schemeClr>
          </a:soli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pic>
        <p:nvPicPr>
          <p:cNvPr id="40" name="Graphic 39">
            <a:extLst>
              <a:ext uri="{FF2B5EF4-FFF2-40B4-BE49-F238E27FC236}">
                <a16:creationId xmlns:a16="http://schemas.microsoft.com/office/drawing/2014/main" id="{3EDF18DC-E283-4A14-6874-DA3635B82B74}"/>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979191" y="2319345"/>
            <a:ext cx="3124591" cy="1207366"/>
          </a:xfrm>
          <a:prstGeom prst="rect">
            <a:avLst/>
          </a:prstGeom>
        </p:spPr>
      </p:pic>
      <p:grpSp>
        <p:nvGrpSpPr>
          <p:cNvPr id="41" name="Graphic 133">
            <a:extLst>
              <a:ext uri="{FF2B5EF4-FFF2-40B4-BE49-F238E27FC236}">
                <a16:creationId xmlns:a16="http://schemas.microsoft.com/office/drawing/2014/main" id="{49C6E3E8-DE97-079B-0620-5A9FBD7690E5}"/>
              </a:ext>
            </a:extLst>
          </p:cNvPr>
          <p:cNvGrpSpPr/>
          <p:nvPr userDrawn="1"/>
        </p:nvGrpSpPr>
        <p:grpSpPr>
          <a:xfrm rot="16200000" flipV="1">
            <a:off x="5423366" y="2833875"/>
            <a:ext cx="747561" cy="1467873"/>
            <a:chOff x="7819347" y="302010"/>
            <a:chExt cx="1311783" cy="2575750"/>
          </a:xfrm>
          <a:noFill/>
        </p:grpSpPr>
        <p:sp>
          <p:nvSpPr>
            <p:cNvPr id="42" name="Freeform: Shape 232">
              <a:extLst>
                <a:ext uri="{FF2B5EF4-FFF2-40B4-BE49-F238E27FC236}">
                  <a16:creationId xmlns:a16="http://schemas.microsoft.com/office/drawing/2014/main" id="{BC301553-8513-C09B-DD44-F27A6E4BE9DB}"/>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3" name="Freeform: Shape 233">
              <a:extLst>
                <a:ext uri="{FF2B5EF4-FFF2-40B4-BE49-F238E27FC236}">
                  <a16:creationId xmlns:a16="http://schemas.microsoft.com/office/drawing/2014/main" id="{A370375C-608D-2627-9D85-F6F5C9EE8AA4}"/>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4" name="Freeform: Shape 234">
              <a:extLst>
                <a:ext uri="{FF2B5EF4-FFF2-40B4-BE49-F238E27FC236}">
                  <a16:creationId xmlns:a16="http://schemas.microsoft.com/office/drawing/2014/main" id="{B13EC1B2-6B31-0889-33FA-F4F91F0BDD63}"/>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5" name="Freeform: Shape 235">
              <a:extLst>
                <a:ext uri="{FF2B5EF4-FFF2-40B4-BE49-F238E27FC236}">
                  <a16:creationId xmlns:a16="http://schemas.microsoft.com/office/drawing/2014/main" id="{4A924F82-25CF-1CA0-09E5-3981A64BB9BB}"/>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6" name="Freeform: Shape 236">
              <a:extLst>
                <a:ext uri="{FF2B5EF4-FFF2-40B4-BE49-F238E27FC236}">
                  <a16:creationId xmlns:a16="http://schemas.microsoft.com/office/drawing/2014/main" id="{DFB5331F-4943-07C6-E310-EC8942CD6972}"/>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47" name="Freeform: Shape 265">
            <a:extLst>
              <a:ext uri="{FF2B5EF4-FFF2-40B4-BE49-F238E27FC236}">
                <a16:creationId xmlns:a16="http://schemas.microsoft.com/office/drawing/2014/main" id="{7FD3BE2C-4460-A681-1A36-C4893BE7C608}"/>
              </a:ext>
            </a:extLst>
          </p:cNvPr>
          <p:cNvSpPr/>
          <p:nvPr userDrawn="1"/>
        </p:nvSpPr>
        <p:spPr>
          <a:xfrm>
            <a:off x="11119385" y="4173017"/>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8" name="Freeform: Shape 269">
            <a:extLst>
              <a:ext uri="{FF2B5EF4-FFF2-40B4-BE49-F238E27FC236}">
                <a16:creationId xmlns:a16="http://schemas.microsoft.com/office/drawing/2014/main" id="{63C9B041-CF4B-C9B7-45A3-CAAD6FF541CC}"/>
              </a:ext>
            </a:extLst>
          </p:cNvPr>
          <p:cNvSpPr/>
          <p:nvPr userDrawn="1"/>
        </p:nvSpPr>
        <p:spPr>
          <a:xfrm>
            <a:off x="6195382" y="4307691"/>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9" name="Freeform: Shape 285">
            <a:extLst>
              <a:ext uri="{FF2B5EF4-FFF2-40B4-BE49-F238E27FC236}">
                <a16:creationId xmlns:a16="http://schemas.microsoft.com/office/drawing/2014/main" id="{BCAD775B-D002-22D8-9A30-65715F4974E2}"/>
              </a:ext>
            </a:extLst>
          </p:cNvPr>
          <p:cNvSpPr/>
          <p:nvPr userDrawn="1"/>
        </p:nvSpPr>
        <p:spPr>
          <a:xfrm>
            <a:off x="8709950" y="5303803"/>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0" name="Freeform: Shape 286">
            <a:extLst>
              <a:ext uri="{FF2B5EF4-FFF2-40B4-BE49-F238E27FC236}">
                <a16:creationId xmlns:a16="http://schemas.microsoft.com/office/drawing/2014/main" id="{69BAEC5C-3581-1D6E-3D8D-5D651412E0CC}"/>
              </a:ext>
            </a:extLst>
          </p:cNvPr>
          <p:cNvSpPr/>
          <p:nvPr userDrawn="1"/>
        </p:nvSpPr>
        <p:spPr>
          <a:xfrm>
            <a:off x="9116688" y="501008"/>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1" name="Oval 50">
            <a:extLst>
              <a:ext uri="{FF2B5EF4-FFF2-40B4-BE49-F238E27FC236}">
                <a16:creationId xmlns:a16="http://schemas.microsoft.com/office/drawing/2014/main" id="{9AAEF64A-351B-6ED3-7D6B-D41E9C2D5738}"/>
              </a:ext>
            </a:extLst>
          </p:cNvPr>
          <p:cNvSpPr/>
          <p:nvPr userDrawn="1"/>
        </p:nvSpPr>
        <p:spPr>
          <a:xfrm flipV="1">
            <a:off x="6354876" y="1852997"/>
            <a:ext cx="3152006" cy="3152006"/>
          </a:xfrm>
          <a:prstGeom prst="ellipse">
            <a:avLst/>
          </a:prstGeom>
          <a:solidFill>
            <a:schemeClr val="bg1"/>
          </a:solidFill>
          <a:ln w="50800">
            <a:solidFill>
              <a:schemeClr val="accent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52" name="Freeform: Shape 298">
            <a:extLst>
              <a:ext uri="{FF2B5EF4-FFF2-40B4-BE49-F238E27FC236}">
                <a16:creationId xmlns:a16="http://schemas.microsoft.com/office/drawing/2014/main" id="{DC1319E1-72A5-F059-9339-E2B002713FBC}"/>
              </a:ext>
            </a:extLst>
          </p:cNvPr>
          <p:cNvSpPr/>
          <p:nvPr userDrawn="1"/>
        </p:nvSpPr>
        <p:spPr>
          <a:xfrm>
            <a:off x="5406003" y="4429286"/>
            <a:ext cx="2921280" cy="1192670"/>
          </a:xfrm>
          <a:custGeom>
            <a:avLst/>
            <a:gdLst>
              <a:gd name="connsiteX0" fmla="*/ 2797989 w 3387980"/>
              <a:gd name="connsiteY0" fmla="*/ 793219 h 1383210"/>
              <a:gd name="connsiteX1" fmla="*/ 2614092 w 3387980"/>
              <a:gd name="connsiteY1" fmla="*/ 822614 h 1383210"/>
              <a:gd name="connsiteX2" fmla="*/ 1697357 w 3387980"/>
              <a:gd name="connsiteY2" fmla="*/ 0 h 1383210"/>
              <a:gd name="connsiteX3" fmla="*/ 798795 w 3387980"/>
              <a:gd name="connsiteY3" fmla="*/ 714810 h 1383210"/>
              <a:gd name="connsiteX4" fmla="*/ 668546 w 3387980"/>
              <a:gd name="connsiteY4" fmla="*/ 714665 h 1383210"/>
              <a:gd name="connsiteX5" fmla="*/ 0 w 3387980"/>
              <a:gd name="connsiteY5" fmla="*/ 1383211 h 1383210"/>
              <a:gd name="connsiteX6" fmla="*/ 3387981 w 3387980"/>
              <a:gd name="connsiteY6" fmla="*/ 1383211 h 1383210"/>
              <a:gd name="connsiteX7" fmla="*/ 2797989 w 3387980"/>
              <a:gd name="connsiteY7" fmla="*/ 793219 h 1383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387980" h="1383210">
                <a:moveTo>
                  <a:pt x="2797989" y="793219"/>
                </a:moveTo>
                <a:cubicBezTo>
                  <a:pt x="2733770" y="793219"/>
                  <a:pt x="2671940" y="803573"/>
                  <a:pt x="2614092" y="822614"/>
                </a:cubicBezTo>
                <a:cubicBezTo>
                  <a:pt x="2564425" y="360192"/>
                  <a:pt x="2172956" y="0"/>
                  <a:pt x="1697357" y="0"/>
                </a:cubicBezTo>
                <a:cubicBezTo>
                  <a:pt x="1259406" y="0"/>
                  <a:pt x="892915" y="305385"/>
                  <a:pt x="798795" y="714810"/>
                </a:cubicBezTo>
                <a:lnTo>
                  <a:pt x="668546" y="714665"/>
                </a:lnTo>
                <a:cubicBezTo>
                  <a:pt x="299304" y="714737"/>
                  <a:pt x="0" y="1014041"/>
                  <a:pt x="0" y="1383211"/>
                </a:cubicBezTo>
                <a:lnTo>
                  <a:pt x="3387981" y="1383211"/>
                </a:lnTo>
                <a:cubicBezTo>
                  <a:pt x="3387981" y="1057336"/>
                  <a:pt x="3123864" y="793219"/>
                  <a:pt x="2797989" y="793219"/>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53" name="Graphic 133">
            <a:extLst>
              <a:ext uri="{FF2B5EF4-FFF2-40B4-BE49-F238E27FC236}">
                <a16:creationId xmlns:a16="http://schemas.microsoft.com/office/drawing/2014/main" id="{525A32AC-66C7-1A3E-B6F4-A653362CE9F0}"/>
              </a:ext>
            </a:extLst>
          </p:cNvPr>
          <p:cNvGrpSpPr/>
          <p:nvPr userDrawn="1"/>
        </p:nvGrpSpPr>
        <p:grpSpPr>
          <a:xfrm>
            <a:off x="10600833" y="1243459"/>
            <a:ext cx="845544" cy="920851"/>
            <a:chOff x="8799755" y="943899"/>
            <a:chExt cx="839533" cy="914304"/>
          </a:xfrm>
          <a:noFill/>
        </p:grpSpPr>
        <p:sp>
          <p:nvSpPr>
            <p:cNvPr id="54" name="Freeform: Shape 8">
              <a:extLst>
                <a:ext uri="{FF2B5EF4-FFF2-40B4-BE49-F238E27FC236}">
                  <a16:creationId xmlns:a16="http://schemas.microsoft.com/office/drawing/2014/main" id="{CA87B19F-A191-9D33-36CA-BF7B621C1DEF}"/>
                </a:ext>
              </a:extLst>
            </p:cNvPr>
            <p:cNvSpPr/>
            <p:nvPr/>
          </p:nvSpPr>
          <p:spPr>
            <a:xfrm>
              <a:off x="8799755" y="943899"/>
              <a:ext cx="839533" cy="914304"/>
            </a:xfrm>
            <a:custGeom>
              <a:avLst/>
              <a:gdLst>
                <a:gd name="connsiteX0" fmla="*/ 419767 w 839533"/>
                <a:gd name="connsiteY0" fmla="*/ 914305 h 914304"/>
                <a:gd name="connsiteX1" fmla="*/ 415576 w 839533"/>
                <a:gd name="connsiteY1" fmla="*/ 913638 h 914304"/>
                <a:gd name="connsiteX2" fmla="*/ 0 w 839533"/>
                <a:gd name="connsiteY2" fmla="*/ 345281 h 914304"/>
                <a:gd name="connsiteX3" fmla="*/ 0 w 839533"/>
                <a:gd name="connsiteY3" fmla="*/ 13906 h 914304"/>
                <a:gd name="connsiteX4" fmla="*/ 13906 w 839533"/>
                <a:gd name="connsiteY4" fmla="*/ 0 h 914304"/>
                <a:gd name="connsiteX5" fmla="*/ 825627 w 839533"/>
                <a:gd name="connsiteY5" fmla="*/ 0 h 914304"/>
                <a:gd name="connsiteX6" fmla="*/ 839534 w 839533"/>
                <a:gd name="connsiteY6" fmla="*/ 13906 h 914304"/>
                <a:gd name="connsiteX7" fmla="*/ 839534 w 839533"/>
                <a:gd name="connsiteY7" fmla="*/ 345281 h 914304"/>
                <a:gd name="connsiteX8" fmla="*/ 424053 w 839533"/>
                <a:gd name="connsiteY8" fmla="*/ 913638 h 914304"/>
                <a:gd name="connsiteX9" fmla="*/ 419862 w 839533"/>
                <a:gd name="connsiteY9" fmla="*/ 914305 h 91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39533" h="914304">
                  <a:moveTo>
                    <a:pt x="419767" y="914305"/>
                  </a:moveTo>
                  <a:cubicBezTo>
                    <a:pt x="418338" y="914305"/>
                    <a:pt x="416909" y="914114"/>
                    <a:pt x="415576" y="913638"/>
                  </a:cubicBezTo>
                  <a:cubicBezTo>
                    <a:pt x="167069" y="834676"/>
                    <a:pt x="0" y="606266"/>
                    <a:pt x="0" y="345281"/>
                  </a:cubicBezTo>
                  <a:lnTo>
                    <a:pt x="0" y="13906"/>
                  </a:lnTo>
                  <a:cubicBezTo>
                    <a:pt x="0" y="6191"/>
                    <a:pt x="6191" y="0"/>
                    <a:pt x="13906" y="0"/>
                  </a:cubicBezTo>
                  <a:lnTo>
                    <a:pt x="825627" y="0"/>
                  </a:lnTo>
                  <a:cubicBezTo>
                    <a:pt x="833342" y="0"/>
                    <a:pt x="839534" y="6191"/>
                    <a:pt x="839534" y="13906"/>
                  </a:cubicBezTo>
                  <a:lnTo>
                    <a:pt x="839534" y="345281"/>
                  </a:lnTo>
                  <a:cubicBezTo>
                    <a:pt x="839534" y="606266"/>
                    <a:pt x="672560" y="834676"/>
                    <a:pt x="424053" y="913638"/>
                  </a:cubicBezTo>
                  <a:cubicBezTo>
                    <a:pt x="422624" y="914114"/>
                    <a:pt x="421195" y="914305"/>
                    <a:pt x="419862" y="914305"/>
                  </a:cubicBezTo>
                  <a:close/>
                </a:path>
              </a:pathLst>
            </a:custGeom>
            <a:grp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5" name="Freeform: Shape 10">
              <a:extLst>
                <a:ext uri="{FF2B5EF4-FFF2-40B4-BE49-F238E27FC236}">
                  <a16:creationId xmlns:a16="http://schemas.microsoft.com/office/drawing/2014/main" id="{49C8AC2B-1835-04AE-1B3D-0DD84D351FE8}"/>
                </a:ext>
              </a:extLst>
            </p:cNvPr>
            <p:cNvSpPr/>
            <p:nvPr/>
          </p:nvSpPr>
          <p:spPr>
            <a:xfrm>
              <a:off x="9223713" y="943899"/>
              <a:ext cx="9525" cy="913638"/>
            </a:xfrm>
            <a:custGeom>
              <a:avLst/>
              <a:gdLst>
                <a:gd name="connsiteX0" fmla="*/ 0 w 9525"/>
                <a:gd name="connsiteY0" fmla="*/ 913638 h 913638"/>
                <a:gd name="connsiteX1" fmla="*/ 0 w 9525"/>
                <a:gd name="connsiteY1" fmla="*/ 0 h 913638"/>
              </a:gdLst>
              <a:ahLst/>
              <a:cxnLst>
                <a:cxn ang="0">
                  <a:pos x="connsiteX0" y="connsiteY0"/>
                </a:cxn>
                <a:cxn ang="0">
                  <a:pos x="connsiteX1" y="connsiteY1"/>
                </a:cxn>
              </a:cxnLst>
              <a:rect l="l" t="t" r="r" b="b"/>
              <a:pathLst>
                <a:path w="9525" h="913638">
                  <a:moveTo>
                    <a:pt x="0" y="913638"/>
                  </a:moveTo>
                  <a:lnTo>
                    <a:pt x="0" y="0"/>
                  </a:lnTo>
                </a:path>
              </a:pathLst>
            </a:custGeom>
            <a:grp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pic>
        <p:nvPicPr>
          <p:cNvPr id="56" name="Graphic 55">
            <a:extLst>
              <a:ext uri="{FF2B5EF4-FFF2-40B4-BE49-F238E27FC236}">
                <a16:creationId xmlns:a16="http://schemas.microsoft.com/office/drawing/2014/main" id="{455F01A6-2368-18EF-F1D1-FB6AAC4625BD}"/>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6977580" y="2602869"/>
            <a:ext cx="1909740" cy="1807074"/>
          </a:xfrm>
          <a:prstGeom prst="rect">
            <a:avLst/>
          </a:prstGeom>
        </p:spPr>
      </p:pic>
      <p:grpSp>
        <p:nvGrpSpPr>
          <p:cNvPr id="57" name="Group 56">
            <a:extLst>
              <a:ext uri="{FF2B5EF4-FFF2-40B4-BE49-F238E27FC236}">
                <a16:creationId xmlns:a16="http://schemas.microsoft.com/office/drawing/2014/main" id="{9D288DED-E377-3089-999C-C9DDE7B3010A}"/>
              </a:ext>
            </a:extLst>
          </p:cNvPr>
          <p:cNvGrpSpPr/>
          <p:nvPr userDrawn="1"/>
        </p:nvGrpSpPr>
        <p:grpSpPr>
          <a:xfrm>
            <a:off x="6977580" y="2603279"/>
            <a:ext cx="1909149" cy="1800980"/>
            <a:chOff x="6977580" y="2603279"/>
            <a:chExt cx="1909149" cy="1800980"/>
          </a:xfrm>
          <a:solidFill>
            <a:schemeClr val="accent3"/>
          </a:solidFill>
        </p:grpSpPr>
        <p:grpSp>
          <p:nvGrpSpPr>
            <p:cNvPr id="58" name="Graphic 192">
              <a:extLst>
                <a:ext uri="{FF2B5EF4-FFF2-40B4-BE49-F238E27FC236}">
                  <a16:creationId xmlns:a16="http://schemas.microsoft.com/office/drawing/2014/main" id="{89A7A90D-5E81-21E2-FB18-15A7C051B7A3}"/>
                </a:ext>
              </a:extLst>
            </p:cNvPr>
            <p:cNvGrpSpPr/>
            <p:nvPr/>
          </p:nvGrpSpPr>
          <p:grpSpPr>
            <a:xfrm>
              <a:off x="6977580" y="2603279"/>
              <a:ext cx="1909149" cy="1800980"/>
              <a:chOff x="6977580" y="2603279"/>
              <a:chExt cx="1909149" cy="1800980"/>
            </a:xfrm>
            <a:grpFill/>
          </p:grpSpPr>
          <p:sp>
            <p:nvSpPr>
              <p:cNvPr id="60" name="Freeform: Shape 195">
                <a:extLst>
                  <a:ext uri="{FF2B5EF4-FFF2-40B4-BE49-F238E27FC236}">
                    <a16:creationId xmlns:a16="http://schemas.microsoft.com/office/drawing/2014/main" id="{08E303E3-C6A2-743B-3C30-F001CB519182}"/>
                  </a:ext>
                </a:extLst>
              </p:cNvPr>
              <p:cNvSpPr/>
              <p:nvPr/>
            </p:nvSpPr>
            <p:spPr>
              <a:xfrm>
                <a:off x="7274719" y="3887713"/>
                <a:ext cx="205964" cy="204983"/>
              </a:xfrm>
              <a:custGeom>
                <a:avLst/>
                <a:gdLst>
                  <a:gd name="connsiteX0" fmla="*/ 102661 w 205964"/>
                  <a:gd name="connsiteY0" fmla="*/ 9 h 204983"/>
                  <a:gd name="connsiteX1" fmla="*/ -13 w 205964"/>
                  <a:gd name="connsiteY1" fmla="*/ 102684 h 204983"/>
                  <a:gd name="connsiteX2" fmla="*/ 30173 w 205964"/>
                  <a:gd name="connsiteY2" fmla="*/ 175788 h 204983"/>
                  <a:gd name="connsiteX3" fmla="*/ 103277 w 205964"/>
                  <a:gd name="connsiteY3" fmla="*/ 204948 h 204983"/>
                  <a:gd name="connsiteX4" fmla="*/ 205951 w 205964"/>
                  <a:gd name="connsiteY4" fmla="*/ 102273 h 204983"/>
                  <a:gd name="connsiteX5" fmla="*/ 175765 w 205964"/>
                  <a:gd name="connsiteY5" fmla="*/ 30401 h 204983"/>
                  <a:gd name="connsiteX6" fmla="*/ 102661 w 205964"/>
                  <a:gd name="connsiteY6" fmla="*/ 9 h 2049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05964" h="204983">
                    <a:moveTo>
                      <a:pt x="102661" y="9"/>
                    </a:moveTo>
                    <a:cubicBezTo>
                      <a:pt x="45956" y="9"/>
                      <a:pt x="-13" y="45979"/>
                      <a:pt x="-13" y="102684"/>
                    </a:cubicBezTo>
                    <a:cubicBezTo>
                      <a:pt x="106" y="130061"/>
                      <a:pt x="10942" y="156303"/>
                      <a:pt x="30173" y="175788"/>
                    </a:cubicBezTo>
                    <a:cubicBezTo>
                      <a:pt x="49611" y="194970"/>
                      <a:pt x="75974" y="205486"/>
                      <a:pt x="103277" y="204948"/>
                    </a:cubicBezTo>
                    <a:cubicBezTo>
                      <a:pt x="159982" y="204948"/>
                      <a:pt x="205951" y="158978"/>
                      <a:pt x="205951" y="102273"/>
                    </a:cubicBezTo>
                    <a:cubicBezTo>
                      <a:pt x="205885" y="75247"/>
                      <a:pt x="195016" y="49369"/>
                      <a:pt x="175765" y="30401"/>
                    </a:cubicBezTo>
                    <a:cubicBezTo>
                      <a:pt x="156774" y="10414"/>
                      <a:pt x="130225" y="-623"/>
                      <a:pt x="102661" y="9"/>
                    </a:cubicBezTo>
                    <a:close/>
                  </a:path>
                </a:pathLst>
              </a:custGeom>
              <a:grpFill/>
              <a:ln w="20484"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61" name="Freeform: Shape 196">
                <a:extLst>
                  <a:ext uri="{FF2B5EF4-FFF2-40B4-BE49-F238E27FC236}">
                    <a16:creationId xmlns:a16="http://schemas.microsoft.com/office/drawing/2014/main" id="{A4BACF78-5AAC-D237-9C31-3179080EEB6B}"/>
                  </a:ext>
                </a:extLst>
              </p:cNvPr>
              <p:cNvSpPr/>
              <p:nvPr/>
            </p:nvSpPr>
            <p:spPr>
              <a:xfrm>
                <a:off x="8457936" y="3887729"/>
                <a:ext cx="206785" cy="205379"/>
              </a:xfrm>
              <a:custGeom>
                <a:avLst/>
                <a:gdLst>
                  <a:gd name="connsiteX0" fmla="*/ 104098 w 206785"/>
                  <a:gd name="connsiteY0" fmla="*/ -6 h 205379"/>
                  <a:gd name="connsiteX1" fmla="*/ -3 w 206785"/>
                  <a:gd name="connsiteY1" fmla="*/ 101221 h 205379"/>
                  <a:gd name="connsiteX2" fmla="*/ 30994 w 206785"/>
                  <a:gd name="connsiteY2" fmla="*/ 176184 h 205379"/>
                  <a:gd name="connsiteX3" fmla="*/ 104098 w 206785"/>
                  <a:gd name="connsiteY3" fmla="*/ 205343 h 205379"/>
                  <a:gd name="connsiteX4" fmla="*/ 206772 w 206785"/>
                  <a:gd name="connsiteY4" fmla="*/ 102668 h 205379"/>
                  <a:gd name="connsiteX5" fmla="*/ 176586 w 206785"/>
                  <a:gd name="connsiteY5" fmla="*/ 30796 h 205379"/>
                  <a:gd name="connsiteX6" fmla="*/ 104098 w 206785"/>
                  <a:gd name="connsiteY6" fmla="*/ -6 h 2053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06785" h="205379">
                    <a:moveTo>
                      <a:pt x="104098" y="-6"/>
                    </a:moveTo>
                    <a:cubicBezTo>
                      <a:pt x="47397" y="-801"/>
                      <a:pt x="789" y="44522"/>
                      <a:pt x="-3" y="101221"/>
                    </a:cubicBezTo>
                    <a:cubicBezTo>
                      <a:pt x="-398" y="129405"/>
                      <a:pt x="10810" y="156509"/>
                      <a:pt x="30994" y="176184"/>
                    </a:cubicBezTo>
                    <a:cubicBezTo>
                      <a:pt x="50432" y="195365"/>
                      <a:pt x="76795" y="205881"/>
                      <a:pt x="104098" y="205343"/>
                    </a:cubicBezTo>
                    <a:cubicBezTo>
                      <a:pt x="160803" y="205343"/>
                      <a:pt x="206772" y="159374"/>
                      <a:pt x="206772" y="102668"/>
                    </a:cubicBezTo>
                    <a:cubicBezTo>
                      <a:pt x="206706" y="75642"/>
                      <a:pt x="195837" y="49764"/>
                      <a:pt x="176586" y="30796"/>
                    </a:cubicBezTo>
                    <a:cubicBezTo>
                      <a:pt x="157782" y="10859"/>
                      <a:pt x="131502" y="-308"/>
                      <a:pt x="104098" y="-6"/>
                    </a:cubicBezTo>
                    <a:close/>
                  </a:path>
                </a:pathLst>
              </a:custGeom>
              <a:grpFill/>
              <a:ln w="20484"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62" name="Freeform: Shape 197">
                <a:extLst>
                  <a:ext uri="{FF2B5EF4-FFF2-40B4-BE49-F238E27FC236}">
                    <a16:creationId xmlns:a16="http://schemas.microsoft.com/office/drawing/2014/main" id="{B24A519E-22E1-7BDD-A72D-66B26101DDDF}"/>
                  </a:ext>
                </a:extLst>
              </p:cNvPr>
              <p:cNvSpPr/>
              <p:nvPr/>
            </p:nvSpPr>
            <p:spPr>
              <a:xfrm>
                <a:off x="7835320" y="4199656"/>
                <a:ext cx="204189" cy="204603"/>
              </a:xfrm>
              <a:custGeom>
                <a:avLst/>
                <a:gdLst>
                  <a:gd name="connsiteX0" fmla="*/ 102661 w 204189"/>
                  <a:gd name="connsiteY0" fmla="*/ -8 h 204603"/>
                  <a:gd name="connsiteX1" fmla="*/ -13 w 204189"/>
                  <a:gd name="connsiteY1" fmla="*/ 102667 h 204603"/>
                  <a:gd name="connsiteX2" fmla="*/ 30173 w 204189"/>
                  <a:gd name="connsiteY2" fmla="*/ 175771 h 204603"/>
                  <a:gd name="connsiteX3" fmla="*/ 175354 w 204189"/>
                  <a:gd name="connsiteY3" fmla="*/ 173245 h 204603"/>
                  <a:gd name="connsiteX4" fmla="*/ 175354 w 204189"/>
                  <a:gd name="connsiteY4" fmla="*/ 30589 h 204603"/>
                  <a:gd name="connsiteX5" fmla="*/ 102661 w 204189"/>
                  <a:gd name="connsiteY5" fmla="*/ -8 h 2046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4189" h="204603">
                    <a:moveTo>
                      <a:pt x="102661" y="-8"/>
                    </a:moveTo>
                    <a:cubicBezTo>
                      <a:pt x="45956" y="-8"/>
                      <a:pt x="-13" y="45962"/>
                      <a:pt x="-13" y="102667"/>
                    </a:cubicBezTo>
                    <a:cubicBezTo>
                      <a:pt x="171" y="130040"/>
                      <a:pt x="10997" y="156242"/>
                      <a:pt x="30173" y="175771"/>
                    </a:cubicBezTo>
                    <a:cubicBezTo>
                      <a:pt x="70961" y="215157"/>
                      <a:pt x="135960" y="214028"/>
                      <a:pt x="175354" y="173245"/>
                    </a:cubicBezTo>
                    <a:cubicBezTo>
                      <a:pt x="213783" y="133469"/>
                      <a:pt x="213783" y="70378"/>
                      <a:pt x="175354" y="30589"/>
                    </a:cubicBezTo>
                    <a:cubicBezTo>
                      <a:pt x="156437" y="10718"/>
                      <a:pt x="130093" y="-371"/>
                      <a:pt x="102661" y="-8"/>
                    </a:cubicBezTo>
                    <a:close/>
                  </a:path>
                </a:pathLst>
              </a:custGeom>
              <a:grpFill/>
              <a:ln w="20484"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63" name="Freeform: Shape 198">
                <a:extLst>
                  <a:ext uri="{FF2B5EF4-FFF2-40B4-BE49-F238E27FC236}">
                    <a16:creationId xmlns:a16="http://schemas.microsoft.com/office/drawing/2014/main" id="{45068C02-FA62-4D93-6E01-0EC319B28376}"/>
                  </a:ext>
                </a:extLst>
              </p:cNvPr>
              <p:cNvSpPr/>
              <p:nvPr/>
            </p:nvSpPr>
            <p:spPr>
              <a:xfrm>
                <a:off x="7719093" y="3403731"/>
                <a:ext cx="205378" cy="205349"/>
              </a:xfrm>
              <a:custGeom>
                <a:avLst/>
                <a:gdLst>
                  <a:gd name="connsiteX0" fmla="*/ 103277 w 205378"/>
                  <a:gd name="connsiteY0" fmla="*/ 204717 h 205349"/>
                  <a:gd name="connsiteX1" fmla="*/ 197121 w 205378"/>
                  <a:gd name="connsiteY1" fmla="*/ 142085 h 205349"/>
                  <a:gd name="connsiteX2" fmla="*/ 205335 w 205378"/>
                  <a:gd name="connsiteY2" fmla="*/ 102658 h 205349"/>
                  <a:gd name="connsiteX3" fmla="*/ 102661 w 205378"/>
                  <a:gd name="connsiteY3" fmla="*/ -17 h 205349"/>
                  <a:gd name="connsiteX4" fmla="*/ -13 w 205378"/>
                  <a:gd name="connsiteY4" fmla="*/ 102658 h 205349"/>
                  <a:gd name="connsiteX5" fmla="*/ 102661 w 205378"/>
                  <a:gd name="connsiteY5" fmla="*/ 205333 h 205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5378" h="205349">
                    <a:moveTo>
                      <a:pt x="103277" y="204717"/>
                    </a:moveTo>
                    <a:cubicBezTo>
                      <a:pt x="144254" y="204437"/>
                      <a:pt x="181141" y="179818"/>
                      <a:pt x="197121" y="142085"/>
                    </a:cubicBezTo>
                    <a:cubicBezTo>
                      <a:pt x="202881" y="129758"/>
                      <a:pt x="205692" y="116260"/>
                      <a:pt x="205335" y="102658"/>
                    </a:cubicBezTo>
                    <a:cubicBezTo>
                      <a:pt x="205335" y="45953"/>
                      <a:pt x="159366" y="-17"/>
                      <a:pt x="102661" y="-17"/>
                    </a:cubicBezTo>
                    <a:cubicBezTo>
                      <a:pt x="45956" y="-17"/>
                      <a:pt x="-13" y="45953"/>
                      <a:pt x="-13" y="102658"/>
                    </a:cubicBezTo>
                    <a:cubicBezTo>
                      <a:pt x="-13" y="159363"/>
                      <a:pt x="45956" y="205333"/>
                      <a:pt x="102661" y="205333"/>
                    </a:cubicBezTo>
                    <a:close/>
                  </a:path>
                </a:pathLst>
              </a:custGeom>
              <a:grpFill/>
              <a:ln w="20484"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29" name="Freeform: Shape 199">
                <a:extLst>
                  <a:ext uri="{FF2B5EF4-FFF2-40B4-BE49-F238E27FC236}">
                    <a16:creationId xmlns:a16="http://schemas.microsoft.com/office/drawing/2014/main" id="{26C42C4A-3F6A-24F9-F192-A92BF73869CD}"/>
                  </a:ext>
                </a:extLst>
              </p:cNvPr>
              <p:cNvSpPr/>
              <p:nvPr/>
            </p:nvSpPr>
            <p:spPr>
              <a:xfrm>
                <a:off x="7014337" y="3403115"/>
                <a:ext cx="205374" cy="205023"/>
              </a:xfrm>
              <a:custGeom>
                <a:avLst/>
                <a:gdLst>
                  <a:gd name="connsiteX0" fmla="*/ 102661 w 205374"/>
                  <a:gd name="connsiteY0" fmla="*/ -17 h 205023"/>
                  <a:gd name="connsiteX1" fmla="*/ -13 w 205374"/>
                  <a:gd name="connsiteY1" fmla="*/ 102658 h 205023"/>
                  <a:gd name="connsiteX2" fmla="*/ 102987 w 205374"/>
                  <a:gd name="connsiteY2" fmla="*/ 205006 h 205023"/>
                  <a:gd name="connsiteX3" fmla="*/ 197326 w 205374"/>
                  <a:gd name="connsiteY3" fmla="*/ 142085 h 205023"/>
                  <a:gd name="connsiteX4" fmla="*/ 205335 w 205374"/>
                  <a:gd name="connsiteY4" fmla="*/ 102658 h 205023"/>
                  <a:gd name="connsiteX5" fmla="*/ 102661 w 205374"/>
                  <a:gd name="connsiteY5" fmla="*/ -17 h 20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5374" h="205023">
                    <a:moveTo>
                      <a:pt x="102661" y="-17"/>
                    </a:moveTo>
                    <a:cubicBezTo>
                      <a:pt x="45956" y="-17"/>
                      <a:pt x="-13" y="45953"/>
                      <a:pt x="-13" y="102658"/>
                    </a:cubicBezTo>
                    <a:cubicBezTo>
                      <a:pt x="167" y="159363"/>
                      <a:pt x="46282" y="205187"/>
                      <a:pt x="102987" y="205006"/>
                    </a:cubicBezTo>
                    <a:cubicBezTo>
                      <a:pt x="144213" y="204875"/>
                      <a:pt x="181365" y="180097"/>
                      <a:pt x="197326" y="142085"/>
                    </a:cubicBezTo>
                    <a:cubicBezTo>
                      <a:pt x="202924" y="129711"/>
                      <a:pt x="205661" y="116236"/>
                      <a:pt x="205335" y="102658"/>
                    </a:cubicBezTo>
                    <a:cubicBezTo>
                      <a:pt x="205335" y="45953"/>
                      <a:pt x="159366" y="-17"/>
                      <a:pt x="102661" y="-17"/>
                    </a:cubicBezTo>
                    <a:close/>
                  </a:path>
                </a:pathLst>
              </a:custGeom>
              <a:grpFill/>
              <a:ln w="20484"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0" name="Freeform: Shape 200">
                <a:extLst>
                  <a:ext uri="{FF2B5EF4-FFF2-40B4-BE49-F238E27FC236}">
                    <a16:creationId xmlns:a16="http://schemas.microsoft.com/office/drawing/2014/main" id="{991B976A-8E5A-8202-B0C5-65F1EE436BBC}"/>
                  </a:ext>
                </a:extLst>
              </p:cNvPr>
              <p:cNvSpPr/>
              <p:nvPr/>
            </p:nvSpPr>
            <p:spPr>
              <a:xfrm>
                <a:off x="6977580" y="3069011"/>
                <a:ext cx="205386" cy="205350"/>
              </a:xfrm>
              <a:custGeom>
                <a:avLst/>
                <a:gdLst>
                  <a:gd name="connsiteX0" fmla="*/ 197121 w 205386"/>
                  <a:gd name="connsiteY0" fmla="*/ 142085 h 205350"/>
                  <a:gd name="connsiteX1" fmla="*/ 205335 w 205386"/>
                  <a:gd name="connsiteY1" fmla="*/ 102658 h 205350"/>
                  <a:gd name="connsiteX2" fmla="*/ 102661 w 205386"/>
                  <a:gd name="connsiteY2" fmla="*/ -17 h 205350"/>
                  <a:gd name="connsiteX3" fmla="*/ -13 w 205386"/>
                  <a:gd name="connsiteY3" fmla="*/ 102658 h 205350"/>
                  <a:gd name="connsiteX4" fmla="*/ 102661 w 205386"/>
                  <a:gd name="connsiteY4" fmla="*/ 205333 h 205350"/>
                  <a:gd name="connsiteX5" fmla="*/ 197121 w 205386"/>
                  <a:gd name="connsiteY5" fmla="*/ 142085 h 205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5386" h="205350">
                    <a:moveTo>
                      <a:pt x="197121" y="142085"/>
                    </a:moveTo>
                    <a:cubicBezTo>
                      <a:pt x="202924" y="129772"/>
                      <a:pt x="205739" y="116265"/>
                      <a:pt x="205335" y="102658"/>
                    </a:cubicBezTo>
                    <a:cubicBezTo>
                      <a:pt x="205335" y="45953"/>
                      <a:pt x="159366" y="-17"/>
                      <a:pt x="102661" y="-17"/>
                    </a:cubicBezTo>
                    <a:cubicBezTo>
                      <a:pt x="45956" y="-17"/>
                      <a:pt x="-13" y="45953"/>
                      <a:pt x="-13" y="102658"/>
                    </a:cubicBezTo>
                    <a:cubicBezTo>
                      <a:pt x="-13" y="159363"/>
                      <a:pt x="45956" y="205333"/>
                      <a:pt x="102661" y="205333"/>
                    </a:cubicBezTo>
                    <a:cubicBezTo>
                      <a:pt x="144112" y="205530"/>
                      <a:pt x="181514" y="180488"/>
                      <a:pt x="197121" y="142085"/>
                    </a:cubicBezTo>
                    <a:close/>
                  </a:path>
                </a:pathLst>
              </a:custGeom>
              <a:grpFill/>
              <a:ln w="20484"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1" name="Freeform: Shape 201">
                <a:extLst>
                  <a:ext uri="{FF2B5EF4-FFF2-40B4-BE49-F238E27FC236}">
                    <a16:creationId xmlns:a16="http://schemas.microsoft.com/office/drawing/2014/main" id="{BC3E4621-B73F-19CF-D58C-CE329715314B}"/>
                  </a:ext>
                </a:extLst>
              </p:cNvPr>
              <p:cNvSpPr/>
              <p:nvPr/>
            </p:nvSpPr>
            <p:spPr>
              <a:xfrm>
                <a:off x="7389098" y="2603279"/>
                <a:ext cx="205370" cy="205349"/>
              </a:xfrm>
              <a:custGeom>
                <a:avLst/>
                <a:gdLst>
                  <a:gd name="connsiteX0" fmla="*/ 103071 w 205370"/>
                  <a:gd name="connsiteY0" fmla="*/ 204922 h 205349"/>
                  <a:gd name="connsiteX1" fmla="*/ 197121 w 205370"/>
                  <a:gd name="connsiteY1" fmla="*/ 142085 h 205349"/>
                  <a:gd name="connsiteX2" fmla="*/ 205335 w 205370"/>
                  <a:gd name="connsiteY2" fmla="*/ 102658 h 205349"/>
                  <a:gd name="connsiteX3" fmla="*/ 102661 w 205370"/>
                  <a:gd name="connsiteY3" fmla="*/ -17 h 205349"/>
                  <a:gd name="connsiteX4" fmla="*/ -13 w 205370"/>
                  <a:gd name="connsiteY4" fmla="*/ 102658 h 205349"/>
                  <a:gd name="connsiteX5" fmla="*/ 102661 w 205370"/>
                  <a:gd name="connsiteY5" fmla="*/ 205333 h 205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5370" h="205349">
                    <a:moveTo>
                      <a:pt x="103071" y="204922"/>
                    </a:moveTo>
                    <a:cubicBezTo>
                      <a:pt x="144172" y="204690"/>
                      <a:pt x="181174" y="179968"/>
                      <a:pt x="197121" y="142085"/>
                    </a:cubicBezTo>
                    <a:cubicBezTo>
                      <a:pt x="202824" y="129740"/>
                      <a:pt x="205635" y="116254"/>
                      <a:pt x="205335" y="102658"/>
                    </a:cubicBezTo>
                    <a:cubicBezTo>
                      <a:pt x="205335" y="45953"/>
                      <a:pt x="159366" y="-17"/>
                      <a:pt x="102661" y="-17"/>
                    </a:cubicBezTo>
                    <a:cubicBezTo>
                      <a:pt x="45956" y="-17"/>
                      <a:pt x="-13" y="45953"/>
                      <a:pt x="-13" y="102658"/>
                    </a:cubicBezTo>
                    <a:cubicBezTo>
                      <a:pt x="-13" y="159363"/>
                      <a:pt x="45956" y="205333"/>
                      <a:pt x="102661" y="205333"/>
                    </a:cubicBezTo>
                    <a:close/>
                  </a:path>
                </a:pathLst>
              </a:custGeom>
              <a:grpFill/>
              <a:ln w="20484"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2" name="Freeform: Shape 202">
                <a:extLst>
                  <a:ext uri="{FF2B5EF4-FFF2-40B4-BE49-F238E27FC236}">
                    <a16:creationId xmlns:a16="http://schemas.microsoft.com/office/drawing/2014/main" id="{C286B3C7-CA25-4ED3-4152-F464BF405385}"/>
                  </a:ext>
                </a:extLst>
              </p:cNvPr>
              <p:cNvSpPr/>
              <p:nvPr/>
            </p:nvSpPr>
            <p:spPr>
              <a:xfrm>
                <a:off x="8338423" y="2603279"/>
                <a:ext cx="205381" cy="205349"/>
              </a:xfrm>
              <a:custGeom>
                <a:avLst/>
                <a:gdLst>
                  <a:gd name="connsiteX0" fmla="*/ 103277 w 205381"/>
                  <a:gd name="connsiteY0" fmla="*/ 204922 h 205349"/>
                  <a:gd name="connsiteX1" fmla="*/ 197326 w 205381"/>
                  <a:gd name="connsiteY1" fmla="*/ 142085 h 205349"/>
                  <a:gd name="connsiteX2" fmla="*/ 205335 w 205381"/>
                  <a:gd name="connsiteY2" fmla="*/ 102658 h 205349"/>
                  <a:gd name="connsiteX3" fmla="*/ 102661 w 205381"/>
                  <a:gd name="connsiteY3" fmla="*/ -17 h 205349"/>
                  <a:gd name="connsiteX4" fmla="*/ -13 w 205381"/>
                  <a:gd name="connsiteY4" fmla="*/ 102658 h 205349"/>
                  <a:gd name="connsiteX5" fmla="*/ 102661 w 205381"/>
                  <a:gd name="connsiteY5" fmla="*/ 205333 h 205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5381" h="205349">
                    <a:moveTo>
                      <a:pt x="103277" y="204922"/>
                    </a:moveTo>
                    <a:cubicBezTo>
                      <a:pt x="144377" y="204690"/>
                      <a:pt x="181379" y="179968"/>
                      <a:pt x="197326" y="142085"/>
                    </a:cubicBezTo>
                    <a:cubicBezTo>
                      <a:pt x="202965" y="129725"/>
                      <a:pt x="205705" y="116240"/>
                      <a:pt x="205335" y="102658"/>
                    </a:cubicBezTo>
                    <a:cubicBezTo>
                      <a:pt x="205335" y="45953"/>
                      <a:pt x="159366" y="-17"/>
                      <a:pt x="102661" y="-17"/>
                    </a:cubicBezTo>
                    <a:cubicBezTo>
                      <a:pt x="45956" y="-17"/>
                      <a:pt x="-13" y="45953"/>
                      <a:pt x="-13" y="102658"/>
                    </a:cubicBezTo>
                    <a:cubicBezTo>
                      <a:pt x="-13" y="159363"/>
                      <a:pt x="45956" y="205333"/>
                      <a:pt x="102661" y="205333"/>
                    </a:cubicBezTo>
                    <a:close/>
                  </a:path>
                </a:pathLst>
              </a:custGeom>
              <a:grpFill/>
              <a:ln w="20484"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3" name="Freeform: Shape 203">
                <a:extLst>
                  <a:ext uri="{FF2B5EF4-FFF2-40B4-BE49-F238E27FC236}">
                    <a16:creationId xmlns:a16="http://schemas.microsoft.com/office/drawing/2014/main" id="{D63AA01C-D41C-49D2-10E3-D7BE38F7BCB5}"/>
                  </a:ext>
                </a:extLst>
              </p:cNvPr>
              <p:cNvSpPr/>
              <p:nvPr/>
            </p:nvSpPr>
            <p:spPr>
              <a:xfrm>
                <a:off x="8681355" y="3402498"/>
                <a:ext cx="205374" cy="205023"/>
              </a:xfrm>
              <a:custGeom>
                <a:avLst/>
                <a:gdLst>
                  <a:gd name="connsiteX0" fmla="*/ 175765 w 205374"/>
                  <a:gd name="connsiteY0" fmla="*/ 31197 h 205023"/>
                  <a:gd name="connsiteX1" fmla="*/ 102661 w 205374"/>
                  <a:gd name="connsiteY1" fmla="*/ -16 h 205023"/>
                  <a:gd name="connsiteX2" fmla="*/ -13 w 205374"/>
                  <a:gd name="connsiteY2" fmla="*/ 102658 h 205023"/>
                  <a:gd name="connsiteX3" fmla="*/ 102989 w 205374"/>
                  <a:gd name="connsiteY3" fmla="*/ 205007 h 205023"/>
                  <a:gd name="connsiteX4" fmla="*/ 197326 w 205374"/>
                  <a:gd name="connsiteY4" fmla="*/ 142086 h 205023"/>
                  <a:gd name="connsiteX5" fmla="*/ 205335 w 205374"/>
                  <a:gd name="connsiteY5" fmla="*/ 102658 h 205023"/>
                  <a:gd name="connsiteX6" fmla="*/ 175765 w 205374"/>
                  <a:gd name="connsiteY6" fmla="*/ 31197 h 20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05374" h="205023">
                    <a:moveTo>
                      <a:pt x="175765" y="31197"/>
                    </a:moveTo>
                    <a:cubicBezTo>
                      <a:pt x="156708" y="11200"/>
                      <a:pt x="130280" y="-86"/>
                      <a:pt x="102661" y="-16"/>
                    </a:cubicBezTo>
                    <a:cubicBezTo>
                      <a:pt x="45956" y="-16"/>
                      <a:pt x="-13" y="45953"/>
                      <a:pt x="-13" y="102658"/>
                    </a:cubicBezTo>
                    <a:cubicBezTo>
                      <a:pt x="167" y="159364"/>
                      <a:pt x="46282" y="205187"/>
                      <a:pt x="102989" y="205007"/>
                    </a:cubicBezTo>
                    <a:cubicBezTo>
                      <a:pt x="144223" y="204875"/>
                      <a:pt x="181371" y="180098"/>
                      <a:pt x="197326" y="142086"/>
                    </a:cubicBezTo>
                    <a:cubicBezTo>
                      <a:pt x="202932" y="129711"/>
                      <a:pt x="205663" y="116236"/>
                      <a:pt x="205335" y="102658"/>
                    </a:cubicBezTo>
                    <a:cubicBezTo>
                      <a:pt x="205396" y="75850"/>
                      <a:pt x="194739" y="50128"/>
                      <a:pt x="175765" y="31197"/>
                    </a:cubicBezTo>
                    <a:close/>
                  </a:path>
                </a:pathLst>
              </a:custGeom>
              <a:grpFill/>
              <a:ln w="20484"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4" name="Freeform: Shape 204">
                <a:extLst>
                  <a:ext uri="{FF2B5EF4-FFF2-40B4-BE49-F238E27FC236}">
                    <a16:creationId xmlns:a16="http://schemas.microsoft.com/office/drawing/2014/main" id="{F49CAB9D-99BC-6426-C470-AB0ABC2C3A64}"/>
                  </a:ext>
                </a:extLst>
              </p:cNvPr>
              <p:cNvSpPr/>
              <p:nvPr/>
            </p:nvSpPr>
            <p:spPr>
              <a:xfrm rot="-2755800">
                <a:off x="7411495" y="3700540"/>
                <a:ext cx="369627" cy="51337"/>
              </a:xfrm>
              <a:custGeom>
                <a:avLst/>
                <a:gdLst>
                  <a:gd name="connsiteX0" fmla="*/ -14 w 369627"/>
                  <a:gd name="connsiteY0" fmla="*/ -17 h 51337"/>
                  <a:gd name="connsiteX1" fmla="*/ 369614 w 369627"/>
                  <a:gd name="connsiteY1" fmla="*/ -17 h 51337"/>
                  <a:gd name="connsiteX2" fmla="*/ 369614 w 369627"/>
                  <a:gd name="connsiteY2" fmla="*/ 51321 h 51337"/>
                  <a:gd name="connsiteX3" fmla="*/ -14 w 369627"/>
                  <a:gd name="connsiteY3" fmla="*/ 51321 h 51337"/>
                </a:gdLst>
                <a:ahLst/>
                <a:cxnLst>
                  <a:cxn ang="0">
                    <a:pos x="connsiteX0" y="connsiteY0"/>
                  </a:cxn>
                  <a:cxn ang="0">
                    <a:pos x="connsiteX1" y="connsiteY1"/>
                  </a:cxn>
                  <a:cxn ang="0">
                    <a:pos x="connsiteX2" y="connsiteY2"/>
                  </a:cxn>
                  <a:cxn ang="0">
                    <a:pos x="connsiteX3" y="connsiteY3"/>
                  </a:cxn>
                </a:cxnLst>
                <a:rect l="l" t="t" r="r" b="b"/>
                <a:pathLst>
                  <a:path w="369627" h="51337">
                    <a:moveTo>
                      <a:pt x="-14" y="-17"/>
                    </a:moveTo>
                    <a:lnTo>
                      <a:pt x="369614" y="-17"/>
                    </a:lnTo>
                    <a:lnTo>
                      <a:pt x="369614" y="51321"/>
                    </a:lnTo>
                    <a:lnTo>
                      <a:pt x="-14" y="51321"/>
                    </a:lnTo>
                    <a:close/>
                  </a:path>
                </a:pathLst>
              </a:custGeom>
              <a:grpFill/>
              <a:ln w="20484"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59" name="Freeform: Shape 205">
              <a:extLst>
                <a:ext uri="{FF2B5EF4-FFF2-40B4-BE49-F238E27FC236}">
                  <a16:creationId xmlns:a16="http://schemas.microsoft.com/office/drawing/2014/main" id="{A57D59D7-A7B2-0248-5AC4-5AB957F0A67E}"/>
                </a:ext>
              </a:extLst>
            </p:cNvPr>
            <p:cNvSpPr/>
            <p:nvPr/>
          </p:nvSpPr>
          <p:spPr>
            <a:xfrm>
              <a:off x="7206954" y="2846207"/>
              <a:ext cx="1436412" cy="1311566"/>
            </a:xfrm>
            <a:custGeom>
              <a:avLst/>
              <a:gdLst>
                <a:gd name="connsiteX0" fmla="*/ 1268437 w 1436412"/>
                <a:gd name="connsiteY0" fmla="*/ 621182 h 1311566"/>
                <a:gd name="connsiteX1" fmla="*/ 1260429 w 1436412"/>
                <a:gd name="connsiteY1" fmla="*/ 613378 h 1311566"/>
                <a:gd name="connsiteX2" fmla="*/ 1260429 w 1436412"/>
                <a:gd name="connsiteY2" fmla="*/ 0 h 1311566"/>
                <a:gd name="connsiteX3" fmla="*/ 1209091 w 1436412"/>
                <a:gd name="connsiteY3" fmla="*/ 0 h 1311566"/>
                <a:gd name="connsiteX4" fmla="*/ 1209091 w 1436412"/>
                <a:gd name="connsiteY4" fmla="*/ 562657 h 1311566"/>
                <a:gd name="connsiteX5" fmla="*/ 935773 w 1436412"/>
                <a:gd name="connsiteY5" fmla="*/ 293034 h 1311566"/>
                <a:gd name="connsiteX6" fmla="*/ 312130 w 1436412"/>
                <a:gd name="connsiteY6" fmla="*/ 293034 h 1311566"/>
                <a:gd name="connsiteX7" fmla="*/ 312130 w 1436412"/>
                <a:gd name="connsiteY7" fmla="*/ 291596 h 1311566"/>
                <a:gd name="connsiteX8" fmla="*/ 312335 w 1436412"/>
                <a:gd name="connsiteY8" fmla="*/ 291596 h 1311566"/>
                <a:gd name="connsiteX9" fmla="*/ 312335 w 1436412"/>
                <a:gd name="connsiteY9" fmla="*/ 4518 h 1311566"/>
                <a:gd name="connsiteX10" fmla="*/ 260998 w 1436412"/>
                <a:gd name="connsiteY10" fmla="*/ 4518 h 1311566"/>
                <a:gd name="connsiteX11" fmla="*/ 260998 w 1436412"/>
                <a:gd name="connsiteY11" fmla="*/ 272088 h 1311566"/>
                <a:gd name="connsiteX12" fmla="*/ 260998 w 1436412"/>
                <a:gd name="connsiteY12" fmla="*/ 291596 h 1311566"/>
                <a:gd name="connsiteX13" fmla="*/ 260998 w 1436412"/>
                <a:gd name="connsiteY13" fmla="*/ 293034 h 1311566"/>
                <a:gd name="connsiteX14" fmla="*/ 19508 w 1436412"/>
                <a:gd name="connsiteY14" fmla="*/ 293034 h 1311566"/>
                <a:gd name="connsiteX15" fmla="*/ 19508 w 1436412"/>
                <a:gd name="connsiteY15" fmla="*/ 344371 h 1311566"/>
                <a:gd name="connsiteX16" fmla="*/ 228758 w 1436412"/>
                <a:gd name="connsiteY16" fmla="*/ 344371 h 1311566"/>
                <a:gd name="connsiteX17" fmla="*/ 0 w 1436412"/>
                <a:gd name="connsiteY17" fmla="*/ 573130 h 1311566"/>
                <a:gd name="connsiteX18" fmla="*/ 36347 w 1436412"/>
                <a:gd name="connsiteY18" fmla="*/ 609271 h 1311566"/>
                <a:gd name="connsiteX19" fmla="*/ 291184 w 1436412"/>
                <a:gd name="connsiteY19" fmla="*/ 354433 h 1311566"/>
                <a:gd name="connsiteX20" fmla="*/ 510907 w 1436412"/>
                <a:gd name="connsiteY20" fmla="*/ 574157 h 1311566"/>
                <a:gd name="connsiteX21" fmla="*/ 547253 w 1436412"/>
                <a:gd name="connsiteY21" fmla="*/ 538015 h 1311566"/>
                <a:gd name="connsiteX22" fmla="*/ 353815 w 1436412"/>
                <a:gd name="connsiteY22" fmla="*/ 344371 h 1311566"/>
                <a:gd name="connsiteX23" fmla="*/ 914827 w 1436412"/>
                <a:gd name="connsiteY23" fmla="*/ 344371 h 1311566"/>
                <a:gd name="connsiteX24" fmla="*/ 1207243 w 1436412"/>
                <a:gd name="connsiteY24" fmla="*/ 633092 h 1311566"/>
                <a:gd name="connsiteX25" fmla="*/ 717898 w 1436412"/>
                <a:gd name="connsiteY25" fmla="*/ 1118743 h 1311566"/>
                <a:gd name="connsiteX26" fmla="*/ 315826 w 1436412"/>
                <a:gd name="connsiteY26" fmla="*/ 1118743 h 1311566"/>
                <a:gd name="connsiteX27" fmla="*/ 315826 w 1436412"/>
                <a:gd name="connsiteY27" fmla="*/ 1170081 h 1311566"/>
                <a:gd name="connsiteX28" fmla="*/ 701881 w 1436412"/>
                <a:gd name="connsiteY28" fmla="*/ 1170081 h 1311566"/>
                <a:gd name="connsiteX29" fmla="*/ 700854 w 1436412"/>
                <a:gd name="connsiteY29" fmla="*/ 1311155 h 1311566"/>
                <a:gd name="connsiteX30" fmla="*/ 752191 w 1436412"/>
                <a:gd name="connsiteY30" fmla="*/ 1311566 h 1311566"/>
                <a:gd name="connsiteX31" fmla="*/ 753218 w 1436412"/>
                <a:gd name="connsiteY31" fmla="*/ 1170081 h 1311566"/>
                <a:gd name="connsiteX32" fmla="*/ 1218948 w 1436412"/>
                <a:gd name="connsiteY32" fmla="*/ 1170081 h 1311566"/>
                <a:gd name="connsiteX33" fmla="*/ 1218948 w 1436412"/>
                <a:gd name="connsiteY33" fmla="*/ 1118743 h 1311566"/>
                <a:gd name="connsiteX34" fmla="*/ 790797 w 1436412"/>
                <a:gd name="connsiteY34" fmla="*/ 1118743 h 1311566"/>
                <a:gd name="connsiteX35" fmla="*/ 1243795 w 1436412"/>
                <a:gd name="connsiteY35" fmla="*/ 669233 h 1311566"/>
                <a:gd name="connsiteX36" fmla="*/ 1247286 w 1436412"/>
                <a:gd name="connsiteY36" fmla="*/ 672519 h 1311566"/>
                <a:gd name="connsiteX37" fmla="*/ 1436412 w 1436412"/>
                <a:gd name="connsiteY37" fmla="*/ 672519 h 1311566"/>
                <a:gd name="connsiteX38" fmla="*/ 1436412 w 1436412"/>
                <a:gd name="connsiteY38" fmla="*/ 621182 h 1311566"/>
                <a:gd name="connsiteX39" fmla="*/ 1268437 w 1436412"/>
                <a:gd name="connsiteY39" fmla="*/ 621182 h 13115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436412" h="1311566">
                  <a:moveTo>
                    <a:pt x="1268437" y="621182"/>
                  </a:moveTo>
                  <a:lnTo>
                    <a:pt x="1260429" y="613378"/>
                  </a:lnTo>
                  <a:lnTo>
                    <a:pt x="1260429" y="0"/>
                  </a:lnTo>
                  <a:lnTo>
                    <a:pt x="1209091" y="0"/>
                  </a:lnTo>
                  <a:lnTo>
                    <a:pt x="1209091" y="562657"/>
                  </a:lnTo>
                  <a:lnTo>
                    <a:pt x="935773" y="293034"/>
                  </a:lnTo>
                  <a:lnTo>
                    <a:pt x="312130" y="293034"/>
                  </a:lnTo>
                  <a:lnTo>
                    <a:pt x="312130" y="291596"/>
                  </a:lnTo>
                  <a:lnTo>
                    <a:pt x="312335" y="291596"/>
                  </a:lnTo>
                  <a:lnTo>
                    <a:pt x="312335" y="4518"/>
                  </a:lnTo>
                  <a:lnTo>
                    <a:pt x="260998" y="4518"/>
                  </a:lnTo>
                  <a:lnTo>
                    <a:pt x="260998" y="272088"/>
                  </a:lnTo>
                  <a:lnTo>
                    <a:pt x="260998" y="291596"/>
                  </a:lnTo>
                  <a:lnTo>
                    <a:pt x="260998" y="293034"/>
                  </a:lnTo>
                  <a:lnTo>
                    <a:pt x="19508" y="293034"/>
                  </a:lnTo>
                  <a:lnTo>
                    <a:pt x="19508" y="344371"/>
                  </a:lnTo>
                  <a:lnTo>
                    <a:pt x="228758" y="344371"/>
                  </a:lnTo>
                  <a:lnTo>
                    <a:pt x="0" y="573130"/>
                  </a:lnTo>
                  <a:lnTo>
                    <a:pt x="36347" y="609271"/>
                  </a:lnTo>
                  <a:lnTo>
                    <a:pt x="291184" y="354433"/>
                  </a:lnTo>
                  <a:lnTo>
                    <a:pt x="510907" y="574157"/>
                  </a:lnTo>
                  <a:lnTo>
                    <a:pt x="547253" y="538015"/>
                  </a:lnTo>
                  <a:lnTo>
                    <a:pt x="353815" y="344371"/>
                  </a:lnTo>
                  <a:lnTo>
                    <a:pt x="914827" y="344371"/>
                  </a:lnTo>
                  <a:lnTo>
                    <a:pt x="1207243" y="633092"/>
                  </a:lnTo>
                  <a:lnTo>
                    <a:pt x="717898" y="1118743"/>
                  </a:lnTo>
                  <a:lnTo>
                    <a:pt x="315826" y="1118743"/>
                  </a:lnTo>
                  <a:lnTo>
                    <a:pt x="315826" y="1170081"/>
                  </a:lnTo>
                  <a:lnTo>
                    <a:pt x="701881" y="1170081"/>
                  </a:lnTo>
                  <a:lnTo>
                    <a:pt x="700854" y="1311155"/>
                  </a:lnTo>
                  <a:lnTo>
                    <a:pt x="752191" y="1311566"/>
                  </a:lnTo>
                  <a:lnTo>
                    <a:pt x="753218" y="1170081"/>
                  </a:lnTo>
                  <a:lnTo>
                    <a:pt x="1218948" y="1170081"/>
                  </a:lnTo>
                  <a:lnTo>
                    <a:pt x="1218948" y="1118743"/>
                  </a:lnTo>
                  <a:lnTo>
                    <a:pt x="790797" y="1118743"/>
                  </a:lnTo>
                  <a:lnTo>
                    <a:pt x="1243795" y="669233"/>
                  </a:lnTo>
                  <a:lnTo>
                    <a:pt x="1247286" y="672519"/>
                  </a:lnTo>
                  <a:lnTo>
                    <a:pt x="1436412" y="672519"/>
                  </a:lnTo>
                  <a:lnTo>
                    <a:pt x="1436412" y="621182"/>
                  </a:lnTo>
                  <a:lnTo>
                    <a:pt x="1268437" y="621182"/>
                  </a:lnTo>
                  <a:close/>
                </a:path>
              </a:pathLst>
            </a:custGeom>
            <a:grpFill/>
            <a:ln w="20484"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135" name="TextBox 134">
            <a:extLst>
              <a:ext uri="{FF2B5EF4-FFF2-40B4-BE49-F238E27FC236}">
                <a16:creationId xmlns:a16="http://schemas.microsoft.com/office/drawing/2014/main" id="{26B16903-EC72-EEAF-CDF9-40BCCADA5528}"/>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137" name="Graphic 8">
            <a:extLst>
              <a:ext uri="{FF2B5EF4-FFF2-40B4-BE49-F238E27FC236}">
                <a16:creationId xmlns:a16="http://schemas.microsoft.com/office/drawing/2014/main" id="{F142784D-5CC0-EC97-2E2C-EC82191D3C4B}"/>
              </a:ext>
            </a:extLst>
          </p:cNvPr>
          <p:cNvGrpSpPr/>
          <p:nvPr userDrawn="1"/>
        </p:nvGrpSpPr>
        <p:grpSpPr>
          <a:xfrm>
            <a:off x="265625" y="6323271"/>
            <a:ext cx="1249223" cy="369648"/>
            <a:chOff x="265625" y="6323271"/>
            <a:chExt cx="1249223" cy="369648"/>
          </a:xfrm>
          <a:solidFill>
            <a:srgbClr val="000000"/>
          </a:solidFill>
        </p:grpSpPr>
        <p:grpSp>
          <p:nvGrpSpPr>
            <p:cNvPr id="138" name="Graphic 8">
              <a:extLst>
                <a:ext uri="{FF2B5EF4-FFF2-40B4-BE49-F238E27FC236}">
                  <a16:creationId xmlns:a16="http://schemas.microsoft.com/office/drawing/2014/main" id="{AA7A5291-875F-C63D-542E-637964D0EE49}"/>
                </a:ext>
              </a:extLst>
            </p:cNvPr>
            <p:cNvGrpSpPr/>
            <p:nvPr/>
          </p:nvGrpSpPr>
          <p:grpSpPr>
            <a:xfrm>
              <a:off x="745455" y="6594444"/>
              <a:ext cx="722662" cy="98475"/>
              <a:chOff x="745455" y="6594444"/>
              <a:chExt cx="722662" cy="98475"/>
            </a:xfrm>
            <a:solidFill>
              <a:srgbClr val="000000"/>
            </a:solidFill>
          </p:grpSpPr>
          <p:sp>
            <p:nvSpPr>
              <p:cNvPr id="147" name="Freeform 19">
                <a:extLst>
                  <a:ext uri="{FF2B5EF4-FFF2-40B4-BE49-F238E27FC236}">
                    <a16:creationId xmlns:a16="http://schemas.microsoft.com/office/drawing/2014/main" id="{89C367D3-57AD-CF13-915C-809AD5C845BA}"/>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148" name="Freeform 20">
                <a:extLst>
                  <a:ext uri="{FF2B5EF4-FFF2-40B4-BE49-F238E27FC236}">
                    <a16:creationId xmlns:a16="http://schemas.microsoft.com/office/drawing/2014/main" id="{CAB7258F-9A18-E695-712A-D92F38A63C0B}"/>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149" name="Freeform 21">
                <a:extLst>
                  <a:ext uri="{FF2B5EF4-FFF2-40B4-BE49-F238E27FC236}">
                    <a16:creationId xmlns:a16="http://schemas.microsoft.com/office/drawing/2014/main" id="{6DE5A77C-8E93-6E9C-5A58-B9993CC99BC3}"/>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150" name="Freeform 22">
                <a:extLst>
                  <a:ext uri="{FF2B5EF4-FFF2-40B4-BE49-F238E27FC236}">
                    <a16:creationId xmlns:a16="http://schemas.microsoft.com/office/drawing/2014/main" id="{26D37949-1C93-5097-7F67-E113C1319AA0}"/>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151" name="Freeform 23">
                <a:extLst>
                  <a:ext uri="{FF2B5EF4-FFF2-40B4-BE49-F238E27FC236}">
                    <a16:creationId xmlns:a16="http://schemas.microsoft.com/office/drawing/2014/main" id="{0407AAC0-908C-00E5-28F4-B6E62729270E}"/>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152" name="Freeform 24">
                <a:extLst>
                  <a:ext uri="{FF2B5EF4-FFF2-40B4-BE49-F238E27FC236}">
                    <a16:creationId xmlns:a16="http://schemas.microsoft.com/office/drawing/2014/main" id="{E4451911-D280-3D4B-9CF3-D7018510F026}"/>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153" name="Freeform 25">
                <a:extLst>
                  <a:ext uri="{FF2B5EF4-FFF2-40B4-BE49-F238E27FC236}">
                    <a16:creationId xmlns:a16="http://schemas.microsoft.com/office/drawing/2014/main" id="{777D13C1-5800-5EBB-7798-DBC9D4037CBC}"/>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154" name="Freeform 26">
                <a:extLst>
                  <a:ext uri="{FF2B5EF4-FFF2-40B4-BE49-F238E27FC236}">
                    <a16:creationId xmlns:a16="http://schemas.microsoft.com/office/drawing/2014/main" id="{3C1BAF5B-21C4-F746-3DB4-32948AD41C5E}"/>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155" name="Freeform 27">
                <a:extLst>
                  <a:ext uri="{FF2B5EF4-FFF2-40B4-BE49-F238E27FC236}">
                    <a16:creationId xmlns:a16="http://schemas.microsoft.com/office/drawing/2014/main" id="{C6D1AFB3-42A1-FE90-D270-611E48F6E003}"/>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156" name="Freeform 28">
                <a:extLst>
                  <a:ext uri="{FF2B5EF4-FFF2-40B4-BE49-F238E27FC236}">
                    <a16:creationId xmlns:a16="http://schemas.microsoft.com/office/drawing/2014/main" id="{8D005045-150A-90E4-5A89-99D0544F624D}"/>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139" name="Graphic 8">
              <a:extLst>
                <a:ext uri="{FF2B5EF4-FFF2-40B4-BE49-F238E27FC236}">
                  <a16:creationId xmlns:a16="http://schemas.microsoft.com/office/drawing/2014/main" id="{80FCC4FB-6142-028F-840A-BB490A86A4F0}"/>
                </a:ext>
              </a:extLst>
            </p:cNvPr>
            <p:cNvGrpSpPr/>
            <p:nvPr/>
          </p:nvGrpSpPr>
          <p:grpSpPr>
            <a:xfrm>
              <a:off x="265625" y="6323271"/>
              <a:ext cx="1249223" cy="190348"/>
              <a:chOff x="265625" y="6323271"/>
              <a:chExt cx="1249223" cy="190348"/>
            </a:xfrm>
            <a:solidFill>
              <a:srgbClr val="000000"/>
            </a:solidFill>
          </p:grpSpPr>
          <p:sp>
            <p:nvSpPr>
              <p:cNvPr id="140" name="Freeform 10">
                <a:extLst>
                  <a:ext uri="{FF2B5EF4-FFF2-40B4-BE49-F238E27FC236}">
                    <a16:creationId xmlns:a16="http://schemas.microsoft.com/office/drawing/2014/main" id="{A7C0BFEE-BB61-8448-94F8-163A5E2E5A63}"/>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141" name="Freeform 11">
                <a:extLst>
                  <a:ext uri="{FF2B5EF4-FFF2-40B4-BE49-F238E27FC236}">
                    <a16:creationId xmlns:a16="http://schemas.microsoft.com/office/drawing/2014/main" id="{3B606197-8344-AF23-91D4-81C0B2B5A3FB}"/>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142" name="Freeform 14">
                <a:extLst>
                  <a:ext uri="{FF2B5EF4-FFF2-40B4-BE49-F238E27FC236}">
                    <a16:creationId xmlns:a16="http://schemas.microsoft.com/office/drawing/2014/main" id="{2C85D479-3215-CE3C-F0E6-DCF91EBB44D3}"/>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143" name="Freeform 15">
                <a:extLst>
                  <a:ext uri="{FF2B5EF4-FFF2-40B4-BE49-F238E27FC236}">
                    <a16:creationId xmlns:a16="http://schemas.microsoft.com/office/drawing/2014/main" id="{0E0FDF46-12C4-FA1F-BBAB-71C8973F66BE}"/>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144" name="Freeform 16">
                <a:extLst>
                  <a:ext uri="{FF2B5EF4-FFF2-40B4-BE49-F238E27FC236}">
                    <a16:creationId xmlns:a16="http://schemas.microsoft.com/office/drawing/2014/main" id="{163D274D-E9D9-0330-F5DF-56ED8C10C271}"/>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145" name="Freeform 17">
                <a:extLst>
                  <a:ext uri="{FF2B5EF4-FFF2-40B4-BE49-F238E27FC236}">
                    <a16:creationId xmlns:a16="http://schemas.microsoft.com/office/drawing/2014/main" id="{E2E5A1D1-10B3-01AC-2848-502D941918F8}"/>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146" name="Freeform 18">
                <a:extLst>
                  <a:ext uri="{FF2B5EF4-FFF2-40B4-BE49-F238E27FC236}">
                    <a16:creationId xmlns:a16="http://schemas.microsoft.com/office/drawing/2014/main" id="{2ABD04DF-0252-A8C1-8C82-6F885861C30F}"/>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136" name="TextBox 135">
            <a:extLst>
              <a:ext uri="{FF2B5EF4-FFF2-40B4-BE49-F238E27FC236}">
                <a16:creationId xmlns:a16="http://schemas.microsoft.com/office/drawing/2014/main" id="{A8F34B29-C3E0-E228-9FE1-3E7D191C5331}"/>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14275074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dec="http://schemas.microsoft.com/office/drawing/2017/decorative" xmlns:a16="http://schemas.microsoft.com/office/drawing/2014/main" xmlns="">
      <p:transition spd="med">
        <p:fade/>
      </p:transition>
    </mc:Fallback>
  </mc:AlternateContent>
</p:sldLayout>
</file>

<file path=ppt/slideLayouts/slideLayout95.xml><?xml version="1.0" encoding="utf-8"?>
<p:sldLayout xmlns:a="http://schemas.openxmlformats.org/drawingml/2006/main" xmlns:r="http://schemas.openxmlformats.org/officeDocument/2006/relationships" xmlns:p="http://schemas.openxmlformats.org/presentationml/2006/main" showMasterSp="0" preserve="1" userDrawn="1">
  <p:cSld name="Section - Storag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9107" y="938794"/>
            <a:ext cx="6587869" cy="1229360"/>
          </a:xfrm>
        </p:spPr>
        <p:txBody>
          <a:bodyPr wrap="square" anchor="b"/>
          <a:lstStyle>
            <a:lvl1pPr algn="l">
              <a:defRPr sz="3600" b="0" cap="none" baseline="0">
                <a:solidFill>
                  <a:schemeClr val="accent2"/>
                </a:solidFill>
              </a:defRPr>
            </a:lvl1pPr>
          </a:lstStyle>
          <a:p>
            <a:r>
              <a:rPr lang="en-US" dirty="0"/>
              <a:t>Section Title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574010" cy="700882"/>
          </a:xfrm>
        </p:spPr>
        <p:txBody>
          <a:bodyPr/>
          <a:lstStyle>
            <a:lvl1pPr marL="0" indent="0" algn="l">
              <a:buNone/>
              <a:defRPr sz="2400">
                <a:solidFill>
                  <a:schemeClr val="bg2">
                    <a:lumMod val="2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
        <p:nvSpPr>
          <p:cNvPr id="3" name="Parallelogram 2">
            <a:extLst>
              <a:ext uri="{FF2B5EF4-FFF2-40B4-BE49-F238E27FC236}">
                <a16:creationId xmlns:a16="http://schemas.microsoft.com/office/drawing/2014/main" id="{B02B0855-29E0-4AE0-9163-31E0D9A0E1D3}"/>
              </a:ext>
            </a:extLst>
          </p:cNvPr>
          <p:cNvSpPr/>
          <p:nvPr userDrawn="1"/>
        </p:nvSpPr>
        <p:spPr>
          <a:xfrm>
            <a:off x="5378042" y="-1"/>
            <a:ext cx="14676689" cy="6858001"/>
          </a:xfrm>
          <a:prstGeom prst="parallelogram">
            <a:avLst>
              <a:gd name="adj" fmla="val 100124"/>
            </a:avLst>
          </a:prstGeom>
          <a:gradFill flip="none" rotWithShape="1">
            <a:gsLst>
              <a:gs pos="24000">
                <a:schemeClr val="accent4"/>
              </a:gs>
              <a:gs pos="100000">
                <a:schemeClr val="accent4">
                  <a:lumMod val="60000"/>
                  <a:lumOff val="40000"/>
                </a:schemeClr>
              </a:gs>
            </a:gsLst>
            <a:lin ang="18900000" scaled="1"/>
            <a:tileRect/>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4" name="Parallelogram 3">
            <a:extLst>
              <a:ext uri="{FF2B5EF4-FFF2-40B4-BE49-F238E27FC236}">
                <a16:creationId xmlns:a16="http://schemas.microsoft.com/office/drawing/2014/main" id="{8CC57B2F-C4EE-6577-868F-C322F0B643CA}"/>
              </a:ext>
            </a:extLst>
          </p:cNvPr>
          <p:cNvSpPr/>
          <p:nvPr userDrawn="1"/>
        </p:nvSpPr>
        <p:spPr>
          <a:xfrm>
            <a:off x="1840256" y="-1"/>
            <a:ext cx="12934077" cy="6470788"/>
          </a:xfrm>
          <a:prstGeom prst="parallelogram">
            <a:avLst>
              <a:gd name="adj" fmla="val 100124"/>
            </a:avLst>
          </a:prstGeom>
          <a:gradFill flip="none" rotWithShape="1">
            <a:gsLst>
              <a:gs pos="0">
                <a:schemeClr val="accent4">
                  <a:alpha val="14000"/>
                </a:schemeClr>
              </a:gs>
              <a:gs pos="97000">
                <a:schemeClr val="accent4">
                  <a:alpha val="0"/>
                </a:schemeClr>
              </a:gs>
            </a:gsLst>
            <a:lin ang="8100000" scaled="1"/>
            <a:tileRect/>
          </a:gra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 name="Graphic 143">
            <a:extLst>
              <a:ext uri="{FF2B5EF4-FFF2-40B4-BE49-F238E27FC236}">
                <a16:creationId xmlns:a16="http://schemas.microsoft.com/office/drawing/2014/main" id="{7E8061B6-5AF1-740C-E412-8027C6146661}"/>
              </a:ext>
            </a:extLst>
          </p:cNvPr>
          <p:cNvSpPr/>
          <p:nvPr userDrawn="1"/>
        </p:nvSpPr>
        <p:spPr>
          <a:xfrm>
            <a:off x="5293059" y="4100725"/>
            <a:ext cx="2421204" cy="666750"/>
          </a:xfrm>
          <a:custGeom>
            <a:avLst/>
            <a:gdLst>
              <a:gd name="connsiteX0" fmla="*/ 482061 w 600651"/>
              <a:gd name="connsiteY0" fmla="*/ 38962 h 165407"/>
              <a:gd name="connsiteX1" fmla="*/ 398886 w 600651"/>
              <a:gd name="connsiteY1" fmla="*/ 75298 h 165407"/>
              <a:gd name="connsiteX2" fmla="*/ 268849 w 600651"/>
              <a:gd name="connsiteY2" fmla="*/ 0 h 165407"/>
              <a:gd name="connsiteX3" fmla="*/ 118927 w 600651"/>
              <a:gd name="connsiteY3" fmla="*/ 122878 h 165407"/>
              <a:gd name="connsiteX4" fmla="*/ 66185 w 600651"/>
              <a:gd name="connsiteY4" fmla="*/ 94823 h 165407"/>
              <a:gd name="connsiteX5" fmla="*/ 0 w 600651"/>
              <a:gd name="connsiteY5" fmla="*/ 165408 h 165407"/>
              <a:gd name="connsiteX6" fmla="*/ 600652 w 600651"/>
              <a:gd name="connsiteY6" fmla="*/ 165408 h 165407"/>
              <a:gd name="connsiteX7" fmla="*/ 482061 w 600651"/>
              <a:gd name="connsiteY7" fmla="*/ 38939 h 1654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651" h="165407">
                <a:moveTo>
                  <a:pt x="482061" y="38962"/>
                </a:moveTo>
                <a:cubicBezTo>
                  <a:pt x="449653" y="38962"/>
                  <a:pt x="420297" y="52832"/>
                  <a:pt x="398886" y="75298"/>
                </a:cubicBezTo>
                <a:cubicBezTo>
                  <a:pt x="371236" y="29984"/>
                  <a:pt x="323341" y="0"/>
                  <a:pt x="268849" y="0"/>
                </a:cubicBezTo>
                <a:cubicBezTo>
                  <a:pt x="196963" y="0"/>
                  <a:pt x="136523" y="52136"/>
                  <a:pt x="118927" y="122878"/>
                </a:cubicBezTo>
                <a:cubicBezTo>
                  <a:pt x="106853" y="105865"/>
                  <a:pt x="87754" y="94823"/>
                  <a:pt x="66185" y="94823"/>
                </a:cubicBezTo>
                <a:cubicBezTo>
                  <a:pt x="29625" y="94823"/>
                  <a:pt x="0" y="126446"/>
                  <a:pt x="0" y="165408"/>
                </a:cubicBezTo>
                <a:lnTo>
                  <a:pt x="600652" y="165408"/>
                </a:lnTo>
                <a:cubicBezTo>
                  <a:pt x="600652" y="95564"/>
                  <a:pt x="547551" y="38939"/>
                  <a:pt x="482061" y="38939"/>
                </a:cubicBezTo>
                <a:close/>
              </a:path>
            </a:pathLst>
          </a:custGeom>
          <a:solidFill>
            <a:schemeClr val="accent4">
              <a:alpha val="18000"/>
            </a:schemeClr>
          </a:soli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pic>
        <p:nvPicPr>
          <p:cNvPr id="6" name="Graphic 5">
            <a:extLst>
              <a:ext uri="{FF2B5EF4-FFF2-40B4-BE49-F238E27FC236}">
                <a16:creationId xmlns:a16="http://schemas.microsoft.com/office/drawing/2014/main" id="{6B4D788D-CC80-EF56-E846-6178A8698F8C}"/>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979191" y="2319345"/>
            <a:ext cx="3124591" cy="1207366"/>
          </a:xfrm>
          <a:prstGeom prst="rect">
            <a:avLst/>
          </a:prstGeom>
        </p:spPr>
      </p:pic>
      <p:grpSp>
        <p:nvGrpSpPr>
          <p:cNvPr id="7" name="Group 6">
            <a:extLst>
              <a:ext uri="{FF2B5EF4-FFF2-40B4-BE49-F238E27FC236}">
                <a16:creationId xmlns:a16="http://schemas.microsoft.com/office/drawing/2014/main" id="{F1FBBCFC-DBF2-E935-179F-0FD40E107ECB}"/>
              </a:ext>
            </a:extLst>
          </p:cNvPr>
          <p:cNvGrpSpPr/>
          <p:nvPr userDrawn="1"/>
        </p:nvGrpSpPr>
        <p:grpSpPr>
          <a:xfrm>
            <a:off x="9491711" y="911779"/>
            <a:ext cx="1685206" cy="686138"/>
            <a:chOff x="437672" y="1280130"/>
            <a:chExt cx="2910783" cy="1185138"/>
          </a:xfrm>
        </p:grpSpPr>
        <p:sp>
          <p:nvSpPr>
            <p:cNvPr id="8" name="Freeform: Shape 187">
              <a:extLst>
                <a:ext uri="{FF2B5EF4-FFF2-40B4-BE49-F238E27FC236}">
                  <a16:creationId xmlns:a16="http://schemas.microsoft.com/office/drawing/2014/main" id="{F085856C-AE78-31DE-3F3E-0A1056F019A1}"/>
                </a:ext>
              </a:extLst>
            </p:cNvPr>
            <p:cNvSpPr/>
            <p:nvPr/>
          </p:nvSpPr>
          <p:spPr>
            <a:xfrm>
              <a:off x="437672" y="1280130"/>
              <a:ext cx="2720832" cy="1110872"/>
            </a:xfrm>
            <a:custGeom>
              <a:avLst/>
              <a:gdLst>
                <a:gd name="connsiteX0" fmla="*/ 749249 w 907209"/>
                <a:gd name="connsiteY0" fmla="*/ 212440 h 370400"/>
                <a:gd name="connsiteX1" fmla="*/ 700014 w 907209"/>
                <a:gd name="connsiteY1" fmla="*/ 220306 h 370400"/>
                <a:gd name="connsiteX2" fmla="*/ 454537 w 907209"/>
                <a:gd name="connsiteY2" fmla="*/ 0 h 370400"/>
                <a:gd name="connsiteX3" fmla="*/ 213896 w 907209"/>
                <a:gd name="connsiteY3" fmla="*/ 191405 h 370400"/>
                <a:gd name="connsiteX4" fmla="*/ 178995 w 907209"/>
                <a:gd name="connsiteY4" fmla="*/ 191405 h 370400"/>
                <a:gd name="connsiteX5" fmla="*/ 0 w 907209"/>
                <a:gd name="connsiteY5" fmla="*/ 370400 h 370400"/>
                <a:gd name="connsiteX6" fmla="*/ 907209 w 907209"/>
                <a:gd name="connsiteY6" fmla="*/ 370400 h 370400"/>
                <a:gd name="connsiteX7" fmla="*/ 749249 w 907209"/>
                <a:gd name="connsiteY7" fmla="*/ 212440 h 370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07209" h="370400">
                  <a:moveTo>
                    <a:pt x="749249" y="212440"/>
                  </a:moveTo>
                  <a:cubicBezTo>
                    <a:pt x="732060" y="212440"/>
                    <a:pt x="715512" y="215236"/>
                    <a:pt x="700014" y="220306"/>
                  </a:cubicBezTo>
                  <a:cubicBezTo>
                    <a:pt x="686729" y="96489"/>
                    <a:pt x="581907" y="0"/>
                    <a:pt x="454537" y="0"/>
                  </a:cubicBezTo>
                  <a:cubicBezTo>
                    <a:pt x="337246" y="0"/>
                    <a:pt x="239126" y="81806"/>
                    <a:pt x="213896" y="191405"/>
                  </a:cubicBezTo>
                  <a:lnTo>
                    <a:pt x="178995" y="191405"/>
                  </a:lnTo>
                  <a:cubicBezTo>
                    <a:pt x="80116" y="191405"/>
                    <a:pt x="0" y="271522"/>
                    <a:pt x="0" y="370400"/>
                  </a:cubicBezTo>
                  <a:lnTo>
                    <a:pt x="907209" y="370400"/>
                  </a:lnTo>
                  <a:cubicBezTo>
                    <a:pt x="907209" y="283175"/>
                    <a:pt x="836474" y="212440"/>
                    <a:pt x="749249" y="212440"/>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9" name="Freeform: Shape 188">
              <a:extLst>
                <a:ext uri="{FF2B5EF4-FFF2-40B4-BE49-F238E27FC236}">
                  <a16:creationId xmlns:a16="http://schemas.microsoft.com/office/drawing/2014/main" id="{4855ED96-5F54-E643-2477-CDAFF43AF60A}"/>
                </a:ext>
              </a:extLst>
            </p:cNvPr>
            <p:cNvSpPr/>
            <p:nvPr/>
          </p:nvSpPr>
          <p:spPr>
            <a:xfrm>
              <a:off x="1651302" y="1789783"/>
              <a:ext cx="1697153" cy="675485"/>
            </a:xfrm>
            <a:custGeom>
              <a:avLst/>
              <a:gdLst>
                <a:gd name="connsiteX0" fmla="*/ 154872 w 565884"/>
                <a:gd name="connsiteY0" fmla="*/ 70357 h 225229"/>
                <a:gd name="connsiteX1" fmla="*/ 0 w 565884"/>
                <a:gd name="connsiteY1" fmla="*/ 225229 h 225229"/>
                <a:gd name="connsiteX2" fmla="*/ 565884 w 565884"/>
                <a:gd name="connsiteY2" fmla="*/ 225229 h 225229"/>
                <a:gd name="connsiteX3" fmla="*/ 496023 w 565884"/>
                <a:gd name="connsiteY3" fmla="*/ 70357 h 225229"/>
                <a:gd name="connsiteX4" fmla="*/ 496023 w 565884"/>
                <a:gd name="connsiteY4" fmla="*/ 70357 h 225229"/>
                <a:gd name="connsiteX5" fmla="*/ 154872 w 565884"/>
                <a:gd name="connsiteY5" fmla="*/ 70357 h 225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5884" h="225229">
                  <a:moveTo>
                    <a:pt x="154872" y="70357"/>
                  </a:moveTo>
                  <a:lnTo>
                    <a:pt x="0" y="225229"/>
                  </a:lnTo>
                  <a:lnTo>
                    <a:pt x="565884" y="225229"/>
                  </a:lnTo>
                  <a:cubicBezTo>
                    <a:pt x="562272" y="168711"/>
                    <a:pt x="538965" y="113299"/>
                    <a:pt x="496023" y="70357"/>
                  </a:cubicBezTo>
                  <a:lnTo>
                    <a:pt x="496023" y="70357"/>
                  </a:lnTo>
                  <a:cubicBezTo>
                    <a:pt x="402213" y="-23452"/>
                    <a:pt x="248681" y="-23452"/>
                    <a:pt x="154872" y="70357"/>
                  </a:cubicBezTo>
                  <a:close/>
                </a:path>
              </a:pathLst>
            </a:custGeom>
            <a:gradFill>
              <a:gsLst>
                <a:gs pos="29000">
                  <a:srgbClr val="FFFFFF"/>
                </a:gs>
                <a:gs pos="48000">
                  <a:srgbClr val="F8FBFE"/>
                </a:gs>
                <a:gs pos="73000">
                  <a:srgbClr val="E7F3FB"/>
                </a:gs>
                <a:gs pos="100000">
                  <a:srgbClr val="CEE6F7"/>
                </a:gs>
              </a:gsLst>
              <a:lin ang="2700000" scaled="1"/>
            </a:gra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10" name="Graphic 133">
            <a:extLst>
              <a:ext uri="{FF2B5EF4-FFF2-40B4-BE49-F238E27FC236}">
                <a16:creationId xmlns:a16="http://schemas.microsoft.com/office/drawing/2014/main" id="{B4BEE7AB-B91D-C94C-7E1A-D494851AEE9F}"/>
              </a:ext>
            </a:extLst>
          </p:cNvPr>
          <p:cNvGrpSpPr/>
          <p:nvPr userDrawn="1"/>
        </p:nvGrpSpPr>
        <p:grpSpPr>
          <a:xfrm>
            <a:off x="7658058" y="759261"/>
            <a:ext cx="747561" cy="1467873"/>
            <a:chOff x="7819347" y="302010"/>
            <a:chExt cx="1311783" cy="2575750"/>
          </a:xfrm>
          <a:noFill/>
        </p:grpSpPr>
        <p:sp>
          <p:nvSpPr>
            <p:cNvPr id="11" name="Freeform: Shape 232">
              <a:extLst>
                <a:ext uri="{FF2B5EF4-FFF2-40B4-BE49-F238E27FC236}">
                  <a16:creationId xmlns:a16="http://schemas.microsoft.com/office/drawing/2014/main" id="{38604E83-47FD-DB04-2B0A-67FCA4C4A0D1}"/>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2" name="Freeform: Shape 233">
              <a:extLst>
                <a:ext uri="{FF2B5EF4-FFF2-40B4-BE49-F238E27FC236}">
                  <a16:creationId xmlns:a16="http://schemas.microsoft.com/office/drawing/2014/main" id="{7FB3C75C-B37A-1624-B359-BEABEF56228A}"/>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 name="Freeform: Shape 234">
              <a:extLst>
                <a:ext uri="{FF2B5EF4-FFF2-40B4-BE49-F238E27FC236}">
                  <a16:creationId xmlns:a16="http://schemas.microsoft.com/office/drawing/2014/main" id="{B64DC851-0CB1-2FC0-6D9E-A6C994B6C363}"/>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4" name="Freeform: Shape 235">
              <a:extLst>
                <a:ext uri="{FF2B5EF4-FFF2-40B4-BE49-F238E27FC236}">
                  <a16:creationId xmlns:a16="http://schemas.microsoft.com/office/drawing/2014/main" id="{1964F791-9B01-2D26-E63D-DFEF0C312268}"/>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5" name="Freeform: Shape 236">
              <a:extLst>
                <a:ext uri="{FF2B5EF4-FFF2-40B4-BE49-F238E27FC236}">
                  <a16:creationId xmlns:a16="http://schemas.microsoft.com/office/drawing/2014/main" id="{0445BEF9-8E3B-0E5A-4259-C773FCD089F8}"/>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16" name="Freeform: Shape 265">
            <a:extLst>
              <a:ext uri="{FF2B5EF4-FFF2-40B4-BE49-F238E27FC236}">
                <a16:creationId xmlns:a16="http://schemas.microsoft.com/office/drawing/2014/main" id="{2F03B70E-BCC8-371E-B50D-0CC95543F614}"/>
              </a:ext>
            </a:extLst>
          </p:cNvPr>
          <p:cNvSpPr/>
          <p:nvPr userDrawn="1"/>
        </p:nvSpPr>
        <p:spPr>
          <a:xfrm>
            <a:off x="11119385" y="4173017"/>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7" name="Freeform: Shape 269">
            <a:extLst>
              <a:ext uri="{FF2B5EF4-FFF2-40B4-BE49-F238E27FC236}">
                <a16:creationId xmlns:a16="http://schemas.microsoft.com/office/drawing/2014/main" id="{80F6D39B-570E-9875-60EC-9891587F9259}"/>
              </a:ext>
            </a:extLst>
          </p:cNvPr>
          <p:cNvSpPr/>
          <p:nvPr userDrawn="1"/>
        </p:nvSpPr>
        <p:spPr>
          <a:xfrm>
            <a:off x="4525077" y="5197695"/>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8" name="Freeform: Shape 285">
            <a:extLst>
              <a:ext uri="{FF2B5EF4-FFF2-40B4-BE49-F238E27FC236}">
                <a16:creationId xmlns:a16="http://schemas.microsoft.com/office/drawing/2014/main" id="{7B2FCAD8-7969-F18E-4DAC-84FDD9F5CE84}"/>
              </a:ext>
            </a:extLst>
          </p:cNvPr>
          <p:cNvSpPr/>
          <p:nvPr userDrawn="1"/>
        </p:nvSpPr>
        <p:spPr>
          <a:xfrm>
            <a:off x="8709950" y="5303803"/>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9" name="Freeform: Shape 286">
            <a:extLst>
              <a:ext uri="{FF2B5EF4-FFF2-40B4-BE49-F238E27FC236}">
                <a16:creationId xmlns:a16="http://schemas.microsoft.com/office/drawing/2014/main" id="{DD39AA7D-9B8A-6690-D070-2D09DEFC61EB}"/>
              </a:ext>
            </a:extLst>
          </p:cNvPr>
          <p:cNvSpPr/>
          <p:nvPr userDrawn="1"/>
        </p:nvSpPr>
        <p:spPr>
          <a:xfrm>
            <a:off x="9116688" y="501008"/>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20" name="Graphic 133">
            <a:extLst>
              <a:ext uri="{FF2B5EF4-FFF2-40B4-BE49-F238E27FC236}">
                <a16:creationId xmlns:a16="http://schemas.microsoft.com/office/drawing/2014/main" id="{A2EF7928-C182-135D-A558-06D96E147608}"/>
              </a:ext>
            </a:extLst>
          </p:cNvPr>
          <p:cNvGrpSpPr/>
          <p:nvPr userDrawn="1"/>
        </p:nvGrpSpPr>
        <p:grpSpPr>
          <a:xfrm rot="15300000">
            <a:off x="5392445" y="1828091"/>
            <a:ext cx="1311783" cy="2575750"/>
            <a:chOff x="7819347" y="302010"/>
            <a:chExt cx="1311783" cy="2575750"/>
          </a:xfrm>
          <a:noFill/>
        </p:grpSpPr>
        <p:sp>
          <p:nvSpPr>
            <p:cNvPr id="21" name="Freeform: Shape 288">
              <a:extLst>
                <a:ext uri="{FF2B5EF4-FFF2-40B4-BE49-F238E27FC236}">
                  <a16:creationId xmlns:a16="http://schemas.microsoft.com/office/drawing/2014/main" id="{003C2FFD-440C-56EC-49B7-51E942BC96EE}"/>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2" name="Freeform: Shape 289">
              <a:extLst>
                <a:ext uri="{FF2B5EF4-FFF2-40B4-BE49-F238E27FC236}">
                  <a16:creationId xmlns:a16="http://schemas.microsoft.com/office/drawing/2014/main" id="{07262D99-8B86-6578-6389-A831D2CA46E3}"/>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3" name="Freeform: Shape 290">
              <a:extLst>
                <a:ext uri="{FF2B5EF4-FFF2-40B4-BE49-F238E27FC236}">
                  <a16:creationId xmlns:a16="http://schemas.microsoft.com/office/drawing/2014/main" id="{D2224D43-572A-2EE7-9A55-C2885655687E}"/>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4" name="Freeform: Shape 291">
              <a:extLst>
                <a:ext uri="{FF2B5EF4-FFF2-40B4-BE49-F238E27FC236}">
                  <a16:creationId xmlns:a16="http://schemas.microsoft.com/office/drawing/2014/main" id="{229E9362-4EFF-DA88-F993-AB0EE1281C53}"/>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5" name="Freeform: Shape 292">
              <a:extLst>
                <a:ext uri="{FF2B5EF4-FFF2-40B4-BE49-F238E27FC236}">
                  <a16:creationId xmlns:a16="http://schemas.microsoft.com/office/drawing/2014/main" id="{3FA30CA0-19AF-2B6F-F877-FB24BB59DAE3}"/>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26" name="Oval 25">
            <a:extLst>
              <a:ext uri="{FF2B5EF4-FFF2-40B4-BE49-F238E27FC236}">
                <a16:creationId xmlns:a16="http://schemas.microsoft.com/office/drawing/2014/main" id="{01CAD3C7-59F8-B68C-C495-AD3957A10B01}"/>
              </a:ext>
            </a:extLst>
          </p:cNvPr>
          <p:cNvSpPr/>
          <p:nvPr userDrawn="1"/>
        </p:nvSpPr>
        <p:spPr>
          <a:xfrm flipV="1">
            <a:off x="6354876" y="1852997"/>
            <a:ext cx="3152006" cy="3152006"/>
          </a:xfrm>
          <a:prstGeom prst="ellipse">
            <a:avLst/>
          </a:prstGeom>
          <a:solidFill>
            <a:schemeClr val="bg1"/>
          </a:solidFill>
          <a:ln w="508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27" name="Freeform: Shape 298">
            <a:extLst>
              <a:ext uri="{FF2B5EF4-FFF2-40B4-BE49-F238E27FC236}">
                <a16:creationId xmlns:a16="http://schemas.microsoft.com/office/drawing/2014/main" id="{24F08BBF-5489-11E0-C83A-B0740740CE19}"/>
              </a:ext>
            </a:extLst>
          </p:cNvPr>
          <p:cNvSpPr/>
          <p:nvPr userDrawn="1"/>
        </p:nvSpPr>
        <p:spPr>
          <a:xfrm>
            <a:off x="5893815" y="4685918"/>
            <a:ext cx="2921280" cy="1192670"/>
          </a:xfrm>
          <a:custGeom>
            <a:avLst/>
            <a:gdLst>
              <a:gd name="connsiteX0" fmla="*/ 2797989 w 3387980"/>
              <a:gd name="connsiteY0" fmla="*/ 793219 h 1383210"/>
              <a:gd name="connsiteX1" fmla="*/ 2614092 w 3387980"/>
              <a:gd name="connsiteY1" fmla="*/ 822614 h 1383210"/>
              <a:gd name="connsiteX2" fmla="*/ 1697357 w 3387980"/>
              <a:gd name="connsiteY2" fmla="*/ 0 h 1383210"/>
              <a:gd name="connsiteX3" fmla="*/ 798795 w 3387980"/>
              <a:gd name="connsiteY3" fmla="*/ 714810 h 1383210"/>
              <a:gd name="connsiteX4" fmla="*/ 668546 w 3387980"/>
              <a:gd name="connsiteY4" fmla="*/ 714665 h 1383210"/>
              <a:gd name="connsiteX5" fmla="*/ 0 w 3387980"/>
              <a:gd name="connsiteY5" fmla="*/ 1383211 h 1383210"/>
              <a:gd name="connsiteX6" fmla="*/ 3387981 w 3387980"/>
              <a:gd name="connsiteY6" fmla="*/ 1383211 h 1383210"/>
              <a:gd name="connsiteX7" fmla="*/ 2797989 w 3387980"/>
              <a:gd name="connsiteY7" fmla="*/ 793219 h 1383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387980" h="1383210">
                <a:moveTo>
                  <a:pt x="2797989" y="793219"/>
                </a:moveTo>
                <a:cubicBezTo>
                  <a:pt x="2733770" y="793219"/>
                  <a:pt x="2671940" y="803573"/>
                  <a:pt x="2614092" y="822614"/>
                </a:cubicBezTo>
                <a:cubicBezTo>
                  <a:pt x="2564425" y="360192"/>
                  <a:pt x="2172956" y="0"/>
                  <a:pt x="1697357" y="0"/>
                </a:cubicBezTo>
                <a:cubicBezTo>
                  <a:pt x="1259406" y="0"/>
                  <a:pt x="892915" y="305385"/>
                  <a:pt x="798795" y="714810"/>
                </a:cubicBezTo>
                <a:lnTo>
                  <a:pt x="668546" y="714665"/>
                </a:lnTo>
                <a:cubicBezTo>
                  <a:pt x="299304" y="714737"/>
                  <a:pt x="0" y="1014041"/>
                  <a:pt x="0" y="1383211"/>
                </a:cubicBezTo>
                <a:lnTo>
                  <a:pt x="3387981" y="1383211"/>
                </a:lnTo>
                <a:cubicBezTo>
                  <a:pt x="3387981" y="1057336"/>
                  <a:pt x="3123864" y="793219"/>
                  <a:pt x="2797989" y="793219"/>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pic>
        <p:nvPicPr>
          <p:cNvPr id="28" name="Graphic 27">
            <a:extLst>
              <a:ext uri="{FF2B5EF4-FFF2-40B4-BE49-F238E27FC236}">
                <a16:creationId xmlns:a16="http://schemas.microsoft.com/office/drawing/2014/main" id="{C6D14542-86AB-167E-459F-4E17E2D415AF}"/>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628097" y="4685918"/>
            <a:ext cx="1086393" cy="1192670"/>
          </a:xfrm>
          <a:prstGeom prst="rect">
            <a:avLst/>
          </a:prstGeom>
        </p:spPr>
      </p:pic>
      <p:pic>
        <p:nvPicPr>
          <p:cNvPr id="29" name="Graphic 28">
            <a:extLst>
              <a:ext uri="{FF2B5EF4-FFF2-40B4-BE49-F238E27FC236}">
                <a16:creationId xmlns:a16="http://schemas.microsoft.com/office/drawing/2014/main" id="{601C021C-D9B4-DD2B-24B0-7099840AB26D}"/>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4294653" y="3999799"/>
            <a:ext cx="723502" cy="794279"/>
          </a:xfrm>
          <a:prstGeom prst="rect">
            <a:avLst/>
          </a:prstGeom>
        </p:spPr>
      </p:pic>
      <p:grpSp>
        <p:nvGrpSpPr>
          <p:cNvPr id="30" name="Group 29">
            <a:extLst>
              <a:ext uri="{FF2B5EF4-FFF2-40B4-BE49-F238E27FC236}">
                <a16:creationId xmlns:a16="http://schemas.microsoft.com/office/drawing/2014/main" id="{1B511978-950B-16D7-3A4E-F2EC8D1FE450}"/>
              </a:ext>
            </a:extLst>
          </p:cNvPr>
          <p:cNvGrpSpPr/>
          <p:nvPr userDrawn="1"/>
        </p:nvGrpSpPr>
        <p:grpSpPr>
          <a:xfrm>
            <a:off x="7089202" y="2587328"/>
            <a:ext cx="1683354" cy="1683344"/>
            <a:chOff x="7105553" y="2626080"/>
            <a:chExt cx="1683354" cy="1683344"/>
          </a:xfrm>
          <a:solidFill>
            <a:schemeClr val="accent4"/>
          </a:solidFill>
        </p:grpSpPr>
        <p:sp>
          <p:nvSpPr>
            <p:cNvPr id="31" name="Freeform: Shape 10">
              <a:extLst>
                <a:ext uri="{FF2B5EF4-FFF2-40B4-BE49-F238E27FC236}">
                  <a16:creationId xmlns:a16="http://schemas.microsoft.com/office/drawing/2014/main" id="{F34E6F00-4FFD-DBCB-645C-45987F2319BA}"/>
                </a:ext>
              </a:extLst>
            </p:cNvPr>
            <p:cNvSpPr/>
            <p:nvPr/>
          </p:nvSpPr>
          <p:spPr>
            <a:xfrm>
              <a:off x="7105553" y="2626080"/>
              <a:ext cx="1683354" cy="356489"/>
            </a:xfrm>
            <a:custGeom>
              <a:avLst/>
              <a:gdLst>
                <a:gd name="connsiteX0" fmla="*/ 1731520 w 1778318"/>
                <a:gd name="connsiteY0" fmla="*/ 46798 h 374382"/>
                <a:gd name="connsiteX1" fmla="*/ 1731520 w 1778318"/>
                <a:gd name="connsiteY1" fmla="*/ 327585 h 374382"/>
                <a:gd name="connsiteX2" fmla="*/ 46798 w 1778318"/>
                <a:gd name="connsiteY2" fmla="*/ 327585 h 374382"/>
                <a:gd name="connsiteX3" fmla="*/ 46798 w 1778318"/>
                <a:gd name="connsiteY3" fmla="*/ 46798 h 374382"/>
                <a:gd name="connsiteX4" fmla="*/ 1731520 w 1778318"/>
                <a:gd name="connsiteY4" fmla="*/ 46798 h 374382"/>
                <a:gd name="connsiteX5" fmla="*/ 1778318 w 1778318"/>
                <a:gd name="connsiteY5" fmla="*/ 0 h 374382"/>
                <a:gd name="connsiteX6" fmla="*/ 0 w 1778318"/>
                <a:gd name="connsiteY6" fmla="*/ 0 h 374382"/>
                <a:gd name="connsiteX7" fmla="*/ 0 w 1778318"/>
                <a:gd name="connsiteY7" fmla="*/ 374383 h 374382"/>
                <a:gd name="connsiteX8" fmla="*/ 1778318 w 1778318"/>
                <a:gd name="connsiteY8" fmla="*/ 374383 h 374382"/>
                <a:gd name="connsiteX9" fmla="*/ 1778318 w 1778318"/>
                <a:gd name="connsiteY9" fmla="*/ 0 h 374382"/>
                <a:gd name="connsiteX10" fmla="*/ 1778318 w 1778318"/>
                <a:gd name="connsiteY10" fmla="*/ 0 h 374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8318" h="374382">
                  <a:moveTo>
                    <a:pt x="1731520" y="46798"/>
                  </a:moveTo>
                  <a:lnTo>
                    <a:pt x="1731520" y="327585"/>
                  </a:lnTo>
                  <a:lnTo>
                    <a:pt x="46798" y="327585"/>
                  </a:lnTo>
                  <a:lnTo>
                    <a:pt x="46798" y="46798"/>
                  </a:lnTo>
                  <a:lnTo>
                    <a:pt x="1731520" y="46798"/>
                  </a:lnTo>
                  <a:moveTo>
                    <a:pt x="1778318" y="0"/>
                  </a:moveTo>
                  <a:lnTo>
                    <a:pt x="0" y="0"/>
                  </a:lnTo>
                  <a:lnTo>
                    <a:pt x="0" y="374383"/>
                  </a:lnTo>
                  <a:lnTo>
                    <a:pt x="1778318" y="374383"/>
                  </a:lnTo>
                  <a:lnTo>
                    <a:pt x="1778318" y="0"/>
                  </a:lnTo>
                  <a:lnTo>
                    <a:pt x="1778318" y="0"/>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2" name="Freeform: Shape 25">
              <a:extLst>
                <a:ext uri="{FF2B5EF4-FFF2-40B4-BE49-F238E27FC236}">
                  <a16:creationId xmlns:a16="http://schemas.microsoft.com/office/drawing/2014/main" id="{5E5D2E21-4E14-53AA-F03F-C93C4068E3F5}"/>
                </a:ext>
              </a:extLst>
            </p:cNvPr>
            <p:cNvSpPr/>
            <p:nvPr/>
          </p:nvSpPr>
          <p:spPr>
            <a:xfrm>
              <a:off x="7105553" y="3069553"/>
              <a:ext cx="1683354" cy="356489"/>
            </a:xfrm>
            <a:custGeom>
              <a:avLst/>
              <a:gdLst>
                <a:gd name="connsiteX0" fmla="*/ 1731520 w 1778318"/>
                <a:gd name="connsiteY0" fmla="*/ 46798 h 374382"/>
                <a:gd name="connsiteX1" fmla="*/ 1731520 w 1778318"/>
                <a:gd name="connsiteY1" fmla="*/ 327585 h 374382"/>
                <a:gd name="connsiteX2" fmla="*/ 46798 w 1778318"/>
                <a:gd name="connsiteY2" fmla="*/ 327585 h 374382"/>
                <a:gd name="connsiteX3" fmla="*/ 46798 w 1778318"/>
                <a:gd name="connsiteY3" fmla="*/ 46798 h 374382"/>
                <a:gd name="connsiteX4" fmla="*/ 1731520 w 1778318"/>
                <a:gd name="connsiteY4" fmla="*/ 46798 h 374382"/>
                <a:gd name="connsiteX5" fmla="*/ 1778318 w 1778318"/>
                <a:gd name="connsiteY5" fmla="*/ 0 h 374382"/>
                <a:gd name="connsiteX6" fmla="*/ 0 w 1778318"/>
                <a:gd name="connsiteY6" fmla="*/ 0 h 374382"/>
                <a:gd name="connsiteX7" fmla="*/ 0 w 1778318"/>
                <a:gd name="connsiteY7" fmla="*/ 374383 h 374382"/>
                <a:gd name="connsiteX8" fmla="*/ 1778318 w 1778318"/>
                <a:gd name="connsiteY8" fmla="*/ 374383 h 374382"/>
                <a:gd name="connsiteX9" fmla="*/ 1778318 w 1778318"/>
                <a:gd name="connsiteY9" fmla="*/ 0 h 374382"/>
                <a:gd name="connsiteX10" fmla="*/ 1778318 w 1778318"/>
                <a:gd name="connsiteY10" fmla="*/ 0 h 374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8318" h="374382">
                  <a:moveTo>
                    <a:pt x="1731520" y="46798"/>
                  </a:moveTo>
                  <a:lnTo>
                    <a:pt x="1731520" y="327585"/>
                  </a:lnTo>
                  <a:lnTo>
                    <a:pt x="46798" y="327585"/>
                  </a:lnTo>
                  <a:lnTo>
                    <a:pt x="46798" y="46798"/>
                  </a:lnTo>
                  <a:lnTo>
                    <a:pt x="1731520" y="46798"/>
                  </a:lnTo>
                  <a:moveTo>
                    <a:pt x="1778318" y="0"/>
                  </a:moveTo>
                  <a:lnTo>
                    <a:pt x="0" y="0"/>
                  </a:lnTo>
                  <a:lnTo>
                    <a:pt x="0" y="374383"/>
                  </a:lnTo>
                  <a:lnTo>
                    <a:pt x="1778318" y="374383"/>
                  </a:lnTo>
                  <a:lnTo>
                    <a:pt x="1778318" y="0"/>
                  </a:lnTo>
                  <a:lnTo>
                    <a:pt x="1778318" y="0"/>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3" name="Freeform: Shape 28">
              <a:extLst>
                <a:ext uri="{FF2B5EF4-FFF2-40B4-BE49-F238E27FC236}">
                  <a16:creationId xmlns:a16="http://schemas.microsoft.com/office/drawing/2014/main" id="{6A5837EA-A123-CAC5-F31B-AC79BA95A12E}"/>
                </a:ext>
              </a:extLst>
            </p:cNvPr>
            <p:cNvSpPr/>
            <p:nvPr/>
          </p:nvSpPr>
          <p:spPr>
            <a:xfrm>
              <a:off x="7105553" y="3509105"/>
              <a:ext cx="1683354" cy="356489"/>
            </a:xfrm>
            <a:custGeom>
              <a:avLst/>
              <a:gdLst>
                <a:gd name="connsiteX0" fmla="*/ 1731520 w 1778318"/>
                <a:gd name="connsiteY0" fmla="*/ 46798 h 374382"/>
                <a:gd name="connsiteX1" fmla="*/ 1731520 w 1778318"/>
                <a:gd name="connsiteY1" fmla="*/ 327585 h 374382"/>
                <a:gd name="connsiteX2" fmla="*/ 46798 w 1778318"/>
                <a:gd name="connsiteY2" fmla="*/ 327585 h 374382"/>
                <a:gd name="connsiteX3" fmla="*/ 46798 w 1778318"/>
                <a:gd name="connsiteY3" fmla="*/ 46798 h 374382"/>
                <a:gd name="connsiteX4" fmla="*/ 1731520 w 1778318"/>
                <a:gd name="connsiteY4" fmla="*/ 46798 h 374382"/>
                <a:gd name="connsiteX5" fmla="*/ 1778318 w 1778318"/>
                <a:gd name="connsiteY5" fmla="*/ 0 h 374382"/>
                <a:gd name="connsiteX6" fmla="*/ 0 w 1778318"/>
                <a:gd name="connsiteY6" fmla="*/ 0 h 374382"/>
                <a:gd name="connsiteX7" fmla="*/ 0 w 1778318"/>
                <a:gd name="connsiteY7" fmla="*/ 374383 h 374382"/>
                <a:gd name="connsiteX8" fmla="*/ 1778318 w 1778318"/>
                <a:gd name="connsiteY8" fmla="*/ 374383 h 374382"/>
                <a:gd name="connsiteX9" fmla="*/ 1778318 w 1778318"/>
                <a:gd name="connsiteY9" fmla="*/ 0 h 374382"/>
                <a:gd name="connsiteX10" fmla="*/ 1778318 w 1778318"/>
                <a:gd name="connsiteY10" fmla="*/ 0 h 374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8318" h="374382">
                  <a:moveTo>
                    <a:pt x="1731520" y="46798"/>
                  </a:moveTo>
                  <a:lnTo>
                    <a:pt x="1731520" y="327585"/>
                  </a:lnTo>
                  <a:lnTo>
                    <a:pt x="46798" y="327585"/>
                  </a:lnTo>
                  <a:lnTo>
                    <a:pt x="46798" y="46798"/>
                  </a:lnTo>
                  <a:lnTo>
                    <a:pt x="1731520" y="46798"/>
                  </a:lnTo>
                  <a:moveTo>
                    <a:pt x="1778318" y="0"/>
                  </a:moveTo>
                  <a:lnTo>
                    <a:pt x="0" y="0"/>
                  </a:lnTo>
                  <a:lnTo>
                    <a:pt x="0" y="374383"/>
                  </a:lnTo>
                  <a:lnTo>
                    <a:pt x="1778318" y="374383"/>
                  </a:lnTo>
                  <a:lnTo>
                    <a:pt x="1778318" y="0"/>
                  </a:lnTo>
                  <a:lnTo>
                    <a:pt x="1778318" y="0"/>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4" name="Freeform: Shape 31">
              <a:extLst>
                <a:ext uri="{FF2B5EF4-FFF2-40B4-BE49-F238E27FC236}">
                  <a16:creationId xmlns:a16="http://schemas.microsoft.com/office/drawing/2014/main" id="{168098EF-E54C-DA1C-76EB-5B2CF15679A8}"/>
                </a:ext>
              </a:extLst>
            </p:cNvPr>
            <p:cNvSpPr/>
            <p:nvPr/>
          </p:nvSpPr>
          <p:spPr>
            <a:xfrm>
              <a:off x="7105553" y="3952578"/>
              <a:ext cx="1683354" cy="356846"/>
            </a:xfrm>
            <a:custGeom>
              <a:avLst/>
              <a:gdLst>
                <a:gd name="connsiteX0" fmla="*/ 1731520 w 1778318"/>
                <a:gd name="connsiteY0" fmla="*/ 46798 h 374757"/>
                <a:gd name="connsiteX1" fmla="*/ 1731520 w 1778318"/>
                <a:gd name="connsiteY1" fmla="*/ 327959 h 374757"/>
                <a:gd name="connsiteX2" fmla="*/ 46798 w 1778318"/>
                <a:gd name="connsiteY2" fmla="*/ 327959 h 374757"/>
                <a:gd name="connsiteX3" fmla="*/ 46798 w 1778318"/>
                <a:gd name="connsiteY3" fmla="*/ 46798 h 374757"/>
                <a:gd name="connsiteX4" fmla="*/ 1731520 w 1778318"/>
                <a:gd name="connsiteY4" fmla="*/ 46798 h 374757"/>
                <a:gd name="connsiteX5" fmla="*/ 1778318 w 1778318"/>
                <a:gd name="connsiteY5" fmla="*/ 0 h 374757"/>
                <a:gd name="connsiteX6" fmla="*/ 0 w 1778318"/>
                <a:gd name="connsiteY6" fmla="*/ 0 h 374757"/>
                <a:gd name="connsiteX7" fmla="*/ 0 w 1778318"/>
                <a:gd name="connsiteY7" fmla="*/ 374757 h 374757"/>
                <a:gd name="connsiteX8" fmla="*/ 1778318 w 1778318"/>
                <a:gd name="connsiteY8" fmla="*/ 374757 h 374757"/>
                <a:gd name="connsiteX9" fmla="*/ 1778318 w 1778318"/>
                <a:gd name="connsiteY9" fmla="*/ 0 h 374757"/>
                <a:gd name="connsiteX10" fmla="*/ 1778318 w 1778318"/>
                <a:gd name="connsiteY10" fmla="*/ 0 h 374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8318" h="374757">
                  <a:moveTo>
                    <a:pt x="1731520" y="46798"/>
                  </a:moveTo>
                  <a:lnTo>
                    <a:pt x="1731520" y="327959"/>
                  </a:lnTo>
                  <a:lnTo>
                    <a:pt x="46798" y="327959"/>
                  </a:lnTo>
                  <a:lnTo>
                    <a:pt x="46798" y="46798"/>
                  </a:lnTo>
                  <a:lnTo>
                    <a:pt x="1731520" y="46798"/>
                  </a:lnTo>
                  <a:moveTo>
                    <a:pt x="1778318" y="0"/>
                  </a:moveTo>
                  <a:lnTo>
                    <a:pt x="0" y="0"/>
                  </a:lnTo>
                  <a:lnTo>
                    <a:pt x="0" y="374757"/>
                  </a:lnTo>
                  <a:lnTo>
                    <a:pt x="1778318" y="374757"/>
                  </a:lnTo>
                  <a:lnTo>
                    <a:pt x="1778318" y="0"/>
                  </a:lnTo>
                  <a:lnTo>
                    <a:pt x="1778318" y="0"/>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35" name="Group 34">
              <a:extLst>
                <a:ext uri="{FF2B5EF4-FFF2-40B4-BE49-F238E27FC236}">
                  <a16:creationId xmlns:a16="http://schemas.microsoft.com/office/drawing/2014/main" id="{9E348A19-838D-E674-DB99-5BF85C10D892}"/>
                </a:ext>
              </a:extLst>
            </p:cNvPr>
            <p:cNvGrpSpPr/>
            <p:nvPr/>
          </p:nvGrpSpPr>
          <p:grpSpPr>
            <a:xfrm>
              <a:off x="7240575" y="2737839"/>
              <a:ext cx="1407461" cy="1459825"/>
              <a:chOff x="7240575" y="2737839"/>
              <a:chExt cx="1407461" cy="1459825"/>
            </a:xfrm>
            <a:grpFill/>
          </p:grpSpPr>
          <p:grpSp>
            <p:nvGrpSpPr>
              <p:cNvPr id="36" name="Graphic 388">
                <a:extLst>
                  <a:ext uri="{FF2B5EF4-FFF2-40B4-BE49-F238E27FC236}">
                    <a16:creationId xmlns:a16="http://schemas.microsoft.com/office/drawing/2014/main" id="{365E5863-7D32-E222-4A6C-73A5FDD7894D}"/>
                  </a:ext>
                </a:extLst>
              </p:cNvPr>
              <p:cNvGrpSpPr/>
              <p:nvPr/>
            </p:nvGrpSpPr>
            <p:grpSpPr>
              <a:xfrm>
                <a:off x="7240575" y="2737839"/>
                <a:ext cx="666430" cy="132970"/>
                <a:chOff x="9266953" y="746332"/>
                <a:chExt cx="704026" cy="139644"/>
              </a:xfrm>
              <a:grpFill/>
            </p:grpSpPr>
            <p:sp>
              <p:nvSpPr>
                <p:cNvPr id="133" name="Freeform: Shape 58">
                  <a:extLst>
                    <a:ext uri="{FF2B5EF4-FFF2-40B4-BE49-F238E27FC236}">
                      <a16:creationId xmlns:a16="http://schemas.microsoft.com/office/drawing/2014/main" id="{AC7E6249-51DA-DE4C-7CF8-426D692BDF3C}"/>
                    </a:ext>
                  </a:extLst>
                </p:cNvPr>
                <p:cNvSpPr/>
                <p:nvPr/>
              </p:nvSpPr>
              <p:spPr>
                <a:xfrm>
                  <a:off x="9266953" y="746332"/>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4" name="Freeform: Shape 59">
                  <a:extLst>
                    <a:ext uri="{FF2B5EF4-FFF2-40B4-BE49-F238E27FC236}">
                      <a16:creationId xmlns:a16="http://schemas.microsoft.com/office/drawing/2014/main" id="{4F60BE10-3A08-3D45-EC60-F009C2C1356D}"/>
                    </a:ext>
                  </a:extLst>
                </p:cNvPr>
                <p:cNvSpPr/>
                <p:nvPr/>
              </p:nvSpPr>
              <p:spPr>
                <a:xfrm>
                  <a:off x="9360923" y="746332"/>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5" name="Freeform: Shape 60">
                  <a:extLst>
                    <a:ext uri="{FF2B5EF4-FFF2-40B4-BE49-F238E27FC236}">
                      <a16:creationId xmlns:a16="http://schemas.microsoft.com/office/drawing/2014/main" id="{622651E1-F094-96BA-5808-0BFFDFF1E3B9}"/>
                    </a:ext>
                  </a:extLst>
                </p:cNvPr>
                <p:cNvSpPr/>
                <p:nvPr/>
              </p:nvSpPr>
              <p:spPr>
                <a:xfrm>
                  <a:off x="9454706" y="746332"/>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6" name="Freeform: Shape 61">
                  <a:extLst>
                    <a:ext uri="{FF2B5EF4-FFF2-40B4-BE49-F238E27FC236}">
                      <a16:creationId xmlns:a16="http://schemas.microsoft.com/office/drawing/2014/main" id="{56E4C1DC-6A31-B047-1D49-561B5E404528}"/>
                    </a:ext>
                  </a:extLst>
                </p:cNvPr>
                <p:cNvSpPr/>
                <p:nvPr/>
              </p:nvSpPr>
              <p:spPr>
                <a:xfrm>
                  <a:off x="9548676" y="746332"/>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7" name="Freeform: Shape 62">
                  <a:extLst>
                    <a:ext uri="{FF2B5EF4-FFF2-40B4-BE49-F238E27FC236}">
                      <a16:creationId xmlns:a16="http://schemas.microsoft.com/office/drawing/2014/main" id="{78CE3795-D9C5-E885-D876-81DDBBACE619}"/>
                    </a:ext>
                  </a:extLst>
                </p:cNvPr>
                <p:cNvSpPr/>
                <p:nvPr/>
              </p:nvSpPr>
              <p:spPr>
                <a:xfrm>
                  <a:off x="9642646" y="746332"/>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8" name="Freeform: Shape 127">
                  <a:extLst>
                    <a:ext uri="{FF2B5EF4-FFF2-40B4-BE49-F238E27FC236}">
                      <a16:creationId xmlns:a16="http://schemas.microsoft.com/office/drawing/2014/main" id="{5E4D1691-71AD-E3A8-3EC7-D4EA5634AABF}"/>
                    </a:ext>
                  </a:extLst>
                </p:cNvPr>
                <p:cNvSpPr/>
                <p:nvPr/>
              </p:nvSpPr>
              <p:spPr>
                <a:xfrm>
                  <a:off x="9736429" y="746332"/>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9" name="Freeform: Shape 128">
                  <a:extLst>
                    <a:ext uri="{FF2B5EF4-FFF2-40B4-BE49-F238E27FC236}">
                      <a16:creationId xmlns:a16="http://schemas.microsoft.com/office/drawing/2014/main" id="{17D160F0-9A37-1746-CE37-C9A37BF28EFB}"/>
                    </a:ext>
                  </a:extLst>
                </p:cNvPr>
                <p:cNvSpPr/>
                <p:nvPr/>
              </p:nvSpPr>
              <p:spPr>
                <a:xfrm>
                  <a:off x="9830399" y="746332"/>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40" name="Freeform: Shape 129">
                  <a:extLst>
                    <a:ext uri="{FF2B5EF4-FFF2-40B4-BE49-F238E27FC236}">
                      <a16:creationId xmlns:a16="http://schemas.microsoft.com/office/drawing/2014/main" id="{E01BA535-07C9-6725-3026-477BAB7733B4}"/>
                    </a:ext>
                  </a:extLst>
                </p:cNvPr>
                <p:cNvSpPr/>
                <p:nvPr/>
              </p:nvSpPr>
              <p:spPr>
                <a:xfrm>
                  <a:off x="9924182" y="746332"/>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37" name="Freeform: Shape 24">
                <a:extLst>
                  <a:ext uri="{FF2B5EF4-FFF2-40B4-BE49-F238E27FC236}">
                    <a16:creationId xmlns:a16="http://schemas.microsoft.com/office/drawing/2014/main" id="{66905CB3-5418-587E-8177-9A11B1B5C90C}"/>
                  </a:ext>
                </a:extLst>
              </p:cNvPr>
              <p:cNvSpPr/>
              <p:nvPr/>
            </p:nvSpPr>
            <p:spPr>
              <a:xfrm>
                <a:off x="8559439" y="2760654"/>
                <a:ext cx="88597" cy="89122"/>
              </a:xfrm>
              <a:custGeom>
                <a:avLst/>
                <a:gdLst>
                  <a:gd name="connsiteX0" fmla="*/ 93596 w 93595"/>
                  <a:gd name="connsiteY0" fmla="*/ 46798 h 93595"/>
                  <a:gd name="connsiteX1" fmla="*/ 46798 w 93595"/>
                  <a:gd name="connsiteY1" fmla="*/ 93596 h 93595"/>
                  <a:gd name="connsiteX2" fmla="*/ 0 w 93595"/>
                  <a:gd name="connsiteY2" fmla="*/ 46798 h 93595"/>
                  <a:gd name="connsiteX3" fmla="*/ 46798 w 93595"/>
                  <a:gd name="connsiteY3" fmla="*/ 0 h 93595"/>
                  <a:gd name="connsiteX4" fmla="*/ 93596 w 93595"/>
                  <a:gd name="connsiteY4" fmla="*/ 46798 h 935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595" h="93595">
                    <a:moveTo>
                      <a:pt x="93596" y="46798"/>
                    </a:moveTo>
                    <a:cubicBezTo>
                      <a:pt x="93596" y="72644"/>
                      <a:pt x="72644" y="93596"/>
                      <a:pt x="46798" y="93596"/>
                    </a:cubicBezTo>
                    <a:cubicBezTo>
                      <a:pt x="20952" y="93596"/>
                      <a:pt x="0" y="72644"/>
                      <a:pt x="0" y="46798"/>
                    </a:cubicBezTo>
                    <a:cubicBezTo>
                      <a:pt x="0" y="20952"/>
                      <a:pt x="20952" y="0"/>
                      <a:pt x="46798" y="0"/>
                    </a:cubicBezTo>
                    <a:cubicBezTo>
                      <a:pt x="72644" y="0"/>
                      <a:pt x="93596" y="20952"/>
                      <a:pt x="93596" y="46798"/>
                    </a:cubicBez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38" name="Graphic 388">
                <a:extLst>
                  <a:ext uri="{FF2B5EF4-FFF2-40B4-BE49-F238E27FC236}">
                    <a16:creationId xmlns:a16="http://schemas.microsoft.com/office/drawing/2014/main" id="{B90D5C81-82E3-D766-2A7B-FBF535D0D843}"/>
                  </a:ext>
                </a:extLst>
              </p:cNvPr>
              <p:cNvGrpSpPr/>
              <p:nvPr/>
            </p:nvGrpSpPr>
            <p:grpSpPr>
              <a:xfrm>
                <a:off x="7240575" y="3181313"/>
                <a:ext cx="666430" cy="132970"/>
                <a:chOff x="9266953" y="1212065"/>
                <a:chExt cx="704026" cy="139644"/>
              </a:xfrm>
              <a:grpFill/>
            </p:grpSpPr>
            <p:sp>
              <p:nvSpPr>
                <p:cNvPr id="60" name="Freeform: Shape 50">
                  <a:extLst>
                    <a:ext uri="{FF2B5EF4-FFF2-40B4-BE49-F238E27FC236}">
                      <a16:creationId xmlns:a16="http://schemas.microsoft.com/office/drawing/2014/main" id="{E2F0790C-7B2F-5F19-1677-317081BC015A}"/>
                    </a:ext>
                  </a:extLst>
                </p:cNvPr>
                <p:cNvSpPr/>
                <p:nvPr/>
              </p:nvSpPr>
              <p:spPr>
                <a:xfrm>
                  <a:off x="9266953" y="1212065"/>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61" name="Freeform: Shape 51">
                  <a:extLst>
                    <a:ext uri="{FF2B5EF4-FFF2-40B4-BE49-F238E27FC236}">
                      <a16:creationId xmlns:a16="http://schemas.microsoft.com/office/drawing/2014/main" id="{C6B919EC-CC12-3BEF-CFA3-78513F024007}"/>
                    </a:ext>
                  </a:extLst>
                </p:cNvPr>
                <p:cNvSpPr/>
                <p:nvPr/>
              </p:nvSpPr>
              <p:spPr>
                <a:xfrm>
                  <a:off x="9360923" y="1212065"/>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62" name="Freeform: Shape 52">
                  <a:extLst>
                    <a:ext uri="{FF2B5EF4-FFF2-40B4-BE49-F238E27FC236}">
                      <a16:creationId xmlns:a16="http://schemas.microsoft.com/office/drawing/2014/main" id="{F976652A-485D-FCAA-1076-35B2547D993F}"/>
                    </a:ext>
                  </a:extLst>
                </p:cNvPr>
                <p:cNvSpPr/>
                <p:nvPr/>
              </p:nvSpPr>
              <p:spPr>
                <a:xfrm>
                  <a:off x="9454706" y="1212065"/>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63" name="Freeform: Shape 53">
                  <a:extLst>
                    <a:ext uri="{FF2B5EF4-FFF2-40B4-BE49-F238E27FC236}">
                      <a16:creationId xmlns:a16="http://schemas.microsoft.com/office/drawing/2014/main" id="{BFB82F21-DA65-648B-F344-D0321D123E3C}"/>
                    </a:ext>
                  </a:extLst>
                </p:cNvPr>
                <p:cNvSpPr/>
                <p:nvPr/>
              </p:nvSpPr>
              <p:spPr>
                <a:xfrm>
                  <a:off x="9548676" y="1212065"/>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29" name="Freeform: Shape 54">
                  <a:extLst>
                    <a:ext uri="{FF2B5EF4-FFF2-40B4-BE49-F238E27FC236}">
                      <a16:creationId xmlns:a16="http://schemas.microsoft.com/office/drawing/2014/main" id="{0D41E4B6-8CE6-CEDA-BE70-C7776588158B}"/>
                    </a:ext>
                  </a:extLst>
                </p:cNvPr>
                <p:cNvSpPr/>
                <p:nvPr/>
              </p:nvSpPr>
              <p:spPr>
                <a:xfrm>
                  <a:off x="9642646" y="1212065"/>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0" name="Freeform: Shape 55">
                  <a:extLst>
                    <a:ext uri="{FF2B5EF4-FFF2-40B4-BE49-F238E27FC236}">
                      <a16:creationId xmlns:a16="http://schemas.microsoft.com/office/drawing/2014/main" id="{A56AFAE4-4B54-0AF5-D3EA-CBFF0FCF839D}"/>
                    </a:ext>
                  </a:extLst>
                </p:cNvPr>
                <p:cNvSpPr/>
                <p:nvPr/>
              </p:nvSpPr>
              <p:spPr>
                <a:xfrm>
                  <a:off x="9736429" y="1212065"/>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1" name="Freeform: Shape 56">
                  <a:extLst>
                    <a:ext uri="{FF2B5EF4-FFF2-40B4-BE49-F238E27FC236}">
                      <a16:creationId xmlns:a16="http://schemas.microsoft.com/office/drawing/2014/main" id="{541C4B87-935B-136A-E4E4-815BBA8A7CE3}"/>
                    </a:ext>
                  </a:extLst>
                </p:cNvPr>
                <p:cNvSpPr/>
                <p:nvPr/>
              </p:nvSpPr>
              <p:spPr>
                <a:xfrm>
                  <a:off x="9830399" y="1212065"/>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2" name="Freeform: Shape 57">
                  <a:extLst>
                    <a:ext uri="{FF2B5EF4-FFF2-40B4-BE49-F238E27FC236}">
                      <a16:creationId xmlns:a16="http://schemas.microsoft.com/office/drawing/2014/main" id="{801A52A7-4036-9673-A8F4-E7F4E169CBCF}"/>
                    </a:ext>
                  </a:extLst>
                </p:cNvPr>
                <p:cNvSpPr/>
                <p:nvPr/>
              </p:nvSpPr>
              <p:spPr>
                <a:xfrm>
                  <a:off x="9924182" y="1212065"/>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39" name="Freeform: Shape 27">
                <a:extLst>
                  <a:ext uri="{FF2B5EF4-FFF2-40B4-BE49-F238E27FC236}">
                    <a16:creationId xmlns:a16="http://schemas.microsoft.com/office/drawing/2014/main" id="{AEEA00F0-DCF4-9EFF-376D-F92F7AA728EE}"/>
                  </a:ext>
                </a:extLst>
              </p:cNvPr>
              <p:cNvSpPr/>
              <p:nvPr/>
            </p:nvSpPr>
            <p:spPr>
              <a:xfrm>
                <a:off x="8559439" y="3203414"/>
                <a:ext cx="88597" cy="88766"/>
              </a:xfrm>
              <a:custGeom>
                <a:avLst/>
                <a:gdLst>
                  <a:gd name="connsiteX0" fmla="*/ 93596 w 93595"/>
                  <a:gd name="connsiteY0" fmla="*/ 46611 h 93221"/>
                  <a:gd name="connsiteX1" fmla="*/ 46798 w 93595"/>
                  <a:gd name="connsiteY1" fmla="*/ 93221 h 93221"/>
                  <a:gd name="connsiteX2" fmla="*/ 0 w 93595"/>
                  <a:gd name="connsiteY2" fmla="*/ 46611 h 93221"/>
                  <a:gd name="connsiteX3" fmla="*/ 46798 w 93595"/>
                  <a:gd name="connsiteY3" fmla="*/ 0 h 93221"/>
                  <a:gd name="connsiteX4" fmla="*/ 93596 w 93595"/>
                  <a:gd name="connsiteY4" fmla="*/ 46611 h 932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595" h="93221">
                    <a:moveTo>
                      <a:pt x="93596" y="46611"/>
                    </a:moveTo>
                    <a:cubicBezTo>
                      <a:pt x="93596" y="72353"/>
                      <a:pt x="72644" y="93221"/>
                      <a:pt x="46798" y="93221"/>
                    </a:cubicBezTo>
                    <a:cubicBezTo>
                      <a:pt x="20952" y="93221"/>
                      <a:pt x="0" y="72353"/>
                      <a:pt x="0" y="46611"/>
                    </a:cubicBezTo>
                    <a:cubicBezTo>
                      <a:pt x="0" y="20868"/>
                      <a:pt x="20952" y="0"/>
                      <a:pt x="46798" y="0"/>
                    </a:cubicBezTo>
                    <a:cubicBezTo>
                      <a:pt x="72644" y="0"/>
                      <a:pt x="93596" y="20868"/>
                      <a:pt x="93596" y="46611"/>
                    </a:cubicBez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40" name="Graphic 388">
                <a:extLst>
                  <a:ext uri="{FF2B5EF4-FFF2-40B4-BE49-F238E27FC236}">
                    <a16:creationId xmlns:a16="http://schemas.microsoft.com/office/drawing/2014/main" id="{288A17ED-063D-3D07-89F1-AA16B169913B}"/>
                  </a:ext>
                </a:extLst>
              </p:cNvPr>
              <p:cNvGrpSpPr/>
              <p:nvPr/>
            </p:nvGrpSpPr>
            <p:grpSpPr>
              <a:xfrm>
                <a:off x="7240575" y="3620864"/>
                <a:ext cx="666430" cy="132970"/>
                <a:chOff x="9266953" y="1673679"/>
                <a:chExt cx="704026" cy="139644"/>
              </a:xfrm>
              <a:grpFill/>
            </p:grpSpPr>
            <p:sp>
              <p:nvSpPr>
                <p:cNvPr id="52" name="Freeform: Shape 42">
                  <a:extLst>
                    <a:ext uri="{FF2B5EF4-FFF2-40B4-BE49-F238E27FC236}">
                      <a16:creationId xmlns:a16="http://schemas.microsoft.com/office/drawing/2014/main" id="{235D0E81-84C5-222F-E33E-F14F53AE3F14}"/>
                    </a:ext>
                  </a:extLst>
                </p:cNvPr>
                <p:cNvSpPr/>
                <p:nvPr/>
              </p:nvSpPr>
              <p:spPr>
                <a:xfrm>
                  <a:off x="9266953" y="1673679"/>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3" name="Freeform: Shape 43">
                  <a:extLst>
                    <a:ext uri="{FF2B5EF4-FFF2-40B4-BE49-F238E27FC236}">
                      <a16:creationId xmlns:a16="http://schemas.microsoft.com/office/drawing/2014/main" id="{5B917BA6-D5D0-1775-9CE5-0451D086805D}"/>
                    </a:ext>
                  </a:extLst>
                </p:cNvPr>
                <p:cNvSpPr/>
                <p:nvPr/>
              </p:nvSpPr>
              <p:spPr>
                <a:xfrm>
                  <a:off x="9360923" y="1673679"/>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4" name="Freeform: Shape 44">
                  <a:extLst>
                    <a:ext uri="{FF2B5EF4-FFF2-40B4-BE49-F238E27FC236}">
                      <a16:creationId xmlns:a16="http://schemas.microsoft.com/office/drawing/2014/main" id="{A0FDCEFF-168D-6B49-8962-64A4672F8C42}"/>
                    </a:ext>
                  </a:extLst>
                </p:cNvPr>
                <p:cNvSpPr/>
                <p:nvPr/>
              </p:nvSpPr>
              <p:spPr>
                <a:xfrm>
                  <a:off x="9454706" y="1673679"/>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5" name="Freeform: Shape 45">
                  <a:extLst>
                    <a:ext uri="{FF2B5EF4-FFF2-40B4-BE49-F238E27FC236}">
                      <a16:creationId xmlns:a16="http://schemas.microsoft.com/office/drawing/2014/main" id="{D719AC36-D4F6-6849-5E29-BE48302A6BDB}"/>
                    </a:ext>
                  </a:extLst>
                </p:cNvPr>
                <p:cNvSpPr/>
                <p:nvPr/>
              </p:nvSpPr>
              <p:spPr>
                <a:xfrm>
                  <a:off x="9548676" y="1673679"/>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6" name="Freeform: Shape 46">
                  <a:extLst>
                    <a:ext uri="{FF2B5EF4-FFF2-40B4-BE49-F238E27FC236}">
                      <a16:creationId xmlns:a16="http://schemas.microsoft.com/office/drawing/2014/main" id="{FBA8D6DC-B91C-761F-F5AB-2E47320E0E12}"/>
                    </a:ext>
                  </a:extLst>
                </p:cNvPr>
                <p:cNvSpPr/>
                <p:nvPr/>
              </p:nvSpPr>
              <p:spPr>
                <a:xfrm>
                  <a:off x="9642646" y="1673679"/>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7" name="Freeform: Shape 47">
                  <a:extLst>
                    <a:ext uri="{FF2B5EF4-FFF2-40B4-BE49-F238E27FC236}">
                      <a16:creationId xmlns:a16="http://schemas.microsoft.com/office/drawing/2014/main" id="{B49A28E8-AC55-CC5B-E4AF-F23CCA2CB4CF}"/>
                    </a:ext>
                  </a:extLst>
                </p:cNvPr>
                <p:cNvSpPr/>
                <p:nvPr/>
              </p:nvSpPr>
              <p:spPr>
                <a:xfrm>
                  <a:off x="9736429" y="1673679"/>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8" name="Freeform: Shape 48">
                  <a:extLst>
                    <a:ext uri="{FF2B5EF4-FFF2-40B4-BE49-F238E27FC236}">
                      <a16:creationId xmlns:a16="http://schemas.microsoft.com/office/drawing/2014/main" id="{7773B7FB-A40D-0AFA-AE12-B1000D840C62}"/>
                    </a:ext>
                  </a:extLst>
                </p:cNvPr>
                <p:cNvSpPr/>
                <p:nvPr/>
              </p:nvSpPr>
              <p:spPr>
                <a:xfrm>
                  <a:off x="9830399" y="1673679"/>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9" name="Freeform: Shape 49">
                  <a:extLst>
                    <a:ext uri="{FF2B5EF4-FFF2-40B4-BE49-F238E27FC236}">
                      <a16:creationId xmlns:a16="http://schemas.microsoft.com/office/drawing/2014/main" id="{A1CF369F-2CA1-CB86-16F1-9E442BB78787}"/>
                    </a:ext>
                  </a:extLst>
                </p:cNvPr>
                <p:cNvSpPr/>
                <p:nvPr/>
              </p:nvSpPr>
              <p:spPr>
                <a:xfrm>
                  <a:off x="9924182" y="1673679"/>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41" name="Freeform: Shape 30">
                <a:extLst>
                  <a:ext uri="{FF2B5EF4-FFF2-40B4-BE49-F238E27FC236}">
                    <a16:creationId xmlns:a16="http://schemas.microsoft.com/office/drawing/2014/main" id="{C80BF32F-40D7-FF0D-A3ED-170EAFDEACFE}"/>
                  </a:ext>
                </a:extLst>
              </p:cNvPr>
              <p:cNvSpPr/>
              <p:nvPr/>
            </p:nvSpPr>
            <p:spPr>
              <a:xfrm>
                <a:off x="8559439" y="3642966"/>
                <a:ext cx="88597" cy="88766"/>
              </a:xfrm>
              <a:custGeom>
                <a:avLst/>
                <a:gdLst>
                  <a:gd name="connsiteX0" fmla="*/ 93596 w 93595"/>
                  <a:gd name="connsiteY0" fmla="*/ 46611 h 93221"/>
                  <a:gd name="connsiteX1" fmla="*/ 46798 w 93595"/>
                  <a:gd name="connsiteY1" fmla="*/ 93221 h 93221"/>
                  <a:gd name="connsiteX2" fmla="*/ 0 w 93595"/>
                  <a:gd name="connsiteY2" fmla="*/ 46611 h 93221"/>
                  <a:gd name="connsiteX3" fmla="*/ 46798 w 93595"/>
                  <a:gd name="connsiteY3" fmla="*/ 0 h 93221"/>
                  <a:gd name="connsiteX4" fmla="*/ 93596 w 93595"/>
                  <a:gd name="connsiteY4" fmla="*/ 46611 h 932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595" h="93221">
                    <a:moveTo>
                      <a:pt x="93596" y="46611"/>
                    </a:moveTo>
                    <a:cubicBezTo>
                      <a:pt x="93596" y="72353"/>
                      <a:pt x="72644" y="93221"/>
                      <a:pt x="46798" y="93221"/>
                    </a:cubicBezTo>
                    <a:cubicBezTo>
                      <a:pt x="20952" y="93221"/>
                      <a:pt x="0" y="72353"/>
                      <a:pt x="0" y="46611"/>
                    </a:cubicBezTo>
                    <a:cubicBezTo>
                      <a:pt x="0" y="20868"/>
                      <a:pt x="20952" y="0"/>
                      <a:pt x="46798" y="0"/>
                    </a:cubicBezTo>
                    <a:cubicBezTo>
                      <a:pt x="72644" y="0"/>
                      <a:pt x="93596" y="20868"/>
                      <a:pt x="93596" y="46611"/>
                    </a:cubicBez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42" name="Graphic 388">
                <a:extLst>
                  <a:ext uri="{FF2B5EF4-FFF2-40B4-BE49-F238E27FC236}">
                    <a16:creationId xmlns:a16="http://schemas.microsoft.com/office/drawing/2014/main" id="{3D0FD523-8F78-56DA-F0C1-A8E566FB493E}"/>
                  </a:ext>
                </a:extLst>
              </p:cNvPr>
              <p:cNvGrpSpPr/>
              <p:nvPr/>
            </p:nvGrpSpPr>
            <p:grpSpPr>
              <a:xfrm>
                <a:off x="7240575" y="4064516"/>
                <a:ext cx="666430" cy="133148"/>
                <a:chOff x="9266953" y="2139598"/>
                <a:chExt cx="704026" cy="139831"/>
              </a:xfrm>
              <a:grpFill/>
            </p:grpSpPr>
            <p:sp>
              <p:nvSpPr>
                <p:cNvPr id="44" name="Freeform: Shape 34">
                  <a:extLst>
                    <a:ext uri="{FF2B5EF4-FFF2-40B4-BE49-F238E27FC236}">
                      <a16:creationId xmlns:a16="http://schemas.microsoft.com/office/drawing/2014/main" id="{6F7B443F-5FC2-7509-4A44-BCBE9C8504FB}"/>
                    </a:ext>
                  </a:extLst>
                </p:cNvPr>
                <p:cNvSpPr/>
                <p:nvPr/>
              </p:nvSpPr>
              <p:spPr>
                <a:xfrm>
                  <a:off x="9266953" y="2139598"/>
                  <a:ext cx="46797" cy="139831"/>
                </a:xfrm>
                <a:custGeom>
                  <a:avLst/>
                  <a:gdLst>
                    <a:gd name="connsiteX0" fmla="*/ 0 w 46797"/>
                    <a:gd name="connsiteY0" fmla="*/ 0 h 139831"/>
                    <a:gd name="connsiteX1" fmla="*/ 46798 w 46797"/>
                    <a:gd name="connsiteY1" fmla="*/ 0 h 139831"/>
                    <a:gd name="connsiteX2" fmla="*/ 46798 w 46797"/>
                    <a:gd name="connsiteY2" fmla="*/ 139832 h 139831"/>
                    <a:gd name="connsiteX3" fmla="*/ 0 w 46797"/>
                    <a:gd name="connsiteY3" fmla="*/ 139832 h 139831"/>
                  </a:gdLst>
                  <a:ahLst/>
                  <a:cxnLst>
                    <a:cxn ang="0">
                      <a:pos x="connsiteX0" y="connsiteY0"/>
                    </a:cxn>
                    <a:cxn ang="0">
                      <a:pos x="connsiteX1" y="connsiteY1"/>
                    </a:cxn>
                    <a:cxn ang="0">
                      <a:pos x="connsiteX2" y="connsiteY2"/>
                    </a:cxn>
                    <a:cxn ang="0">
                      <a:pos x="connsiteX3" y="connsiteY3"/>
                    </a:cxn>
                  </a:cxnLst>
                  <a:rect l="l" t="t" r="r" b="b"/>
                  <a:pathLst>
                    <a:path w="46797" h="139831">
                      <a:moveTo>
                        <a:pt x="0" y="0"/>
                      </a:moveTo>
                      <a:lnTo>
                        <a:pt x="46798" y="0"/>
                      </a:lnTo>
                      <a:lnTo>
                        <a:pt x="46798" y="139832"/>
                      </a:lnTo>
                      <a:lnTo>
                        <a:pt x="0" y="139832"/>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5" name="Freeform: Shape 35">
                  <a:extLst>
                    <a:ext uri="{FF2B5EF4-FFF2-40B4-BE49-F238E27FC236}">
                      <a16:creationId xmlns:a16="http://schemas.microsoft.com/office/drawing/2014/main" id="{AFCF811F-C004-3581-CD2A-EF59C4D307C5}"/>
                    </a:ext>
                  </a:extLst>
                </p:cNvPr>
                <p:cNvSpPr/>
                <p:nvPr/>
              </p:nvSpPr>
              <p:spPr>
                <a:xfrm>
                  <a:off x="9360923" y="2139598"/>
                  <a:ext cx="46797" cy="139831"/>
                </a:xfrm>
                <a:custGeom>
                  <a:avLst/>
                  <a:gdLst>
                    <a:gd name="connsiteX0" fmla="*/ 0 w 46797"/>
                    <a:gd name="connsiteY0" fmla="*/ 0 h 139831"/>
                    <a:gd name="connsiteX1" fmla="*/ 46798 w 46797"/>
                    <a:gd name="connsiteY1" fmla="*/ 0 h 139831"/>
                    <a:gd name="connsiteX2" fmla="*/ 46798 w 46797"/>
                    <a:gd name="connsiteY2" fmla="*/ 139832 h 139831"/>
                    <a:gd name="connsiteX3" fmla="*/ 0 w 46797"/>
                    <a:gd name="connsiteY3" fmla="*/ 139832 h 139831"/>
                  </a:gdLst>
                  <a:ahLst/>
                  <a:cxnLst>
                    <a:cxn ang="0">
                      <a:pos x="connsiteX0" y="connsiteY0"/>
                    </a:cxn>
                    <a:cxn ang="0">
                      <a:pos x="connsiteX1" y="connsiteY1"/>
                    </a:cxn>
                    <a:cxn ang="0">
                      <a:pos x="connsiteX2" y="connsiteY2"/>
                    </a:cxn>
                    <a:cxn ang="0">
                      <a:pos x="connsiteX3" y="connsiteY3"/>
                    </a:cxn>
                  </a:cxnLst>
                  <a:rect l="l" t="t" r="r" b="b"/>
                  <a:pathLst>
                    <a:path w="46797" h="139831">
                      <a:moveTo>
                        <a:pt x="0" y="0"/>
                      </a:moveTo>
                      <a:lnTo>
                        <a:pt x="46798" y="0"/>
                      </a:lnTo>
                      <a:lnTo>
                        <a:pt x="46798" y="139832"/>
                      </a:lnTo>
                      <a:lnTo>
                        <a:pt x="0" y="139832"/>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6" name="Freeform: Shape 36">
                  <a:extLst>
                    <a:ext uri="{FF2B5EF4-FFF2-40B4-BE49-F238E27FC236}">
                      <a16:creationId xmlns:a16="http://schemas.microsoft.com/office/drawing/2014/main" id="{022BDCBE-6B9F-CD39-7617-6D1C0B0CFFB9}"/>
                    </a:ext>
                  </a:extLst>
                </p:cNvPr>
                <p:cNvSpPr/>
                <p:nvPr/>
              </p:nvSpPr>
              <p:spPr>
                <a:xfrm>
                  <a:off x="9454706" y="2139598"/>
                  <a:ext cx="46797" cy="139831"/>
                </a:xfrm>
                <a:custGeom>
                  <a:avLst/>
                  <a:gdLst>
                    <a:gd name="connsiteX0" fmla="*/ 0 w 46797"/>
                    <a:gd name="connsiteY0" fmla="*/ 0 h 139831"/>
                    <a:gd name="connsiteX1" fmla="*/ 46798 w 46797"/>
                    <a:gd name="connsiteY1" fmla="*/ 0 h 139831"/>
                    <a:gd name="connsiteX2" fmla="*/ 46798 w 46797"/>
                    <a:gd name="connsiteY2" fmla="*/ 139832 h 139831"/>
                    <a:gd name="connsiteX3" fmla="*/ 0 w 46797"/>
                    <a:gd name="connsiteY3" fmla="*/ 139832 h 139831"/>
                  </a:gdLst>
                  <a:ahLst/>
                  <a:cxnLst>
                    <a:cxn ang="0">
                      <a:pos x="connsiteX0" y="connsiteY0"/>
                    </a:cxn>
                    <a:cxn ang="0">
                      <a:pos x="connsiteX1" y="connsiteY1"/>
                    </a:cxn>
                    <a:cxn ang="0">
                      <a:pos x="connsiteX2" y="connsiteY2"/>
                    </a:cxn>
                    <a:cxn ang="0">
                      <a:pos x="connsiteX3" y="connsiteY3"/>
                    </a:cxn>
                  </a:cxnLst>
                  <a:rect l="l" t="t" r="r" b="b"/>
                  <a:pathLst>
                    <a:path w="46797" h="139831">
                      <a:moveTo>
                        <a:pt x="0" y="0"/>
                      </a:moveTo>
                      <a:lnTo>
                        <a:pt x="46798" y="0"/>
                      </a:lnTo>
                      <a:lnTo>
                        <a:pt x="46798" y="139832"/>
                      </a:lnTo>
                      <a:lnTo>
                        <a:pt x="0" y="139832"/>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7" name="Freeform: Shape 37">
                  <a:extLst>
                    <a:ext uri="{FF2B5EF4-FFF2-40B4-BE49-F238E27FC236}">
                      <a16:creationId xmlns:a16="http://schemas.microsoft.com/office/drawing/2014/main" id="{75912C0E-4A09-A651-E6A4-7E422D841F78}"/>
                    </a:ext>
                  </a:extLst>
                </p:cNvPr>
                <p:cNvSpPr/>
                <p:nvPr/>
              </p:nvSpPr>
              <p:spPr>
                <a:xfrm>
                  <a:off x="9548676" y="2139598"/>
                  <a:ext cx="46797" cy="139831"/>
                </a:xfrm>
                <a:custGeom>
                  <a:avLst/>
                  <a:gdLst>
                    <a:gd name="connsiteX0" fmla="*/ 0 w 46797"/>
                    <a:gd name="connsiteY0" fmla="*/ 0 h 139831"/>
                    <a:gd name="connsiteX1" fmla="*/ 46798 w 46797"/>
                    <a:gd name="connsiteY1" fmla="*/ 0 h 139831"/>
                    <a:gd name="connsiteX2" fmla="*/ 46798 w 46797"/>
                    <a:gd name="connsiteY2" fmla="*/ 139832 h 139831"/>
                    <a:gd name="connsiteX3" fmla="*/ 0 w 46797"/>
                    <a:gd name="connsiteY3" fmla="*/ 139832 h 139831"/>
                  </a:gdLst>
                  <a:ahLst/>
                  <a:cxnLst>
                    <a:cxn ang="0">
                      <a:pos x="connsiteX0" y="connsiteY0"/>
                    </a:cxn>
                    <a:cxn ang="0">
                      <a:pos x="connsiteX1" y="connsiteY1"/>
                    </a:cxn>
                    <a:cxn ang="0">
                      <a:pos x="connsiteX2" y="connsiteY2"/>
                    </a:cxn>
                    <a:cxn ang="0">
                      <a:pos x="connsiteX3" y="connsiteY3"/>
                    </a:cxn>
                  </a:cxnLst>
                  <a:rect l="l" t="t" r="r" b="b"/>
                  <a:pathLst>
                    <a:path w="46797" h="139831">
                      <a:moveTo>
                        <a:pt x="0" y="0"/>
                      </a:moveTo>
                      <a:lnTo>
                        <a:pt x="46798" y="0"/>
                      </a:lnTo>
                      <a:lnTo>
                        <a:pt x="46798" y="139832"/>
                      </a:lnTo>
                      <a:lnTo>
                        <a:pt x="0" y="139832"/>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8" name="Freeform: Shape 38">
                  <a:extLst>
                    <a:ext uri="{FF2B5EF4-FFF2-40B4-BE49-F238E27FC236}">
                      <a16:creationId xmlns:a16="http://schemas.microsoft.com/office/drawing/2014/main" id="{F81AFBA0-655F-649E-E572-E20768BC782B}"/>
                    </a:ext>
                  </a:extLst>
                </p:cNvPr>
                <p:cNvSpPr/>
                <p:nvPr/>
              </p:nvSpPr>
              <p:spPr>
                <a:xfrm>
                  <a:off x="9642646" y="2139598"/>
                  <a:ext cx="46797" cy="139831"/>
                </a:xfrm>
                <a:custGeom>
                  <a:avLst/>
                  <a:gdLst>
                    <a:gd name="connsiteX0" fmla="*/ 0 w 46797"/>
                    <a:gd name="connsiteY0" fmla="*/ 0 h 139831"/>
                    <a:gd name="connsiteX1" fmla="*/ 46798 w 46797"/>
                    <a:gd name="connsiteY1" fmla="*/ 0 h 139831"/>
                    <a:gd name="connsiteX2" fmla="*/ 46798 w 46797"/>
                    <a:gd name="connsiteY2" fmla="*/ 139832 h 139831"/>
                    <a:gd name="connsiteX3" fmla="*/ 0 w 46797"/>
                    <a:gd name="connsiteY3" fmla="*/ 139832 h 139831"/>
                  </a:gdLst>
                  <a:ahLst/>
                  <a:cxnLst>
                    <a:cxn ang="0">
                      <a:pos x="connsiteX0" y="connsiteY0"/>
                    </a:cxn>
                    <a:cxn ang="0">
                      <a:pos x="connsiteX1" y="connsiteY1"/>
                    </a:cxn>
                    <a:cxn ang="0">
                      <a:pos x="connsiteX2" y="connsiteY2"/>
                    </a:cxn>
                    <a:cxn ang="0">
                      <a:pos x="connsiteX3" y="connsiteY3"/>
                    </a:cxn>
                  </a:cxnLst>
                  <a:rect l="l" t="t" r="r" b="b"/>
                  <a:pathLst>
                    <a:path w="46797" h="139831">
                      <a:moveTo>
                        <a:pt x="0" y="0"/>
                      </a:moveTo>
                      <a:lnTo>
                        <a:pt x="46798" y="0"/>
                      </a:lnTo>
                      <a:lnTo>
                        <a:pt x="46798" y="139832"/>
                      </a:lnTo>
                      <a:lnTo>
                        <a:pt x="0" y="139832"/>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9" name="Freeform: Shape 39">
                  <a:extLst>
                    <a:ext uri="{FF2B5EF4-FFF2-40B4-BE49-F238E27FC236}">
                      <a16:creationId xmlns:a16="http://schemas.microsoft.com/office/drawing/2014/main" id="{949AA728-06AB-4EDB-9FEC-0A55CF78D0F4}"/>
                    </a:ext>
                  </a:extLst>
                </p:cNvPr>
                <p:cNvSpPr/>
                <p:nvPr/>
              </p:nvSpPr>
              <p:spPr>
                <a:xfrm>
                  <a:off x="9736429" y="2139598"/>
                  <a:ext cx="46797" cy="139831"/>
                </a:xfrm>
                <a:custGeom>
                  <a:avLst/>
                  <a:gdLst>
                    <a:gd name="connsiteX0" fmla="*/ 0 w 46797"/>
                    <a:gd name="connsiteY0" fmla="*/ 0 h 139831"/>
                    <a:gd name="connsiteX1" fmla="*/ 46798 w 46797"/>
                    <a:gd name="connsiteY1" fmla="*/ 0 h 139831"/>
                    <a:gd name="connsiteX2" fmla="*/ 46798 w 46797"/>
                    <a:gd name="connsiteY2" fmla="*/ 139832 h 139831"/>
                    <a:gd name="connsiteX3" fmla="*/ 0 w 46797"/>
                    <a:gd name="connsiteY3" fmla="*/ 139832 h 139831"/>
                  </a:gdLst>
                  <a:ahLst/>
                  <a:cxnLst>
                    <a:cxn ang="0">
                      <a:pos x="connsiteX0" y="connsiteY0"/>
                    </a:cxn>
                    <a:cxn ang="0">
                      <a:pos x="connsiteX1" y="connsiteY1"/>
                    </a:cxn>
                    <a:cxn ang="0">
                      <a:pos x="connsiteX2" y="connsiteY2"/>
                    </a:cxn>
                    <a:cxn ang="0">
                      <a:pos x="connsiteX3" y="connsiteY3"/>
                    </a:cxn>
                  </a:cxnLst>
                  <a:rect l="l" t="t" r="r" b="b"/>
                  <a:pathLst>
                    <a:path w="46797" h="139831">
                      <a:moveTo>
                        <a:pt x="0" y="0"/>
                      </a:moveTo>
                      <a:lnTo>
                        <a:pt x="46798" y="0"/>
                      </a:lnTo>
                      <a:lnTo>
                        <a:pt x="46798" y="139832"/>
                      </a:lnTo>
                      <a:lnTo>
                        <a:pt x="0" y="139832"/>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0" name="Freeform: Shape 40">
                  <a:extLst>
                    <a:ext uri="{FF2B5EF4-FFF2-40B4-BE49-F238E27FC236}">
                      <a16:creationId xmlns:a16="http://schemas.microsoft.com/office/drawing/2014/main" id="{1E24AF1E-9E69-DDF4-ADF4-661D10CA4BC8}"/>
                    </a:ext>
                  </a:extLst>
                </p:cNvPr>
                <p:cNvSpPr/>
                <p:nvPr/>
              </p:nvSpPr>
              <p:spPr>
                <a:xfrm>
                  <a:off x="9830399" y="2139598"/>
                  <a:ext cx="46797" cy="139831"/>
                </a:xfrm>
                <a:custGeom>
                  <a:avLst/>
                  <a:gdLst>
                    <a:gd name="connsiteX0" fmla="*/ 0 w 46797"/>
                    <a:gd name="connsiteY0" fmla="*/ 0 h 139831"/>
                    <a:gd name="connsiteX1" fmla="*/ 46798 w 46797"/>
                    <a:gd name="connsiteY1" fmla="*/ 0 h 139831"/>
                    <a:gd name="connsiteX2" fmla="*/ 46798 w 46797"/>
                    <a:gd name="connsiteY2" fmla="*/ 139832 h 139831"/>
                    <a:gd name="connsiteX3" fmla="*/ 0 w 46797"/>
                    <a:gd name="connsiteY3" fmla="*/ 139832 h 139831"/>
                  </a:gdLst>
                  <a:ahLst/>
                  <a:cxnLst>
                    <a:cxn ang="0">
                      <a:pos x="connsiteX0" y="connsiteY0"/>
                    </a:cxn>
                    <a:cxn ang="0">
                      <a:pos x="connsiteX1" y="connsiteY1"/>
                    </a:cxn>
                    <a:cxn ang="0">
                      <a:pos x="connsiteX2" y="connsiteY2"/>
                    </a:cxn>
                    <a:cxn ang="0">
                      <a:pos x="connsiteX3" y="connsiteY3"/>
                    </a:cxn>
                  </a:cxnLst>
                  <a:rect l="l" t="t" r="r" b="b"/>
                  <a:pathLst>
                    <a:path w="46797" h="139831">
                      <a:moveTo>
                        <a:pt x="0" y="0"/>
                      </a:moveTo>
                      <a:lnTo>
                        <a:pt x="46798" y="0"/>
                      </a:lnTo>
                      <a:lnTo>
                        <a:pt x="46798" y="139832"/>
                      </a:lnTo>
                      <a:lnTo>
                        <a:pt x="0" y="139832"/>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1" name="Freeform: Shape 41">
                  <a:extLst>
                    <a:ext uri="{FF2B5EF4-FFF2-40B4-BE49-F238E27FC236}">
                      <a16:creationId xmlns:a16="http://schemas.microsoft.com/office/drawing/2014/main" id="{8E5B7117-C68D-92BD-63CC-DBFD16987535}"/>
                    </a:ext>
                  </a:extLst>
                </p:cNvPr>
                <p:cNvSpPr/>
                <p:nvPr/>
              </p:nvSpPr>
              <p:spPr>
                <a:xfrm>
                  <a:off x="9924182" y="2139598"/>
                  <a:ext cx="46797" cy="139831"/>
                </a:xfrm>
                <a:custGeom>
                  <a:avLst/>
                  <a:gdLst>
                    <a:gd name="connsiteX0" fmla="*/ 0 w 46797"/>
                    <a:gd name="connsiteY0" fmla="*/ 0 h 139831"/>
                    <a:gd name="connsiteX1" fmla="*/ 46798 w 46797"/>
                    <a:gd name="connsiteY1" fmla="*/ 0 h 139831"/>
                    <a:gd name="connsiteX2" fmla="*/ 46798 w 46797"/>
                    <a:gd name="connsiteY2" fmla="*/ 139832 h 139831"/>
                    <a:gd name="connsiteX3" fmla="*/ 0 w 46797"/>
                    <a:gd name="connsiteY3" fmla="*/ 139832 h 139831"/>
                  </a:gdLst>
                  <a:ahLst/>
                  <a:cxnLst>
                    <a:cxn ang="0">
                      <a:pos x="connsiteX0" y="connsiteY0"/>
                    </a:cxn>
                    <a:cxn ang="0">
                      <a:pos x="connsiteX1" y="connsiteY1"/>
                    </a:cxn>
                    <a:cxn ang="0">
                      <a:pos x="connsiteX2" y="connsiteY2"/>
                    </a:cxn>
                    <a:cxn ang="0">
                      <a:pos x="connsiteX3" y="connsiteY3"/>
                    </a:cxn>
                  </a:cxnLst>
                  <a:rect l="l" t="t" r="r" b="b"/>
                  <a:pathLst>
                    <a:path w="46797" h="139831">
                      <a:moveTo>
                        <a:pt x="0" y="0"/>
                      </a:moveTo>
                      <a:lnTo>
                        <a:pt x="46798" y="0"/>
                      </a:lnTo>
                      <a:lnTo>
                        <a:pt x="46798" y="139832"/>
                      </a:lnTo>
                      <a:lnTo>
                        <a:pt x="0" y="139832"/>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43" name="Freeform: Shape 33">
                <a:extLst>
                  <a:ext uri="{FF2B5EF4-FFF2-40B4-BE49-F238E27FC236}">
                    <a16:creationId xmlns:a16="http://schemas.microsoft.com/office/drawing/2014/main" id="{49A00E5C-2BBF-FC81-161C-C4BF69D8083F}"/>
                  </a:ext>
                </a:extLst>
              </p:cNvPr>
              <p:cNvSpPr/>
              <p:nvPr/>
            </p:nvSpPr>
            <p:spPr>
              <a:xfrm>
                <a:off x="8559439" y="4086618"/>
                <a:ext cx="88597" cy="88766"/>
              </a:xfrm>
              <a:custGeom>
                <a:avLst/>
                <a:gdLst>
                  <a:gd name="connsiteX0" fmla="*/ 93596 w 93595"/>
                  <a:gd name="connsiteY0" fmla="*/ 46611 h 93221"/>
                  <a:gd name="connsiteX1" fmla="*/ 46798 w 93595"/>
                  <a:gd name="connsiteY1" fmla="*/ 93221 h 93221"/>
                  <a:gd name="connsiteX2" fmla="*/ 0 w 93595"/>
                  <a:gd name="connsiteY2" fmla="*/ 46611 h 93221"/>
                  <a:gd name="connsiteX3" fmla="*/ 46798 w 93595"/>
                  <a:gd name="connsiteY3" fmla="*/ 0 h 93221"/>
                  <a:gd name="connsiteX4" fmla="*/ 93596 w 93595"/>
                  <a:gd name="connsiteY4" fmla="*/ 46611 h 932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595" h="93221">
                    <a:moveTo>
                      <a:pt x="93596" y="46611"/>
                    </a:moveTo>
                    <a:cubicBezTo>
                      <a:pt x="93596" y="72353"/>
                      <a:pt x="72644" y="93221"/>
                      <a:pt x="46798" y="93221"/>
                    </a:cubicBezTo>
                    <a:cubicBezTo>
                      <a:pt x="20952" y="93221"/>
                      <a:pt x="0" y="72353"/>
                      <a:pt x="0" y="46611"/>
                    </a:cubicBezTo>
                    <a:cubicBezTo>
                      <a:pt x="0" y="20868"/>
                      <a:pt x="20952" y="0"/>
                      <a:pt x="46798" y="0"/>
                    </a:cubicBezTo>
                    <a:cubicBezTo>
                      <a:pt x="72644" y="0"/>
                      <a:pt x="93596" y="20868"/>
                      <a:pt x="93596" y="46611"/>
                    </a:cubicBez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sp>
        <p:nvSpPr>
          <p:cNvPr id="141" name="TextBox 140">
            <a:extLst>
              <a:ext uri="{FF2B5EF4-FFF2-40B4-BE49-F238E27FC236}">
                <a16:creationId xmlns:a16="http://schemas.microsoft.com/office/drawing/2014/main" id="{F4A3E0D3-216E-0A60-FF95-786D081E58DF}"/>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143" name="Graphic 8">
            <a:extLst>
              <a:ext uri="{FF2B5EF4-FFF2-40B4-BE49-F238E27FC236}">
                <a16:creationId xmlns:a16="http://schemas.microsoft.com/office/drawing/2014/main" id="{2B89775A-5A5C-5A3B-34AF-94DC5E4900B4}"/>
              </a:ext>
            </a:extLst>
          </p:cNvPr>
          <p:cNvGrpSpPr/>
          <p:nvPr userDrawn="1"/>
        </p:nvGrpSpPr>
        <p:grpSpPr>
          <a:xfrm>
            <a:off x="265625" y="6323271"/>
            <a:ext cx="1249223" cy="369648"/>
            <a:chOff x="265625" y="6323271"/>
            <a:chExt cx="1249223" cy="369648"/>
          </a:xfrm>
          <a:solidFill>
            <a:srgbClr val="000000"/>
          </a:solidFill>
        </p:grpSpPr>
        <p:grpSp>
          <p:nvGrpSpPr>
            <p:cNvPr id="144" name="Graphic 8">
              <a:extLst>
                <a:ext uri="{FF2B5EF4-FFF2-40B4-BE49-F238E27FC236}">
                  <a16:creationId xmlns:a16="http://schemas.microsoft.com/office/drawing/2014/main" id="{A5B9EA73-45A3-494A-D088-DDAD43849F6D}"/>
                </a:ext>
              </a:extLst>
            </p:cNvPr>
            <p:cNvGrpSpPr/>
            <p:nvPr/>
          </p:nvGrpSpPr>
          <p:grpSpPr>
            <a:xfrm>
              <a:off x="745455" y="6594444"/>
              <a:ext cx="722662" cy="98475"/>
              <a:chOff x="745455" y="6594444"/>
              <a:chExt cx="722662" cy="98475"/>
            </a:xfrm>
            <a:solidFill>
              <a:srgbClr val="000000"/>
            </a:solidFill>
          </p:grpSpPr>
          <p:sp>
            <p:nvSpPr>
              <p:cNvPr id="153" name="Freeform 19">
                <a:extLst>
                  <a:ext uri="{FF2B5EF4-FFF2-40B4-BE49-F238E27FC236}">
                    <a16:creationId xmlns:a16="http://schemas.microsoft.com/office/drawing/2014/main" id="{7B79B837-C9C0-EF74-3ED9-F5C2DC465574}"/>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154" name="Freeform 20">
                <a:extLst>
                  <a:ext uri="{FF2B5EF4-FFF2-40B4-BE49-F238E27FC236}">
                    <a16:creationId xmlns:a16="http://schemas.microsoft.com/office/drawing/2014/main" id="{180D77C1-E6E2-689C-3C56-CDD68C861462}"/>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155" name="Freeform 21">
                <a:extLst>
                  <a:ext uri="{FF2B5EF4-FFF2-40B4-BE49-F238E27FC236}">
                    <a16:creationId xmlns:a16="http://schemas.microsoft.com/office/drawing/2014/main" id="{1EE3A36C-A3B8-4E20-CB16-C6AD558C0950}"/>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156" name="Freeform 22">
                <a:extLst>
                  <a:ext uri="{FF2B5EF4-FFF2-40B4-BE49-F238E27FC236}">
                    <a16:creationId xmlns:a16="http://schemas.microsoft.com/office/drawing/2014/main" id="{39476531-FB73-9594-6F1F-9D7702B7E974}"/>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157" name="Freeform 23">
                <a:extLst>
                  <a:ext uri="{FF2B5EF4-FFF2-40B4-BE49-F238E27FC236}">
                    <a16:creationId xmlns:a16="http://schemas.microsoft.com/office/drawing/2014/main" id="{A68FF1D1-A385-E651-5544-4CB8EAE3FA49}"/>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158" name="Freeform 24">
                <a:extLst>
                  <a:ext uri="{FF2B5EF4-FFF2-40B4-BE49-F238E27FC236}">
                    <a16:creationId xmlns:a16="http://schemas.microsoft.com/office/drawing/2014/main" id="{9335442C-77ED-9032-AEE7-D8B1339FF5C3}"/>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159" name="Freeform 25">
                <a:extLst>
                  <a:ext uri="{FF2B5EF4-FFF2-40B4-BE49-F238E27FC236}">
                    <a16:creationId xmlns:a16="http://schemas.microsoft.com/office/drawing/2014/main" id="{AE5FB4D7-9A4A-783A-B39B-67E758F34AE0}"/>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160" name="Freeform 26">
                <a:extLst>
                  <a:ext uri="{FF2B5EF4-FFF2-40B4-BE49-F238E27FC236}">
                    <a16:creationId xmlns:a16="http://schemas.microsoft.com/office/drawing/2014/main" id="{331A7A41-AB7A-E20D-A224-906B16BB7E54}"/>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161" name="Freeform 27">
                <a:extLst>
                  <a:ext uri="{FF2B5EF4-FFF2-40B4-BE49-F238E27FC236}">
                    <a16:creationId xmlns:a16="http://schemas.microsoft.com/office/drawing/2014/main" id="{DE582915-B373-D72B-EA9B-CD4F5CE6C660}"/>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162" name="Freeform 28">
                <a:extLst>
                  <a:ext uri="{FF2B5EF4-FFF2-40B4-BE49-F238E27FC236}">
                    <a16:creationId xmlns:a16="http://schemas.microsoft.com/office/drawing/2014/main" id="{CB18936B-C884-0EB5-8AF3-97472C8E7C90}"/>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145" name="Graphic 8">
              <a:extLst>
                <a:ext uri="{FF2B5EF4-FFF2-40B4-BE49-F238E27FC236}">
                  <a16:creationId xmlns:a16="http://schemas.microsoft.com/office/drawing/2014/main" id="{AC0DE174-BA1E-95BF-A2DA-B4CCC8254665}"/>
                </a:ext>
              </a:extLst>
            </p:cNvPr>
            <p:cNvGrpSpPr/>
            <p:nvPr/>
          </p:nvGrpSpPr>
          <p:grpSpPr>
            <a:xfrm>
              <a:off x="265625" y="6323271"/>
              <a:ext cx="1249223" cy="190348"/>
              <a:chOff x="265625" y="6323271"/>
              <a:chExt cx="1249223" cy="190348"/>
            </a:xfrm>
            <a:solidFill>
              <a:srgbClr val="000000"/>
            </a:solidFill>
          </p:grpSpPr>
          <p:sp>
            <p:nvSpPr>
              <p:cNvPr id="146" name="Freeform 10">
                <a:extLst>
                  <a:ext uri="{FF2B5EF4-FFF2-40B4-BE49-F238E27FC236}">
                    <a16:creationId xmlns:a16="http://schemas.microsoft.com/office/drawing/2014/main" id="{06664CEB-160F-1AAA-CEF9-B5B3C0FCD5F8}"/>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147" name="Freeform 11">
                <a:extLst>
                  <a:ext uri="{FF2B5EF4-FFF2-40B4-BE49-F238E27FC236}">
                    <a16:creationId xmlns:a16="http://schemas.microsoft.com/office/drawing/2014/main" id="{BD9348E6-A0BC-94B5-0007-A761A2D3C3F2}"/>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148" name="Freeform 14">
                <a:extLst>
                  <a:ext uri="{FF2B5EF4-FFF2-40B4-BE49-F238E27FC236}">
                    <a16:creationId xmlns:a16="http://schemas.microsoft.com/office/drawing/2014/main" id="{93FCF3F4-65D6-7382-8C65-B5A6403CF030}"/>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149" name="Freeform 15">
                <a:extLst>
                  <a:ext uri="{FF2B5EF4-FFF2-40B4-BE49-F238E27FC236}">
                    <a16:creationId xmlns:a16="http://schemas.microsoft.com/office/drawing/2014/main" id="{46194B1A-8C2D-BCCC-3AA6-E0176CF3372C}"/>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150" name="Freeform 16">
                <a:extLst>
                  <a:ext uri="{FF2B5EF4-FFF2-40B4-BE49-F238E27FC236}">
                    <a16:creationId xmlns:a16="http://schemas.microsoft.com/office/drawing/2014/main" id="{36732589-FBC7-3140-4265-B64D27C2ED14}"/>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151" name="Freeform 17">
                <a:extLst>
                  <a:ext uri="{FF2B5EF4-FFF2-40B4-BE49-F238E27FC236}">
                    <a16:creationId xmlns:a16="http://schemas.microsoft.com/office/drawing/2014/main" id="{4C4497EA-46BF-3D3D-5B5B-D32228D1F6F3}"/>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152" name="Freeform 18">
                <a:extLst>
                  <a:ext uri="{FF2B5EF4-FFF2-40B4-BE49-F238E27FC236}">
                    <a16:creationId xmlns:a16="http://schemas.microsoft.com/office/drawing/2014/main" id="{7832904D-BF0E-EF18-6B3F-9DA48D7437ED}"/>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142" name="TextBox 141">
            <a:extLst>
              <a:ext uri="{FF2B5EF4-FFF2-40B4-BE49-F238E27FC236}">
                <a16:creationId xmlns:a16="http://schemas.microsoft.com/office/drawing/2014/main" id="{88558093-6D10-6FE6-FCDC-A7C330E20EEB}"/>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32313725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dec="http://schemas.microsoft.com/office/drawing/2017/decorative" xmlns:a16="http://schemas.microsoft.com/office/drawing/2014/main" xmlns="">
      <p:transition spd="med">
        <p:fade/>
      </p:transition>
    </mc:Fallback>
  </mc:AlternateContent>
</p:sldLayout>
</file>

<file path=ppt/slideLayouts/slideLayout96.xml><?xml version="1.0" encoding="utf-8"?>
<p:sldLayout xmlns:a="http://schemas.openxmlformats.org/drawingml/2006/main" xmlns:r="http://schemas.openxmlformats.org/officeDocument/2006/relationships" xmlns:p="http://schemas.openxmlformats.org/presentationml/2006/main" showMasterSp="0" preserve="1" userDrawn="1">
  <p:cSld name="Section - Develop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9107" y="938794"/>
            <a:ext cx="6587869" cy="1229360"/>
          </a:xfrm>
        </p:spPr>
        <p:txBody>
          <a:bodyPr wrap="square" anchor="b"/>
          <a:lstStyle>
            <a:lvl1pPr algn="l">
              <a:defRPr sz="3600" b="0" cap="none" baseline="0">
                <a:solidFill>
                  <a:schemeClr val="accent2"/>
                </a:solidFill>
              </a:defRPr>
            </a:lvl1pPr>
          </a:lstStyle>
          <a:p>
            <a:r>
              <a:rPr lang="en-US" dirty="0"/>
              <a:t>Section Title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574010" cy="700882"/>
          </a:xfrm>
        </p:spPr>
        <p:txBody>
          <a:bodyPr/>
          <a:lstStyle>
            <a:lvl1pPr marL="0" indent="0" algn="l">
              <a:buNone/>
              <a:defRPr sz="2400">
                <a:solidFill>
                  <a:schemeClr val="bg2">
                    <a:lumMod val="2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
        <p:nvSpPr>
          <p:cNvPr id="3" name="Parallelogram 2">
            <a:extLst>
              <a:ext uri="{FF2B5EF4-FFF2-40B4-BE49-F238E27FC236}">
                <a16:creationId xmlns:a16="http://schemas.microsoft.com/office/drawing/2014/main" id="{5F942261-A521-60D5-A5C3-A85CF4F32FA9}"/>
              </a:ext>
            </a:extLst>
          </p:cNvPr>
          <p:cNvSpPr/>
          <p:nvPr userDrawn="1"/>
        </p:nvSpPr>
        <p:spPr>
          <a:xfrm>
            <a:off x="5406003" y="15044"/>
            <a:ext cx="14676689" cy="6858001"/>
          </a:xfrm>
          <a:prstGeom prst="parallelogram">
            <a:avLst>
              <a:gd name="adj" fmla="val 100124"/>
            </a:avLst>
          </a:prstGeom>
          <a:gradFill flip="none" rotWithShape="1">
            <a:gsLst>
              <a:gs pos="24000">
                <a:schemeClr val="accent5"/>
              </a:gs>
              <a:gs pos="100000">
                <a:schemeClr val="accent5">
                  <a:lumMod val="60000"/>
                  <a:lumOff val="40000"/>
                </a:schemeClr>
              </a:gs>
            </a:gsLst>
            <a:lin ang="18900000" scaled="1"/>
            <a:tileRect/>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4" name="Parallelogram 3">
            <a:extLst>
              <a:ext uri="{FF2B5EF4-FFF2-40B4-BE49-F238E27FC236}">
                <a16:creationId xmlns:a16="http://schemas.microsoft.com/office/drawing/2014/main" id="{DC55FDFC-BFF5-72B6-48F8-99C6DED616E4}"/>
              </a:ext>
            </a:extLst>
          </p:cNvPr>
          <p:cNvSpPr/>
          <p:nvPr userDrawn="1"/>
        </p:nvSpPr>
        <p:spPr>
          <a:xfrm>
            <a:off x="1840256" y="-1"/>
            <a:ext cx="12934077" cy="6470788"/>
          </a:xfrm>
          <a:prstGeom prst="parallelogram">
            <a:avLst>
              <a:gd name="adj" fmla="val 100124"/>
            </a:avLst>
          </a:prstGeom>
          <a:gradFill flip="none" rotWithShape="1">
            <a:gsLst>
              <a:gs pos="0">
                <a:schemeClr val="accent5">
                  <a:alpha val="33000"/>
                </a:schemeClr>
              </a:gs>
              <a:gs pos="97000">
                <a:schemeClr val="accent5">
                  <a:alpha val="0"/>
                </a:schemeClr>
              </a:gs>
            </a:gsLst>
            <a:lin ang="8100000" scaled="1"/>
            <a:tileRect/>
          </a:gra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 name="Graphic 143">
            <a:extLst>
              <a:ext uri="{FF2B5EF4-FFF2-40B4-BE49-F238E27FC236}">
                <a16:creationId xmlns:a16="http://schemas.microsoft.com/office/drawing/2014/main" id="{D4D344BF-B1DE-868D-E423-BD5DAAC7B0C9}"/>
              </a:ext>
            </a:extLst>
          </p:cNvPr>
          <p:cNvSpPr/>
          <p:nvPr userDrawn="1"/>
        </p:nvSpPr>
        <p:spPr>
          <a:xfrm>
            <a:off x="4130978" y="4499933"/>
            <a:ext cx="2421204" cy="666750"/>
          </a:xfrm>
          <a:custGeom>
            <a:avLst/>
            <a:gdLst>
              <a:gd name="connsiteX0" fmla="*/ 482061 w 600651"/>
              <a:gd name="connsiteY0" fmla="*/ 38962 h 165407"/>
              <a:gd name="connsiteX1" fmla="*/ 398886 w 600651"/>
              <a:gd name="connsiteY1" fmla="*/ 75298 h 165407"/>
              <a:gd name="connsiteX2" fmla="*/ 268849 w 600651"/>
              <a:gd name="connsiteY2" fmla="*/ 0 h 165407"/>
              <a:gd name="connsiteX3" fmla="*/ 118927 w 600651"/>
              <a:gd name="connsiteY3" fmla="*/ 122878 h 165407"/>
              <a:gd name="connsiteX4" fmla="*/ 66185 w 600651"/>
              <a:gd name="connsiteY4" fmla="*/ 94823 h 165407"/>
              <a:gd name="connsiteX5" fmla="*/ 0 w 600651"/>
              <a:gd name="connsiteY5" fmla="*/ 165408 h 165407"/>
              <a:gd name="connsiteX6" fmla="*/ 600652 w 600651"/>
              <a:gd name="connsiteY6" fmla="*/ 165408 h 165407"/>
              <a:gd name="connsiteX7" fmla="*/ 482061 w 600651"/>
              <a:gd name="connsiteY7" fmla="*/ 38939 h 1654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651" h="165407">
                <a:moveTo>
                  <a:pt x="482061" y="38962"/>
                </a:moveTo>
                <a:cubicBezTo>
                  <a:pt x="449653" y="38962"/>
                  <a:pt x="420297" y="52832"/>
                  <a:pt x="398886" y="75298"/>
                </a:cubicBezTo>
                <a:cubicBezTo>
                  <a:pt x="371236" y="29984"/>
                  <a:pt x="323341" y="0"/>
                  <a:pt x="268849" y="0"/>
                </a:cubicBezTo>
                <a:cubicBezTo>
                  <a:pt x="196963" y="0"/>
                  <a:pt x="136523" y="52136"/>
                  <a:pt x="118927" y="122878"/>
                </a:cubicBezTo>
                <a:cubicBezTo>
                  <a:pt x="106853" y="105865"/>
                  <a:pt x="87754" y="94823"/>
                  <a:pt x="66185" y="94823"/>
                </a:cubicBezTo>
                <a:cubicBezTo>
                  <a:pt x="29625" y="94823"/>
                  <a:pt x="0" y="126446"/>
                  <a:pt x="0" y="165408"/>
                </a:cubicBezTo>
                <a:lnTo>
                  <a:pt x="600652" y="165408"/>
                </a:lnTo>
                <a:cubicBezTo>
                  <a:pt x="600652" y="95564"/>
                  <a:pt x="547551" y="38939"/>
                  <a:pt x="482061" y="38939"/>
                </a:cubicBezTo>
                <a:close/>
              </a:path>
            </a:pathLst>
          </a:custGeom>
          <a:solidFill>
            <a:schemeClr val="accent5">
              <a:alpha val="18000"/>
            </a:schemeClr>
          </a:soli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pic>
        <p:nvPicPr>
          <p:cNvPr id="6" name="Graphic 5">
            <a:extLst>
              <a:ext uri="{FF2B5EF4-FFF2-40B4-BE49-F238E27FC236}">
                <a16:creationId xmlns:a16="http://schemas.microsoft.com/office/drawing/2014/main" id="{C9DAFB5F-D079-0D12-1A57-03B02261AA93}"/>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979191" y="2988649"/>
            <a:ext cx="3124591" cy="1207366"/>
          </a:xfrm>
          <a:prstGeom prst="rect">
            <a:avLst/>
          </a:prstGeom>
        </p:spPr>
      </p:pic>
      <p:grpSp>
        <p:nvGrpSpPr>
          <p:cNvPr id="7" name="Group 6">
            <a:extLst>
              <a:ext uri="{FF2B5EF4-FFF2-40B4-BE49-F238E27FC236}">
                <a16:creationId xmlns:a16="http://schemas.microsoft.com/office/drawing/2014/main" id="{112E8C14-E13E-8DDB-974A-C1206CB93365}"/>
              </a:ext>
            </a:extLst>
          </p:cNvPr>
          <p:cNvGrpSpPr/>
          <p:nvPr userDrawn="1"/>
        </p:nvGrpSpPr>
        <p:grpSpPr>
          <a:xfrm>
            <a:off x="8467108" y="1045130"/>
            <a:ext cx="1685206" cy="686138"/>
            <a:chOff x="437672" y="1280130"/>
            <a:chExt cx="2910783" cy="1185138"/>
          </a:xfrm>
        </p:grpSpPr>
        <p:sp>
          <p:nvSpPr>
            <p:cNvPr id="8" name="Freeform: Shape 187">
              <a:extLst>
                <a:ext uri="{FF2B5EF4-FFF2-40B4-BE49-F238E27FC236}">
                  <a16:creationId xmlns:a16="http://schemas.microsoft.com/office/drawing/2014/main" id="{8C76084E-C788-0541-4171-49BECD52252F}"/>
                </a:ext>
              </a:extLst>
            </p:cNvPr>
            <p:cNvSpPr/>
            <p:nvPr/>
          </p:nvSpPr>
          <p:spPr>
            <a:xfrm>
              <a:off x="437672" y="1280130"/>
              <a:ext cx="2720832" cy="1110872"/>
            </a:xfrm>
            <a:custGeom>
              <a:avLst/>
              <a:gdLst>
                <a:gd name="connsiteX0" fmla="*/ 749249 w 907209"/>
                <a:gd name="connsiteY0" fmla="*/ 212440 h 370400"/>
                <a:gd name="connsiteX1" fmla="*/ 700014 w 907209"/>
                <a:gd name="connsiteY1" fmla="*/ 220306 h 370400"/>
                <a:gd name="connsiteX2" fmla="*/ 454537 w 907209"/>
                <a:gd name="connsiteY2" fmla="*/ 0 h 370400"/>
                <a:gd name="connsiteX3" fmla="*/ 213896 w 907209"/>
                <a:gd name="connsiteY3" fmla="*/ 191405 h 370400"/>
                <a:gd name="connsiteX4" fmla="*/ 178995 w 907209"/>
                <a:gd name="connsiteY4" fmla="*/ 191405 h 370400"/>
                <a:gd name="connsiteX5" fmla="*/ 0 w 907209"/>
                <a:gd name="connsiteY5" fmla="*/ 370400 h 370400"/>
                <a:gd name="connsiteX6" fmla="*/ 907209 w 907209"/>
                <a:gd name="connsiteY6" fmla="*/ 370400 h 370400"/>
                <a:gd name="connsiteX7" fmla="*/ 749249 w 907209"/>
                <a:gd name="connsiteY7" fmla="*/ 212440 h 370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07209" h="370400">
                  <a:moveTo>
                    <a:pt x="749249" y="212440"/>
                  </a:moveTo>
                  <a:cubicBezTo>
                    <a:pt x="732060" y="212440"/>
                    <a:pt x="715512" y="215236"/>
                    <a:pt x="700014" y="220306"/>
                  </a:cubicBezTo>
                  <a:cubicBezTo>
                    <a:pt x="686729" y="96489"/>
                    <a:pt x="581907" y="0"/>
                    <a:pt x="454537" y="0"/>
                  </a:cubicBezTo>
                  <a:cubicBezTo>
                    <a:pt x="337246" y="0"/>
                    <a:pt x="239126" y="81806"/>
                    <a:pt x="213896" y="191405"/>
                  </a:cubicBezTo>
                  <a:lnTo>
                    <a:pt x="178995" y="191405"/>
                  </a:lnTo>
                  <a:cubicBezTo>
                    <a:pt x="80116" y="191405"/>
                    <a:pt x="0" y="271522"/>
                    <a:pt x="0" y="370400"/>
                  </a:cubicBezTo>
                  <a:lnTo>
                    <a:pt x="907209" y="370400"/>
                  </a:lnTo>
                  <a:cubicBezTo>
                    <a:pt x="907209" y="283175"/>
                    <a:pt x="836474" y="212440"/>
                    <a:pt x="749249" y="212440"/>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9" name="Freeform: Shape 188">
              <a:extLst>
                <a:ext uri="{FF2B5EF4-FFF2-40B4-BE49-F238E27FC236}">
                  <a16:creationId xmlns:a16="http://schemas.microsoft.com/office/drawing/2014/main" id="{98E8A708-0D42-A8DA-8AE7-3B300A42D78D}"/>
                </a:ext>
              </a:extLst>
            </p:cNvPr>
            <p:cNvSpPr/>
            <p:nvPr/>
          </p:nvSpPr>
          <p:spPr>
            <a:xfrm>
              <a:off x="1651302" y="1789783"/>
              <a:ext cx="1697153" cy="675485"/>
            </a:xfrm>
            <a:custGeom>
              <a:avLst/>
              <a:gdLst>
                <a:gd name="connsiteX0" fmla="*/ 154872 w 565884"/>
                <a:gd name="connsiteY0" fmla="*/ 70357 h 225229"/>
                <a:gd name="connsiteX1" fmla="*/ 0 w 565884"/>
                <a:gd name="connsiteY1" fmla="*/ 225229 h 225229"/>
                <a:gd name="connsiteX2" fmla="*/ 565884 w 565884"/>
                <a:gd name="connsiteY2" fmla="*/ 225229 h 225229"/>
                <a:gd name="connsiteX3" fmla="*/ 496023 w 565884"/>
                <a:gd name="connsiteY3" fmla="*/ 70357 h 225229"/>
                <a:gd name="connsiteX4" fmla="*/ 496023 w 565884"/>
                <a:gd name="connsiteY4" fmla="*/ 70357 h 225229"/>
                <a:gd name="connsiteX5" fmla="*/ 154872 w 565884"/>
                <a:gd name="connsiteY5" fmla="*/ 70357 h 225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5884" h="225229">
                  <a:moveTo>
                    <a:pt x="154872" y="70357"/>
                  </a:moveTo>
                  <a:lnTo>
                    <a:pt x="0" y="225229"/>
                  </a:lnTo>
                  <a:lnTo>
                    <a:pt x="565884" y="225229"/>
                  </a:lnTo>
                  <a:cubicBezTo>
                    <a:pt x="562272" y="168711"/>
                    <a:pt x="538965" y="113299"/>
                    <a:pt x="496023" y="70357"/>
                  </a:cubicBezTo>
                  <a:lnTo>
                    <a:pt x="496023" y="70357"/>
                  </a:lnTo>
                  <a:cubicBezTo>
                    <a:pt x="402213" y="-23452"/>
                    <a:pt x="248681" y="-23452"/>
                    <a:pt x="154872" y="70357"/>
                  </a:cubicBezTo>
                  <a:close/>
                </a:path>
              </a:pathLst>
            </a:custGeom>
            <a:gradFill>
              <a:gsLst>
                <a:gs pos="29000">
                  <a:srgbClr val="FFFFFF"/>
                </a:gs>
                <a:gs pos="48000">
                  <a:srgbClr val="F8FBFE"/>
                </a:gs>
                <a:gs pos="73000">
                  <a:srgbClr val="E7F3FB"/>
                </a:gs>
                <a:gs pos="100000">
                  <a:srgbClr val="CEE6F7"/>
                </a:gs>
              </a:gsLst>
              <a:lin ang="2700000" scaled="1"/>
            </a:gra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10" name="Graphic 133">
            <a:extLst>
              <a:ext uri="{FF2B5EF4-FFF2-40B4-BE49-F238E27FC236}">
                <a16:creationId xmlns:a16="http://schemas.microsoft.com/office/drawing/2014/main" id="{FB3DD8E2-0BCC-6714-E82C-B029271CB351}"/>
              </a:ext>
            </a:extLst>
          </p:cNvPr>
          <p:cNvGrpSpPr/>
          <p:nvPr userDrawn="1"/>
        </p:nvGrpSpPr>
        <p:grpSpPr>
          <a:xfrm>
            <a:off x="7658058" y="759261"/>
            <a:ext cx="747561" cy="1467873"/>
            <a:chOff x="7819347" y="302010"/>
            <a:chExt cx="1311783" cy="2575750"/>
          </a:xfrm>
          <a:noFill/>
        </p:grpSpPr>
        <p:sp>
          <p:nvSpPr>
            <p:cNvPr id="11" name="Freeform: Shape 232">
              <a:extLst>
                <a:ext uri="{FF2B5EF4-FFF2-40B4-BE49-F238E27FC236}">
                  <a16:creationId xmlns:a16="http://schemas.microsoft.com/office/drawing/2014/main" id="{C2577F02-047D-0975-B302-56A78525778A}"/>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2" name="Freeform: Shape 233">
              <a:extLst>
                <a:ext uri="{FF2B5EF4-FFF2-40B4-BE49-F238E27FC236}">
                  <a16:creationId xmlns:a16="http://schemas.microsoft.com/office/drawing/2014/main" id="{EDE0F961-9F58-9C23-96A4-E34614F246AB}"/>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 name="Freeform: Shape 234">
              <a:extLst>
                <a:ext uri="{FF2B5EF4-FFF2-40B4-BE49-F238E27FC236}">
                  <a16:creationId xmlns:a16="http://schemas.microsoft.com/office/drawing/2014/main" id="{B6430474-CA1A-BB5E-209C-CAD73B4295D9}"/>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4" name="Freeform: Shape 235">
              <a:extLst>
                <a:ext uri="{FF2B5EF4-FFF2-40B4-BE49-F238E27FC236}">
                  <a16:creationId xmlns:a16="http://schemas.microsoft.com/office/drawing/2014/main" id="{0A9E379F-4B31-3B2E-8A81-46096DF0F0CC}"/>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5" name="Freeform: Shape 236">
              <a:extLst>
                <a:ext uri="{FF2B5EF4-FFF2-40B4-BE49-F238E27FC236}">
                  <a16:creationId xmlns:a16="http://schemas.microsoft.com/office/drawing/2014/main" id="{EDE9FD9F-999F-0A4A-7B11-FFFEFDAB16FD}"/>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16" name="Freeform: Shape 265">
            <a:extLst>
              <a:ext uri="{FF2B5EF4-FFF2-40B4-BE49-F238E27FC236}">
                <a16:creationId xmlns:a16="http://schemas.microsoft.com/office/drawing/2014/main" id="{BFFFFBE8-2A79-29C1-7C5F-AD54B3445A55}"/>
              </a:ext>
            </a:extLst>
          </p:cNvPr>
          <p:cNvSpPr/>
          <p:nvPr userDrawn="1"/>
        </p:nvSpPr>
        <p:spPr>
          <a:xfrm>
            <a:off x="10295515" y="4002501"/>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7" name="Freeform: Shape 269">
            <a:extLst>
              <a:ext uri="{FF2B5EF4-FFF2-40B4-BE49-F238E27FC236}">
                <a16:creationId xmlns:a16="http://schemas.microsoft.com/office/drawing/2014/main" id="{7334EB20-8D55-719E-4645-08AA4B56CCFD}"/>
              </a:ext>
            </a:extLst>
          </p:cNvPr>
          <p:cNvSpPr/>
          <p:nvPr userDrawn="1"/>
        </p:nvSpPr>
        <p:spPr>
          <a:xfrm>
            <a:off x="6195382" y="4307691"/>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8" name="Freeform: Shape 285">
            <a:extLst>
              <a:ext uri="{FF2B5EF4-FFF2-40B4-BE49-F238E27FC236}">
                <a16:creationId xmlns:a16="http://schemas.microsoft.com/office/drawing/2014/main" id="{D547FC94-84E4-3086-8AAB-1FE3154A1BF4}"/>
              </a:ext>
            </a:extLst>
          </p:cNvPr>
          <p:cNvSpPr/>
          <p:nvPr userDrawn="1"/>
        </p:nvSpPr>
        <p:spPr>
          <a:xfrm>
            <a:off x="8709950" y="5303803"/>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9" name="Freeform: Shape 286">
            <a:extLst>
              <a:ext uri="{FF2B5EF4-FFF2-40B4-BE49-F238E27FC236}">
                <a16:creationId xmlns:a16="http://schemas.microsoft.com/office/drawing/2014/main" id="{F979284F-5A03-14A2-13EB-9A248232DAC6}"/>
              </a:ext>
            </a:extLst>
          </p:cNvPr>
          <p:cNvSpPr/>
          <p:nvPr userDrawn="1"/>
        </p:nvSpPr>
        <p:spPr>
          <a:xfrm>
            <a:off x="9116688" y="501008"/>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20" name="Graphic 133">
            <a:extLst>
              <a:ext uri="{FF2B5EF4-FFF2-40B4-BE49-F238E27FC236}">
                <a16:creationId xmlns:a16="http://schemas.microsoft.com/office/drawing/2014/main" id="{FE336CA2-3D98-870D-70F9-622EA63E0E7D}"/>
              </a:ext>
            </a:extLst>
          </p:cNvPr>
          <p:cNvGrpSpPr/>
          <p:nvPr userDrawn="1"/>
        </p:nvGrpSpPr>
        <p:grpSpPr>
          <a:xfrm rot="15300000">
            <a:off x="5392445" y="1828091"/>
            <a:ext cx="1311783" cy="2575750"/>
            <a:chOff x="7819347" y="302010"/>
            <a:chExt cx="1311783" cy="2575750"/>
          </a:xfrm>
          <a:noFill/>
        </p:grpSpPr>
        <p:sp>
          <p:nvSpPr>
            <p:cNvPr id="21" name="Freeform: Shape 288">
              <a:extLst>
                <a:ext uri="{FF2B5EF4-FFF2-40B4-BE49-F238E27FC236}">
                  <a16:creationId xmlns:a16="http://schemas.microsoft.com/office/drawing/2014/main" id="{D917E33A-9066-C254-C5AC-926BD37B8684}"/>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2" name="Freeform: Shape 289">
              <a:extLst>
                <a:ext uri="{FF2B5EF4-FFF2-40B4-BE49-F238E27FC236}">
                  <a16:creationId xmlns:a16="http://schemas.microsoft.com/office/drawing/2014/main" id="{E026DA6A-6474-3AB6-434B-83A3DAE60764}"/>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3" name="Freeform: Shape 290">
              <a:extLst>
                <a:ext uri="{FF2B5EF4-FFF2-40B4-BE49-F238E27FC236}">
                  <a16:creationId xmlns:a16="http://schemas.microsoft.com/office/drawing/2014/main" id="{04DE64F1-F0B1-EC8C-1E3E-F2F2053278BE}"/>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4" name="Freeform: Shape 291">
              <a:extLst>
                <a:ext uri="{FF2B5EF4-FFF2-40B4-BE49-F238E27FC236}">
                  <a16:creationId xmlns:a16="http://schemas.microsoft.com/office/drawing/2014/main" id="{E3F395B2-A6F6-9642-A9B3-0907549B7EED}"/>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5" name="Freeform: Shape 292">
              <a:extLst>
                <a:ext uri="{FF2B5EF4-FFF2-40B4-BE49-F238E27FC236}">
                  <a16:creationId xmlns:a16="http://schemas.microsoft.com/office/drawing/2014/main" id="{64432B98-9ECF-C74B-6250-0AF86BF6ED8C}"/>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26" name="Oval 25">
            <a:extLst>
              <a:ext uri="{FF2B5EF4-FFF2-40B4-BE49-F238E27FC236}">
                <a16:creationId xmlns:a16="http://schemas.microsoft.com/office/drawing/2014/main" id="{0F585DDC-7D94-0B19-9D98-23DBB6B83975}"/>
              </a:ext>
            </a:extLst>
          </p:cNvPr>
          <p:cNvSpPr/>
          <p:nvPr userDrawn="1"/>
        </p:nvSpPr>
        <p:spPr>
          <a:xfrm flipV="1">
            <a:off x="6354876" y="1852997"/>
            <a:ext cx="3152006" cy="3152006"/>
          </a:xfrm>
          <a:prstGeom prst="ellipse">
            <a:avLst/>
          </a:prstGeom>
          <a:solidFill>
            <a:schemeClr val="bg1"/>
          </a:solidFill>
          <a:ln w="508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27" name="Freeform: Shape 298">
            <a:extLst>
              <a:ext uri="{FF2B5EF4-FFF2-40B4-BE49-F238E27FC236}">
                <a16:creationId xmlns:a16="http://schemas.microsoft.com/office/drawing/2014/main" id="{A3F6C062-6099-E639-9F9C-45ACE06D07DA}"/>
              </a:ext>
            </a:extLst>
          </p:cNvPr>
          <p:cNvSpPr/>
          <p:nvPr userDrawn="1"/>
        </p:nvSpPr>
        <p:spPr>
          <a:xfrm>
            <a:off x="5406003" y="4429286"/>
            <a:ext cx="2921280" cy="1192670"/>
          </a:xfrm>
          <a:custGeom>
            <a:avLst/>
            <a:gdLst>
              <a:gd name="connsiteX0" fmla="*/ 2797989 w 3387980"/>
              <a:gd name="connsiteY0" fmla="*/ 793219 h 1383210"/>
              <a:gd name="connsiteX1" fmla="*/ 2614092 w 3387980"/>
              <a:gd name="connsiteY1" fmla="*/ 822614 h 1383210"/>
              <a:gd name="connsiteX2" fmla="*/ 1697357 w 3387980"/>
              <a:gd name="connsiteY2" fmla="*/ 0 h 1383210"/>
              <a:gd name="connsiteX3" fmla="*/ 798795 w 3387980"/>
              <a:gd name="connsiteY3" fmla="*/ 714810 h 1383210"/>
              <a:gd name="connsiteX4" fmla="*/ 668546 w 3387980"/>
              <a:gd name="connsiteY4" fmla="*/ 714665 h 1383210"/>
              <a:gd name="connsiteX5" fmla="*/ 0 w 3387980"/>
              <a:gd name="connsiteY5" fmla="*/ 1383211 h 1383210"/>
              <a:gd name="connsiteX6" fmla="*/ 3387981 w 3387980"/>
              <a:gd name="connsiteY6" fmla="*/ 1383211 h 1383210"/>
              <a:gd name="connsiteX7" fmla="*/ 2797989 w 3387980"/>
              <a:gd name="connsiteY7" fmla="*/ 793219 h 1383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387980" h="1383210">
                <a:moveTo>
                  <a:pt x="2797989" y="793219"/>
                </a:moveTo>
                <a:cubicBezTo>
                  <a:pt x="2733770" y="793219"/>
                  <a:pt x="2671940" y="803573"/>
                  <a:pt x="2614092" y="822614"/>
                </a:cubicBezTo>
                <a:cubicBezTo>
                  <a:pt x="2564425" y="360192"/>
                  <a:pt x="2172956" y="0"/>
                  <a:pt x="1697357" y="0"/>
                </a:cubicBezTo>
                <a:cubicBezTo>
                  <a:pt x="1259406" y="0"/>
                  <a:pt x="892915" y="305385"/>
                  <a:pt x="798795" y="714810"/>
                </a:cubicBezTo>
                <a:lnTo>
                  <a:pt x="668546" y="714665"/>
                </a:lnTo>
                <a:cubicBezTo>
                  <a:pt x="299304" y="714737"/>
                  <a:pt x="0" y="1014041"/>
                  <a:pt x="0" y="1383211"/>
                </a:cubicBezTo>
                <a:lnTo>
                  <a:pt x="3387981" y="1383211"/>
                </a:lnTo>
                <a:cubicBezTo>
                  <a:pt x="3387981" y="1057336"/>
                  <a:pt x="3123864" y="793219"/>
                  <a:pt x="2797989" y="793219"/>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pic>
        <p:nvPicPr>
          <p:cNvPr id="29" name="Graphic 28">
            <a:extLst>
              <a:ext uri="{FF2B5EF4-FFF2-40B4-BE49-F238E27FC236}">
                <a16:creationId xmlns:a16="http://schemas.microsoft.com/office/drawing/2014/main" id="{3269DD7D-A762-90F0-BAAE-246E4B1956B5}"/>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025699" y="4707812"/>
            <a:ext cx="2490461" cy="837840"/>
          </a:xfrm>
          <a:prstGeom prst="rect">
            <a:avLst/>
          </a:prstGeom>
        </p:spPr>
      </p:pic>
      <p:pic>
        <p:nvPicPr>
          <p:cNvPr id="30" name="Picture Placeholder 185" descr="API&#10;">
            <a:extLst>
              <a:ext uri="{FF2B5EF4-FFF2-40B4-BE49-F238E27FC236}">
                <a16:creationId xmlns:a16="http://schemas.microsoft.com/office/drawing/2014/main" id="{39AC5AB5-7948-EE48-F9A0-DEFA0E73C607}"/>
              </a:ext>
            </a:extLst>
          </p:cNvPr>
          <p:cNvPicPr>
            <a:picLocks noChangeAspect="1"/>
          </p:cNvPicPr>
          <p:nvPr userDrawn="1"/>
        </p:nvPicPr>
        <p:blipFill>
          <a:blip r:embed="rId6">
            <a:extLst>
              <a:ext uri="{96DAC541-7B7A-43D3-8B79-37D633B846F1}">
                <asvg:svgBlip xmlns:asvg="http://schemas.microsoft.com/office/drawing/2016/SVG/main" r:embed="rId7"/>
              </a:ext>
            </a:extLst>
          </a:blip>
          <a:srcRect/>
          <a:stretch>
            <a:fillRect/>
          </a:stretch>
        </p:blipFill>
        <p:spPr>
          <a:xfrm>
            <a:off x="6917782" y="2438205"/>
            <a:ext cx="2011680" cy="2011680"/>
          </a:xfrm>
          <a:prstGeom prst="rect">
            <a:avLst/>
          </a:prstGeom>
        </p:spPr>
      </p:pic>
      <p:sp>
        <p:nvSpPr>
          <p:cNvPr id="31" name="Freeform: Shape 265">
            <a:extLst>
              <a:ext uri="{FF2B5EF4-FFF2-40B4-BE49-F238E27FC236}">
                <a16:creationId xmlns:a16="http://schemas.microsoft.com/office/drawing/2014/main" id="{40AE0C90-3611-90B9-945F-CD5690F37797}"/>
              </a:ext>
            </a:extLst>
          </p:cNvPr>
          <p:cNvSpPr/>
          <p:nvPr userDrawn="1"/>
        </p:nvSpPr>
        <p:spPr>
          <a:xfrm>
            <a:off x="11185175" y="2792968"/>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32" name="Group 31">
            <a:extLst>
              <a:ext uri="{FF2B5EF4-FFF2-40B4-BE49-F238E27FC236}">
                <a16:creationId xmlns:a16="http://schemas.microsoft.com/office/drawing/2014/main" id="{7896B294-4741-B5DC-2EF0-8E83E0D9D5F3}"/>
              </a:ext>
            </a:extLst>
          </p:cNvPr>
          <p:cNvGrpSpPr/>
          <p:nvPr userDrawn="1"/>
        </p:nvGrpSpPr>
        <p:grpSpPr>
          <a:xfrm>
            <a:off x="9801434" y="1855519"/>
            <a:ext cx="2078815" cy="773140"/>
            <a:chOff x="9469303" y="1724685"/>
            <a:chExt cx="2078815" cy="773140"/>
          </a:xfrm>
        </p:grpSpPr>
        <p:grpSp>
          <p:nvGrpSpPr>
            <p:cNvPr id="33" name="Graphic 6">
              <a:extLst>
                <a:ext uri="{FF2B5EF4-FFF2-40B4-BE49-F238E27FC236}">
                  <a16:creationId xmlns:a16="http://schemas.microsoft.com/office/drawing/2014/main" id="{9AAFCDE0-37FF-86EC-D9BC-9DA31372AA81}"/>
                </a:ext>
              </a:extLst>
            </p:cNvPr>
            <p:cNvGrpSpPr/>
            <p:nvPr/>
          </p:nvGrpSpPr>
          <p:grpSpPr>
            <a:xfrm>
              <a:off x="10935407" y="1804642"/>
              <a:ext cx="612711" cy="613079"/>
              <a:chOff x="10935407" y="1804642"/>
              <a:chExt cx="612711" cy="613079"/>
            </a:xfrm>
            <a:noFill/>
          </p:grpSpPr>
          <p:sp>
            <p:nvSpPr>
              <p:cNvPr id="48" name="Freeform: Shape 10">
                <a:extLst>
                  <a:ext uri="{FF2B5EF4-FFF2-40B4-BE49-F238E27FC236}">
                    <a16:creationId xmlns:a16="http://schemas.microsoft.com/office/drawing/2014/main" id="{4E4B1818-8929-589D-DD23-0B1DB0B0E373}"/>
                  </a:ext>
                </a:extLst>
              </p:cNvPr>
              <p:cNvSpPr/>
              <p:nvPr/>
            </p:nvSpPr>
            <p:spPr>
              <a:xfrm>
                <a:off x="10935407" y="1804642"/>
                <a:ext cx="612711" cy="613079"/>
              </a:xfrm>
              <a:custGeom>
                <a:avLst/>
                <a:gdLst>
                  <a:gd name="connsiteX0" fmla="*/ 257027 w 612711"/>
                  <a:gd name="connsiteY0" fmla="*/ 613079 h 613079"/>
                  <a:gd name="connsiteX1" fmla="*/ 352666 w 612711"/>
                  <a:gd name="connsiteY1" fmla="*/ 612564 h 613079"/>
                  <a:gd name="connsiteX2" fmla="*/ 362605 w 612711"/>
                  <a:gd name="connsiteY2" fmla="*/ 579580 h 613079"/>
                  <a:gd name="connsiteX3" fmla="*/ 371661 w 612711"/>
                  <a:gd name="connsiteY3" fmla="*/ 551528 h 613079"/>
                  <a:gd name="connsiteX4" fmla="*/ 376668 w 612711"/>
                  <a:gd name="connsiteY4" fmla="*/ 547626 h 613079"/>
                  <a:gd name="connsiteX5" fmla="*/ 427985 w 612711"/>
                  <a:gd name="connsiteY5" fmla="*/ 527306 h 613079"/>
                  <a:gd name="connsiteX6" fmla="*/ 435642 w 612711"/>
                  <a:gd name="connsiteY6" fmla="*/ 527600 h 613079"/>
                  <a:gd name="connsiteX7" fmla="*/ 487621 w 612711"/>
                  <a:gd name="connsiteY7" fmla="*/ 557197 h 613079"/>
                  <a:gd name="connsiteX8" fmla="*/ 488210 w 612711"/>
                  <a:gd name="connsiteY8" fmla="*/ 557492 h 613079"/>
                  <a:gd name="connsiteX9" fmla="*/ 488652 w 612711"/>
                  <a:gd name="connsiteY9" fmla="*/ 557050 h 613079"/>
                  <a:gd name="connsiteX10" fmla="*/ 556461 w 612711"/>
                  <a:gd name="connsiteY10" fmla="*/ 486591 h 613079"/>
                  <a:gd name="connsiteX11" fmla="*/ 556829 w 612711"/>
                  <a:gd name="connsiteY11" fmla="*/ 486002 h 613079"/>
                  <a:gd name="connsiteX12" fmla="*/ 556388 w 612711"/>
                  <a:gd name="connsiteY12" fmla="*/ 485486 h 613079"/>
                  <a:gd name="connsiteX13" fmla="*/ 539748 w 612711"/>
                  <a:gd name="connsiteY13" fmla="*/ 459570 h 613079"/>
                  <a:gd name="connsiteX14" fmla="*/ 526864 w 612711"/>
                  <a:gd name="connsiteY14" fmla="*/ 437188 h 613079"/>
                  <a:gd name="connsiteX15" fmla="*/ 527232 w 612711"/>
                  <a:gd name="connsiteY15" fmla="*/ 429236 h 613079"/>
                  <a:gd name="connsiteX16" fmla="*/ 539822 w 612711"/>
                  <a:gd name="connsiteY16" fmla="*/ 403320 h 613079"/>
                  <a:gd name="connsiteX17" fmla="*/ 551381 w 612711"/>
                  <a:gd name="connsiteY17" fmla="*/ 375563 h 613079"/>
                  <a:gd name="connsiteX18" fmla="*/ 556682 w 612711"/>
                  <a:gd name="connsiteY18" fmla="*/ 371661 h 613079"/>
                  <a:gd name="connsiteX19" fmla="*/ 582893 w 612711"/>
                  <a:gd name="connsiteY19" fmla="*/ 365403 h 613079"/>
                  <a:gd name="connsiteX20" fmla="*/ 611975 w 612711"/>
                  <a:gd name="connsiteY20" fmla="*/ 357304 h 613079"/>
                  <a:gd name="connsiteX21" fmla="*/ 612711 w 612711"/>
                  <a:gd name="connsiteY21" fmla="*/ 357157 h 613079"/>
                  <a:gd name="connsiteX22" fmla="*/ 611975 w 612711"/>
                  <a:gd name="connsiteY22" fmla="*/ 258793 h 613079"/>
                  <a:gd name="connsiteX23" fmla="*/ 581715 w 612711"/>
                  <a:gd name="connsiteY23" fmla="*/ 250768 h 613079"/>
                  <a:gd name="connsiteX24" fmla="*/ 554105 w 612711"/>
                  <a:gd name="connsiteY24" fmla="*/ 244363 h 613079"/>
                  <a:gd name="connsiteX25" fmla="*/ 548289 w 612711"/>
                  <a:gd name="connsiteY25" fmla="*/ 239724 h 613079"/>
                  <a:gd name="connsiteX26" fmla="*/ 528410 w 612711"/>
                  <a:gd name="connsiteY26" fmla="*/ 183990 h 613079"/>
                  <a:gd name="connsiteX27" fmla="*/ 529220 w 612711"/>
                  <a:gd name="connsiteY27" fmla="*/ 177585 h 613079"/>
                  <a:gd name="connsiteX28" fmla="*/ 559554 w 612711"/>
                  <a:gd name="connsiteY28" fmla="*/ 125016 h 613079"/>
                  <a:gd name="connsiteX29" fmla="*/ 559922 w 612711"/>
                  <a:gd name="connsiteY29" fmla="*/ 124353 h 613079"/>
                  <a:gd name="connsiteX30" fmla="*/ 559333 w 612711"/>
                  <a:gd name="connsiteY30" fmla="*/ 123838 h 613079"/>
                  <a:gd name="connsiteX31" fmla="*/ 524876 w 612711"/>
                  <a:gd name="connsiteY31" fmla="*/ 90854 h 613079"/>
                  <a:gd name="connsiteX32" fmla="*/ 488579 w 612711"/>
                  <a:gd name="connsiteY32" fmla="*/ 58974 h 613079"/>
                  <a:gd name="connsiteX33" fmla="*/ 488137 w 612711"/>
                  <a:gd name="connsiteY33" fmla="*/ 58753 h 613079"/>
                  <a:gd name="connsiteX34" fmla="*/ 487695 w 612711"/>
                  <a:gd name="connsiteY34" fmla="*/ 58974 h 613079"/>
                  <a:gd name="connsiteX35" fmla="*/ 460012 w 612711"/>
                  <a:gd name="connsiteY35" fmla="*/ 74509 h 613079"/>
                  <a:gd name="connsiteX36" fmla="*/ 435863 w 612711"/>
                  <a:gd name="connsiteY36" fmla="*/ 87025 h 613079"/>
                  <a:gd name="connsiteX37" fmla="*/ 429384 w 612711"/>
                  <a:gd name="connsiteY37" fmla="*/ 86215 h 613079"/>
                  <a:gd name="connsiteX38" fmla="*/ 403688 w 612711"/>
                  <a:gd name="connsiteY38" fmla="*/ 73846 h 613079"/>
                  <a:gd name="connsiteX39" fmla="*/ 377110 w 612711"/>
                  <a:gd name="connsiteY39" fmla="*/ 63539 h 613079"/>
                  <a:gd name="connsiteX40" fmla="*/ 372839 w 612711"/>
                  <a:gd name="connsiteY40" fmla="*/ 58606 h 613079"/>
                  <a:gd name="connsiteX41" fmla="*/ 355832 w 612711"/>
                  <a:gd name="connsiteY41" fmla="*/ 589 h 613079"/>
                  <a:gd name="connsiteX42" fmla="*/ 355611 w 612711"/>
                  <a:gd name="connsiteY42" fmla="*/ 0 h 613079"/>
                  <a:gd name="connsiteX43" fmla="*/ 259898 w 612711"/>
                  <a:gd name="connsiteY43" fmla="*/ 663 h 613079"/>
                  <a:gd name="connsiteX44" fmla="*/ 250915 w 612711"/>
                  <a:gd name="connsiteY44" fmla="*/ 32616 h 613079"/>
                  <a:gd name="connsiteX45" fmla="*/ 243332 w 612711"/>
                  <a:gd name="connsiteY45" fmla="*/ 60520 h 613079"/>
                  <a:gd name="connsiteX46" fmla="*/ 238178 w 612711"/>
                  <a:gd name="connsiteY46" fmla="*/ 65600 h 613079"/>
                  <a:gd name="connsiteX47" fmla="*/ 185168 w 612711"/>
                  <a:gd name="connsiteY47" fmla="*/ 86363 h 613079"/>
                  <a:gd name="connsiteX48" fmla="*/ 178026 w 612711"/>
                  <a:gd name="connsiteY48" fmla="*/ 85626 h 613079"/>
                  <a:gd name="connsiteX49" fmla="*/ 125531 w 612711"/>
                  <a:gd name="connsiteY49" fmla="*/ 55882 h 613079"/>
                  <a:gd name="connsiteX50" fmla="*/ 124942 w 612711"/>
                  <a:gd name="connsiteY50" fmla="*/ 55587 h 613079"/>
                  <a:gd name="connsiteX51" fmla="*/ 124501 w 612711"/>
                  <a:gd name="connsiteY51" fmla="*/ 56029 h 613079"/>
                  <a:gd name="connsiteX52" fmla="*/ 56323 w 612711"/>
                  <a:gd name="connsiteY52" fmla="*/ 126489 h 613079"/>
                  <a:gd name="connsiteX53" fmla="*/ 55882 w 612711"/>
                  <a:gd name="connsiteY53" fmla="*/ 127078 h 613079"/>
                  <a:gd name="connsiteX54" fmla="*/ 56397 w 612711"/>
                  <a:gd name="connsiteY54" fmla="*/ 127667 h 613079"/>
                  <a:gd name="connsiteX55" fmla="*/ 86510 w 612711"/>
                  <a:gd name="connsiteY55" fmla="*/ 176407 h 613079"/>
                  <a:gd name="connsiteX56" fmla="*/ 86289 w 612711"/>
                  <a:gd name="connsiteY56" fmla="*/ 183696 h 613079"/>
                  <a:gd name="connsiteX57" fmla="*/ 73331 w 612711"/>
                  <a:gd name="connsiteY57" fmla="*/ 210201 h 613079"/>
                  <a:gd name="connsiteX58" fmla="*/ 61256 w 612711"/>
                  <a:gd name="connsiteY58" fmla="*/ 237442 h 613079"/>
                  <a:gd name="connsiteX59" fmla="*/ 55882 w 612711"/>
                  <a:gd name="connsiteY59" fmla="*/ 241418 h 613079"/>
                  <a:gd name="connsiteX60" fmla="*/ 29818 w 612711"/>
                  <a:gd name="connsiteY60" fmla="*/ 247676 h 613079"/>
                  <a:gd name="connsiteX61" fmla="*/ 736 w 612711"/>
                  <a:gd name="connsiteY61" fmla="*/ 255775 h 613079"/>
                  <a:gd name="connsiteX62" fmla="*/ 0 w 612711"/>
                  <a:gd name="connsiteY62" fmla="*/ 255922 h 613079"/>
                  <a:gd name="connsiteX63" fmla="*/ 736 w 612711"/>
                  <a:gd name="connsiteY63" fmla="*/ 354286 h 613079"/>
                  <a:gd name="connsiteX64" fmla="*/ 31217 w 612711"/>
                  <a:gd name="connsiteY64" fmla="*/ 362384 h 613079"/>
                  <a:gd name="connsiteX65" fmla="*/ 57133 w 612711"/>
                  <a:gd name="connsiteY65" fmla="*/ 368348 h 613079"/>
                  <a:gd name="connsiteX66" fmla="*/ 63097 w 612711"/>
                  <a:gd name="connsiteY66" fmla="*/ 374017 h 613079"/>
                  <a:gd name="connsiteX67" fmla="*/ 72521 w 612711"/>
                  <a:gd name="connsiteY67" fmla="*/ 402363 h 613079"/>
                  <a:gd name="connsiteX68" fmla="*/ 84301 w 612711"/>
                  <a:gd name="connsiteY68" fmla="*/ 429089 h 613079"/>
                  <a:gd name="connsiteX69" fmla="*/ 83859 w 612711"/>
                  <a:gd name="connsiteY69" fmla="*/ 435495 h 613079"/>
                  <a:gd name="connsiteX70" fmla="*/ 56176 w 612711"/>
                  <a:gd name="connsiteY70" fmla="*/ 488137 h 613079"/>
                  <a:gd name="connsiteX71" fmla="*/ 56029 w 612711"/>
                  <a:gd name="connsiteY71" fmla="*/ 488652 h 613079"/>
                  <a:gd name="connsiteX72" fmla="*/ 56397 w 612711"/>
                  <a:gd name="connsiteY72" fmla="*/ 489020 h 613079"/>
                  <a:gd name="connsiteX73" fmla="*/ 124648 w 612711"/>
                  <a:gd name="connsiteY73" fmla="*/ 553958 h 613079"/>
                  <a:gd name="connsiteX74" fmla="*/ 125090 w 612711"/>
                  <a:gd name="connsiteY74" fmla="*/ 554252 h 613079"/>
                  <a:gd name="connsiteX75" fmla="*/ 125531 w 612711"/>
                  <a:gd name="connsiteY75" fmla="*/ 554032 h 613079"/>
                  <a:gd name="connsiteX76" fmla="*/ 152625 w 612711"/>
                  <a:gd name="connsiteY76" fmla="*/ 538644 h 613079"/>
                  <a:gd name="connsiteX77" fmla="*/ 178174 w 612711"/>
                  <a:gd name="connsiteY77" fmla="*/ 525833 h 613079"/>
                  <a:gd name="connsiteX78" fmla="*/ 183843 w 612711"/>
                  <a:gd name="connsiteY78" fmla="*/ 526127 h 613079"/>
                  <a:gd name="connsiteX79" fmla="*/ 236338 w 612711"/>
                  <a:gd name="connsiteY79" fmla="*/ 549614 h 613079"/>
                  <a:gd name="connsiteX80" fmla="*/ 240313 w 612711"/>
                  <a:gd name="connsiteY80" fmla="*/ 554032 h 613079"/>
                  <a:gd name="connsiteX81" fmla="*/ 247602 w 612711"/>
                  <a:gd name="connsiteY81" fmla="*/ 581494 h 613079"/>
                  <a:gd name="connsiteX82" fmla="*/ 257100 w 612711"/>
                  <a:gd name="connsiteY82" fmla="*/ 612417 h 613079"/>
                  <a:gd name="connsiteX83" fmla="*/ 257395 w 612711"/>
                  <a:gd name="connsiteY83" fmla="*/ 612932 h 613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Lst>
                <a:rect l="l" t="t" r="r" b="b"/>
                <a:pathLst>
                  <a:path w="612711" h="613079">
                    <a:moveTo>
                      <a:pt x="257027" y="613079"/>
                    </a:moveTo>
                    <a:lnTo>
                      <a:pt x="352666" y="612564"/>
                    </a:lnTo>
                    <a:cubicBezTo>
                      <a:pt x="355537" y="606821"/>
                      <a:pt x="358850" y="595704"/>
                      <a:pt x="362605" y="579580"/>
                    </a:cubicBezTo>
                    <a:cubicBezTo>
                      <a:pt x="365403" y="567431"/>
                      <a:pt x="368422" y="558007"/>
                      <a:pt x="371661" y="551528"/>
                    </a:cubicBezTo>
                    <a:cubicBezTo>
                      <a:pt x="372618" y="549540"/>
                      <a:pt x="374533" y="548068"/>
                      <a:pt x="376668" y="547626"/>
                    </a:cubicBezTo>
                    <a:cubicBezTo>
                      <a:pt x="392792" y="544166"/>
                      <a:pt x="410094" y="537319"/>
                      <a:pt x="427985" y="527306"/>
                    </a:cubicBezTo>
                    <a:cubicBezTo>
                      <a:pt x="430414" y="525980"/>
                      <a:pt x="433359" y="526054"/>
                      <a:pt x="435642" y="527600"/>
                    </a:cubicBezTo>
                    <a:cubicBezTo>
                      <a:pt x="452576" y="538865"/>
                      <a:pt x="470099" y="548804"/>
                      <a:pt x="487621" y="557197"/>
                    </a:cubicBezTo>
                    <a:lnTo>
                      <a:pt x="488210" y="557492"/>
                    </a:lnTo>
                    <a:lnTo>
                      <a:pt x="488652" y="557050"/>
                    </a:lnTo>
                    <a:cubicBezTo>
                      <a:pt x="527968" y="518544"/>
                      <a:pt x="550718" y="494837"/>
                      <a:pt x="556461" y="486591"/>
                    </a:cubicBezTo>
                    <a:lnTo>
                      <a:pt x="556829" y="486002"/>
                    </a:lnTo>
                    <a:lnTo>
                      <a:pt x="556388" y="485486"/>
                    </a:lnTo>
                    <a:cubicBezTo>
                      <a:pt x="551528" y="479228"/>
                      <a:pt x="545933" y="470540"/>
                      <a:pt x="539748" y="459570"/>
                    </a:cubicBezTo>
                    <a:cubicBezTo>
                      <a:pt x="534006" y="449483"/>
                      <a:pt x="529735" y="442047"/>
                      <a:pt x="526864" y="437188"/>
                    </a:cubicBezTo>
                    <a:cubicBezTo>
                      <a:pt x="525391" y="434685"/>
                      <a:pt x="525539" y="431592"/>
                      <a:pt x="527232" y="429236"/>
                    </a:cubicBezTo>
                    <a:cubicBezTo>
                      <a:pt x="531502" y="423273"/>
                      <a:pt x="535772" y="414511"/>
                      <a:pt x="539822" y="403320"/>
                    </a:cubicBezTo>
                    <a:cubicBezTo>
                      <a:pt x="544608" y="390657"/>
                      <a:pt x="548510" y="381306"/>
                      <a:pt x="551381" y="375563"/>
                    </a:cubicBezTo>
                    <a:cubicBezTo>
                      <a:pt x="552412" y="373502"/>
                      <a:pt x="554400" y="372103"/>
                      <a:pt x="556682" y="371661"/>
                    </a:cubicBezTo>
                    <a:cubicBezTo>
                      <a:pt x="564192" y="370410"/>
                      <a:pt x="573027" y="368275"/>
                      <a:pt x="582893" y="365403"/>
                    </a:cubicBezTo>
                    <a:cubicBezTo>
                      <a:pt x="600710" y="360176"/>
                      <a:pt x="608514" y="358114"/>
                      <a:pt x="611975" y="357304"/>
                    </a:cubicBezTo>
                    <a:lnTo>
                      <a:pt x="612711" y="357157"/>
                    </a:lnTo>
                    <a:lnTo>
                      <a:pt x="611975" y="258793"/>
                    </a:lnTo>
                    <a:cubicBezTo>
                      <a:pt x="606527" y="257689"/>
                      <a:pt x="596661" y="255112"/>
                      <a:pt x="581715" y="250768"/>
                    </a:cubicBezTo>
                    <a:cubicBezTo>
                      <a:pt x="571186" y="247602"/>
                      <a:pt x="561909" y="245467"/>
                      <a:pt x="554105" y="244363"/>
                    </a:cubicBezTo>
                    <a:cubicBezTo>
                      <a:pt x="551455" y="243995"/>
                      <a:pt x="549246" y="242228"/>
                      <a:pt x="548289" y="239724"/>
                    </a:cubicBezTo>
                    <a:cubicBezTo>
                      <a:pt x="545859" y="233540"/>
                      <a:pt x="540485" y="218741"/>
                      <a:pt x="528410" y="183990"/>
                    </a:cubicBezTo>
                    <a:cubicBezTo>
                      <a:pt x="527674" y="181855"/>
                      <a:pt x="527968" y="179499"/>
                      <a:pt x="529220" y="177585"/>
                    </a:cubicBezTo>
                    <a:cubicBezTo>
                      <a:pt x="536730" y="166025"/>
                      <a:pt x="546669" y="148871"/>
                      <a:pt x="559554" y="125016"/>
                    </a:cubicBezTo>
                    <a:lnTo>
                      <a:pt x="559922" y="124353"/>
                    </a:lnTo>
                    <a:lnTo>
                      <a:pt x="559333" y="123838"/>
                    </a:lnTo>
                    <a:cubicBezTo>
                      <a:pt x="552264" y="118242"/>
                      <a:pt x="540705" y="107125"/>
                      <a:pt x="524876" y="90854"/>
                    </a:cubicBezTo>
                    <a:cubicBezTo>
                      <a:pt x="510814" y="75761"/>
                      <a:pt x="499033" y="65379"/>
                      <a:pt x="488579" y="58974"/>
                    </a:cubicBezTo>
                    <a:lnTo>
                      <a:pt x="488137" y="58753"/>
                    </a:lnTo>
                    <a:lnTo>
                      <a:pt x="487695" y="58974"/>
                    </a:lnTo>
                    <a:cubicBezTo>
                      <a:pt x="482247" y="61256"/>
                      <a:pt x="473191" y="66337"/>
                      <a:pt x="460012" y="74509"/>
                    </a:cubicBezTo>
                    <a:cubicBezTo>
                      <a:pt x="451250" y="80252"/>
                      <a:pt x="443078" y="84522"/>
                      <a:pt x="435863" y="87025"/>
                    </a:cubicBezTo>
                    <a:cubicBezTo>
                      <a:pt x="433728" y="87762"/>
                      <a:pt x="431298" y="87467"/>
                      <a:pt x="429384" y="86215"/>
                    </a:cubicBezTo>
                    <a:cubicBezTo>
                      <a:pt x="423052" y="82019"/>
                      <a:pt x="414658" y="77969"/>
                      <a:pt x="403688" y="73846"/>
                    </a:cubicBezTo>
                    <a:cubicBezTo>
                      <a:pt x="389184" y="68398"/>
                      <a:pt x="381306" y="65306"/>
                      <a:pt x="377110" y="63539"/>
                    </a:cubicBezTo>
                    <a:cubicBezTo>
                      <a:pt x="374974" y="62655"/>
                      <a:pt x="373428" y="60815"/>
                      <a:pt x="372839" y="58606"/>
                    </a:cubicBezTo>
                    <a:cubicBezTo>
                      <a:pt x="364814" y="28272"/>
                      <a:pt x="359145" y="8761"/>
                      <a:pt x="355832" y="589"/>
                    </a:cubicBezTo>
                    <a:lnTo>
                      <a:pt x="355611" y="0"/>
                    </a:lnTo>
                    <a:lnTo>
                      <a:pt x="259898" y="663"/>
                    </a:lnTo>
                    <a:cubicBezTo>
                      <a:pt x="257321" y="8909"/>
                      <a:pt x="254302" y="19658"/>
                      <a:pt x="250915" y="32616"/>
                    </a:cubicBezTo>
                    <a:cubicBezTo>
                      <a:pt x="246940" y="47636"/>
                      <a:pt x="244657" y="55955"/>
                      <a:pt x="243332" y="60520"/>
                    </a:cubicBezTo>
                    <a:cubicBezTo>
                      <a:pt x="242596" y="63023"/>
                      <a:pt x="240682" y="64938"/>
                      <a:pt x="238178" y="65600"/>
                    </a:cubicBezTo>
                    <a:cubicBezTo>
                      <a:pt x="229490" y="67883"/>
                      <a:pt x="212115" y="74656"/>
                      <a:pt x="185168" y="86363"/>
                    </a:cubicBezTo>
                    <a:cubicBezTo>
                      <a:pt x="182812" y="87393"/>
                      <a:pt x="180088" y="87099"/>
                      <a:pt x="178026" y="85626"/>
                    </a:cubicBezTo>
                    <a:cubicBezTo>
                      <a:pt x="165363" y="76644"/>
                      <a:pt x="147693" y="66705"/>
                      <a:pt x="125531" y="55882"/>
                    </a:cubicBezTo>
                    <a:lnTo>
                      <a:pt x="124942" y="55587"/>
                    </a:lnTo>
                    <a:lnTo>
                      <a:pt x="124501" y="56029"/>
                    </a:lnTo>
                    <a:cubicBezTo>
                      <a:pt x="84964" y="94535"/>
                      <a:pt x="61993" y="118242"/>
                      <a:pt x="56323" y="126489"/>
                    </a:cubicBezTo>
                    <a:lnTo>
                      <a:pt x="55882" y="127078"/>
                    </a:lnTo>
                    <a:lnTo>
                      <a:pt x="56397" y="127667"/>
                    </a:lnTo>
                    <a:cubicBezTo>
                      <a:pt x="62803" y="134808"/>
                      <a:pt x="72889" y="151227"/>
                      <a:pt x="86510" y="176407"/>
                    </a:cubicBezTo>
                    <a:cubicBezTo>
                      <a:pt x="87761" y="178689"/>
                      <a:pt x="87688" y="181487"/>
                      <a:pt x="86289" y="183696"/>
                    </a:cubicBezTo>
                    <a:cubicBezTo>
                      <a:pt x="82313" y="190248"/>
                      <a:pt x="78043" y="198862"/>
                      <a:pt x="73331" y="210201"/>
                    </a:cubicBezTo>
                    <a:cubicBezTo>
                      <a:pt x="68104" y="222643"/>
                      <a:pt x="64054" y="231773"/>
                      <a:pt x="61256" y="237442"/>
                    </a:cubicBezTo>
                    <a:cubicBezTo>
                      <a:pt x="60226" y="239577"/>
                      <a:pt x="58238" y="240976"/>
                      <a:pt x="55882" y="241418"/>
                    </a:cubicBezTo>
                    <a:cubicBezTo>
                      <a:pt x="48372" y="242670"/>
                      <a:pt x="39831" y="244731"/>
                      <a:pt x="29818" y="247676"/>
                    </a:cubicBezTo>
                    <a:cubicBezTo>
                      <a:pt x="14946" y="252020"/>
                      <a:pt x="5448" y="254670"/>
                      <a:pt x="736" y="255775"/>
                    </a:cubicBezTo>
                    <a:lnTo>
                      <a:pt x="0" y="255922"/>
                    </a:lnTo>
                    <a:lnTo>
                      <a:pt x="736" y="354286"/>
                    </a:lnTo>
                    <a:cubicBezTo>
                      <a:pt x="6405" y="355390"/>
                      <a:pt x="16639" y="358114"/>
                      <a:pt x="31217" y="362384"/>
                    </a:cubicBezTo>
                    <a:cubicBezTo>
                      <a:pt x="41009" y="365035"/>
                      <a:pt x="49771" y="367097"/>
                      <a:pt x="57133" y="368348"/>
                    </a:cubicBezTo>
                    <a:cubicBezTo>
                      <a:pt x="60078" y="368864"/>
                      <a:pt x="62434" y="371146"/>
                      <a:pt x="63097" y="374017"/>
                    </a:cubicBezTo>
                    <a:cubicBezTo>
                      <a:pt x="64864" y="382631"/>
                      <a:pt x="68030" y="392203"/>
                      <a:pt x="72521" y="402363"/>
                    </a:cubicBezTo>
                    <a:cubicBezTo>
                      <a:pt x="79221" y="417162"/>
                      <a:pt x="82608" y="424966"/>
                      <a:pt x="84301" y="429089"/>
                    </a:cubicBezTo>
                    <a:cubicBezTo>
                      <a:pt x="85184" y="431224"/>
                      <a:pt x="84964" y="433580"/>
                      <a:pt x="83859" y="435495"/>
                    </a:cubicBezTo>
                    <a:cubicBezTo>
                      <a:pt x="67146" y="464429"/>
                      <a:pt x="57870" y="482099"/>
                      <a:pt x="56176" y="488137"/>
                    </a:cubicBezTo>
                    <a:lnTo>
                      <a:pt x="56029" y="488652"/>
                    </a:lnTo>
                    <a:lnTo>
                      <a:pt x="56397" y="489020"/>
                    </a:lnTo>
                    <a:cubicBezTo>
                      <a:pt x="93431" y="526716"/>
                      <a:pt x="116328" y="548583"/>
                      <a:pt x="124648" y="553958"/>
                    </a:cubicBezTo>
                    <a:lnTo>
                      <a:pt x="125090" y="554252"/>
                    </a:lnTo>
                    <a:lnTo>
                      <a:pt x="125531" y="554032"/>
                    </a:lnTo>
                    <a:cubicBezTo>
                      <a:pt x="130759" y="551676"/>
                      <a:pt x="139888" y="546522"/>
                      <a:pt x="152625" y="538644"/>
                    </a:cubicBezTo>
                    <a:cubicBezTo>
                      <a:pt x="162123" y="532827"/>
                      <a:pt x="170664" y="528483"/>
                      <a:pt x="178174" y="525833"/>
                    </a:cubicBezTo>
                    <a:cubicBezTo>
                      <a:pt x="180014" y="525170"/>
                      <a:pt x="182076" y="525244"/>
                      <a:pt x="183843" y="526127"/>
                    </a:cubicBezTo>
                    <a:cubicBezTo>
                      <a:pt x="189144" y="528631"/>
                      <a:pt x="202175" y="534594"/>
                      <a:pt x="236338" y="549614"/>
                    </a:cubicBezTo>
                    <a:cubicBezTo>
                      <a:pt x="238252" y="550424"/>
                      <a:pt x="239651" y="552044"/>
                      <a:pt x="240313" y="554032"/>
                    </a:cubicBezTo>
                    <a:cubicBezTo>
                      <a:pt x="242301" y="560069"/>
                      <a:pt x="244731" y="569346"/>
                      <a:pt x="247602" y="581494"/>
                    </a:cubicBezTo>
                    <a:cubicBezTo>
                      <a:pt x="250768" y="595630"/>
                      <a:pt x="253860" y="605717"/>
                      <a:pt x="257100" y="612417"/>
                    </a:cubicBezTo>
                    <a:lnTo>
                      <a:pt x="257395" y="612932"/>
                    </a:lnTo>
                    <a:close/>
                  </a:path>
                </a:pathLst>
              </a:custGeom>
              <a:noFill/>
              <a:ln w="25400" cap="flat">
                <a:solidFill>
                  <a:schemeClr val="accent5">
                    <a:lumMod val="40000"/>
                    <a:lumOff val="6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9" name="Freeform: Shape 11">
                <a:extLst>
                  <a:ext uri="{FF2B5EF4-FFF2-40B4-BE49-F238E27FC236}">
                    <a16:creationId xmlns:a16="http://schemas.microsoft.com/office/drawing/2014/main" id="{59355528-FF33-BC8C-160F-02447A9DF538}"/>
                  </a:ext>
                </a:extLst>
              </p:cNvPr>
              <p:cNvSpPr/>
              <p:nvPr/>
            </p:nvSpPr>
            <p:spPr>
              <a:xfrm>
                <a:off x="11055048" y="1930541"/>
                <a:ext cx="364004" cy="364004"/>
              </a:xfrm>
              <a:custGeom>
                <a:avLst/>
                <a:gdLst>
                  <a:gd name="connsiteX0" fmla="*/ 364004 w 364004"/>
                  <a:gd name="connsiteY0" fmla="*/ 182002 h 364004"/>
                  <a:gd name="connsiteX1" fmla="*/ 182002 w 364004"/>
                  <a:gd name="connsiteY1" fmla="*/ 364004 h 364004"/>
                  <a:gd name="connsiteX2" fmla="*/ 0 w 364004"/>
                  <a:gd name="connsiteY2" fmla="*/ 182002 h 364004"/>
                  <a:gd name="connsiteX3" fmla="*/ 182002 w 364004"/>
                  <a:gd name="connsiteY3" fmla="*/ 0 h 364004"/>
                  <a:gd name="connsiteX4" fmla="*/ 364004 w 364004"/>
                  <a:gd name="connsiteY4" fmla="*/ 182002 h 3640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004" h="364004">
                    <a:moveTo>
                      <a:pt x="364004" y="182002"/>
                    </a:moveTo>
                    <a:cubicBezTo>
                      <a:pt x="364004" y="282519"/>
                      <a:pt x="282519" y="364004"/>
                      <a:pt x="182002" y="364004"/>
                    </a:cubicBezTo>
                    <a:cubicBezTo>
                      <a:pt x="81485" y="364004"/>
                      <a:pt x="0" y="282519"/>
                      <a:pt x="0" y="182002"/>
                    </a:cubicBezTo>
                    <a:cubicBezTo>
                      <a:pt x="0" y="81485"/>
                      <a:pt x="81485" y="0"/>
                      <a:pt x="182002" y="0"/>
                    </a:cubicBezTo>
                    <a:cubicBezTo>
                      <a:pt x="282519" y="0"/>
                      <a:pt x="364004" y="81485"/>
                      <a:pt x="364004" y="182002"/>
                    </a:cubicBezTo>
                    <a:close/>
                  </a:path>
                </a:pathLst>
              </a:custGeom>
              <a:noFill/>
              <a:ln w="25400" cap="flat">
                <a:solidFill>
                  <a:schemeClr val="accent5">
                    <a:lumMod val="40000"/>
                    <a:lumOff val="6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34" name="Graphic 6">
              <a:extLst>
                <a:ext uri="{FF2B5EF4-FFF2-40B4-BE49-F238E27FC236}">
                  <a16:creationId xmlns:a16="http://schemas.microsoft.com/office/drawing/2014/main" id="{112761DA-4A35-5511-E41A-687BE4EEF994}"/>
                </a:ext>
              </a:extLst>
            </p:cNvPr>
            <p:cNvGrpSpPr/>
            <p:nvPr/>
          </p:nvGrpSpPr>
          <p:grpSpPr>
            <a:xfrm>
              <a:off x="10373203" y="2030525"/>
              <a:ext cx="936148" cy="161386"/>
              <a:chOff x="10373203" y="2030525"/>
              <a:chExt cx="936148" cy="161386"/>
            </a:xfrm>
            <a:noFill/>
          </p:grpSpPr>
          <p:sp>
            <p:nvSpPr>
              <p:cNvPr id="45" name="Freeform: Shape 43">
                <a:extLst>
                  <a:ext uri="{FF2B5EF4-FFF2-40B4-BE49-F238E27FC236}">
                    <a16:creationId xmlns:a16="http://schemas.microsoft.com/office/drawing/2014/main" id="{7EF4B7D9-783B-5130-4790-2135D8B2FBF6}"/>
                  </a:ext>
                </a:extLst>
              </p:cNvPr>
              <p:cNvSpPr/>
              <p:nvPr/>
            </p:nvSpPr>
            <p:spPr>
              <a:xfrm>
                <a:off x="10534590" y="2111218"/>
                <a:ext cx="615877" cy="7362"/>
              </a:xfrm>
              <a:custGeom>
                <a:avLst/>
                <a:gdLst>
                  <a:gd name="connsiteX0" fmla="*/ 615877 w 615877"/>
                  <a:gd name="connsiteY0" fmla="*/ 0 h 7362"/>
                  <a:gd name="connsiteX1" fmla="*/ 0 w 615877"/>
                  <a:gd name="connsiteY1" fmla="*/ 0 h 7362"/>
                </a:gdLst>
                <a:ahLst/>
                <a:cxnLst>
                  <a:cxn ang="0">
                    <a:pos x="connsiteX0" y="connsiteY0"/>
                  </a:cxn>
                  <a:cxn ang="0">
                    <a:pos x="connsiteX1" y="connsiteY1"/>
                  </a:cxn>
                </a:cxnLst>
                <a:rect l="l" t="t" r="r" b="b"/>
                <a:pathLst>
                  <a:path w="615877" h="7362">
                    <a:moveTo>
                      <a:pt x="615877" y="0"/>
                    </a:moveTo>
                    <a:lnTo>
                      <a:pt x="0" y="0"/>
                    </a:lnTo>
                  </a:path>
                </a:pathLst>
              </a:custGeom>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6" name="Freeform: Shape 44">
                <a:extLst>
                  <a:ext uri="{FF2B5EF4-FFF2-40B4-BE49-F238E27FC236}">
                    <a16:creationId xmlns:a16="http://schemas.microsoft.com/office/drawing/2014/main" id="{88E29F00-8873-F246-75C0-CC4A900AA005}"/>
                  </a:ext>
                </a:extLst>
              </p:cNvPr>
              <p:cNvSpPr/>
              <p:nvPr/>
            </p:nvSpPr>
            <p:spPr>
              <a:xfrm>
                <a:off x="11147964" y="2030525"/>
                <a:ext cx="161387" cy="161386"/>
              </a:xfrm>
              <a:custGeom>
                <a:avLst/>
                <a:gdLst>
                  <a:gd name="connsiteX0" fmla="*/ 161387 w 161387"/>
                  <a:gd name="connsiteY0" fmla="*/ 80693 h 161386"/>
                  <a:gd name="connsiteX1" fmla="*/ 80693 w 161387"/>
                  <a:gd name="connsiteY1" fmla="*/ 161387 h 161386"/>
                  <a:gd name="connsiteX2" fmla="*/ 0 w 161387"/>
                  <a:gd name="connsiteY2" fmla="*/ 80693 h 161386"/>
                  <a:gd name="connsiteX3" fmla="*/ 80693 w 161387"/>
                  <a:gd name="connsiteY3" fmla="*/ 0 h 161386"/>
                  <a:gd name="connsiteX4" fmla="*/ 161387 w 161387"/>
                  <a:gd name="connsiteY4" fmla="*/ 80693 h 1613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387" h="161386">
                    <a:moveTo>
                      <a:pt x="161387" y="80693"/>
                    </a:moveTo>
                    <a:cubicBezTo>
                      <a:pt x="161387" y="125259"/>
                      <a:pt x="125259" y="161387"/>
                      <a:pt x="80693" y="161387"/>
                    </a:cubicBezTo>
                    <a:cubicBezTo>
                      <a:pt x="36128" y="161387"/>
                      <a:pt x="0" y="125259"/>
                      <a:pt x="0" y="80693"/>
                    </a:cubicBezTo>
                    <a:cubicBezTo>
                      <a:pt x="0" y="36128"/>
                      <a:pt x="36128" y="0"/>
                      <a:pt x="80693" y="0"/>
                    </a:cubicBezTo>
                    <a:cubicBezTo>
                      <a:pt x="125259" y="0"/>
                      <a:pt x="161387" y="36128"/>
                      <a:pt x="161387" y="80693"/>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7" name="Freeform: Shape 45">
                <a:extLst>
                  <a:ext uri="{FF2B5EF4-FFF2-40B4-BE49-F238E27FC236}">
                    <a16:creationId xmlns:a16="http://schemas.microsoft.com/office/drawing/2014/main" id="{17EFD1D7-8075-77E7-77DF-E2E1D8E55B45}"/>
                  </a:ext>
                </a:extLst>
              </p:cNvPr>
              <p:cNvSpPr/>
              <p:nvPr/>
            </p:nvSpPr>
            <p:spPr>
              <a:xfrm>
                <a:off x="10373203" y="2030525"/>
                <a:ext cx="161387" cy="161386"/>
              </a:xfrm>
              <a:custGeom>
                <a:avLst/>
                <a:gdLst>
                  <a:gd name="connsiteX0" fmla="*/ 161387 w 161387"/>
                  <a:gd name="connsiteY0" fmla="*/ 80693 h 161386"/>
                  <a:gd name="connsiteX1" fmla="*/ 80694 w 161387"/>
                  <a:gd name="connsiteY1" fmla="*/ 161387 h 161386"/>
                  <a:gd name="connsiteX2" fmla="*/ 0 w 161387"/>
                  <a:gd name="connsiteY2" fmla="*/ 80693 h 161386"/>
                  <a:gd name="connsiteX3" fmla="*/ 80694 w 161387"/>
                  <a:gd name="connsiteY3" fmla="*/ 0 h 161386"/>
                  <a:gd name="connsiteX4" fmla="*/ 161387 w 161387"/>
                  <a:gd name="connsiteY4" fmla="*/ 80693 h 1613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387" h="161386">
                    <a:moveTo>
                      <a:pt x="161387" y="80693"/>
                    </a:moveTo>
                    <a:cubicBezTo>
                      <a:pt x="161387" y="125259"/>
                      <a:pt x="125259" y="161387"/>
                      <a:pt x="80694" y="161387"/>
                    </a:cubicBezTo>
                    <a:cubicBezTo>
                      <a:pt x="36128" y="161387"/>
                      <a:pt x="0" y="125259"/>
                      <a:pt x="0" y="80693"/>
                    </a:cubicBezTo>
                    <a:cubicBezTo>
                      <a:pt x="0" y="36128"/>
                      <a:pt x="36128" y="0"/>
                      <a:pt x="80694" y="0"/>
                    </a:cubicBezTo>
                    <a:cubicBezTo>
                      <a:pt x="125259" y="0"/>
                      <a:pt x="161387" y="36128"/>
                      <a:pt x="161387" y="80693"/>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35" name="Graphic 6">
              <a:extLst>
                <a:ext uri="{FF2B5EF4-FFF2-40B4-BE49-F238E27FC236}">
                  <a16:creationId xmlns:a16="http://schemas.microsoft.com/office/drawing/2014/main" id="{FE80F247-198B-503D-5A93-FE63375DABDF}"/>
                </a:ext>
              </a:extLst>
            </p:cNvPr>
            <p:cNvGrpSpPr/>
            <p:nvPr/>
          </p:nvGrpSpPr>
          <p:grpSpPr>
            <a:xfrm>
              <a:off x="9469303" y="1724685"/>
              <a:ext cx="984593" cy="773140"/>
              <a:chOff x="9469303" y="1724685"/>
              <a:chExt cx="984593" cy="773140"/>
            </a:xfrm>
            <a:noFill/>
          </p:grpSpPr>
          <p:sp>
            <p:nvSpPr>
              <p:cNvPr id="36" name="Freeform: Shape 47">
                <a:extLst>
                  <a:ext uri="{FF2B5EF4-FFF2-40B4-BE49-F238E27FC236}">
                    <a16:creationId xmlns:a16="http://schemas.microsoft.com/office/drawing/2014/main" id="{7E4EC9FA-A647-9CED-BA72-CF5633F1D103}"/>
                  </a:ext>
                </a:extLst>
              </p:cNvPr>
              <p:cNvSpPr/>
              <p:nvPr/>
            </p:nvSpPr>
            <p:spPr>
              <a:xfrm>
                <a:off x="9469377" y="1724685"/>
                <a:ext cx="984519" cy="773140"/>
              </a:xfrm>
              <a:custGeom>
                <a:avLst/>
                <a:gdLst>
                  <a:gd name="connsiteX0" fmla="*/ 984520 w 984519"/>
                  <a:gd name="connsiteY0" fmla="*/ 467301 h 773140"/>
                  <a:gd name="connsiteX1" fmla="*/ 984520 w 984519"/>
                  <a:gd name="connsiteY1" fmla="*/ 723223 h 773140"/>
                  <a:gd name="connsiteX2" fmla="*/ 934602 w 984519"/>
                  <a:gd name="connsiteY2" fmla="*/ 773141 h 773140"/>
                  <a:gd name="connsiteX3" fmla="*/ 49918 w 984519"/>
                  <a:gd name="connsiteY3" fmla="*/ 773141 h 773140"/>
                  <a:gd name="connsiteX4" fmla="*/ 0 w 984519"/>
                  <a:gd name="connsiteY4" fmla="*/ 723223 h 773140"/>
                  <a:gd name="connsiteX5" fmla="*/ 0 w 984519"/>
                  <a:gd name="connsiteY5" fmla="*/ 49918 h 773140"/>
                  <a:gd name="connsiteX6" fmla="*/ 49918 w 984519"/>
                  <a:gd name="connsiteY6" fmla="*/ 0 h 773140"/>
                  <a:gd name="connsiteX7" fmla="*/ 934602 w 984519"/>
                  <a:gd name="connsiteY7" fmla="*/ 0 h 773140"/>
                  <a:gd name="connsiteX8" fmla="*/ 984520 w 984519"/>
                  <a:gd name="connsiteY8" fmla="*/ 49918 h 773140"/>
                  <a:gd name="connsiteX9" fmla="*/ 984520 w 984519"/>
                  <a:gd name="connsiteY9" fmla="*/ 305840 h 773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84519" h="773140">
                    <a:moveTo>
                      <a:pt x="984520" y="467301"/>
                    </a:moveTo>
                    <a:lnTo>
                      <a:pt x="984520" y="723223"/>
                    </a:lnTo>
                    <a:cubicBezTo>
                      <a:pt x="984520" y="750832"/>
                      <a:pt x="962138" y="773141"/>
                      <a:pt x="934602" y="773141"/>
                    </a:cubicBezTo>
                    <a:lnTo>
                      <a:pt x="49918" y="773141"/>
                    </a:lnTo>
                    <a:cubicBezTo>
                      <a:pt x="22309" y="773141"/>
                      <a:pt x="0" y="750759"/>
                      <a:pt x="0" y="723223"/>
                    </a:cubicBezTo>
                    <a:lnTo>
                      <a:pt x="0" y="49918"/>
                    </a:lnTo>
                    <a:cubicBezTo>
                      <a:pt x="0" y="22309"/>
                      <a:pt x="22382" y="0"/>
                      <a:pt x="49918" y="0"/>
                    </a:cubicBezTo>
                    <a:lnTo>
                      <a:pt x="934602" y="0"/>
                    </a:lnTo>
                    <a:cubicBezTo>
                      <a:pt x="962211" y="0"/>
                      <a:pt x="984520" y="22382"/>
                      <a:pt x="984520" y="49918"/>
                    </a:cubicBezTo>
                    <a:lnTo>
                      <a:pt x="984520" y="305840"/>
                    </a:lnTo>
                  </a:path>
                </a:pathLst>
              </a:custGeom>
              <a:noFill/>
              <a:ln w="25400" cap="flat">
                <a:solidFill>
                  <a:schemeClr val="accent5">
                    <a:lumMod val="40000"/>
                    <a:lumOff val="6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7" name="Freeform: Shape 48">
                <a:extLst>
                  <a:ext uri="{FF2B5EF4-FFF2-40B4-BE49-F238E27FC236}">
                    <a16:creationId xmlns:a16="http://schemas.microsoft.com/office/drawing/2014/main" id="{27048AA3-E371-2C3E-3FC7-641152297CDE}"/>
                  </a:ext>
                </a:extLst>
              </p:cNvPr>
              <p:cNvSpPr/>
              <p:nvPr/>
            </p:nvSpPr>
            <p:spPr>
              <a:xfrm>
                <a:off x="9469303" y="1888869"/>
                <a:ext cx="984593" cy="7362"/>
              </a:xfrm>
              <a:custGeom>
                <a:avLst/>
                <a:gdLst>
                  <a:gd name="connsiteX0" fmla="*/ 0 w 984593"/>
                  <a:gd name="connsiteY0" fmla="*/ 0 h 7362"/>
                  <a:gd name="connsiteX1" fmla="*/ 984593 w 984593"/>
                  <a:gd name="connsiteY1" fmla="*/ 0 h 7362"/>
                </a:gdLst>
                <a:ahLst/>
                <a:cxnLst>
                  <a:cxn ang="0">
                    <a:pos x="connsiteX0" y="connsiteY0"/>
                  </a:cxn>
                  <a:cxn ang="0">
                    <a:pos x="connsiteX1" y="connsiteY1"/>
                  </a:cxn>
                </a:cxnLst>
                <a:rect l="l" t="t" r="r" b="b"/>
                <a:pathLst>
                  <a:path w="984593" h="7362">
                    <a:moveTo>
                      <a:pt x="0" y="0"/>
                    </a:moveTo>
                    <a:lnTo>
                      <a:pt x="984593" y="0"/>
                    </a:lnTo>
                  </a:path>
                </a:pathLst>
              </a:custGeom>
              <a:ln w="25400" cap="flat">
                <a:solidFill>
                  <a:schemeClr val="accent5">
                    <a:lumMod val="40000"/>
                    <a:lumOff val="6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38" name="Graphic 6">
                <a:extLst>
                  <a:ext uri="{FF2B5EF4-FFF2-40B4-BE49-F238E27FC236}">
                    <a16:creationId xmlns:a16="http://schemas.microsoft.com/office/drawing/2014/main" id="{9D3AFC3D-D308-C351-C452-771F43DF949E}"/>
                  </a:ext>
                </a:extLst>
              </p:cNvPr>
              <p:cNvGrpSpPr/>
              <p:nvPr/>
            </p:nvGrpSpPr>
            <p:grpSpPr>
              <a:xfrm>
                <a:off x="9661171" y="2008511"/>
                <a:ext cx="587310" cy="372397"/>
                <a:chOff x="9661171" y="2008511"/>
                <a:chExt cx="587310" cy="372397"/>
              </a:xfrm>
              <a:noFill/>
            </p:grpSpPr>
            <p:sp>
              <p:nvSpPr>
                <p:cNvPr id="42" name="Freeform: Shape 50">
                  <a:extLst>
                    <a:ext uri="{FF2B5EF4-FFF2-40B4-BE49-F238E27FC236}">
                      <a16:creationId xmlns:a16="http://schemas.microsoft.com/office/drawing/2014/main" id="{BC3E2FC3-4976-920B-83E5-0AF469EDFB7C}"/>
                    </a:ext>
                  </a:extLst>
                </p:cNvPr>
                <p:cNvSpPr/>
                <p:nvPr/>
              </p:nvSpPr>
              <p:spPr>
                <a:xfrm>
                  <a:off x="9661171" y="2040096"/>
                  <a:ext cx="143127" cy="286108"/>
                </a:xfrm>
                <a:custGeom>
                  <a:avLst/>
                  <a:gdLst>
                    <a:gd name="connsiteX0" fmla="*/ 143128 w 143127"/>
                    <a:gd name="connsiteY0" fmla="*/ 0 h 286108"/>
                    <a:gd name="connsiteX1" fmla="*/ 0 w 143127"/>
                    <a:gd name="connsiteY1" fmla="*/ 143054 h 286108"/>
                    <a:gd name="connsiteX2" fmla="*/ 143128 w 143127"/>
                    <a:gd name="connsiteY2" fmla="*/ 286109 h 286108"/>
                  </a:gdLst>
                  <a:ahLst/>
                  <a:cxnLst>
                    <a:cxn ang="0">
                      <a:pos x="connsiteX0" y="connsiteY0"/>
                    </a:cxn>
                    <a:cxn ang="0">
                      <a:pos x="connsiteX1" y="connsiteY1"/>
                    </a:cxn>
                    <a:cxn ang="0">
                      <a:pos x="connsiteX2" y="connsiteY2"/>
                    </a:cxn>
                  </a:cxnLst>
                  <a:rect l="l" t="t" r="r" b="b"/>
                  <a:pathLst>
                    <a:path w="143127" h="286108">
                      <a:moveTo>
                        <a:pt x="143128" y="0"/>
                      </a:moveTo>
                      <a:lnTo>
                        <a:pt x="0" y="143054"/>
                      </a:lnTo>
                      <a:lnTo>
                        <a:pt x="143128" y="286109"/>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3" name="Freeform: Shape 51">
                  <a:extLst>
                    <a:ext uri="{FF2B5EF4-FFF2-40B4-BE49-F238E27FC236}">
                      <a16:creationId xmlns:a16="http://schemas.microsoft.com/office/drawing/2014/main" id="{B0B5202B-E491-56CD-6C1D-AE5BBB9E3644}"/>
                    </a:ext>
                  </a:extLst>
                </p:cNvPr>
                <p:cNvSpPr/>
                <p:nvPr/>
              </p:nvSpPr>
              <p:spPr>
                <a:xfrm>
                  <a:off x="10105427" y="2040096"/>
                  <a:ext cx="143054" cy="286108"/>
                </a:xfrm>
                <a:custGeom>
                  <a:avLst/>
                  <a:gdLst>
                    <a:gd name="connsiteX0" fmla="*/ 0 w 143054"/>
                    <a:gd name="connsiteY0" fmla="*/ 0 h 286108"/>
                    <a:gd name="connsiteX1" fmla="*/ 143054 w 143054"/>
                    <a:gd name="connsiteY1" fmla="*/ 143054 h 286108"/>
                    <a:gd name="connsiteX2" fmla="*/ 0 w 143054"/>
                    <a:gd name="connsiteY2" fmla="*/ 286109 h 286108"/>
                  </a:gdLst>
                  <a:ahLst/>
                  <a:cxnLst>
                    <a:cxn ang="0">
                      <a:pos x="connsiteX0" y="connsiteY0"/>
                    </a:cxn>
                    <a:cxn ang="0">
                      <a:pos x="connsiteX1" y="connsiteY1"/>
                    </a:cxn>
                    <a:cxn ang="0">
                      <a:pos x="connsiteX2" y="connsiteY2"/>
                    </a:cxn>
                  </a:cxnLst>
                  <a:rect l="l" t="t" r="r" b="b"/>
                  <a:pathLst>
                    <a:path w="143054" h="286108">
                      <a:moveTo>
                        <a:pt x="0" y="0"/>
                      </a:moveTo>
                      <a:lnTo>
                        <a:pt x="143054" y="143054"/>
                      </a:lnTo>
                      <a:lnTo>
                        <a:pt x="0" y="286109"/>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4" name="Freeform: Shape 52">
                  <a:extLst>
                    <a:ext uri="{FF2B5EF4-FFF2-40B4-BE49-F238E27FC236}">
                      <a16:creationId xmlns:a16="http://schemas.microsoft.com/office/drawing/2014/main" id="{91D024DC-6D92-9527-B733-06AC115037CD}"/>
                    </a:ext>
                  </a:extLst>
                </p:cNvPr>
                <p:cNvSpPr/>
                <p:nvPr/>
              </p:nvSpPr>
              <p:spPr>
                <a:xfrm>
                  <a:off x="9878734" y="2008511"/>
                  <a:ext cx="152257" cy="372397"/>
                </a:xfrm>
                <a:custGeom>
                  <a:avLst/>
                  <a:gdLst>
                    <a:gd name="connsiteX0" fmla="*/ 152257 w 152257"/>
                    <a:gd name="connsiteY0" fmla="*/ 0 h 372397"/>
                    <a:gd name="connsiteX1" fmla="*/ 0 w 152257"/>
                    <a:gd name="connsiteY1" fmla="*/ 372398 h 372397"/>
                  </a:gdLst>
                  <a:ahLst/>
                  <a:cxnLst>
                    <a:cxn ang="0">
                      <a:pos x="connsiteX0" y="connsiteY0"/>
                    </a:cxn>
                    <a:cxn ang="0">
                      <a:pos x="connsiteX1" y="connsiteY1"/>
                    </a:cxn>
                  </a:cxnLst>
                  <a:rect l="l" t="t" r="r" b="b"/>
                  <a:pathLst>
                    <a:path w="152257" h="372397">
                      <a:moveTo>
                        <a:pt x="152257" y="0"/>
                      </a:moveTo>
                      <a:lnTo>
                        <a:pt x="0" y="372398"/>
                      </a:lnTo>
                    </a:path>
                  </a:pathLst>
                </a:custGeom>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39" name="Freeform: Shape 53">
                <a:extLst>
                  <a:ext uri="{FF2B5EF4-FFF2-40B4-BE49-F238E27FC236}">
                    <a16:creationId xmlns:a16="http://schemas.microsoft.com/office/drawing/2014/main" id="{3475758E-292F-4EF9-4B6B-A832197047F9}"/>
                  </a:ext>
                </a:extLst>
              </p:cNvPr>
              <p:cNvSpPr/>
              <p:nvPr/>
            </p:nvSpPr>
            <p:spPr>
              <a:xfrm>
                <a:off x="10106531" y="1777916"/>
                <a:ext cx="57280" cy="57280"/>
              </a:xfrm>
              <a:custGeom>
                <a:avLst/>
                <a:gdLst>
                  <a:gd name="connsiteX0" fmla="*/ 57281 w 57280"/>
                  <a:gd name="connsiteY0" fmla="*/ 28640 h 57280"/>
                  <a:gd name="connsiteX1" fmla="*/ 28640 w 57280"/>
                  <a:gd name="connsiteY1" fmla="*/ 57281 h 57280"/>
                  <a:gd name="connsiteX2" fmla="*/ 0 w 57280"/>
                  <a:gd name="connsiteY2" fmla="*/ 28640 h 57280"/>
                  <a:gd name="connsiteX3" fmla="*/ 28640 w 57280"/>
                  <a:gd name="connsiteY3" fmla="*/ 0 h 57280"/>
                  <a:gd name="connsiteX4" fmla="*/ 57281 w 57280"/>
                  <a:gd name="connsiteY4" fmla="*/ 28640 h 5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280" h="57280">
                    <a:moveTo>
                      <a:pt x="57281" y="28640"/>
                    </a:moveTo>
                    <a:cubicBezTo>
                      <a:pt x="57281" y="44458"/>
                      <a:pt x="44458" y="57281"/>
                      <a:pt x="28640" y="57281"/>
                    </a:cubicBezTo>
                    <a:cubicBezTo>
                      <a:pt x="12823" y="57281"/>
                      <a:pt x="0" y="44458"/>
                      <a:pt x="0" y="28640"/>
                    </a:cubicBezTo>
                    <a:cubicBezTo>
                      <a:pt x="0" y="12823"/>
                      <a:pt x="12823" y="0"/>
                      <a:pt x="28640" y="0"/>
                    </a:cubicBezTo>
                    <a:cubicBezTo>
                      <a:pt x="44458" y="0"/>
                      <a:pt x="57281" y="12823"/>
                      <a:pt x="57281" y="28640"/>
                    </a:cubicBezTo>
                    <a:close/>
                  </a:path>
                </a:pathLst>
              </a:custGeom>
              <a:noFill/>
              <a:ln w="25400" cap="flat">
                <a:solidFill>
                  <a:schemeClr val="accent5">
                    <a:lumMod val="40000"/>
                    <a:lumOff val="6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0" name="Freeform: Shape 54">
                <a:extLst>
                  <a:ext uri="{FF2B5EF4-FFF2-40B4-BE49-F238E27FC236}">
                    <a16:creationId xmlns:a16="http://schemas.microsoft.com/office/drawing/2014/main" id="{17CAB70F-434D-7F52-05F0-EAE7516B917D}"/>
                  </a:ext>
                </a:extLst>
              </p:cNvPr>
              <p:cNvSpPr/>
              <p:nvPr/>
            </p:nvSpPr>
            <p:spPr>
              <a:xfrm>
                <a:off x="10216233" y="1777916"/>
                <a:ext cx="57280" cy="57280"/>
              </a:xfrm>
              <a:custGeom>
                <a:avLst/>
                <a:gdLst>
                  <a:gd name="connsiteX0" fmla="*/ 57281 w 57280"/>
                  <a:gd name="connsiteY0" fmla="*/ 28640 h 57280"/>
                  <a:gd name="connsiteX1" fmla="*/ 28640 w 57280"/>
                  <a:gd name="connsiteY1" fmla="*/ 57281 h 57280"/>
                  <a:gd name="connsiteX2" fmla="*/ 0 w 57280"/>
                  <a:gd name="connsiteY2" fmla="*/ 28640 h 57280"/>
                  <a:gd name="connsiteX3" fmla="*/ 28640 w 57280"/>
                  <a:gd name="connsiteY3" fmla="*/ 0 h 57280"/>
                  <a:gd name="connsiteX4" fmla="*/ 57281 w 57280"/>
                  <a:gd name="connsiteY4" fmla="*/ 28640 h 5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280" h="57280">
                    <a:moveTo>
                      <a:pt x="57281" y="28640"/>
                    </a:moveTo>
                    <a:cubicBezTo>
                      <a:pt x="57281" y="44458"/>
                      <a:pt x="44458" y="57281"/>
                      <a:pt x="28640" y="57281"/>
                    </a:cubicBezTo>
                    <a:cubicBezTo>
                      <a:pt x="12823" y="57281"/>
                      <a:pt x="0" y="44458"/>
                      <a:pt x="0" y="28640"/>
                    </a:cubicBezTo>
                    <a:cubicBezTo>
                      <a:pt x="0" y="12823"/>
                      <a:pt x="12823" y="0"/>
                      <a:pt x="28640" y="0"/>
                    </a:cubicBezTo>
                    <a:cubicBezTo>
                      <a:pt x="44458" y="0"/>
                      <a:pt x="57281" y="12823"/>
                      <a:pt x="57281" y="28640"/>
                    </a:cubicBezTo>
                    <a:close/>
                  </a:path>
                </a:pathLst>
              </a:custGeom>
              <a:noFill/>
              <a:ln w="25400" cap="flat">
                <a:solidFill>
                  <a:schemeClr val="accent5">
                    <a:lumMod val="40000"/>
                    <a:lumOff val="6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1" name="Freeform: Shape 55">
                <a:extLst>
                  <a:ext uri="{FF2B5EF4-FFF2-40B4-BE49-F238E27FC236}">
                    <a16:creationId xmlns:a16="http://schemas.microsoft.com/office/drawing/2014/main" id="{95B551A2-FD61-7D05-DA34-341270117906}"/>
                  </a:ext>
                </a:extLst>
              </p:cNvPr>
              <p:cNvSpPr/>
              <p:nvPr/>
            </p:nvSpPr>
            <p:spPr>
              <a:xfrm>
                <a:off x="10325935" y="1777916"/>
                <a:ext cx="57280" cy="57280"/>
              </a:xfrm>
              <a:custGeom>
                <a:avLst/>
                <a:gdLst>
                  <a:gd name="connsiteX0" fmla="*/ 57281 w 57280"/>
                  <a:gd name="connsiteY0" fmla="*/ 28640 h 57280"/>
                  <a:gd name="connsiteX1" fmla="*/ 28640 w 57280"/>
                  <a:gd name="connsiteY1" fmla="*/ 57281 h 57280"/>
                  <a:gd name="connsiteX2" fmla="*/ 0 w 57280"/>
                  <a:gd name="connsiteY2" fmla="*/ 28640 h 57280"/>
                  <a:gd name="connsiteX3" fmla="*/ 28640 w 57280"/>
                  <a:gd name="connsiteY3" fmla="*/ 0 h 57280"/>
                  <a:gd name="connsiteX4" fmla="*/ 57281 w 57280"/>
                  <a:gd name="connsiteY4" fmla="*/ 28640 h 5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280" h="57280">
                    <a:moveTo>
                      <a:pt x="57281" y="28640"/>
                    </a:moveTo>
                    <a:cubicBezTo>
                      <a:pt x="57281" y="44458"/>
                      <a:pt x="44458" y="57281"/>
                      <a:pt x="28640" y="57281"/>
                    </a:cubicBezTo>
                    <a:cubicBezTo>
                      <a:pt x="12823" y="57281"/>
                      <a:pt x="0" y="44458"/>
                      <a:pt x="0" y="28640"/>
                    </a:cubicBezTo>
                    <a:cubicBezTo>
                      <a:pt x="0" y="12823"/>
                      <a:pt x="12823" y="0"/>
                      <a:pt x="28640" y="0"/>
                    </a:cubicBezTo>
                    <a:cubicBezTo>
                      <a:pt x="44458" y="0"/>
                      <a:pt x="57281" y="12823"/>
                      <a:pt x="57281" y="28640"/>
                    </a:cubicBezTo>
                    <a:close/>
                  </a:path>
                </a:pathLst>
              </a:custGeom>
              <a:noFill/>
              <a:ln w="25400" cap="flat">
                <a:solidFill>
                  <a:schemeClr val="accent5">
                    <a:lumMod val="40000"/>
                    <a:lumOff val="6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sp>
        <p:nvSpPr>
          <p:cNvPr id="28" name="TextBox 27">
            <a:extLst>
              <a:ext uri="{FF2B5EF4-FFF2-40B4-BE49-F238E27FC236}">
                <a16:creationId xmlns:a16="http://schemas.microsoft.com/office/drawing/2014/main" id="{5C36E414-3324-FDD5-88B6-38E99A7B45A1}"/>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51" name="Graphic 8">
            <a:extLst>
              <a:ext uri="{FF2B5EF4-FFF2-40B4-BE49-F238E27FC236}">
                <a16:creationId xmlns:a16="http://schemas.microsoft.com/office/drawing/2014/main" id="{9E06D9E4-9115-0B32-8C99-2EB0628163FB}"/>
              </a:ext>
            </a:extLst>
          </p:cNvPr>
          <p:cNvGrpSpPr/>
          <p:nvPr userDrawn="1"/>
        </p:nvGrpSpPr>
        <p:grpSpPr>
          <a:xfrm>
            <a:off x="265625" y="6323271"/>
            <a:ext cx="1249223" cy="369648"/>
            <a:chOff x="265625" y="6323271"/>
            <a:chExt cx="1249223" cy="369648"/>
          </a:xfrm>
          <a:solidFill>
            <a:srgbClr val="000000"/>
          </a:solidFill>
        </p:grpSpPr>
        <p:grpSp>
          <p:nvGrpSpPr>
            <p:cNvPr id="52" name="Graphic 8">
              <a:extLst>
                <a:ext uri="{FF2B5EF4-FFF2-40B4-BE49-F238E27FC236}">
                  <a16:creationId xmlns:a16="http://schemas.microsoft.com/office/drawing/2014/main" id="{D912C3F0-D141-3BF2-D634-663DD79D1115}"/>
                </a:ext>
              </a:extLst>
            </p:cNvPr>
            <p:cNvGrpSpPr/>
            <p:nvPr/>
          </p:nvGrpSpPr>
          <p:grpSpPr>
            <a:xfrm>
              <a:off x="745455" y="6594444"/>
              <a:ext cx="722662" cy="98475"/>
              <a:chOff x="745455" y="6594444"/>
              <a:chExt cx="722662" cy="98475"/>
            </a:xfrm>
            <a:solidFill>
              <a:srgbClr val="000000"/>
            </a:solidFill>
          </p:grpSpPr>
          <p:sp>
            <p:nvSpPr>
              <p:cNvPr id="61" name="Freeform 19">
                <a:extLst>
                  <a:ext uri="{FF2B5EF4-FFF2-40B4-BE49-F238E27FC236}">
                    <a16:creationId xmlns:a16="http://schemas.microsoft.com/office/drawing/2014/main" id="{2679C535-83D4-F506-0FBC-1FC91502842F}"/>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62" name="Freeform 20">
                <a:extLst>
                  <a:ext uri="{FF2B5EF4-FFF2-40B4-BE49-F238E27FC236}">
                    <a16:creationId xmlns:a16="http://schemas.microsoft.com/office/drawing/2014/main" id="{980D7D2B-B551-6782-CE99-71D9956EAD22}"/>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63" name="Freeform 21">
                <a:extLst>
                  <a:ext uri="{FF2B5EF4-FFF2-40B4-BE49-F238E27FC236}">
                    <a16:creationId xmlns:a16="http://schemas.microsoft.com/office/drawing/2014/main" id="{93E81E0B-EC2C-A55A-6A16-5752CF526133}"/>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129" name="Freeform 22">
                <a:extLst>
                  <a:ext uri="{FF2B5EF4-FFF2-40B4-BE49-F238E27FC236}">
                    <a16:creationId xmlns:a16="http://schemas.microsoft.com/office/drawing/2014/main" id="{1A1E37DC-C8FC-9981-E3B2-DCAA252B4B62}"/>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130" name="Freeform 23">
                <a:extLst>
                  <a:ext uri="{FF2B5EF4-FFF2-40B4-BE49-F238E27FC236}">
                    <a16:creationId xmlns:a16="http://schemas.microsoft.com/office/drawing/2014/main" id="{33344F34-AC51-2527-3C9D-8314279906A8}"/>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131" name="Freeform 24">
                <a:extLst>
                  <a:ext uri="{FF2B5EF4-FFF2-40B4-BE49-F238E27FC236}">
                    <a16:creationId xmlns:a16="http://schemas.microsoft.com/office/drawing/2014/main" id="{44552C25-6E6E-932C-58BE-822700D722AD}"/>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132" name="Freeform 25">
                <a:extLst>
                  <a:ext uri="{FF2B5EF4-FFF2-40B4-BE49-F238E27FC236}">
                    <a16:creationId xmlns:a16="http://schemas.microsoft.com/office/drawing/2014/main" id="{54531708-A4EE-8903-D1B2-4F0CBEAA885C}"/>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133" name="Freeform 26">
                <a:extLst>
                  <a:ext uri="{FF2B5EF4-FFF2-40B4-BE49-F238E27FC236}">
                    <a16:creationId xmlns:a16="http://schemas.microsoft.com/office/drawing/2014/main" id="{36A0D391-E7FE-1B53-5C16-0FE8D35AB496}"/>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134" name="Freeform 27">
                <a:extLst>
                  <a:ext uri="{FF2B5EF4-FFF2-40B4-BE49-F238E27FC236}">
                    <a16:creationId xmlns:a16="http://schemas.microsoft.com/office/drawing/2014/main" id="{8BBFFDD2-A9D2-BD89-FDAB-100B15BC314D}"/>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135" name="Freeform 28">
                <a:extLst>
                  <a:ext uri="{FF2B5EF4-FFF2-40B4-BE49-F238E27FC236}">
                    <a16:creationId xmlns:a16="http://schemas.microsoft.com/office/drawing/2014/main" id="{19DED88E-D488-5A44-76B0-3D062161BDE8}"/>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53" name="Graphic 8">
              <a:extLst>
                <a:ext uri="{FF2B5EF4-FFF2-40B4-BE49-F238E27FC236}">
                  <a16:creationId xmlns:a16="http://schemas.microsoft.com/office/drawing/2014/main" id="{C2965FF7-AEF7-C2F0-63F8-F1FDEE0C409E}"/>
                </a:ext>
              </a:extLst>
            </p:cNvPr>
            <p:cNvGrpSpPr/>
            <p:nvPr/>
          </p:nvGrpSpPr>
          <p:grpSpPr>
            <a:xfrm>
              <a:off x="265625" y="6323271"/>
              <a:ext cx="1249223" cy="190348"/>
              <a:chOff x="265625" y="6323271"/>
              <a:chExt cx="1249223" cy="190348"/>
            </a:xfrm>
            <a:solidFill>
              <a:srgbClr val="000000"/>
            </a:solidFill>
          </p:grpSpPr>
          <p:sp>
            <p:nvSpPr>
              <p:cNvPr id="54" name="Freeform 10">
                <a:extLst>
                  <a:ext uri="{FF2B5EF4-FFF2-40B4-BE49-F238E27FC236}">
                    <a16:creationId xmlns:a16="http://schemas.microsoft.com/office/drawing/2014/main" id="{E038BDB1-BCA2-06EF-CE65-02DB90820FA0}"/>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55" name="Freeform 11">
                <a:extLst>
                  <a:ext uri="{FF2B5EF4-FFF2-40B4-BE49-F238E27FC236}">
                    <a16:creationId xmlns:a16="http://schemas.microsoft.com/office/drawing/2014/main" id="{A747ED16-5106-EF7B-3AF4-C6B84D310198}"/>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56" name="Freeform 14">
                <a:extLst>
                  <a:ext uri="{FF2B5EF4-FFF2-40B4-BE49-F238E27FC236}">
                    <a16:creationId xmlns:a16="http://schemas.microsoft.com/office/drawing/2014/main" id="{93DF5C0C-BE16-8CCE-8B6F-4A8EBA567151}"/>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57" name="Freeform 15">
                <a:extLst>
                  <a:ext uri="{FF2B5EF4-FFF2-40B4-BE49-F238E27FC236}">
                    <a16:creationId xmlns:a16="http://schemas.microsoft.com/office/drawing/2014/main" id="{476666EF-1A24-FB49-755E-173132F59A76}"/>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58" name="Freeform 16">
                <a:extLst>
                  <a:ext uri="{FF2B5EF4-FFF2-40B4-BE49-F238E27FC236}">
                    <a16:creationId xmlns:a16="http://schemas.microsoft.com/office/drawing/2014/main" id="{4C641D78-B6F4-7DF1-7AC8-6C7C3706DC85}"/>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59" name="Freeform 17">
                <a:extLst>
                  <a:ext uri="{FF2B5EF4-FFF2-40B4-BE49-F238E27FC236}">
                    <a16:creationId xmlns:a16="http://schemas.microsoft.com/office/drawing/2014/main" id="{1243D46A-B0E8-A2B8-C46B-283C09251320}"/>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60" name="Freeform 18">
                <a:extLst>
                  <a:ext uri="{FF2B5EF4-FFF2-40B4-BE49-F238E27FC236}">
                    <a16:creationId xmlns:a16="http://schemas.microsoft.com/office/drawing/2014/main" id="{CBF21737-6D15-0013-436F-C4F38B7F768D}"/>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50" name="TextBox 49">
            <a:extLst>
              <a:ext uri="{FF2B5EF4-FFF2-40B4-BE49-F238E27FC236}">
                <a16:creationId xmlns:a16="http://schemas.microsoft.com/office/drawing/2014/main" id="{B88D2144-6E96-D6CF-FAAD-0076DE220724}"/>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28086789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dec="http://schemas.microsoft.com/office/drawing/2017/decorative" xmlns:a16="http://schemas.microsoft.com/office/drawing/2014/main" xmlns="">
      <p:transition spd="med">
        <p:fade/>
      </p:transition>
    </mc:Fallback>
  </mc:AlternateContent>
</p:sldLayout>
</file>

<file path=ppt/slideLayouts/slideLayout97.xml><?xml version="1.0" encoding="utf-8"?>
<p:sldLayout xmlns:a="http://schemas.openxmlformats.org/drawingml/2006/main" xmlns:r="http://schemas.openxmlformats.org/officeDocument/2006/relationships" xmlns:p="http://schemas.openxmlformats.org/presentationml/2006/main" showMasterSp="0" preserve="1" userDrawn="1">
  <p:cSld name="Section - Wrap Up">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9107" y="938794"/>
            <a:ext cx="6587869" cy="1229360"/>
          </a:xfrm>
        </p:spPr>
        <p:txBody>
          <a:bodyPr wrap="square" anchor="b"/>
          <a:lstStyle>
            <a:lvl1pPr algn="l">
              <a:defRPr sz="3600" b="0" cap="none" baseline="0">
                <a:solidFill>
                  <a:schemeClr val="accent2"/>
                </a:solidFill>
              </a:defRPr>
            </a:lvl1pPr>
          </a:lstStyle>
          <a:p>
            <a:r>
              <a:rPr lang="en-US" dirty="0"/>
              <a:t>Section Title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574010" cy="700882"/>
          </a:xfrm>
        </p:spPr>
        <p:txBody>
          <a:bodyPr/>
          <a:lstStyle>
            <a:lvl1pPr marL="0" indent="0" algn="l">
              <a:buNone/>
              <a:defRPr sz="2400">
                <a:solidFill>
                  <a:schemeClr val="bg2">
                    <a:lumMod val="2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
        <p:nvSpPr>
          <p:cNvPr id="3" name="Parallelogram 2">
            <a:extLst>
              <a:ext uri="{FF2B5EF4-FFF2-40B4-BE49-F238E27FC236}">
                <a16:creationId xmlns:a16="http://schemas.microsoft.com/office/drawing/2014/main" id="{79EE9B0C-8EC5-6814-F2ED-1FA1F64E3BD5}"/>
              </a:ext>
            </a:extLst>
          </p:cNvPr>
          <p:cNvSpPr/>
          <p:nvPr userDrawn="1"/>
        </p:nvSpPr>
        <p:spPr>
          <a:xfrm>
            <a:off x="5406003" y="0"/>
            <a:ext cx="14676689" cy="6858001"/>
          </a:xfrm>
          <a:prstGeom prst="parallelogram">
            <a:avLst>
              <a:gd name="adj" fmla="val 100124"/>
            </a:avLst>
          </a:prstGeom>
          <a:gradFill flip="none" rotWithShape="1">
            <a:gsLst>
              <a:gs pos="24000">
                <a:schemeClr val="accent5"/>
              </a:gs>
              <a:gs pos="100000">
                <a:schemeClr val="accent5">
                  <a:lumMod val="60000"/>
                  <a:lumOff val="40000"/>
                </a:schemeClr>
              </a:gs>
            </a:gsLst>
            <a:lin ang="18900000" scaled="1"/>
            <a:tileRect/>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4" name="Parallelogram 3">
            <a:extLst>
              <a:ext uri="{FF2B5EF4-FFF2-40B4-BE49-F238E27FC236}">
                <a16:creationId xmlns:a16="http://schemas.microsoft.com/office/drawing/2014/main" id="{999D53FC-B7CF-FBCC-47B1-992712553F5A}"/>
              </a:ext>
            </a:extLst>
          </p:cNvPr>
          <p:cNvSpPr/>
          <p:nvPr userDrawn="1"/>
        </p:nvSpPr>
        <p:spPr>
          <a:xfrm>
            <a:off x="1840256" y="-1"/>
            <a:ext cx="12934077" cy="6470788"/>
          </a:xfrm>
          <a:prstGeom prst="parallelogram">
            <a:avLst>
              <a:gd name="adj" fmla="val 100124"/>
            </a:avLst>
          </a:prstGeom>
          <a:gradFill flip="none" rotWithShape="1">
            <a:gsLst>
              <a:gs pos="0">
                <a:schemeClr val="accent5">
                  <a:alpha val="33000"/>
                </a:schemeClr>
              </a:gs>
              <a:gs pos="97000">
                <a:schemeClr val="accent5">
                  <a:alpha val="0"/>
                </a:schemeClr>
              </a:gs>
            </a:gsLst>
            <a:lin ang="8100000" scaled="1"/>
            <a:tileRect/>
          </a:gra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 name="Graphic 143">
            <a:extLst>
              <a:ext uri="{FF2B5EF4-FFF2-40B4-BE49-F238E27FC236}">
                <a16:creationId xmlns:a16="http://schemas.microsoft.com/office/drawing/2014/main" id="{C0D01B70-85F2-84D3-EBFB-A50AA16FAED0}"/>
              </a:ext>
            </a:extLst>
          </p:cNvPr>
          <p:cNvSpPr/>
          <p:nvPr userDrawn="1"/>
        </p:nvSpPr>
        <p:spPr>
          <a:xfrm>
            <a:off x="4130978" y="4499933"/>
            <a:ext cx="2421204" cy="666750"/>
          </a:xfrm>
          <a:custGeom>
            <a:avLst/>
            <a:gdLst>
              <a:gd name="connsiteX0" fmla="*/ 482061 w 600651"/>
              <a:gd name="connsiteY0" fmla="*/ 38962 h 165407"/>
              <a:gd name="connsiteX1" fmla="*/ 398886 w 600651"/>
              <a:gd name="connsiteY1" fmla="*/ 75298 h 165407"/>
              <a:gd name="connsiteX2" fmla="*/ 268849 w 600651"/>
              <a:gd name="connsiteY2" fmla="*/ 0 h 165407"/>
              <a:gd name="connsiteX3" fmla="*/ 118927 w 600651"/>
              <a:gd name="connsiteY3" fmla="*/ 122878 h 165407"/>
              <a:gd name="connsiteX4" fmla="*/ 66185 w 600651"/>
              <a:gd name="connsiteY4" fmla="*/ 94823 h 165407"/>
              <a:gd name="connsiteX5" fmla="*/ 0 w 600651"/>
              <a:gd name="connsiteY5" fmla="*/ 165408 h 165407"/>
              <a:gd name="connsiteX6" fmla="*/ 600652 w 600651"/>
              <a:gd name="connsiteY6" fmla="*/ 165408 h 165407"/>
              <a:gd name="connsiteX7" fmla="*/ 482061 w 600651"/>
              <a:gd name="connsiteY7" fmla="*/ 38939 h 1654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651" h="165407">
                <a:moveTo>
                  <a:pt x="482061" y="38962"/>
                </a:moveTo>
                <a:cubicBezTo>
                  <a:pt x="449653" y="38962"/>
                  <a:pt x="420297" y="52832"/>
                  <a:pt x="398886" y="75298"/>
                </a:cubicBezTo>
                <a:cubicBezTo>
                  <a:pt x="371236" y="29984"/>
                  <a:pt x="323341" y="0"/>
                  <a:pt x="268849" y="0"/>
                </a:cubicBezTo>
                <a:cubicBezTo>
                  <a:pt x="196963" y="0"/>
                  <a:pt x="136523" y="52136"/>
                  <a:pt x="118927" y="122878"/>
                </a:cubicBezTo>
                <a:cubicBezTo>
                  <a:pt x="106853" y="105865"/>
                  <a:pt x="87754" y="94823"/>
                  <a:pt x="66185" y="94823"/>
                </a:cubicBezTo>
                <a:cubicBezTo>
                  <a:pt x="29625" y="94823"/>
                  <a:pt x="0" y="126446"/>
                  <a:pt x="0" y="165408"/>
                </a:cubicBezTo>
                <a:lnTo>
                  <a:pt x="600652" y="165408"/>
                </a:lnTo>
                <a:cubicBezTo>
                  <a:pt x="600652" y="95564"/>
                  <a:pt x="547551" y="38939"/>
                  <a:pt x="482061" y="38939"/>
                </a:cubicBezTo>
                <a:close/>
              </a:path>
            </a:pathLst>
          </a:custGeom>
          <a:solidFill>
            <a:schemeClr val="accent5">
              <a:alpha val="18000"/>
            </a:schemeClr>
          </a:soli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pic>
        <p:nvPicPr>
          <p:cNvPr id="6" name="Graphic 5">
            <a:extLst>
              <a:ext uri="{FF2B5EF4-FFF2-40B4-BE49-F238E27FC236}">
                <a16:creationId xmlns:a16="http://schemas.microsoft.com/office/drawing/2014/main" id="{BDB5472A-4BEE-FF45-254F-F33E3FCC35B5}"/>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979191" y="2319345"/>
            <a:ext cx="3124591" cy="1207366"/>
          </a:xfrm>
          <a:prstGeom prst="rect">
            <a:avLst/>
          </a:prstGeom>
        </p:spPr>
      </p:pic>
      <p:grpSp>
        <p:nvGrpSpPr>
          <p:cNvPr id="7" name="Group 6">
            <a:extLst>
              <a:ext uri="{FF2B5EF4-FFF2-40B4-BE49-F238E27FC236}">
                <a16:creationId xmlns:a16="http://schemas.microsoft.com/office/drawing/2014/main" id="{FA919E50-D9FE-6FA9-CF7F-1701FAFE68F2}"/>
              </a:ext>
            </a:extLst>
          </p:cNvPr>
          <p:cNvGrpSpPr/>
          <p:nvPr userDrawn="1"/>
        </p:nvGrpSpPr>
        <p:grpSpPr>
          <a:xfrm>
            <a:off x="8467108" y="1045130"/>
            <a:ext cx="1685206" cy="686138"/>
            <a:chOff x="437672" y="1280130"/>
            <a:chExt cx="2910783" cy="1185138"/>
          </a:xfrm>
        </p:grpSpPr>
        <p:sp>
          <p:nvSpPr>
            <p:cNvPr id="8" name="Freeform: Shape 187">
              <a:extLst>
                <a:ext uri="{FF2B5EF4-FFF2-40B4-BE49-F238E27FC236}">
                  <a16:creationId xmlns:a16="http://schemas.microsoft.com/office/drawing/2014/main" id="{E2A3A0F4-BE8B-B17E-21EA-77C6BDC8F8FB}"/>
                </a:ext>
              </a:extLst>
            </p:cNvPr>
            <p:cNvSpPr/>
            <p:nvPr/>
          </p:nvSpPr>
          <p:spPr>
            <a:xfrm>
              <a:off x="437672" y="1280130"/>
              <a:ext cx="2720832" cy="1110872"/>
            </a:xfrm>
            <a:custGeom>
              <a:avLst/>
              <a:gdLst>
                <a:gd name="connsiteX0" fmla="*/ 749249 w 907209"/>
                <a:gd name="connsiteY0" fmla="*/ 212440 h 370400"/>
                <a:gd name="connsiteX1" fmla="*/ 700014 w 907209"/>
                <a:gd name="connsiteY1" fmla="*/ 220306 h 370400"/>
                <a:gd name="connsiteX2" fmla="*/ 454537 w 907209"/>
                <a:gd name="connsiteY2" fmla="*/ 0 h 370400"/>
                <a:gd name="connsiteX3" fmla="*/ 213896 w 907209"/>
                <a:gd name="connsiteY3" fmla="*/ 191405 h 370400"/>
                <a:gd name="connsiteX4" fmla="*/ 178995 w 907209"/>
                <a:gd name="connsiteY4" fmla="*/ 191405 h 370400"/>
                <a:gd name="connsiteX5" fmla="*/ 0 w 907209"/>
                <a:gd name="connsiteY5" fmla="*/ 370400 h 370400"/>
                <a:gd name="connsiteX6" fmla="*/ 907209 w 907209"/>
                <a:gd name="connsiteY6" fmla="*/ 370400 h 370400"/>
                <a:gd name="connsiteX7" fmla="*/ 749249 w 907209"/>
                <a:gd name="connsiteY7" fmla="*/ 212440 h 370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07209" h="370400">
                  <a:moveTo>
                    <a:pt x="749249" y="212440"/>
                  </a:moveTo>
                  <a:cubicBezTo>
                    <a:pt x="732060" y="212440"/>
                    <a:pt x="715512" y="215236"/>
                    <a:pt x="700014" y="220306"/>
                  </a:cubicBezTo>
                  <a:cubicBezTo>
                    <a:pt x="686729" y="96489"/>
                    <a:pt x="581907" y="0"/>
                    <a:pt x="454537" y="0"/>
                  </a:cubicBezTo>
                  <a:cubicBezTo>
                    <a:pt x="337246" y="0"/>
                    <a:pt x="239126" y="81806"/>
                    <a:pt x="213896" y="191405"/>
                  </a:cubicBezTo>
                  <a:lnTo>
                    <a:pt x="178995" y="191405"/>
                  </a:lnTo>
                  <a:cubicBezTo>
                    <a:pt x="80116" y="191405"/>
                    <a:pt x="0" y="271522"/>
                    <a:pt x="0" y="370400"/>
                  </a:cubicBezTo>
                  <a:lnTo>
                    <a:pt x="907209" y="370400"/>
                  </a:lnTo>
                  <a:cubicBezTo>
                    <a:pt x="907209" y="283175"/>
                    <a:pt x="836474" y="212440"/>
                    <a:pt x="749249" y="212440"/>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9" name="Freeform: Shape 188">
              <a:extLst>
                <a:ext uri="{FF2B5EF4-FFF2-40B4-BE49-F238E27FC236}">
                  <a16:creationId xmlns:a16="http://schemas.microsoft.com/office/drawing/2014/main" id="{9B97CF0E-33B1-B6CF-DC73-A391B6DE859A}"/>
                </a:ext>
              </a:extLst>
            </p:cNvPr>
            <p:cNvSpPr/>
            <p:nvPr/>
          </p:nvSpPr>
          <p:spPr>
            <a:xfrm>
              <a:off x="1651302" y="1789783"/>
              <a:ext cx="1697153" cy="675485"/>
            </a:xfrm>
            <a:custGeom>
              <a:avLst/>
              <a:gdLst>
                <a:gd name="connsiteX0" fmla="*/ 154872 w 565884"/>
                <a:gd name="connsiteY0" fmla="*/ 70357 h 225229"/>
                <a:gd name="connsiteX1" fmla="*/ 0 w 565884"/>
                <a:gd name="connsiteY1" fmla="*/ 225229 h 225229"/>
                <a:gd name="connsiteX2" fmla="*/ 565884 w 565884"/>
                <a:gd name="connsiteY2" fmla="*/ 225229 h 225229"/>
                <a:gd name="connsiteX3" fmla="*/ 496023 w 565884"/>
                <a:gd name="connsiteY3" fmla="*/ 70357 h 225229"/>
                <a:gd name="connsiteX4" fmla="*/ 496023 w 565884"/>
                <a:gd name="connsiteY4" fmla="*/ 70357 h 225229"/>
                <a:gd name="connsiteX5" fmla="*/ 154872 w 565884"/>
                <a:gd name="connsiteY5" fmla="*/ 70357 h 225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5884" h="225229">
                  <a:moveTo>
                    <a:pt x="154872" y="70357"/>
                  </a:moveTo>
                  <a:lnTo>
                    <a:pt x="0" y="225229"/>
                  </a:lnTo>
                  <a:lnTo>
                    <a:pt x="565884" y="225229"/>
                  </a:lnTo>
                  <a:cubicBezTo>
                    <a:pt x="562272" y="168711"/>
                    <a:pt x="538965" y="113299"/>
                    <a:pt x="496023" y="70357"/>
                  </a:cubicBezTo>
                  <a:lnTo>
                    <a:pt x="496023" y="70357"/>
                  </a:lnTo>
                  <a:cubicBezTo>
                    <a:pt x="402213" y="-23452"/>
                    <a:pt x="248681" y="-23452"/>
                    <a:pt x="154872" y="70357"/>
                  </a:cubicBezTo>
                  <a:close/>
                </a:path>
              </a:pathLst>
            </a:custGeom>
            <a:gradFill>
              <a:gsLst>
                <a:gs pos="29000">
                  <a:srgbClr val="FFFFFF"/>
                </a:gs>
                <a:gs pos="48000">
                  <a:srgbClr val="F8FBFE"/>
                </a:gs>
                <a:gs pos="73000">
                  <a:srgbClr val="E7F3FB"/>
                </a:gs>
                <a:gs pos="100000">
                  <a:srgbClr val="CEE6F7"/>
                </a:gs>
              </a:gsLst>
              <a:lin ang="2700000" scaled="1"/>
            </a:gra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10" name="Graphic 133">
            <a:extLst>
              <a:ext uri="{FF2B5EF4-FFF2-40B4-BE49-F238E27FC236}">
                <a16:creationId xmlns:a16="http://schemas.microsoft.com/office/drawing/2014/main" id="{A923B27C-810D-95D5-69E8-1E21AEF7AD4C}"/>
              </a:ext>
            </a:extLst>
          </p:cNvPr>
          <p:cNvGrpSpPr/>
          <p:nvPr userDrawn="1"/>
        </p:nvGrpSpPr>
        <p:grpSpPr>
          <a:xfrm>
            <a:off x="7658058" y="759261"/>
            <a:ext cx="747561" cy="1467873"/>
            <a:chOff x="7819347" y="302010"/>
            <a:chExt cx="1311783" cy="2575750"/>
          </a:xfrm>
          <a:noFill/>
        </p:grpSpPr>
        <p:sp>
          <p:nvSpPr>
            <p:cNvPr id="11" name="Freeform: Shape 232">
              <a:extLst>
                <a:ext uri="{FF2B5EF4-FFF2-40B4-BE49-F238E27FC236}">
                  <a16:creationId xmlns:a16="http://schemas.microsoft.com/office/drawing/2014/main" id="{4276AB84-2CA3-B42D-27E7-9550D7C4120A}"/>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2" name="Freeform: Shape 233">
              <a:extLst>
                <a:ext uri="{FF2B5EF4-FFF2-40B4-BE49-F238E27FC236}">
                  <a16:creationId xmlns:a16="http://schemas.microsoft.com/office/drawing/2014/main" id="{4D3E3E2E-5DEF-A2B9-BAE3-DD8A8EEBD841}"/>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 name="Freeform: Shape 234">
              <a:extLst>
                <a:ext uri="{FF2B5EF4-FFF2-40B4-BE49-F238E27FC236}">
                  <a16:creationId xmlns:a16="http://schemas.microsoft.com/office/drawing/2014/main" id="{69190E88-5AEC-915B-4642-B82A46EF4F18}"/>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4" name="Freeform: Shape 235">
              <a:extLst>
                <a:ext uri="{FF2B5EF4-FFF2-40B4-BE49-F238E27FC236}">
                  <a16:creationId xmlns:a16="http://schemas.microsoft.com/office/drawing/2014/main" id="{0678F5ED-7214-121F-5C17-D49D0E236506}"/>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5" name="Freeform: Shape 236">
              <a:extLst>
                <a:ext uri="{FF2B5EF4-FFF2-40B4-BE49-F238E27FC236}">
                  <a16:creationId xmlns:a16="http://schemas.microsoft.com/office/drawing/2014/main" id="{2490D979-AE3C-5B52-1827-5039E25DB9FE}"/>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16" name="Freeform: Shape 265">
            <a:extLst>
              <a:ext uri="{FF2B5EF4-FFF2-40B4-BE49-F238E27FC236}">
                <a16:creationId xmlns:a16="http://schemas.microsoft.com/office/drawing/2014/main" id="{2106605C-F14E-529E-A785-75A278F5C14B}"/>
              </a:ext>
            </a:extLst>
          </p:cNvPr>
          <p:cNvSpPr/>
          <p:nvPr userDrawn="1"/>
        </p:nvSpPr>
        <p:spPr>
          <a:xfrm>
            <a:off x="10295515" y="4002501"/>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7" name="Freeform: Shape 269">
            <a:extLst>
              <a:ext uri="{FF2B5EF4-FFF2-40B4-BE49-F238E27FC236}">
                <a16:creationId xmlns:a16="http://schemas.microsoft.com/office/drawing/2014/main" id="{FAE03E4B-070B-68A3-7550-49675FD6FDA6}"/>
              </a:ext>
            </a:extLst>
          </p:cNvPr>
          <p:cNvSpPr/>
          <p:nvPr userDrawn="1"/>
        </p:nvSpPr>
        <p:spPr>
          <a:xfrm>
            <a:off x="6195382" y="4307691"/>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8" name="Freeform: Shape 285">
            <a:extLst>
              <a:ext uri="{FF2B5EF4-FFF2-40B4-BE49-F238E27FC236}">
                <a16:creationId xmlns:a16="http://schemas.microsoft.com/office/drawing/2014/main" id="{BF116D4E-5C97-FB52-FEC5-48F20A99A412}"/>
              </a:ext>
            </a:extLst>
          </p:cNvPr>
          <p:cNvSpPr/>
          <p:nvPr userDrawn="1"/>
        </p:nvSpPr>
        <p:spPr>
          <a:xfrm>
            <a:off x="8709950" y="5303803"/>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9" name="Freeform: Shape 286">
            <a:extLst>
              <a:ext uri="{FF2B5EF4-FFF2-40B4-BE49-F238E27FC236}">
                <a16:creationId xmlns:a16="http://schemas.microsoft.com/office/drawing/2014/main" id="{AD17F4DA-92CB-06FB-32F5-3E889E1A2329}"/>
              </a:ext>
            </a:extLst>
          </p:cNvPr>
          <p:cNvSpPr/>
          <p:nvPr userDrawn="1"/>
        </p:nvSpPr>
        <p:spPr>
          <a:xfrm>
            <a:off x="9116688" y="501008"/>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20" name="Graphic 133">
            <a:extLst>
              <a:ext uri="{FF2B5EF4-FFF2-40B4-BE49-F238E27FC236}">
                <a16:creationId xmlns:a16="http://schemas.microsoft.com/office/drawing/2014/main" id="{4EF55AD1-CDEA-57F3-8521-BD59CA745EDC}"/>
              </a:ext>
            </a:extLst>
          </p:cNvPr>
          <p:cNvGrpSpPr/>
          <p:nvPr userDrawn="1"/>
        </p:nvGrpSpPr>
        <p:grpSpPr>
          <a:xfrm rot="15300000">
            <a:off x="5392445" y="1828091"/>
            <a:ext cx="1311783" cy="2575750"/>
            <a:chOff x="7819347" y="302010"/>
            <a:chExt cx="1311783" cy="2575750"/>
          </a:xfrm>
          <a:noFill/>
        </p:grpSpPr>
        <p:sp>
          <p:nvSpPr>
            <p:cNvPr id="21" name="Freeform: Shape 288">
              <a:extLst>
                <a:ext uri="{FF2B5EF4-FFF2-40B4-BE49-F238E27FC236}">
                  <a16:creationId xmlns:a16="http://schemas.microsoft.com/office/drawing/2014/main" id="{A957ED78-F6E1-34FD-5182-5AD30C0C8F14}"/>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2" name="Freeform: Shape 289">
              <a:extLst>
                <a:ext uri="{FF2B5EF4-FFF2-40B4-BE49-F238E27FC236}">
                  <a16:creationId xmlns:a16="http://schemas.microsoft.com/office/drawing/2014/main" id="{10531981-49FB-8469-0945-A68C23CFDF93}"/>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3" name="Freeform: Shape 290">
              <a:extLst>
                <a:ext uri="{FF2B5EF4-FFF2-40B4-BE49-F238E27FC236}">
                  <a16:creationId xmlns:a16="http://schemas.microsoft.com/office/drawing/2014/main" id="{F6BCD924-30CA-52FE-5150-31E8D5A51477}"/>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4" name="Freeform: Shape 291">
              <a:extLst>
                <a:ext uri="{FF2B5EF4-FFF2-40B4-BE49-F238E27FC236}">
                  <a16:creationId xmlns:a16="http://schemas.microsoft.com/office/drawing/2014/main" id="{B98C0580-EA84-7963-4A4C-D7E8353F1C02}"/>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5" name="Freeform: Shape 292">
              <a:extLst>
                <a:ext uri="{FF2B5EF4-FFF2-40B4-BE49-F238E27FC236}">
                  <a16:creationId xmlns:a16="http://schemas.microsoft.com/office/drawing/2014/main" id="{C1A9108D-BA76-0661-0B4E-172BC08DC8A8}"/>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26" name="Oval 25">
            <a:extLst>
              <a:ext uri="{FF2B5EF4-FFF2-40B4-BE49-F238E27FC236}">
                <a16:creationId xmlns:a16="http://schemas.microsoft.com/office/drawing/2014/main" id="{FE22D23E-503D-9704-25A0-42F034402AF9}"/>
              </a:ext>
            </a:extLst>
          </p:cNvPr>
          <p:cNvSpPr/>
          <p:nvPr userDrawn="1"/>
        </p:nvSpPr>
        <p:spPr>
          <a:xfrm flipV="1">
            <a:off x="6354876" y="1852997"/>
            <a:ext cx="3152006" cy="3152006"/>
          </a:xfrm>
          <a:prstGeom prst="ellipse">
            <a:avLst/>
          </a:prstGeom>
          <a:solidFill>
            <a:schemeClr val="bg1"/>
          </a:solidFill>
          <a:ln w="508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27" name="Freeform: Shape 298">
            <a:extLst>
              <a:ext uri="{FF2B5EF4-FFF2-40B4-BE49-F238E27FC236}">
                <a16:creationId xmlns:a16="http://schemas.microsoft.com/office/drawing/2014/main" id="{555CD9C8-C820-2375-977A-4C8165034A89}"/>
              </a:ext>
            </a:extLst>
          </p:cNvPr>
          <p:cNvSpPr/>
          <p:nvPr userDrawn="1"/>
        </p:nvSpPr>
        <p:spPr>
          <a:xfrm>
            <a:off x="5406003" y="4429286"/>
            <a:ext cx="2921280" cy="1192670"/>
          </a:xfrm>
          <a:custGeom>
            <a:avLst/>
            <a:gdLst>
              <a:gd name="connsiteX0" fmla="*/ 2797989 w 3387980"/>
              <a:gd name="connsiteY0" fmla="*/ 793219 h 1383210"/>
              <a:gd name="connsiteX1" fmla="*/ 2614092 w 3387980"/>
              <a:gd name="connsiteY1" fmla="*/ 822614 h 1383210"/>
              <a:gd name="connsiteX2" fmla="*/ 1697357 w 3387980"/>
              <a:gd name="connsiteY2" fmla="*/ 0 h 1383210"/>
              <a:gd name="connsiteX3" fmla="*/ 798795 w 3387980"/>
              <a:gd name="connsiteY3" fmla="*/ 714810 h 1383210"/>
              <a:gd name="connsiteX4" fmla="*/ 668546 w 3387980"/>
              <a:gd name="connsiteY4" fmla="*/ 714665 h 1383210"/>
              <a:gd name="connsiteX5" fmla="*/ 0 w 3387980"/>
              <a:gd name="connsiteY5" fmla="*/ 1383211 h 1383210"/>
              <a:gd name="connsiteX6" fmla="*/ 3387981 w 3387980"/>
              <a:gd name="connsiteY6" fmla="*/ 1383211 h 1383210"/>
              <a:gd name="connsiteX7" fmla="*/ 2797989 w 3387980"/>
              <a:gd name="connsiteY7" fmla="*/ 793219 h 1383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387980" h="1383210">
                <a:moveTo>
                  <a:pt x="2797989" y="793219"/>
                </a:moveTo>
                <a:cubicBezTo>
                  <a:pt x="2733770" y="793219"/>
                  <a:pt x="2671940" y="803573"/>
                  <a:pt x="2614092" y="822614"/>
                </a:cubicBezTo>
                <a:cubicBezTo>
                  <a:pt x="2564425" y="360192"/>
                  <a:pt x="2172956" y="0"/>
                  <a:pt x="1697357" y="0"/>
                </a:cubicBezTo>
                <a:cubicBezTo>
                  <a:pt x="1259406" y="0"/>
                  <a:pt x="892915" y="305385"/>
                  <a:pt x="798795" y="714810"/>
                </a:cubicBezTo>
                <a:lnTo>
                  <a:pt x="668546" y="714665"/>
                </a:lnTo>
                <a:cubicBezTo>
                  <a:pt x="299304" y="714737"/>
                  <a:pt x="0" y="1014041"/>
                  <a:pt x="0" y="1383211"/>
                </a:cubicBezTo>
                <a:lnTo>
                  <a:pt x="3387981" y="1383211"/>
                </a:lnTo>
                <a:cubicBezTo>
                  <a:pt x="3387981" y="1057336"/>
                  <a:pt x="3123864" y="793219"/>
                  <a:pt x="2797989" y="793219"/>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pic>
        <p:nvPicPr>
          <p:cNvPr id="28" name="Graphic 27">
            <a:extLst>
              <a:ext uri="{FF2B5EF4-FFF2-40B4-BE49-F238E27FC236}">
                <a16:creationId xmlns:a16="http://schemas.microsoft.com/office/drawing/2014/main" id="{2B56078F-F612-3510-474D-4317BC5845EB}"/>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0551836" y="1074745"/>
            <a:ext cx="828064" cy="1001254"/>
          </a:xfrm>
          <a:prstGeom prst="rect">
            <a:avLst/>
          </a:prstGeom>
        </p:spPr>
      </p:pic>
      <p:pic>
        <p:nvPicPr>
          <p:cNvPr id="29" name="Graphic 28">
            <a:extLst>
              <a:ext uri="{FF2B5EF4-FFF2-40B4-BE49-F238E27FC236}">
                <a16:creationId xmlns:a16="http://schemas.microsoft.com/office/drawing/2014/main" id="{468E49FB-09ED-00E6-4380-197590A859B9}"/>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9025699" y="4707812"/>
            <a:ext cx="2490461" cy="837840"/>
          </a:xfrm>
          <a:prstGeom prst="rect">
            <a:avLst/>
          </a:prstGeom>
        </p:spPr>
      </p:pic>
      <p:pic>
        <p:nvPicPr>
          <p:cNvPr id="30" name="Graphic 29">
            <a:extLst>
              <a:ext uri="{FF2B5EF4-FFF2-40B4-BE49-F238E27FC236}">
                <a16:creationId xmlns:a16="http://schemas.microsoft.com/office/drawing/2014/main" id="{1189873C-6363-95BB-1B64-E83908D13B34}"/>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7105553" y="2486481"/>
            <a:ext cx="1737360" cy="1793405"/>
          </a:xfrm>
          <a:prstGeom prst="rect">
            <a:avLst/>
          </a:prstGeom>
        </p:spPr>
      </p:pic>
      <p:sp>
        <p:nvSpPr>
          <p:cNvPr id="31" name="TextBox 30">
            <a:extLst>
              <a:ext uri="{FF2B5EF4-FFF2-40B4-BE49-F238E27FC236}">
                <a16:creationId xmlns:a16="http://schemas.microsoft.com/office/drawing/2014/main" id="{A55B4DF8-2710-960B-3EF6-9F0F1C3BEA47}"/>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33" name="Graphic 8">
            <a:extLst>
              <a:ext uri="{FF2B5EF4-FFF2-40B4-BE49-F238E27FC236}">
                <a16:creationId xmlns:a16="http://schemas.microsoft.com/office/drawing/2014/main" id="{6CBC91FB-AA0D-C33E-0AE0-4BE186A3148D}"/>
              </a:ext>
            </a:extLst>
          </p:cNvPr>
          <p:cNvGrpSpPr/>
          <p:nvPr userDrawn="1"/>
        </p:nvGrpSpPr>
        <p:grpSpPr>
          <a:xfrm>
            <a:off x="265625" y="6323271"/>
            <a:ext cx="1249223" cy="369648"/>
            <a:chOff x="265625" y="6323271"/>
            <a:chExt cx="1249223" cy="369648"/>
          </a:xfrm>
          <a:solidFill>
            <a:srgbClr val="000000"/>
          </a:solidFill>
        </p:grpSpPr>
        <p:grpSp>
          <p:nvGrpSpPr>
            <p:cNvPr id="34" name="Graphic 8">
              <a:extLst>
                <a:ext uri="{FF2B5EF4-FFF2-40B4-BE49-F238E27FC236}">
                  <a16:creationId xmlns:a16="http://schemas.microsoft.com/office/drawing/2014/main" id="{0083E9A3-1519-3E9F-2842-C17F82FBAC90}"/>
                </a:ext>
              </a:extLst>
            </p:cNvPr>
            <p:cNvGrpSpPr/>
            <p:nvPr/>
          </p:nvGrpSpPr>
          <p:grpSpPr>
            <a:xfrm>
              <a:off x="745455" y="6594444"/>
              <a:ext cx="722662" cy="98475"/>
              <a:chOff x="745455" y="6594444"/>
              <a:chExt cx="722662" cy="98475"/>
            </a:xfrm>
            <a:solidFill>
              <a:srgbClr val="000000"/>
            </a:solidFill>
          </p:grpSpPr>
          <p:sp>
            <p:nvSpPr>
              <p:cNvPr id="43" name="Freeform 19">
                <a:extLst>
                  <a:ext uri="{FF2B5EF4-FFF2-40B4-BE49-F238E27FC236}">
                    <a16:creationId xmlns:a16="http://schemas.microsoft.com/office/drawing/2014/main" id="{2B53FA9F-1E91-42C8-8B79-AD8321758FA7}"/>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44" name="Freeform 20">
                <a:extLst>
                  <a:ext uri="{FF2B5EF4-FFF2-40B4-BE49-F238E27FC236}">
                    <a16:creationId xmlns:a16="http://schemas.microsoft.com/office/drawing/2014/main" id="{319C6281-6458-BA4D-D711-A3B9C41F1424}"/>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45" name="Freeform 21">
                <a:extLst>
                  <a:ext uri="{FF2B5EF4-FFF2-40B4-BE49-F238E27FC236}">
                    <a16:creationId xmlns:a16="http://schemas.microsoft.com/office/drawing/2014/main" id="{5C2231C8-CEA9-BB53-0584-DD2E829791D6}"/>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46" name="Freeform 22">
                <a:extLst>
                  <a:ext uri="{FF2B5EF4-FFF2-40B4-BE49-F238E27FC236}">
                    <a16:creationId xmlns:a16="http://schemas.microsoft.com/office/drawing/2014/main" id="{02B64BB3-E6DE-C8AD-E198-C3560DB7568B}"/>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47" name="Freeform 23">
                <a:extLst>
                  <a:ext uri="{FF2B5EF4-FFF2-40B4-BE49-F238E27FC236}">
                    <a16:creationId xmlns:a16="http://schemas.microsoft.com/office/drawing/2014/main" id="{519E483B-4EE0-DA58-33AF-3602E4FDF0C9}"/>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48" name="Freeform 24">
                <a:extLst>
                  <a:ext uri="{FF2B5EF4-FFF2-40B4-BE49-F238E27FC236}">
                    <a16:creationId xmlns:a16="http://schemas.microsoft.com/office/drawing/2014/main" id="{B3BAB951-FCE5-33B2-CD9C-8DBE0BBCA8F3}"/>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49" name="Freeform 25">
                <a:extLst>
                  <a:ext uri="{FF2B5EF4-FFF2-40B4-BE49-F238E27FC236}">
                    <a16:creationId xmlns:a16="http://schemas.microsoft.com/office/drawing/2014/main" id="{4439B443-9EC4-ABC8-1DE7-9A03A516A2D2}"/>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50" name="Freeform 26">
                <a:extLst>
                  <a:ext uri="{FF2B5EF4-FFF2-40B4-BE49-F238E27FC236}">
                    <a16:creationId xmlns:a16="http://schemas.microsoft.com/office/drawing/2014/main" id="{4F5AE6E5-E3C4-5F5B-E96D-EB6EF34C5857}"/>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51" name="Freeform 27">
                <a:extLst>
                  <a:ext uri="{FF2B5EF4-FFF2-40B4-BE49-F238E27FC236}">
                    <a16:creationId xmlns:a16="http://schemas.microsoft.com/office/drawing/2014/main" id="{3B39986C-49CE-315A-C1C8-6C8F478F77BB}"/>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52" name="Freeform 28">
                <a:extLst>
                  <a:ext uri="{FF2B5EF4-FFF2-40B4-BE49-F238E27FC236}">
                    <a16:creationId xmlns:a16="http://schemas.microsoft.com/office/drawing/2014/main" id="{49B93486-B386-14CB-5E91-4781CC2B33A7}"/>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35" name="Graphic 8">
              <a:extLst>
                <a:ext uri="{FF2B5EF4-FFF2-40B4-BE49-F238E27FC236}">
                  <a16:creationId xmlns:a16="http://schemas.microsoft.com/office/drawing/2014/main" id="{E9062FF3-36CD-72BE-E112-B0DB644ED7F6}"/>
                </a:ext>
              </a:extLst>
            </p:cNvPr>
            <p:cNvGrpSpPr/>
            <p:nvPr/>
          </p:nvGrpSpPr>
          <p:grpSpPr>
            <a:xfrm>
              <a:off x="265625" y="6323271"/>
              <a:ext cx="1249223" cy="190348"/>
              <a:chOff x="265625" y="6323271"/>
              <a:chExt cx="1249223" cy="190348"/>
            </a:xfrm>
            <a:solidFill>
              <a:srgbClr val="000000"/>
            </a:solidFill>
          </p:grpSpPr>
          <p:sp>
            <p:nvSpPr>
              <p:cNvPr id="36" name="Freeform 10">
                <a:extLst>
                  <a:ext uri="{FF2B5EF4-FFF2-40B4-BE49-F238E27FC236}">
                    <a16:creationId xmlns:a16="http://schemas.microsoft.com/office/drawing/2014/main" id="{9868B6D2-9315-0084-FD71-426A5321D2F0}"/>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37" name="Freeform 11">
                <a:extLst>
                  <a:ext uri="{FF2B5EF4-FFF2-40B4-BE49-F238E27FC236}">
                    <a16:creationId xmlns:a16="http://schemas.microsoft.com/office/drawing/2014/main" id="{352D6F5D-8873-B10B-D182-D19CF8234EDD}"/>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38" name="Freeform 14">
                <a:extLst>
                  <a:ext uri="{FF2B5EF4-FFF2-40B4-BE49-F238E27FC236}">
                    <a16:creationId xmlns:a16="http://schemas.microsoft.com/office/drawing/2014/main" id="{D8B690A5-3E25-AD28-48D9-EA67CD0674C1}"/>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39" name="Freeform 15">
                <a:extLst>
                  <a:ext uri="{FF2B5EF4-FFF2-40B4-BE49-F238E27FC236}">
                    <a16:creationId xmlns:a16="http://schemas.microsoft.com/office/drawing/2014/main" id="{72351420-2F5B-37D4-CE32-270053CBB301}"/>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40" name="Freeform 16">
                <a:extLst>
                  <a:ext uri="{FF2B5EF4-FFF2-40B4-BE49-F238E27FC236}">
                    <a16:creationId xmlns:a16="http://schemas.microsoft.com/office/drawing/2014/main" id="{7C3EFDA6-C1B1-CB74-6D9D-8E0E09F310C7}"/>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41" name="Freeform 17">
                <a:extLst>
                  <a:ext uri="{FF2B5EF4-FFF2-40B4-BE49-F238E27FC236}">
                    <a16:creationId xmlns:a16="http://schemas.microsoft.com/office/drawing/2014/main" id="{1DDD0EDE-B3A7-4368-C0F2-A1E071F3281B}"/>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42" name="Freeform 18">
                <a:extLst>
                  <a:ext uri="{FF2B5EF4-FFF2-40B4-BE49-F238E27FC236}">
                    <a16:creationId xmlns:a16="http://schemas.microsoft.com/office/drawing/2014/main" id="{F3154DDB-864E-5DD9-4153-CABEA5592274}"/>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32" name="TextBox 31">
            <a:extLst>
              <a:ext uri="{FF2B5EF4-FFF2-40B4-BE49-F238E27FC236}">
                <a16:creationId xmlns:a16="http://schemas.microsoft.com/office/drawing/2014/main" id="{4E022D5F-2A6A-1B3E-4CFE-07D21990ED19}"/>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23567743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dec="http://schemas.microsoft.com/office/drawing/2017/decorative" xmlns:a16="http://schemas.microsoft.com/office/drawing/2014/main" xmlns="">
      <p:transition spd="med">
        <p:fade/>
      </p:transition>
    </mc:Fallback>
  </mc:AlternateContent>
</p:sldLayout>
</file>

<file path=ppt/slideLayouts/slideLayout98.xml><?xml version="1.0" encoding="utf-8"?>
<p:sldLayout xmlns:a="http://schemas.openxmlformats.org/drawingml/2006/main" xmlns:r="http://schemas.openxmlformats.org/officeDocument/2006/relationships" xmlns:p="http://schemas.openxmlformats.org/presentationml/2006/main" showMasterSp="0" preserve="1">
  <p:cSld name="End of Template">
    <p:bg>
      <p:bgPr>
        <a:solidFill>
          <a:srgbClr val="E68C28"/>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6446863-BC96-B418-1052-C44A7E35FC2E}"/>
              </a:ext>
            </a:extLst>
          </p:cNvPr>
          <p:cNvSpPr txBox="1"/>
          <p:nvPr/>
        </p:nvSpPr>
        <p:spPr>
          <a:xfrm>
            <a:off x="606392" y="721895"/>
            <a:ext cx="10876547" cy="4880008"/>
          </a:xfrm>
          <a:prstGeom prst="rect">
            <a:avLst/>
          </a:prstGeom>
          <a:noFill/>
        </p:spPr>
        <p:txBody>
          <a:bodyPr wrap="square" lIns="0" tIns="0" rIns="0" bIns="0" rtlCol="0" anchor="ctr">
            <a:noAutofit/>
          </a:bodyPr>
          <a:lstStyle/>
          <a:p>
            <a:pPr algn="ctr">
              <a:lnSpc>
                <a:spcPct val="90000"/>
              </a:lnSpc>
            </a:pPr>
            <a:r>
              <a:rPr lang="en-US" sz="5400" spc="300" dirty="0">
                <a:solidFill>
                  <a:schemeClr val="tx2"/>
                </a:solidFill>
              </a:rPr>
              <a:t>DO NOT USE </a:t>
            </a:r>
          </a:p>
          <a:p>
            <a:pPr algn="ctr">
              <a:lnSpc>
                <a:spcPct val="90000"/>
              </a:lnSpc>
            </a:pPr>
            <a:endParaRPr lang="en-US" sz="5400" spc="300" dirty="0">
              <a:solidFill>
                <a:schemeClr val="tx2"/>
              </a:solidFill>
            </a:endParaRPr>
          </a:p>
          <a:p>
            <a:pPr algn="ctr">
              <a:lnSpc>
                <a:spcPct val="90000"/>
              </a:lnSpc>
            </a:pPr>
            <a:r>
              <a:rPr lang="en-US" sz="5400" spc="300" dirty="0">
                <a:solidFill>
                  <a:schemeClr val="tx2"/>
                </a:solidFill>
              </a:rPr>
              <a:t>ALL LAYOUTS PAST THIS ARE NOT PART OF THIS TEMPLATE</a:t>
            </a:r>
          </a:p>
        </p:txBody>
      </p:sp>
      <p:sp>
        <p:nvSpPr>
          <p:cNvPr id="3" name="TextBox 2">
            <a:extLst>
              <a:ext uri="{FF2B5EF4-FFF2-40B4-BE49-F238E27FC236}">
                <a16:creationId xmlns:a16="http://schemas.microsoft.com/office/drawing/2014/main" id="{D6446863-BC96-B418-1052-C44A7E35FC2E}"/>
              </a:ext>
            </a:extLst>
          </p:cNvPr>
          <p:cNvSpPr txBox="1"/>
          <p:nvPr userDrawn="1"/>
        </p:nvSpPr>
        <p:spPr>
          <a:xfrm>
            <a:off x="606392" y="721895"/>
            <a:ext cx="10876547" cy="4880008"/>
          </a:xfrm>
          <a:prstGeom prst="rect">
            <a:avLst/>
          </a:prstGeom>
          <a:noFill/>
        </p:spPr>
        <p:txBody>
          <a:bodyPr wrap="square" lIns="0" tIns="0" rIns="0" bIns="0" rtlCol="0" anchor="ctr">
            <a:noAutofit/>
          </a:bodyPr>
          <a:lstStyle/>
          <a:p>
            <a:pPr algn="ctr">
              <a:lnSpc>
                <a:spcPct val="90000"/>
              </a:lnSpc>
            </a:pPr>
            <a:r>
              <a:rPr lang="en-US" sz="5400" spc="300" dirty="0">
                <a:solidFill>
                  <a:schemeClr val="tx1"/>
                </a:solidFill>
              </a:rPr>
              <a:t>DO NOT USE </a:t>
            </a:r>
          </a:p>
          <a:p>
            <a:pPr algn="ctr">
              <a:lnSpc>
                <a:spcPct val="90000"/>
              </a:lnSpc>
            </a:pPr>
            <a:endParaRPr lang="en-US" sz="5400" spc="300" dirty="0">
              <a:solidFill>
                <a:schemeClr val="tx1"/>
              </a:solidFill>
            </a:endParaRPr>
          </a:p>
          <a:p>
            <a:pPr algn="ctr">
              <a:lnSpc>
                <a:spcPct val="90000"/>
              </a:lnSpc>
            </a:pPr>
            <a:r>
              <a:rPr lang="en-US" sz="5400" spc="300" dirty="0">
                <a:solidFill>
                  <a:schemeClr val="tx1"/>
                </a:solidFill>
              </a:rPr>
              <a:t>ALL LAYOUTS PAST THIS ARE NOT PART OF THIS TEMPLATE</a:t>
            </a:r>
          </a:p>
        </p:txBody>
      </p:sp>
    </p:spTree>
    <p:extLst>
      <p:ext uri="{BB962C8B-B14F-4D97-AF65-F5344CB8AC3E}">
        <p14:creationId xmlns:p14="http://schemas.microsoft.com/office/powerpoint/2010/main" val="10082206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vcf-title-a">
    <p:spTree>
      <p:nvGrpSpPr>
        <p:cNvPr id="1" name=""/>
        <p:cNvGrpSpPr/>
        <p:nvPr/>
      </p:nvGrpSpPr>
      <p:grpSpPr>
        <a:xfrm>
          <a:off x="0" y="0"/>
          <a:ext cx="0" cy="0"/>
          <a:chOff x="0" y="0"/>
          <a:chExt cx="0" cy="0"/>
        </a:xfrm>
      </p:grpSpPr>
      <p:sp>
        <p:nvSpPr>
          <p:cNvPr id="730" name="page number">
            <a:extLst>
              <a:ext uri="{FF2B5EF4-FFF2-40B4-BE49-F238E27FC236}">
                <a16:creationId xmlns:a16="http://schemas.microsoft.com/office/drawing/2014/main" id="{AB8D1A6B-3CE6-468D-804E-6300F8B6DC81}"/>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5" name="page number">
            <a:extLst>
              <a:ext uri="{FF2B5EF4-FFF2-40B4-BE49-F238E27FC236}">
                <a16:creationId xmlns:a16="http://schemas.microsoft.com/office/drawing/2014/main" id="{AB8D1A6B-3CE6-468D-804E-6300F8B6DC81}"/>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pic>
        <p:nvPicPr>
          <p:cNvPr id="3" name="Picture 2">
            <a:extLst>
              <a:ext uri="{FF2B5EF4-FFF2-40B4-BE49-F238E27FC236}">
                <a16:creationId xmlns:a16="http://schemas.microsoft.com/office/drawing/2014/main" id="{5C172C47-B04C-E1F6-EDB5-FDC049FCD281}"/>
              </a:ext>
            </a:extLst>
          </p:cNvPr>
          <p:cNvPicPr>
            <a:picLocks noChangeAspect="1"/>
          </p:cNvPicPr>
          <p:nvPr userDrawn="1"/>
        </p:nvPicPr>
        <p:blipFill>
          <a:blip r:embed="rId2"/>
          <a:srcRect/>
          <a:stretch/>
        </p:blipFill>
        <p:spPr>
          <a:xfrm>
            <a:off x="1" y="893"/>
            <a:ext cx="12188821" cy="6856212"/>
          </a:xfrm>
          <a:prstGeom prst="rect">
            <a:avLst/>
          </a:prstGeom>
        </p:spPr>
      </p:pic>
      <p:sp>
        <p:nvSpPr>
          <p:cNvPr id="4" name="Title click to edit">
            <a:extLst>
              <a:ext uri="{FF2B5EF4-FFF2-40B4-BE49-F238E27FC236}">
                <a16:creationId xmlns:a16="http://schemas.microsoft.com/office/drawing/2014/main" id="{02DC6D70-483F-D243-4F88-413A27F4B8C7}"/>
              </a:ext>
            </a:extLst>
          </p:cNvPr>
          <p:cNvSpPr>
            <a:spLocks noGrp="1"/>
          </p:cNvSpPr>
          <p:nvPr>
            <p:ph type="title" hasCustomPrompt="1"/>
          </p:nvPr>
        </p:nvSpPr>
        <p:spPr>
          <a:xfrm>
            <a:off x="585626" y="1701846"/>
            <a:ext cx="4782865" cy="1234440"/>
          </a:xfrm>
        </p:spPr>
        <p:txBody>
          <a:bodyPr wrap="square" anchor="b"/>
          <a:lstStyle>
            <a:lvl1pPr algn="l">
              <a:defRPr sz="4000" b="0" cap="none" baseline="0">
                <a:solidFill>
                  <a:schemeClr val="tx1"/>
                </a:solidFill>
              </a:defRPr>
            </a:lvl1pPr>
          </a:lstStyle>
          <a:p>
            <a:r>
              <a:rPr lang="en-US" dirty="0"/>
              <a:t>Title Slide – Medium Theme</a:t>
            </a:r>
          </a:p>
        </p:txBody>
      </p:sp>
      <p:sp>
        <p:nvSpPr>
          <p:cNvPr id="7" name="Subtitle click to edit">
            <a:extLst>
              <a:ext uri="{FF2B5EF4-FFF2-40B4-BE49-F238E27FC236}">
                <a16:creationId xmlns:a16="http://schemas.microsoft.com/office/drawing/2014/main" id="{AC34C045-C4A3-B3CF-8013-28BB5F314BE6}"/>
              </a:ext>
            </a:extLst>
          </p:cNvPr>
          <p:cNvSpPr>
            <a:spLocks noGrp="1"/>
          </p:cNvSpPr>
          <p:nvPr>
            <p:ph type="subTitle" idx="10" hasCustomPrompt="1"/>
          </p:nvPr>
        </p:nvSpPr>
        <p:spPr>
          <a:xfrm>
            <a:off x="586477" y="2986547"/>
            <a:ext cx="4795599" cy="416403"/>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subtitle placeholder</a:t>
            </a:r>
          </a:p>
        </p:txBody>
      </p:sp>
      <p:sp>
        <p:nvSpPr>
          <p:cNvPr id="8" name="Click to edit Speaker Name ">
            <a:extLst>
              <a:ext uri="{FF2B5EF4-FFF2-40B4-BE49-F238E27FC236}">
                <a16:creationId xmlns:a16="http://schemas.microsoft.com/office/drawing/2014/main" id="{363E4230-B335-D7C4-E9EE-4F651CCF622E}"/>
              </a:ext>
            </a:extLst>
          </p:cNvPr>
          <p:cNvSpPr>
            <a:spLocks noGrp="1"/>
          </p:cNvSpPr>
          <p:nvPr>
            <p:ph type="body" sz="quarter" idx="11" hasCustomPrompt="1"/>
          </p:nvPr>
        </p:nvSpPr>
        <p:spPr>
          <a:xfrm>
            <a:off x="585625" y="4737425"/>
            <a:ext cx="5082201" cy="355601"/>
          </a:xfrm>
        </p:spPr>
        <p:txBody>
          <a:bodyPr anchor="ctr"/>
          <a:lstStyle>
            <a:lvl1pPr marL="0" marR="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lang="en-US" sz="1600" b="0" i="0" u="none" strike="noStrike" smtClean="0">
                <a:solidFill>
                  <a:schemeClr val="tx1"/>
                </a:solidFill>
                <a:effectLst/>
              </a:defRPr>
            </a:lvl1pPr>
          </a:lstStyle>
          <a:p>
            <a:pPr marL="0" marR="0" lvl="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a:pPr>
            <a:r>
              <a:rPr lang="en-US" dirty="0"/>
              <a:t>Speaker Name (Insert pronouns)</a:t>
            </a:r>
          </a:p>
        </p:txBody>
      </p:sp>
      <p:sp>
        <p:nvSpPr>
          <p:cNvPr id="9" name="Click to edit role">
            <a:extLst>
              <a:ext uri="{FF2B5EF4-FFF2-40B4-BE49-F238E27FC236}">
                <a16:creationId xmlns:a16="http://schemas.microsoft.com/office/drawing/2014/main" id="{EB54C8EF-07DB-4A32-EB40-44984F785605}"/>
              </a:ext>
            </a:extLst>
          </p:cNvPr>
          <p:cNvSpPr>
            <a:spLocks noGrp="1"/>
          </p:cNvSpPr>
          <p:nvPr>
            <p:ph type="body" sz="quarter" idx="12" hasCustomPrompt="1"/>
          </p:nvPr>
        </p:nvSpPr>
        <p:spPr>
          <a:xfrm>
            <a:off x="585625" y="5117480"/>
            <a:ext cx="5082201" cy="355601"/>
          </a:xfrm>
        </p:spPr>
        <p:txBody>
          <a:bodyPr anchor="ctr"/>
          <a:lstStyle>
            <a:lvl1pPr algn="l">
              <a:buNone/>
              <a:defRPr sz="1600">
                <a:solidFill>
                  <a:schemeClr val="tx1"/>
                </a:solidFill>
              </a:defRPr>
            </a:lvl1pPr>
          </a:lstStyle>
          <a:p>
            <a:pPr lvl="0"/>
            <a:r>
              <a:rPr lang="en-US" dirty="0"/>
              <a:t>Role / Division, Broadcom</a:t>
            </a:r>
          </a:p>
        </p:txBody>
      </p:sp>
      <p:sp>
        <p:nvSpPr>
          <p:cNvPr id="10" name="Click to edit role">
            <a:extLst>
              <a:ext uri="{FF2B5EF4-FFF2-40B4-BE49-F238E27FC236}">
                <a16:creationId xmlns:a16="http://schemas.microsoft.com/office/drawing/2014/main" id="{347F7262-DCD7-861E-EBFD-55A18B121C20}"/>
              </a:ext>
            </a:extLst>
          </p:cNvPr>
          <p:cNvSpPr>
            <a:spLocks noGrp="1"/>
          </p:cNvSpPr>
          <p:nvPr>
            <p:ph type="body" sz="quarter" idx="14" hasCustomPrompt="1"/>
          </p:nvPr>
        </p:nvSpPr>
        <p:spPr>
          <a:xfrm>
            <a:off x="585625" y="5485986"/>
            <a:ext cx="5082201" cy="355601"/>
          </a:xfrm>
        </p:spPr>
        <p:txBody>
          <a:bodyPr anchor="ctr"/>
          <a:lstStyle>
            <a:lvl1pPr algn="l">
              <a:buNone/>
              <a:defRPr sz="1600">
                <a:solidFill>
                  <a:schemeClr val="tx1"/>
                </a:solidFill>
              </a:defRPr>
            </a:lvl1pPr>
          </a:lstStyle>
          <a:p>
            <a:pPr lvl="0"/>
            <a:r>
              <a:rPr lang="en-US"/>
              <a:t>Date</a:t>
            </a:r>
          </a:p>
        </p:txBody>
      </p:sp>
      <p:sp>
        <p:nvSpPr>
          <p:cNvPr id="11" name="TextBox 10">
            <a:extLst>
              <a:ext uri="{FF2B5EF4-FFF2-40B4-BE49-F238E27FC236}">
                <a16:creationId xmlns:a16="http://schemas.microsoft.com/office/drawing/2014/main" id="{39918576-EF48-97F0-64B9-6669FE30C7FF}"/>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chemeClr val="tx1"/>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chemeClr val="tx1"/>
              </a:solidFill>
              <a:latin typeface="+mn-lt"/>
              <a:sym typeface="Arial" panose="020B0604020202020204" pitchFamily="34" charset="0"/>
              <a:rtl val="0"/>
            </a:endParaRPr>
          </a:p>
        </p:txBody>
      </p:sp>
      <p:grpSp>
        <p:nvGrpSpPr>
          <p:cNvPr id="12" name="Graphic 8">
            <a:extLst>
              <a:ext uri="{FF2B5EF4-FFF2-40B4-BE49-F238E27FC236}">
                <a16:creationId xmlns:a16="http://schemas.microsoft.com/office/drawing/2014/main" id="{FF78CE15-02F0-7FC5-BB2C-166BDC44CD5B}"/>
              </a:ext>
            </a:extLst>
          </p:cNvPr>
          <p:cNvGrpSpPr/>
          <p:nvPr userDrawn="1"/>
        </p:nvGrpSpPr>
        <p:grpSpPr>
          <a:xfrm>
            <a:off x="265625" y="6323271"/>
            <a:ext cx="1249223" cy="369648"/>
            <a:chOff x="265625" y="6323271"/>
            <a:chExt cx="1249223" cy="369648"/>
          </a:xfrm>
          <a:solidFill>
            <a:schemeClr val="tx1"/>
          </a:solidFill>
        </p:grpSpPr>
        <p:grpSp>
          <p:nvGrpSpPr>
            <p:cNvPr id="13" name="Graphic 8">
              <a:extLst>
                <a:ext uri="{FF2B5EF4-FFF2-40B4-BE49-F238E27FC236}">
                  <a16:creationId xmlns:a16="http://schemas.microsoft.com/office/drawing/2014/main" id="{02EB9EED-18D2-3595-B442-6DBF073666A1}"/>
                </a:ext>
              </a:extLst>
            </p:cNvPr>
            <p:cNvGrpSpPr/>
            <p:nvPr/>
          </p:nvGrpSpPr>
          <p:grpSpPr>
            <a:xfrm>
              <a:off x="745455" y="6594444"/>
              <a:ext cx="722662" cy="98475"/>
              <a:chOff x="745455" y="6594444"/>
              <a:chExt cx="722662" cy="98475"/>
            </a:xfrm>
            <a:grpFill/>
          </p:grpSpPr>
          <p:sp>
            <p:nvSpPr>
              <p:cNvPr id="23" name="Freeform 22">
                <a:extLst>
                  <a:ext uri="{FF2B5EF4-FFF2-40B4-BE49-F238E27FC236}">
                    <a16:creationId xmlns:a16="http://schemas.microsoft.com/office/drawing/2014/main" id="{8F7C67AA-6928-85E3-8830-84A01BD05CE6}"/>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grpFill/>
              <a:ln w="6345" cap="flat">
                <a:noFill/>
                <a:prstDash val="solid"/>
                <a:miter/>
              </a:ln>
            </p:spPr>
            <p:txBody>
              <a:bodyPr rtlCol="0" anchor="ctr"/>
              <a:lstStyle/>
              <a:p>
                <a:endParaRPr lang="en-US" dirty="0"/>
              </a:p>
            </p:txBody>
          </p:sp>
          <p:sp>
            <p:nvSpPr>
              <p:cNvPr id="24" name="Freeform 23">
                <a:extLst>
                  <a:ext uri="{FF2B5EF4-FFF2-40B4-BE49-F238E27FC236}">
                    <a16:creationId xmlns:a16="http://schemas.microsoft.com/office/drawing/2014/main" id="{6B1B7D76-16B1-1B7F-F766-5FB305EACACF}"/>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grpFill/>
              <a:ln w="6345" cap="flat">
                <a:noFill/>
                <a:prstDash val="solid"/>
                <a:miter/>
              </a:ln>
            </p:spPr>
            <p:txBody>
              <a:bodyPr rtlCol="0" anchor="ctr"/>
              <a:lstStyle/>
              <a:p>
                <a:endParaRPr lang="en-US" dirty="0"/>
              </a:p>
            </p:txBody>
          </p:sp>
          <p:sp>
            <p:nvSpPr>
              <p:cNvPr id="25" name="Freeform 24">
                <a:extLst>
                  <a:ext uri="{FF2B5EF4-FFF2-40B4-BE49-F238E27FC236}">
                    <a16:creationId xmlns:a16="http://schemas.microsoft.com/office/drawing/2014/main" id="{E5049BDD-2524-9C3F-6E78-7F5FC887A18D}"/>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grpFill/>
              <a:ln w="6345" cap="flat">
                <a:noFill/>
                <a:prstDash val="solid"/>
                <a:miter/>
              </a:ln>
            </p:spPr>
            <p:txBody>
              <a:bodyPr rtlCol="0" anchor="ctr"/>
              <a:lstStyle/>
              <a:p>
                <a:endParaRPr lang="en-US" dirty="0"/>
              </a:p>
            </p:txBody>
          </p:sp>
          <p:sp>
            <p:nvSpPr>
              <p:cNvPr id="26" name="Freeform 25">
                <a:extLst>
                  <a:ext uri="{FF2B5EF4-FFF2-40B4-BE49-F238E27FC236}">
                    <a16:creationId xmlns:a16="http://schemas.microsoft.com/office/drawing/2014/main" id="{ED97AD2D-085D-85A8-633D-A5A49CC7394E}"/>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grpFill/>
              <a:ln w="6345" cap="flat">
                <a:noFill/>
                <a:prstDash val="solid"/>
                <a:miter/>
              </a:ln>
            </p:spPr>
            <p:txBody>
              <a:bodyPr rtlCol="0" anchor="ctr"/>
              <a:lstStyle/>
              <a:p>
                <a:endParaRPr lang="en-US" dirty="0"/>
              </a:p>
            </p:txBody>
          </p:sp>
          <p:sp>
            <p:nvSpPr>
              <p:cNvPr id="27" name="Freeform 26">
                <a:extLst>
                  <a:ext uri="{FF2B5EF4-FFF2-40B4-BE49-F238E27FC236}">
                    <a16:creationId xmlns:a16="http://schemas.microsoft.com/office/drawing/2014/main" id="{757E7874-28DD-B5CE-BB3D-8D9FBD70DDB6}"/>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grpFill/>
              <a:ln w="6345" cap="flat">
                <a:noFill/>
                <a:prstDash val="solid"/>
                <a:miter/>
              </a:ln>
            </p:spPr>
            <p:txBody>
              <a:bodyPr rtlCol="0" anchor="ctr"/>
              <a:lstStyle/>
              <a:p>
                <a:endParaRPr lang="en-US" dirty="0"/>
              </a:p>
            </p:txBody>
          </p:sp>
          <p:sp>
            <p:nvSpPr>
              <p:cNvPr id="28" name="Freeform 27">
                <a:extLst>
                  <a:ext uri="{FF2B5EF4-FFF2-40B4-BE49-F238E27FC236}">
                    <a16:creationId xmlns:a16="http://schemas.microsoft.com/office/drawing/2014/main" id="{0A0B9AEC-F4A4-8794-E1D3-C25E411A206D}"/>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grpFill/>
              <a:ln w="6345" cap="flat">
                <a:noFill/>
                <a:prstDash val="solid"/>
                <a:miter/>
              </a:ln>
            </p:spPr>
            <p:txBody>
              <a:bodyPr rtlCol="0" anchor="ctr"/>
              <a:lstStyle/>
              <a:p>
                <a:endParaRPr lang="en-US" dirty="0"/>
              </a:p>
            </p:txBody>
          </p:sp>
          <p:sp>
            <p:nvSpPr>
              <p:cNvPr id="29" name="Freeform 28">
                <a:extLst>
                  <a:ext uri="{FF2B5EF4-FFF2-40B4-BE49-F238E27FC236}">
                    <a16:creationId xmlns:a16="http://schemas.microsoft.com/office/drawing/2014/main" id="{99CF8EE6-A915-D9FA-02B9-E1DFC99DBC15}"/>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grpFill/>
              <a:ln w="6345" cap="flat">
                <a:noFill/>
                <a:prstDash val="solid"/>
                <a:miter/>
              </a:ln>
            </p:spPr>
            <p:txBody>
              <a:bodyPr rtlCol="0" anchor="ctr"/>
              <a:lstStyle/>
              <a:p>
                <a:endParaRPr lang="en-US" dirty="0"/>
              </a:p>
            </p:txBody>
          </p:sp>
          <p:sp>
            <p:nvSpPr>
              <p:cNvPr id="30" name="Freeform 29">
                <a:extLst>
                  <a:ext uri="{FF2B5EF4-FFF2-40B4-BE49-F238E27FC236}">
                    <a16:creationId xmlns:a16="http://schemas.microsoft.com/office/drawing/2014/main" id="{9652012E-F831-7CC4-380F-F12B3E742D98}"/>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grpFill/>
              <a:ln w="6345" cap="flat">
                <a:noFill/>
                <a:prstDash val="solid"/>
                <a:miter/>
              </a:ln>
            </p:spPr>
            <p:txBody>
              <a:bodyPr rtlCol="0" anchor="ctr"/>
              <a:lstStyle/>
              <a:p>
                <a:endParaRPr lang="en-US" dirty="0"/>
              </a:p>
            </p:txBody>
          </p:sp>
          <p:sp>
            <p:nvSpPr>
              <p:cNvPr id="31" name="Freeform 30">
                <a:extLst>
                  <a:ext uri="{FF2B5EF4-FFF2-40B4-BE49-F238E27FC236}">
                    <a16:creationId xmlns:a16="http://schemas.microsoft.com/office/drawing/2014/main" id="{42A3B8DA-01C3-7984-65A5-F87CE8479836}"/>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grpFill/>
              <a:ln w="6345" cap="flat">
                <a:noFill/>
                <a:prstDash val="solid"/>
                <a:miter/>
              </a:ln>
            </p:spPr>
            <p:txBody>
              <a:bodyPr rtlCol="0" anchor="ctr"/>
              <a:lstStyle/>
              <a:p>
                <a:endParaRPr lang="en-US" dirty="0"/>
              </a:p>
            </p:txBody>
          </p:sp>
          <p:sp>
            <p:nvSpPr>
              <p:cNvPr id="32" name="Freeform 31">
                <a:extLst>
                  <a:ext uri="{FF2B5EF4-FFF2-40B4-BE49-F238E27FC236}">
                    <a16:creationId xmlns:a16="http://schemas.microsoft.com/office/drawing/2014/main" id="{12854487-6BBC-F60A-0BB7-762C0530C0DA}"/>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grpFill/>
              <a:ln w="6345" cap="flat">
                <a:noFill/>
                <a:prstDash val="solid"/>
                <a:miter/>
              </a:ln>
            </p:spPr>
            <p:txBody>
              <a:bodyPr rtlCol="0" anchor="ctr"/>
              <a:lstStyle/>
              <a:p>
                <a:endParaRPr lang="en-US" dirty="0"/>
              </a:p>
            </p:txBody>
          </p:sp>
        </p:grpSp>
        <p:grpSp>
          <p:nvGrpSpPr>
            <p:cNvPr id="14" name="Graphic 8">
              <a:extLst>
                <a:ext uri="{FF2B5EF4-FFF2-40B4-BE49-F238E27FC236}">
                  <a16:creationId xmlns:a16="http://schemas.microsoft.com/office/drawing/2014/main" id="{7C3F2EC0-0E91-1B90-0984-E15451F11E09}"/>
                </a:ext>
              </a:extLst>
            </p:cNvPr>
            <p:cNvGrpSpPr/>
            <p:nvPr/>
          </p:nvGrpSpPr>
          <p:grpSpPr>
            <a:xfrm>
              <a:off x="265625" y="6323271"/>
              <a:ext cx="1249223" cy="190348"/>
              <a:chOff x="265625" y="6323271"/>
              <a:chExt cx="1249223" cy="190348"/>
            </a:xfrm>
            <a:grpFill/>
          </p:grpSpPr>
          <p:sp>
            <p:nvSpPr>
              <p:cNvPr id="15" name="Freeform 14">
                <a:extLst>
                  <a:ext uri="{FF2B5EF4-FFF2-40B4-BE49-F238E27FC236}">
                    <a16:creationId xmlns:a16="http://schemas.microsoft.com/office/drawing/2014/main" id="{3E1EA83D-0C41-6298-66D3-2AACACADF563}"/>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grpFill/>
              <a:ln w="6345" cap="flat">
                <a:noFill/>
                <a:prstDash val="solid"/>
                <a:miter/>
              </a:ln>
            </p:spPr>
            <p:txBody>
              <a:bodyPr rtlCol="0" anchor="ctr"/>
              <a:lstStyle/>
              <a:p>
                <a:endParaRPr lang="en-US" dirty="0"/>
              </a:p>
            </p:txBody>
          </p:sp>
          <p:sp>
            <p:nvSpPr>
              <p:cNvPr id="17" name="Freeform 16">
                <a:extLst>
                  <a:ext uri="{FF2B5EF4-FFF2-40B4-BE49-F238E27FC236}">
                    <a16:creationId xmlns:a16="http://schemas.microsoft.com/office/drawing/2014/main" id="{B9B542A7-1CED-E3B4-2F6F-981A0BCF0F99}"/>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grpFill/>
              <a:ln w="6345" cap="flat">
                <a:noFill/>
                <a:prstDash val="solid"/>
                <a:miter/>
              </a:ln>
            </p:spPr>
            <p:txBody>
              <a:bodyPr rtlCol="0" anchor="ctr"/>
              <a:lstStyle/>
              <a:p>
                <a:endParaRPr lang="en-US" dirty="0"/>
              </a:p>
            </p:txBody>
          </p:sp>
          <p:sp>
            <p:nvSpPr>
              <p:cNvPr id="18" name="Freeform 17">
                <a:extLst>
                  <a:ext uri="{FF2B5EF4-FFF2-40B4-BE49-F238E27FC236}">
                    <a16:creationId xmlns:a16="http://schemas.microsoft.com/office/drawing/2014/main" id="{0F403641-4B58-5167-918C-45D30FB8B885}"/>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grpFill/>
              <a:ln w="6345" cap="flat">
                <a:noFill/>
                <a:prstDash val="solid"/>
                <a:miter/>
              </a:ln>
            </p:spPr>
            <p:txBody>
              <a:bodyPr rtlCol="0" anchor="ctr"/>
              <a:lstStyle/>
              <a:p>
                <a:endParaRPr lang="en-US" dirty="0"/>
              </a:p>
            </p:txBody>
          </p:sp>
          <p:sp>
            <p:nvSpPr>
              <p:cNvPr id="19" name="Freeform 18">
                <a:extLst>
                  <a:ext uri="{FF2B5EF4-FFF2-40B4-BE49-F238E27FC236}">
                    <a16:creationId xmlns:a16="http://schemas.microsoft.com/office/drawing/2014/main" id="{58B02E53-85CD-F8E6-1B90-2A2390920334}"/>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grpFill/>
              <a:ln w="6345" cap="flat">
                <a:noFill/>
                <a:prstDash val="solid"/>
                <a:miter/>
              </a:ln>
            </p:spPr>
            <p:txBody>
              <a:bodyPr rtlCol="0" anchor="ctr"/>
              <a:lstStyle/>
              <a:p>
                <a:endParaRPr lang="en-US" dirty="0"/>
              </a:p>
            </p:txBody>
          </p:sp>
          <p:sp>
            <p:nvSpPr>
              <p:cNvPr id="20" name="Freeform 19">
                <a:extLst>
                  <a:ext uri="{FF2B5EF4-FFF2-40B4-BE49-F238E27FC236}">
                    <a16:creationId xmlns:a16="http://schemas.microsoft.com/office/drawing/2014/main" id="{346B34D3-96E7-AEEC-E3E3-9703F262AE5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grpFill/>
              <a:ln w="6345" cap="flat">
                <a:noFill/>
                <a:prstDash val="solid"/>
                <a:miter/>
              </a:ln>
            </p:spPr>
            <p:txBody>
              <a:bodyPr rtlCol="0" anchor="ctr"/>
              <a:lstStyle/>
              <a:p>
                <a:endParaRPr lang="en-US" dirty="0"/>
              </a:p>
            </p:txBody>
          </p:sp>
          <p:sp>
            <p:nvSpPr>
              <p:cNvPr id="21" name="Freeform 20">
                <a:extLst>
                  <a:ext uri="{FF2B5EF4-FFF2-40B4-BE49-F238E27FC236}">
                    <a16:creationId xmlns:a16="http://schemas.microsoft.com/office/drawing/2014/main" id="{BE841654-790E-1DA0-EAB4-635FDD741A46}"/>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grpFill/>
              <a:ln w="6345" cap="flat">
                <a:noFill/>
                <a:prstDash val="solid"/>
                <a:miter/>
              </a:ln>
            </p:spPr>
            <p:txBody>
              <a:bodyPr rtlCol="0" anchor="ctr"/>
              <a:lstStyle/>
              <a:p>
                <a:endParaRPr lang="en-US" dirty="0"/>
              </a:p>
            </p:txBody>
          </p:sp>
          <p:sp>
            <p:nvSpPr>
              <p:cNvPr id="22" name="Freeform 21">
                <a:extLst>
                  <a:ext uri="{FF2B5EF4-FFF2-40B4-BE49-F238E27FC236}">
                    <a16:creationId xmlns:a16="http://schemas.microsoft.com/office/drawing/2014/main" id="{E1E56751-BAEE-C6B1-E3A0-D9F895DD8187}"/>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grpFill/>
              <a:ln w="6345" cap="flat">
                <a:noFill/>
                <a:prstDash val="solid"/>
                <a:miter/>
              </a:ln>
            </p:spPr>
            <p:txBody>
              <a:bodyPr rtlCol="0" anchor="ctr"/>
              <a:lstStyle/>
              <a:p>
                <a:endParaRPr lang="en-US" dirty="0"/>
              </a:p>
            </p:txBody>
          </p:sp>
        </p:grpSp>
      </p:grpSp>
      <p:pic>
        <p:nvPicPr>
          <p:cNvPr id="35" name="Graphic 34">
            <a:extLst>
              <a:ext uri="{FF2B5EF4-FFF2-40B4-BE49-F238E27FC236}">
                <a16:creationId xmlns:a16="http://schemas.microsoft.com/office/drawing/2014/main" id="{562883D5-FFBF-B3A4-D7CB-96B8FAC9AA8D}"/>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85625" y="570134"/>
            <a:ext cx="2857719" cy="562472"/>
          </a:xfrm>
          <a:prstGeom prst="rect">
            <a:avLst/>
          </a:prstGeom>
        </p:spPr>
      </p:pic>
    </p:spTree>
    <p:extLst>
      <p:ext uri="{BB962C8B-B14F-4D97-AF65-F5344CB8AC3E}">
        <p14:creationId xmlns:p14="http://schemas.microsoft.com/office/powerpoint/2010/main" val="9936195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16="http://schemas.microsoft.com/office/drawing/2014/main" xmlns="">
      <p:transition spd="med">
        <p:fade/>
      </p:transition>
    </mc:Fallback>
  </mc:AlternateContent>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VCF-title-b">
    <p:spTree>
      <p:nvGrpSpPr>
        <p:cNvPr id="1" name=""/>
        <p:cNvGrpSpPr/>
        <p:nvPr/>
      </p:nvGrpSpPr>
      <p:grpSpPr>
        <a:xfrm>
          <a:off x="0" y="0"/>
          <a:ext cx="0" cy="0"/>
          <a:chOff x="0" y="0"/>
          <a:chExt cx="0" cy="0"/>
        </a:xfrm>
      </p:grpSpPr>
      <p:pic>
        <p:nvPicPr>
          <p:cNvPr id="37" name="Picture 36" descr="A logo of a cloud computing system&#10;&#10;AI-generated content may be incorrect.">
            <a:extLst>
              <a:ext uri="{FF2B5EF4-FFF2-40B4-BE49-F238E27FC236}">
                <a16:creationId xmlns:a16="http://schemas.microsoft.com/office/drawing/2014/main" id="{76C03434-B721-874C-862C-A6A095C3B992}"/>
              </a:ext>
            </a:extLst>
          </p:cNvPr>
          <p:cNvPicPr>
            <a:picLocks noChangeAspect="1"/>
          </p:cNvPicPr>
          <p:nvPr userDrawn="1"/>
        </p:nvPicPr>
        <p:blipFill>
          <a:blip r:embed="rId2"/>
          <a:stretch>
            <a:fillRect/>
          </a:stretch>
        </p:blipFill>
        <p:spPr>
          <a:xfrm>
            <a:off x="5330825" y="0"/>
            <a:ext cx="6858000" cy="6858000"/>
          </a:xfrm>
          <a:prstGeom prst="rect">
            <a:avLst/>
          </a:prstGeom>
        </p:spPr>
      </p:pic>
      <p:sp>
        <p:nvSpPr>
          <p:cNvPr id="730" name="page number">
            <a:extLst>
              <a:ext uri="{FF2B5EF4-FFF2-40B4-BE49-F238E27FC236}">
                <a16:creationId xmlns:a16="http://schemas.microsoft.com/office/drawing/2014/main" id="{AB8D1A6B-3CE6-468D-804E-6300F8B6DC81}"/>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5" name="page number">
            <a:extLst>
              <a:ext uri="{FF2B5EF4-FFF2-40B4-BE49-F238E27FC236}">
                <a16:creationId xmlns:a16="http://schemas.microsoft.com/office/drawing/2014/main" id="{AB8D1A6B-3CE6-468D-804E-6300F8B6DC81}"/>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11" name="TextBox 10">
            <a:extLst>
              <a:ext uri="{FF2B5EF4-FFF2-40B4-BE49-F238E27FC236}">
                <a16:creationId xmlns:a16="http://schemas.microsoft.com/office/drawing/2014/main" id="{39918576-EF48-97F0-64B9-6669FE30C7FF}"/>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chemeClr val="tx1"/>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chemeClr val="tx1"/>
              </a:solidFill>
              <a:latin typeface="+mn-lt"/>
              <a:sym typeface="Arial" panose="020B0604020202020204" pitchFamily="34" charset="0"/>
              <a:rtl val="0"/>
            </a:endParaRPr>
          </a:p>
        </p:txBody>
      </p:sp>
      <p:grpSp>
        <p:nvGrpSpPr>
          <p:cNvPr id="12" name="Graphic 8">
            <a:extLst>
              <a:ext uri="{FF2B5EF4-FFF2-40B4-BE49-F238E27FC236}">
                <a16:creationId xmlns:a16="http://schemas.microsoft.com/office/drawing/2014/main" id="{FF78CE15-02F0-7FC5-BB2C-166BDC44CD5B}"/>
              </a:ext>
            </a:extLst>
          </p:cNvPr>
          <p:cNvGrpSpPr/>
          <p:nvPr userDrawn="1"/>
        </p:nvGrpSpPr>
        <p:grpSpPr>
          <a:xfrm>
            <a:off x="265625" y="6323271"/>
            <a:ext cx="1249223" cy="369648"/>
            <a:chOff x="265625" y="6323271"/>
            <a:chExt cx="1249223" cy="369648"/>
          </a:xfrm>
          <a:solidFill>
            <a:schemeClr val="tx1"/>
          </a:solidFill>
        </p:grpSpPr>
        <p:grpSp>
          <p:nvGrpSpPr>
            <p:cNvPr id="13" name="Graphic 8">
              <a:extLst>
                <a:ext uri="{FF2B5EF4-FFF2-40B4-BE49-F238E27FC236}">
                  <a16:creationId xmlns:a16="http://schemas.microsoft.com/office/drawing/2014/main" id="{02EB9EED-18D2-3595-B442-6DBF073666A1}"/>
                </a:ext>
              </a:extLst>
            </p:cNvPr>
            <p:cNvGrpSpPr/>
            <p:nvPr/>
          </p:nvGrpSpPr>
          <p:grpSpPr>
            <a:xfrm>
              <a:off x="745455" y="6594444"/>
              <a:ext cx="722662" cy="98475"/>
              <a:chOff x="745455" y="6594444"/>
              <a:chExt cx="722662" cy="98475"/>
            </a:xfrm>
            <a:grpFill/>
          </p:grpSpPr>
          <p:sp>
            <p:nvSpPr>
              <p:cNvPr id="23" name="Freeform 22">
                <a:extLst>
                  <a:ext uri="{FF2B5EF4-FFF2-40B4-BE49-F238E27FC236}">
                    <a16:creationId xmlns:a16="http://schemas.microsoft.com/office/drawing/2014/main" id="{8F7C67AA-6928-85E3-8830-84A01BD05CE6}"/>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grpFill/>
              <a:ln w="6345" cap="flat">
                <a:noFill/>
                <a:prstDash val="solid"/>
                <a:miter/>
              </a:ln>
            </p:spPr>
            <p:txBody>
              <a:bodyPr rtlCol="0" anchor="ctr"/>
              <a:lstStyle/>
              <a:p>
                <a:endParaRPr lang="en-US" dirty="0"/>
              </a:p>
            </p:txBody>
          </p:sp>
          <p:sp>
            <p:nvSpPr>
              <p:cNvPr id="24" name="Freeform 23">
                <a:extLst>
                  <a:ext uri="{FF2B5EF4-FFF2-40B4-BE49-F238E27FC236}">
                    <a16:creationId xmlns:a16="http://schemas.microsoft.com/office/drawing/2014/main" id="{6B1B7D76-16B1-1B7F-F766-5FB305EACACF}"/>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grpFill/>
              <a:ln w="6345" cap="flat">
                <a:noFill/>
                <a:prstDash val="solid"/>
                <a:miter/>
              </a:ln>
            </p:spPr>
            <p:txBody>
              <a:bodyPr rtlCol="0" anchor="ctr"/>
              <a:lstStyle/>
              <a:p>
                <a:endParaRPr lang="en-US" dirty="0"/>
              </a:p>
            </p:txBody>
          </p:sp>
          <p:sp>
            <p:nvSpPr>
              <p:cNvPr id="25" name="Freeform 24">
                <a:extLst>
                  <a:ext uri="{FF2B5EF4-FFF2-40B4-BE49-F238E27FC236}">
                    <a16:creationId xmlns:a16="http://schemas.microsoft.com/office/drawing/2014/main" id="{E5049BDD-2524-9C3F-6E78-7F5FC887A18D}"/>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grpFill/>
              <a:ln w="6345" cap="flat">
                <a:noFill/>
                <a:prstDash val="solid"/>
                <a:miter/>
              </a:ln>
            </p:spPr>
            <p:txBody>
              <a:bodyPr rtlCol="0" anchor="ctr"/>
              <a:lstStyle/>
              <a:p>
                <a:endParaRPr lang="en-US" dirty="0"/>
              </a:p>
            </p:txBody>
          </p:sp>
          <p:sp>
            <p:nvSpPr>
              <p:cNvPr id="26" name="Freeform 25">
                <a:extLst>
                  <a:ext uri="{FF2B5EF4-FFF2-40B4-BE49-F238E27FC236}">
                    <a16:creationId xmlns:a16="http://schemas.microsoft.com/office/drawing/2014/main" id="{ED97AD2D-085D-85A8-633D-A5A49CC7394E}"/>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grpFill/>
              <a:ln w="6345" cap="flat">
                <a:noFill/>
                <a:prstDash val="solid"/>
                <a:miter/>
              </a:ln>
            </p:spPr>
            <p:txBody>
              <a:bodyPr rtlCol="0" anchor="ctr"/>
              <a:lstStyle/>
              <a:p>
                <a:endParaRPr lang="en-US" dirty="0"/>
              </a:p>
            </p:txBody>
          </p:sp>
          <p:sp>
            <p:nvSpPr>
              <p:cNvPr id="27" name="Freeform 26">
                <a:extLst>
                  <a:ext uri="{FF2B5EF4-FFF2-40B4-BE49-F238E27FC236}">
                    <a16:creationId xmlns:a16="http://schemas.microsoft.com/office/drawing/2014/main" id="{757E7874-28DD-B5CE-BB3D-8D9FBD70DDB6}"/>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grpFill/>
              <a:ln w="6345" cap="flat">
                <a:noFill/>
                <a:prstDash val="solid"/>
                <a:miter/>
              </a:ln>
            </p:spPr>
            <p:txBody>
              <a:bodyPr rtlCol="0" anchor="ctr"/>
              <a:lstStyle/>
              <a:p>
                <a:endParaRPr lang="en-US" dirty="0"/>
              </a:p>
            </p:txBody>
          </p:sp>
          <p:sp>
            <p:nvSpPr>
              <p:cNvPr id="28" name="Freeform 27">
                <a:extLst>
                  <a:ext uri="{FF2B5EF4-FFF2-40B4-BE49-F238E27FC236}">
                    <a16:creationId xmlns:a16="http://schemas.microsoft.com/office/drawing/2014/main" id="{0A0B9AEC-F4A4-8794-E1D3-C25E411A206D}"/>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grpFill/>
              <a:ln w="6345" cap="flat">
                <a:noFill/>
                <a:prstDash val="solid"/>
                <a:miter/>
              </a:ln>
            </p:spPr>
            <p:txBody>
              <a:bodyPr rtlCol="0" anchor="ctr"/>
              <a:lstStyle/>
              <a:p>
                <a:endParaRPr lang="en-US" dirty="0"/>
              </a:p>
            </p:txBody>
          </p:sp>
          <p:sp>
            <p:nvSpPr>
              <p:cNvPr id="29" name="Freeform 28">
                <a:extLst>
                  <a:ext uri="{FF2B5EF4-FFF2-40B4-BE49-F238E27FC236}">
                    <a16:creationId xmlns:a16="http://schemas.microsoft.com/office/drawing/2014/main" id="{99CF8EE6-A915-D9FA-02B9-E1DFC99DBC15}"/>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grpFill/>
              <a:ln w="6345" cap="flat">
                <a:noFill/>
                <a:prstDash val="solid"/>
                <a:miter/>
              </a:ln>
            </p:spPr>
            <p:txBody>
              <a:bodyPr rtlCol="0" anchor="ctr"/>
              <a:lstStyle/>
              <a:p>
                <a:endParaRPr lang="en-US" dirty="0"/>
              </a:p>
            </p:txBody>
          </p:sp>
          <p:sp>
            <p:nvSpPr>
              <p:cNvPr id="30" name="Freeform 29">
                <a:extLst>
                  <a:ext uri="{FF2B5EF4-FFF2-40B4-BE49-F238E27FC236}">
                    <a16:creationId xmlns:a16="http://schemas.microsoft.com/office/drawing/2014/main" id="{9652012E-F831-7CC4-380F-F12B3E742D98}"/>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grpFill/>
              <a:ln w="6345" cap="flat">
                <a:noFill/>
                <a:prstDash val="solid"/>
                <a:miter/>
              </a:ln>
            </p:spPr>
            <p:txBody>
              <a:bodyPr rtlCol="0" anchor="ctr"/>
              <a:lstStyle/>
              <a:p>
                <a:endParaRPr lang="en-US" dirty="0"/>
              </a:p>
            </p:txBody>
          </p:sp>
          <p:sp>
            <p:nvSpPr>
              <p:cNvPr id="31" name="Freeform 30">
                <a:extLst>
                  <a:ext uri="{FF2B5EF4-FFF2-40B4-BE49-F238E27FC236}">
                    <a16:creationId xmlns:a16="http://schemas.microsoft.com/office/drawing/2014/main" id="{42A3B8DA-01C3-7984-65A5-F87CE8479836}"/>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grpFill/>
              <a:ln w="6345" cap="flat">
                <a:noFill/>
                <a:prstDash val="solid"/>
                <a:miter/>
              </a:ln>
            </p:spPr>
            <p:txBody>
              <a:bodyPr rtlCol="0" anchor="ctr"/>
              <a:lstStyle/>
              <a:p>
                <a:endParaRPr lang="en-US" dirty="0"/>
              </a:p>
            </p:txBody>
          </p:sp>
          <p:sp>
            <p:nvSpPr>
              <p:cNvPr id="32" name="Freeform 31">
                <a:extLst>
                  <a:ext uri="{FF2B5EF4-FFF2-40B4-BE49-F238E27FC236}">
                    <a16:creationId xmlns:a16="http://schemas.microsoft.com/office/drawing/2014/main" id="{12854487-6BBC-F60A-0BB7-762C0530C0DA}"/>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grpFill/>
              <a:ln w="6345" cap="flat">
                <a:noFill/>
                <a:prstDash val="solid"/>
                <a:miter/>
              </a:ln>
            </p:spPr>
            <p:txBody>
              <a:bodyPr rtlCol="0" anchor="ctr"/>
              <a:lstStyle/>
              <a:p>
                <a:endParaRPr lang="en-US" dirty="0"/>
              </a:p>
            </p:txBody>
          </p:sp>
        </p:grpSp>
        <p:grpSp>
          <p:nvGrpSpPr>
            <p:cNvPr id="14" name="Graphic 8">
              <a:extLst>
                <a:ext uri="{FF2B5EF4-FFF2-40B4-BE49-F238E27FC236}">
                  <a16:creationId xmlns:a16="http://schemas.microsoft.com/office/drawing/2014/main" id="{7C3F2EC0-0E91-1B90-0984-E15451F11E09}"/>
                </a:ext>
              </a:extLst>
            </p:cNvPr>
            <p:cNvGrpSpPr/>
            <p:nvPr/>
          </p:nvGrpSpPr>
          <p:grpSpPr>
            <a:xfrm>
              <a:off x="265625" y="6323271"/>
              <a:ext cx="1249223" cy="190348"/>
              <a:chOff x="265625" y="6323271"/>
              <a:chExt cx="1249223" cy="190348"/>
            </a:xfrm>
            <a:grpFill/>
          </p:grpSpPr>
          <p:sp>
            <p:nvSpPr>
              <p:cNvPr id="15" name="Freeform 14">
                <a:extLst>
                  <a:ext uri="{FF2B5EF4-FFF2-40B4-BE49-F238E27FC236}">
                    <a16:creationId xmlns:a16="http://schemas.microsoft.com/office/drawing/2014/main" id="{3E1EA83D-0C41-6298-66D3-2AACACADF563}"/>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grpFill/>
              <a:ln w="6345" cap="flat">
                <a:noFill/>
                <a:prstDash val="solid"/>
                <a:miter/>
              </a:ln>
            </p:spPr>
            <p:txBody>
              <a:bodyPr rtlCol="0" anchor="ctr"/>
              <a:lstStyle/>
              <a:p>
                <a:endParaRPr lang="en-US" dirty="0"/>
              </a:p>
            </p:txBody>
          </p:sp>
          <p:sp>
            <p:nvSpPr>
              <p:cNvPr id="17" name="Freeform 16">
                <a:extLst>
                  <a:ext uri="{FF2B5EF4-FFF2-40B4-BE49-F238E27FC236}">
                    <a16:creationId xmlns:a16="http://schemas.microsoft.com/office/drawing/2014/main" id="{B9B542A7-1CED-E3B4-2F6F-981A0BCF0F99}"/>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grpFill/>
              <a:ln w="6345" cap="flat">
                <a:noFill/>
                <a:prstDash val="solid"/>
                <a:miter/>
              </a:ln>
            </p:spPr>
            <p:txBody>
              <a:bodyPr rtlCol="0" anchor="ctr"/>
              <a:lstStyle/>
              <a:p>
                <a:endParaRPr lang="en-US" dirty="0"/>
              </a:p>
            </p:txBody>
          </p:sp>
          <p:sp>
            <p:nvSpPr>
              <p:cNvPr id="18" name="Freeform 17">
                <a:extLst>
                  <a:ext uri="{FF2B5EF4-FFF2-40B4-BE49-F238E27FC236}">
                    <a16:creationId xmlns:a16="http://schemas.microsoft.com/office/drawing/2014/main" id="{0F403641-4B58-5167-918C-45D30FB8B885}"/>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grpFill/>
              <a:ln w="6345" cap="flat">
                <a:noFill/>
                <a:prstDash val="solid"/>
                <a:miter/>
              </a:ln>
            </p:spPr>
            <p:txBody>
              <a:bodyPr rtlCol="0" anchor="ctr"/>
              <a:lstStyle/>
              <a:p>
                <a:endParaRPr lang="en-US" dirty="0"/>
              </a:p>
            </p:txBody>
          </p:sp>
          <p:sp>
            <p:nvSpPr>
              <p:cNvPr id="19" name="Freeform 18">
                <a:extLst>
                  <a:ext uri="{FF2B5EF4-FFF2-40B4-BE49-F238E27FC236}">
                    <a16:creationId xmlns:a16="http://schemas.microsoft.com/office/drawing/2014/main" id="{58B02E53-85CD-F8E6-1B90-2A2390920334}"/>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grpFill/>
              <a:ln w="6345" cap="flat">
                <a:noFill/>
                <a:prstDash val="solid"/>
                <a:miter/>
              </a:ln>
            </p:spPr>
            <p:txBody>
              <a:bodyPr rtlCol="0" anchor="ctr"/>
              <a:lstStyle/>
              <a:p>
                <a:endParaRPr lang="en-US" dirty="0"/>
              </a:p>
            </p:txBody>
          </p:sp>
          <p:sp>
            <p:nvSpPr>
              <p:cNvPr id="20" name="Freeform 19">
                <a:extLst>
                  <a:ext uri="{FF2B5EF4-FFF2-40B4-BE49-F238E27FC236}">
                    <a16:creationId xmlns:a16="http://schemas.microsoft.com/office/drawing/2014/main" id="{346B34D3-96E7-AEEC-E3E3-9703F262AE5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grpFill/>
              <a:ln w="6345" cap="flat">
                <a:noFill/>
                <a:prstDash val="solid"/>
                <a:miter/>
              </a:ln>
            </p:spPr>
            <p:txBody>
              <a:bodyPr rtlCol="0" anchor="ctr"/>
              <a:lstStyle/>
              <a:p>
                <a:endParaRPr lang="en-US" dirty="0"/>
              </a:p>
            </p:txBody>
          </p:sp>
          <p:sp>
            <p:nvSpPr>
              <p:cNvPr id="21" name="Freeform 20">
                <a:extLst>
                  <a:ext uri="{FF2B5EF4-FFF2-40B4-BE49-F238E27FC236}">
                    <a16:creationId xmlns:a16="http://schemas.microsoft.com/office/drawing/2014/main" id="{BE841654-790E-1DA0-EAB4-635FDD741A46}"/>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grpFill/>
              <a:ln w="6345" cap="flat">
                <a:noFill/>
                <a:prstDash val="solid"/>
                <a:miter/>
              </a:ln>
            </p:spPr>
            <p:txBody>
              <a:bodyPr rtlCol="0" anchor="ctr"/>
              <a:lstStyle/>
              <a:p>
                <a:endParaRPr lang="en-US" dirty="0"/>
              </a:p>
            </p:txBody>
          </p:sp>
          <p:sp>
            <p:nvSpPr>
              <p:cNvPr id="22" name="Freeform 21">
                <a:extLst>
                  <a:ext uri="{FF2B5EF4-FFF2-40B4-BE49-F238E27FC236}">
                    <a16:creationId xmlns:a16="http://schemas.microsoft.com/office/drawing/2014/main" id="{E1E56751-BAEE-C6B1-E3A0-D9F895DD8187}"/>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grpFill/>
              <a:ln w="6345" cap="flat">
                <a:noFill/>
                <a:prstDash val="solid"/>
                <a:miter/>
              </a:ln>
            </p:spPr>
            <p:txBody>
              <a:bodyPr rtlCol="0" anchor="ctr"/>
              <a:lstStyle/>
              <a:p>
                <a:endParaRPr lang="en-US" dirty="0"/>
              </a:p>
            </p:txBody>
          </p:sp>
        </p:grpSp>
      </p:grpSp>
      <p:sp>
        <p:nvSpPr>
          <p:cNvPr id="6" name="Title click to edit">
            <a:extLst>
              <a:ext uri="{FF2B5EF4-FFF2-40B4-BE49-F238E27FC236}">
                <a16:creationId xmlns:a16="http://schemas.microsoft.com/office/drawing/2014/main" id="{9A564A77-DB55-ED06-B6E2-D814406B5E70}"/>
              </a:ext>
            </a:extLst>
          </p:cNvPr>
          <p:cNvSpPr>
            <a:spLocks noGrp="1"/>
          </p:cNvSpPr>
          <p:nvPr>
            <p:ph type="title" hasCustomPrompt="1"/>
          </p:nvPr>
        </p:nvSpPr>
        <p:spPr>
          <a:xfrm>
            <a:off x="585626" y="1701846"/>
            <a:ext cx="4782865" cy="1234440"/>
          </a:xfrm>
        </p:spPr>
        <p:txBody>
          <a:bodyPr wrap="square" anchor="b"/>
          <a:lstStyle>
            <a:lvl1pPr algn="l">
              <a:defRPr sz="4000" b="0" cap="none" baseline="0">
                <a:solidFill>
                  <a:schemeClr val="tx1"/>
                </a:solidFill>
              </a:defRPr>
            </a:lvl1pPr>
          </a:lstStyle>
          <a:p>
            <a:r>
              <a:rPr lang="en-US" dirty="0"/>
              <a:t>Title Slide – Medium Theme</a:t>
            </a:r>
          </a:p>
        </p:txBody>
      </p:sp>
      <p:sp>
        <p:nvSpPr>
          <p:cNvPr id="16" name="Subtitle click to edit">
            <a:extLst>
              <a:ext uri="{FF2B5EF4-FFF2-40B4-BE49-F238E27FC236}">
                <a16:creationId xmlns:a16="http://schemas.microsoft.com/office/drawing/2014/main" id="{3E88110F-9182-0840-066F-3DE4AC6B8C94}"/>
              </a:ext>
            </a:extLst>
          </p:cNvPr>
          <p:cNvSpPr>
            <a:spLocks noGrp="1"/>
          </p:cNvSpPr>
          <p:nvPr>
            <p:ph type="subTitle" idx="10" hasCustomPrompt="1"/>
          </p:nvPr>
        </p:nvSpPr>
        <p:spPr>
          <a:xfrm>
            <a:off x="586477" y="2986547"/>
            <a:ext cx="4795599" cy="416403"/>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subtitle placeholder</a:t>
            </a:r>
          </a:p>
        </p:txBody>
      </p:sp>
      <p:sp>
        <p:nvSpPr>
          <p:cNvPr id="33" name="Click to edit Speaker Name ">
            <a:extLst>
              <a:ext uri="{FF2B5EF4-FFF2-40B4-BE49-F238E27FC236}">
                <a16:creationId xmlns:a16="http://schemas.microsoft.com/office/drawing/2014/main" id="{F3B64E52-E233-3D80-DBA7-7192CE74C2D6}"/>
              </a:ext>
            </a:extLst>
          </p:cNvPr>
          <p:cNvSpPr>
            <a:spLocks noGrp="1"/>
          </p:cNvSpPr>
          <p:nvPr>
            <p:ph type="body" sz="quarter" idx="11" hasCustomPrompt="1"/>
          </p:nvPr>
        </p:nvSpPr>
        <p:spPr>
          <a:xfrm>
            <a:off x="585625" y="4737425"/>
            <a:ext cx="5082201" cy="355601"/>
          </a:xfrm>
        </p:spPr>
        <p:txBody>
          <a:bodyPr anchor="ctr"/>
          <a:lstStyle>
            <a:lvl1pPr marL="0" marR="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lang="en-US" sz="1600" b="0" i="0" u="none" strike="noStrike" smtClean="0">
                <a:solidFill>
                  <a:schemeClr val="tx1"/>
                </a:solidFill>
                <a:effectLst/>
              </a:defRPr>
            </a:lvl1pPr>
          </a:lstStyle>
          <a:p>
            <a:pPr marL="0" marR="0" lvl="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a:pPr>
            <a:r>
              <a:rPr lang="en-US" dirty="0"/>
              <a:t>Speaker Name (Insert pronouns)</a:t>
            </a:r>
          </a:p>
        </p:txBody>
      </p:sp>
      <p:sp>
        <p:nvSpPr>
          <p:cNvPr id="34" name="Click to edit role">
            <a:extLst>
              <a:ext uri="{FF2B5EF4-FFF2-40B4-BE49-F238E27FC236}">
                <a16:creationId xmlns:a16="http://schemas.microsoft.com/office/drawing/2014/main" id="{61F028C3-376D-2857-410D-AA8C02182DBB}"/>
              </a:ext>
            </a:extLst>
          </p:cNvPr>
          <p:cNvSpPr>
            <a:spLocks noGrp="1"/>
          </p:cNvSpPr>
          <p:nvPr>
            <p:ph type="body" sz="quarter" idx="12" hasCustomPrompt="1"/>
          </p:nvPr>
        </p:nvSpPr>
        <p:spPr>
          <a:xfrm>
            <a:off x="585625" y="5117480"/>
            <a:ext cx="5082201" cy="355601"/>
          </a:xfrm>
        </p:spPr>
        <p:txBody>
          <a:bodyPr anchor="ctr"/>
          <a:lstStyle>
            <a:lvl1pPr algn="l">
              <a:buNone/>
              <a:defRPr sz="1600">
                <a:solidFill>
                  <a:schemeClr val="tx1"/>
                </a:solidFill>
              </a:defRPr>
            </a:lvl1pPr>
          </a:lstStyle>
          <a:p>
            <a:pPr lvl="0"/>
            <a:r>
              <a:rPr lang="en-US" dirty="0"/>
              <a:t>Role / Division, Broadcom</a:t>
            </a:r>
          </a:p>
        </p:txBody>
      </p:sp>
      <p:sp>
        <p:nvSpPr>
          <p:cNvPr id="35" name="Click to edit role">
            <a:extLst>
              <a:ext uri="{FF2B5EF4-FFF2-40B4-BE49-F238E27FC236}">
                <a16:creationId xmlns:a16="http://schemas.microsoft.com/office/drawing/2014/main" id="{81EDBE59-D3BD-9990-3E9F-32B59874E467}"/>
              </a:ext>
            </a:extLst>
          </p:cNvPr>
          <p:cNvSpPr>
            <a:spLocks noGrp="1"/>
          </p:cNvSpPr>
          <p:nvPr>
            <p:ph type="body" sz="quarter" idx="14" hasCustomPrompt="1"/>
          </p:nvPr>
        </p:nvSpPr>
        <p:spPr>
          <a:xfrm>
            <a:off x="585625" y="5485986"/>
            <a:ext cx="5082201" cy="355601"/>
          </a:xfrm>
        </p:spPr>
        <p:txBody>
          <a:bodyPr anchor="ctr"/>
          <a:lstStyle>
            <a:lvl1pPr algn="l">
              <a:buNone/>
              <a:defRPr sz="1600">
                <a:solidFill>
                  <a:schemeClr val="tx1"/>
                </a:solidFill>
              </a:defRPr>
            </a:lvl1pPr>
          </a:lstStyle>
          <a:p>
            <a:pPr lvl="0"/>
            <a:r>
              <a:rPr lang="en-US"/>
              <a:t>Date</a:t>
            </a:r>
          </a:p>
        </p:txBody>
      </p:sp>
      <p:pic>
        <p:nvPicPr>
          <p:cNvPr id="36" name="Graphic 35">
            <a:extLst>
              <a:ext uri="{FF2B5EF4-FFF2-40B4-BE49-F238E27FC236}">
                <a16:creationId xmlns:a16="http://schemas.microsoft.com/office/drawing/2014/main" id="{C56447FA-F32D-9EA0-DEC5-21724B4D253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85625" y="570134"/>
            <a:ext cx="2857719" cy="562472"/>
          </a:xfrm>
          <a:prstGeom prst="rect">
            <a:avLst/>
          </a:prstGeom>
        </p:spPr>
      </p:pic>
    </p:spTree>
    <p:extLst>
      <p:ext uri="{BB962C8B-B14F-4D97-AF65-F5344CB8AC3E}">
        <p14:creationId xmlns:p14="http://schemas.microsoft.com/office/powerpoint/2010/main" val="34304058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16="http://schemas.microsoft.com/office/drawing/2014/main" xmlns="">
      <p:transition spd="med">
        <p:fade/>
      </p:transition>
    </mc:Fallback>
  </mc:AlternateContent>
</p:sldLayout>
</file>

<file path=ppt/slideLayouts/slideLayout101.xml><?xml version="1.0" encoding="utf-8"?>
<p:sldLayout xmlns:a="http://schemas.openxmlformats.org/drawingml/2006/main" xmlns:r="http://schemas.openxmlformats.org/officeDocument/2006/relationships" xmlns:p="http://schemas.openxmlformats.org/presentationml/2006/main" showMasterSp="0" preserve="1">
  <p:cSld name="Title Slide – Leaf">
    <p:spTree>
      <p:nvGrpSpPr>
        <p:cNvPr id="1" name=""/>
        <p:cNvGrpSpPr/>
        <p:nvPr/>
      </p:nvGrpSpPr>
      <p:grpSpPr>
        <a:xfrm>
          <a:off x="0" y="0"/>
          <a:ext cx="0" cy="0"/>
          <a:chOff x="0" y="0"/>
          <a:chExt cx="0" cy="0"/>
        </a:xfrm>
      </p:grpSpPr>
      <p:sp>
        <p:nvSpPr>
          <p:cNvPr id="30" name="Freeform: Shape 29">
            <a:extLst>
              <a:ext uri="{FF2B5EF4-FFF2-40B4-BE49-F238E27FC236}">
                <a16:creationId xmlns:a16="http://schemas.microsoft.com/office/drawing/2014/main" id="{E832C870-B130-F9CC-6224-4A7EBA6FD046}"/>
              </a:ext>
            </a:extLst>
          </p:cNvPr>
          <p:cNvSpPr/>
          <p:nvPr/>
        </p:nvSpPr>
        <p:spPr>
          <a:xfrm>
            <a:off x="-3811" y="-260"/>
            <a:ext cx="6334843" cy="4737302"/>
          </a:xfrm>
          <a:custGeom>
            <a:avLst/>
            <a:gdLst>
              <a:gd name="connsiteX0" fmla="*/ 0 w 6334843"/>
              <a:gd name="connsiteY0" fmla="*/ 0 h 4737302"/>
              <a:gd name="connsiteX1" fmla="*/ 6334843 w 6334843"/>
              <a:gd name="connsiteY1" fmla="*/ 0 h 4737302"/>
              <a:gd name="connsiteX2" fmla="*/ 1987292 w 6334843"/>
              <a:gd name="connsiteY2" fmla="*/ 4347552 h 4737302"/>
              <a:gd name="connsiteX3" fmla="*/ 1046384 w 6334843"/>
              <a:gd name="connsiteY3" fmla="*/ 4737302 h 4737302"/>
              <a:gd name="connsiteX4" fmla="*/ 0 w 6334843"/>
              <a:gd name="connsiteY4" fmla="*/ 4737302 h 47373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34843" h="4737302">
                <a:moveTo>
                  <a:pt x="0" y="0"/>
                </a:moveTo>
                <a:lnTo>
                  <a:pt x="6334843" y="0"/>
                </a:lnTo>
                <a:lnTo>
                  <a:pt x="1987292" y="4347552"/>
                </a:lnTo>
                <a:cubicBezTo>
                  <a:pt x="1737727" y="4597117"/>
                  <a:pt x="1399274" y="4737302"/>
                  <a:pt x="1046384" y="4737302"/>
                </a:cubicBezTo>
                <a:lnTo>
                  <a:pt x="0" y="4737302"/>
                </a:lnTo>
                <a:close/>
              </a:path>
            </a:pathLst>
          </a:custGeom>
          <a:gradFill flip="none" rotWithShape="1">
            <a:gsLst>
              <a:gs pos="7000">
                <a:schemeClr val="accent4"/>
              </a:gs>
              <a:gs pos="83000">
                <a:schemeClr val="accent3"/>
              </a:gs>
            </a:gsLst>
            <a:lin ang="19200000" scaled="0"/>
            <a:tileRect/>
          </a:gradFill>
          <a:ln w="0"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2D3B49F1-E261-2E76-44FD-7CE4633B932C}"/>
              </a:ext>
            </a:extLst>
          </p:cNvPr>
          <p:cNvSpPr/>
          <p:nvPr/>
        </p:nvSpPr>
        <p:spPr>
          <a:xfrm>
            <a:off x="-7657" y="648483"/>
            <a:ext cx="12205474" cy="5413289"/>
          </a:xfrm>
          <a:custGeom>
            <a:avLst/>
            <a:gdLst>
              <a:gd name="connsiteX0" fmla="*/ 7251847 w 12205474"/>
              <a:gd name="connsiteY0" fmla="*/ 0 h 5413289"/>
              <a:gd name="connsiteX1" fmla="*/ 12205474 w 12205474"/>
              <a:gd name="connsiteY1" fmla="*/ 0 h 5413289"/>
              <a:gd name="connsiteX2" fmla="*/ 12205474 w 12205474"/>
              <a:gd name="connsiteY2" fmla="*/ 76269 h 5413289"/>
              <a:gd name="connsiteX3" fmla="*/ 7251847 w 12205474"/>
              <a:gd name="connsiteY3" fmla="*/ 76269 h 5413289"/>
              <a:gd name="connsiteX4" fmla="*/ 6672965 w 12205474"/>
              <a:gd name="connsiteY4" fmla="*/ 191435 h 5413289"/>
              <a:gd name="connsiteX5" fmla="*/ 6182235 w 12205474"/>
              <a:gd name="connsiteY5" fmla="*/ 519327 h 5413289"/>
              <a:gd name="connsiteX6" fmla="*/ 1792619 w 12205474"/>
              <a:gd name="connsiteY6" fmla="*/ 4923656 h 5413289"/>
              <a:gd name="connsiteX7" fmla="*/ 1252315 w 12205474"/>
              <a:gd name="connsiteY7" fmla="*/ 5284725 h 5413289"/>
              <a:gd name="connsiteX8" fmla="*/ 615085 w 12205474"/>
              <a:gd name="connsiteY8" fmla="*/ 5411458 h 5413289"/>
              <a:gd name="connsiteX9" fmla="*/ 0 w 12205474"/>
              <a:gd name="connsiteY9" fmla="*/ 5413289 h 5413289"/>
              <a:gd name="connsiteX10" fmla="*/ 0 w 12205474"/>
              <a:gd name="connsiteY10" fmla="*/ 5336993 h 5413289"/>
              <a:gd name="connsiteX11" fmla="*/ 615085 w 12205474"/>
              <a:gd name="connsiteY11" fmla="*/ 5335189 h 5413289"/>
              <a:gd name="connsiteX12" fmla="*/ 1738659 w 12205474"/>
              <a:gd name="connsiteY12" fmla="*/ 4869823 h 5413289"/>
              <a:gd name="connsiteX13" fmla="*/ 6128274 w 12205474"/>
              <a:gd name="connsiteY13" fmla="*/ 465366 h 5413289"/>
              <a:gd name="connsiteX14" fmla="*/ 7251847 w 12205474"/>
              <a:gd name="connsiteY14" fmla="*/ 0 h 5413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05474" h="5413289">
                <a:moveTo>
                  <a:pt x="7251847" y="0"/>
                </a:moveTo>
                <a:lnTo>
                  <a:pt x="12205474" y="0"/>
                </a:lnTo>
                <a:lnTo>
                  <a:pt x="12205474" y="76269"/>
                </a:lnTo>
                <a:lnTo>
                  <a:pt x="7251847" y="76269"/>
                </a:lnTo>
                <a:cubicBezTo>
                  <a:pt x="7052214" y="76269"/>
                  <a:pt x="6857409" y="115039"/>
                  <a:pt x="6672965" y="191435"/>
                </a:cubicBezTo>
                <a:cubicBezTo>
                  <a:pt x="6488519" y="267830"/>
                  <a:pt x="6323397" y="378166"/>
                  <a:pt x="6182235" y="519327"/>
                </a:cubicBezTo>
                <a:lnTo>
                  <a:pt x="1792619" y="4923656"/>
                </a:lnTo>
                <a:cubicBezTo>
                  <a:pt x="1637157" y="5079181"/>
                  <a:pt x="1455382" y="5200638"/>
                  <a:pt x="1252315" y="5284725"/>
                </a:cubicBezTo>
                <a:cubicBezTo>
                  <a:pt x="1049248" y="5368811"/>
                  <a:pt x="834867" y="5411458"/>
                  <a:pt x="615085" y="5411458"/>
                </a:cubicBezTo>
                <a:lnTo>
                  <a:pt x="0" y="5413289"/>
                </a:lnTo>
                <a:lnTo>
                  <a:pt x="0" y="5336993"/>
                </a:lnTo>
                <a:lnTo>
                  <a:pt x="615085" y="5335189"/>
                </a:lnTo>
                <a:cubicBezTo>
                  <a:pt x="1036536" y="5335189"/>
                  <a:pt x="1440700" y="5167779"/>
                  <a:pt x="1738659" y="4869823"/>
                </a:cubicBezTo>
                <a:lnTo>
                  <a:pt x="6128274" y="465366"/>
                </a:lnTo>
                <a:cubicBezTo>
                  <a:pt x="6426298" y="167410"/>
                  <a:pt x="6830460" y="0"/>
                  <a:pt x="7251847" y="0"/>
                </a:cubicBezTo>
                <a:close/>
              </a:path>
            </a:pathLst>
          </a:custGeom>
          <a:gradFill>
            <a:gsLst>
              <a:gs pos="20000">
                <a:srgbClr val="0095C4"/>
              </a:gs>
              <a:gs pos="80000">
                <a:schemeClr val="accent4"/>
              </a:gs>
            </a:gsLst>
            <a:lin ang="0" scaled="1"/>
          </a:gradFill>
          <a:ln w="0" cap="flat">
            <a:noFill/>
            <a:prstDash val="solid"/>
            <a:miter/>
          </a:ln>
        </p:spPr>
        <p:txBody>
          <a:bodyPr rtlCol="0" anchor="ctr"/>
          <a:lstStyle/>
          <a:p>
            <a:endParaRPr lang="en-US"/>
          </a:p>
        </p:txBody>
      </p:sp>
      <p:sp>
        <p:nvSpPr>
          <p:cNvPr id="2" name="Title click to edit"/>
          <p:cNvSpPr>
            <a:spLocks noGrp="1"/>
          </p:cNvSpPr>
          <p:nvPr>
            <p:ph type="title" hasCustomPrompt="1"/>
          </p:nvPr>
        </p:nvSpPr>
        <p:spPr>
          <a:xfrm>
            <a:off x="6592949" y="1701846"/>
            <a:ext cx="5102866" cy="1234440"/>
          </a:xfrm>
        </p:spPr>
        <p:txBody>
          <a:bodyPr wrap="square" anchor="b"/>
          <a:lstStyle>
            <a:lvl1pPr algn="l">
              <a:defRPr sz="4000" b="0" cap="none" baseline="0">
                <a:solidFill>
                  <a:schemeClr val="tx1"/>
                </a:solidFill>
              </a:defRPr>
            </a:lvl1pPr>
          </a:lstStyle>
          <a:p>
            <a:r>
              <a:rPr lang="en-US" dirty="0"/>
              <a:t>Title Slide – Green Theme</a:t>
            </a:r>
          </a:p>
        </p:txBody>
      </p:sp>
      <p:sp>
        <p:nvSpPr>
          <p:cNvPr id="128" name="Subtitle click to edit">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592948" y="2986547"/>
            <a:ext cx="5116452" cy="416403"/>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subtitle placeholder</a:t>
            </a:r>
          </a:p>
        </p:txBody>
      </p:sp>
      <p:sp>
        <p:nvSpPr>
          <p:cNvPr id="7" name="Click to edit Speaker Name ">
            <a:extLst>
              <a:ext uri="{FF2B5EF4-FFF2-40B4-BE49-F238E27FC236}">
                <a16:creationId xmlns:a16="http://schemas.microsoft.com/office/drawing/2014/main" id="{DEA43E1E-B208-4DC4-9D6A-01669D00DA14}"/>
              </a:ext>
            </a:extLst>
          </p:cNvPr>
          <p:cNvSpPr>
            <a:spLocks noGrp="1"/>
          </p:cNvSpPr>
          <p:nvPr>
            <p:ph type="body" sz="quarter" idx="11" hasCustomPrompt="1"/>
          </p:nvPr>
        </p:nvSpPr>
        <p:spPr>
          <a:xfrm>
            <a:off x="6592948" y="4737425"/>
            <a:ext cx="5402202" cy="355601"/>
          </a:xfrm>
        </p:spPr>
        <p:txBody>
          <a:bodyPr anchor="ctr"/>
          <a:lstStyle>
            <a:lvl1pPr marL="0" marR="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lang="en-US" sz="1600" b="0" i="0" u="none" strike="noStrike" smtClean="0">
                <a:solidFill>
                  <a:schemeClr val="tx1"/>
                </a:solidFill>
                <a:effectLst/>
              </a:defRPr>
            </a:lvl1pPr>
          </a:lstStyle>
          <a:p>
            <a:pPr marL="0" marR="0" lvl="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a:pPr>
            <a:r>
              <a:rPr lang="en-US" dirty="0"/>
              <a:t>Speaker Name (Insert pronouns)</a:t>
            </a:r>
          </a:p>
        </p:txBody>
      </p:sp>
      <p:sp>
        <p:nvSpPr>
          <p:cNvPr id="129" name="Click to edit role">
            <a:extLst>
              <a:ext uri="{FF2B5EF4-FFF2-40B4-BE49-F238E27FC236}">
                <a16:creationId xmlns:a16="http://schemas.microsoft.com/office/drawing/2014/main" id="{2111BB8B-7B37-4FB4-B2CD-984FE1C6C5E4}"/>
              </a:ext>
            </a:extLst>
          </p:cNvPr>
          <p:cNvSpPr>
            <a:spLocks noGrp="1"/>
          </p:cNvSpPr>
          <p:nvPr>
            <p:ph type="body" sz="quarter" idx="12" hasCustomPrompt="1"/>
          </p:nvPr>
        </p:nvSpPr>
        <p:spPr>
          <a:xfrm>
            <a:off x="6592948" y="5117480"/>
            <a:ext cx="5402202" cy="355601"/>
          </a:xfrm>
        </p:spPr>
        <p:txBody>
          <a:bodyPr anchor="ctr"/>
          <a:lstStyle>
            <a:lvl1pPr algn="l">
              <a:buNone/>
              <a:defRPr sz="1600">
                <a:solidFill>
                  <a:schemeClr val="tx1"/>
                </a:solidFill>
              </a:defRPr>
            </a:lvl1pPr>
          </a:lstStyle>
          <a:p>
            <a:pPr lvl="0"/>
            <a:r>
              <a:rPr lang="en-US" dirty="0"/>
              <a:t>Role / Division, Broadcom</a:t>
            </a:r>
          </a:p>
        </p:txBody>
      </p:sp>
      <p:sp>
        <p:nvSpPr>
          <p:cNvPr id="18" name="Click to edit role">
            <a:extLst>
              <a:ext uri="{FF2B5EF4-FFF2-40B4-BE49-F238E27FC236}">
                <a16:creationId xmlns:a16="http://schemas.microsoft.com/office/drawing/2014/main" id="{006FF8D0-7AF6-C549-9BFB-E838D6CDCA0E}"/>
              </a:ext>
            </a:extLst>
          </p:cNvPr>
          <p:cNvSpPr>
            <a:spLocks noGrp="1"/>
          </p:cNvSpPr>
          <p:nvPr>
            <p:ph type="body" sz="quarter" idx="14" hasCustomPrompt="1"/>
          </p:nvPr>
        </p:nvSpPr>
        <p:spPr>
          <a:xfrm>
            <a:off x="6592948" y="5485986"/>
            <a:ext cx="5402202" cy="355601"/>
          </a:xfrm>
        </p:spPr>
        <p:txBody>
          <a:bodyPr anchor="ctr"/>
          <a:lstStyle>
            <a:lvl1pPr algn="l">
              <a:buNone/>
              <a:defRPr sz="1600">
                <a:solidFill>
                  <a:schemeClr val="tx1"/>
                </a:solidFill>
              </a:defRPr>
            </a:lvl1pPr>
          </a:lstStyle>
          <a:p>
            <a:pPr lvl="0"/>
            <a:r>
              <a:rPr lang="en-US"/>
              <a:t>Date</a:t>
            </a:r>
          </a:p>
        </p:txBody>
      </p:sp>
      <p:grpSp>
        <p:nvGrpSpPr>
          <p:cNvPr id="34" name="Graphic 8">
            <a:extLst>
              <a:ext uri="{FF2B5EF4-FFF2-40B4-BE49-F238E27FC236}">
                <a16:creationId xmlns:a16="http://schemas.microsoft.com/office/drawing/2014/main" id="{2BB61FAB-D61D-91C0-B6E9-540E07D70F8D}"/>
              </a:ext>
            </a:extLst>
          </p:cNvPr>
          <p:cNvGrpSpPr/>
          <p:nvPr/>
        </p:nvGrpSpPr>
        <p:grpSpPr>
          <a:xfrm>
            <a:off x="265625" y="6323271"/>
            <a:ext cx="1249223" cy="369648"/>
            <a:chOff x="265625" y="6323271"/>
            <a:chExt cx="1249223" cy="369648"/>
          </a:xfrm>
          <a:solidFill>
            <a:schemeClr val="tx1"/>
          </a:solidFill>
        </p:grpSpPr>
        <p:grpSp>
          <p:nvGrpSpPr>
            <p:cNvPr id="35" name="Graphic 8">
              <a:extLst>
                <a:ext uri="{FF2B5EF4-FFF2-40B4-BE49-F238E27FC236}">
                  <a16:creationId xmlns:a16="http://schemas.microsoft.com/office/drawing/2014/main" id="{335A91E3-C984-A339-9A90-22456A5B3A8A}"/>
                </a:ext>
              </a:extLst>
            </p:cNvPr>
            <p:cNvGrpSpPr/>
            <p:nvPr/>
          </p:nvGrpSpPr>
          <p:grpSpPr>
            <a:xfrm>
              <a:off x="745455" y="6594444"/>
              <a:ext cx="722662" cy="98475"/>
              <a:chOff x="745455" y="6594444"/>
              <a:chExt cx="722662" cy="98475"/>
            </a:xfrm>
            <a:grpFill/>
          </p:grpSpPr>
          <p:sp>
            <p:nvSpPr>
              <p:cNvPr id="44" name="Freeform 49">
                <a:extLst>
                  <a:ext uri="{FF2B5EF4-FFF2-40B4-BE49-F238E27FC236}">
                    <a16:creationId xmlns:a16="http://schemas.microsoft.com/office/drawing/2014/main" id="{2EEFE471-3371-E1FC-8E61-E71CA25FE118}"/>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grpFill/>
              <a:ln w="6345" cap="flat">
                <a:noFill/>
                <a:prstDash val="solid"/>
                <a:miter/>
              </a:ln>
            </p:spPr>
            <p:txBody>
              <a:bodyPr rtlCol="0" anchor="ctr"/>
              <a:lstStyle/>
              <a:p>
                <a:endParaRPr lang="en-US">
                  <a:solidFill>
                    <a:schemeClr val="bg1"/>
                  </a:solidFill>
                </a:endParaRPr>
              </a:p>
            </p:txBody>
          </p:sp>
          <p:sp>
            <p:nvSpPr>
              <p:cNvPr id="45" name="Freeform 50">
                <a:extLst>
                  <a:ext uri="{FF2B5EF4-FFF2-40B4-BE49-F238E27FC236}">
                    <a16:creationId xmlns:a16="http://schemas.microsoft.com/office/drawing/2014/main" id="{34442E96-4426-8630-B676-AB0394715E4F}"/>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grpFill/>
              <a:ln w="6345" cap="flat">
                <a:noFill/>
                <a:prstDash val="solid"/>
                <a:miter/>
              </a:ln>
            </p:spPr>
            <p:txBody>
              <a:bodyPr rtlCol="0" anchor="ctr"/>
              <a:lstStyle/>
              <a:p>
                <a:endParaRPr lang="en-US">
                  <a:solidFill>
                    <a:schemeClr val="bg1"/>
                  </a:solidFill>
                </a:endParaRPr>
              </a:p>
            </p:txBody>
          </p:sp>
          <p:sp>
            <p:nvSpPr>
              <p:cNvPr id="46" name="Freeform 51">
                <a:extLst>
                  <a:ext uri="{FF2B5EF4-FFF2-40B4-BE49-F238E27FC236}">
                    <a16:creationId xmlns:a16="http://schemas.microsoft.com/office/drawing/2014/main" id="{8BA96E31-5EEA-7357-298B-37DAB50D9343}"/>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grpFill/>
              <a:ln w="6345" cap="flat">
                <a:noFill/>
                <a:prstDash val="solid"/>
                <a:miter/>
              </a:ln>
            </p:spPr>
            <p:txBody>
              <a:bodyPr rtlCol="0" anchor="ctr"/>
              <a:lstStyle/>
              <a:p>
                <a:endParaRPr lang="en-US">
                  <a:solidFill>
                    <a:schemeClr val="bg1"/>
                  </a:solidFill>
                </a:endParaRPr>
              </a:p>
            </p:txBody>
          </p:sp>
          <p:sp>
            <p:nvSpPr>
              <p:cNvPr id="47" name="Freeform 52">
                <a:extLst>
                  <a:ext uri="{FF2B5EF4-FFF2-40B4-BE49-F238E27FC236}">
                    <a16:creationId xmlns:a16="http://schemas.microsoft.com/office/drawing/2014/main" id="{E859CE78-8BEE-82DE-03EC-271997048CB1}"/>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grpFill/>
              <a:ln w="6345" cap="flat">
                <a:noFill/>
                <a:prstDash val="solid"/>
                <a:miter/>
              </a:ln>
            </p:spPr>
            <p:txBody>
              <a:bodyPr rtlCol="0" anchor="ctr"/>
              <a:lstStyle/>
              <a:p>
                <a:endParaRPr lang="en-US">
                  <a:solidFill>
                    <a:schemeClr val="bg1"/>
                  </a:solidFill>
                </a:endParaRPr>
              </a:p>
            </p:txBody>
          </p:sp>
          <p:sp>
            <p:nvSpPr>
              <p:cNvPr id="48" name="Freeform 53">
                <a:extLst>
                  <a:ext uri="{FF2B5EF4-FFF2-40B4-BE49-F238E27FC236}">
                    <a16:creationId xmlns:a16="http://schemas.microsoft.com/office/drawing/2014/main" id="{E074AE8D-6BAE-0DDA-85ED-03C6DFCA1FC6}"/>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49" name="Freeform 54">
                <a:extLst>
                  <a:ext uri="{FF2B5EF4-FFF2-40B4-BE49-F238E27FC236}">
                    <a16:creationId xmlns:a16="http://schemas.microsoft.com/office/drawing/2014/main" id="{2815B090-56C3-061C-A4E5-5567DB842EA8}"/>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grpFill/>
              <a:ln w="6345" cap="flat">
                <a:noFill/>
                <a:prstDash val="solid"/>
                <a:miter/>
              </a:ln>
            </p:spPr>
            <p:txBody>
              <a:bodyPr rtlCol="0" anchor="ctr"/>
              <a:lstStyle/>
              <a:p>
                <a:endParaRPr lang="en-US">
                  <a:solidFill>
                    <a:schemeClr val="bg1"/>
                  </a:solidFill>
                </a:endParaRPr>
              </a:p>
            </p:txBody>
          </p:sp>
          <p:sp>
            <p:nvSpPr>
              <p:cNvPr id="50" name="Freeform 55">
                <a:extLst>
                  <a:ext uri="{FF2B5EF4-FFF2-40B4-BE49-F238E27FC236}">
                    <a16:creationId xmlns:a16="http://schemas.microsoft.com/office/drawing/2014/main" id="{8634125F-8CBC-AFEE-A587-4B1837F7252E}"/>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grpFill/>
              <a:ln w="6345" cap="flat">
                <a:noFill/>
                <a:prstDash val="solid"/>
                <a:miter/>
              </a:ln>
            </p:spPr>
            <p:txBody>
              <a:bodyPr rtlCol="0" anchor="ctr"/>
              <a:lstStyle/>
              <a:p>
                <a:endParaRPr lang="en-US">
                  <a:solidFill>
                    <a:schemeClr val="bg1"/>
                  </a:solidFill>
                </a:endParaRPr>
              </a:p>
            </p:txBody>
          </p:sp>
          <p:sp>
            <p:nvSpPr>
              <p:cNvPr id="51" name="Freeform 56">
                <a:extLst>
                  <a:ext uri="{FF2B5EF4-FFF2-40B4-BE49-F238E27FC236}">
                    <a16:creationId xmlns:a16="http://schemas.microsoft.com/office/drawing/2014/main" id="{1626768D-F016-8910-72B1-1285CDBD2C68}"/>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2" name="Freeform 57">
                <a:extLst>
                  <a:ext uri="{FF2B5EF4-FFF2-40B4-BE49-F238E27FC236}">
                    <a16:creationId xmlns:a16="http://schemas.microsoft.com/office/drawing/2014/main" id="{033F3E91-FC25-9595-D391-3BEFA2E3103E}"/>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3" name="Freeform 58">
                <a:extLst>
                  <a:ext uri="{FF2B5EF4-FFF2-40B4-BE49-F238E27FC236}">
                    <a16:creationId xmlns:a16="http://schemas.microsoft.com/office/drawing/2014/main" id="{1B389628-7A3D-BDD6-09AA-C8EB240B2790}"/>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grpFill/>
              <a:ln w="6345" cap="flat">
                <a:noFill/>
                <a:prstDash val="solid"/>
                <a:miter/>
              </a:ln>
            </p:spPr>
            <p:txBody>
              <a:bodyPr rtlCol="0" anchor="ctr"/>
              <a:lstStyle/>
              <a:p>
                <a:endParaRPr lang="en-US">
                  <a:solidFill>
                    <a:schemeClr val="bg1"/>
                  </a:solidFill>
                </a:endParaRPr>
              </a:p>
            </p:txBody>
          </p:sp>
        </p:grpSp>
        <p:grpSp>
          <p:nvGrpSpPr>
            <p:cNvPr id="36" name="Graphic 8">
              <a:extLst>
                <a:ext uri="{FF2B5EF4-FFF2-40B4-BE49-F238E27FC236}">
                  <a16:creationId xmlns:a16="http://schemas.microsoft.com/office/drawing/2014/main" id="{8FA550BC-EBDD-737B-E99F-83A19CCC9A69}"/>
                </a:ext>
              </a:extLst>
            </p:cNvPr>
            <p:cNvGrpSpPr/>
            <p:nvPr/>
          </p:nvGrpSpPr>
          <p:grpSpPr>
            <a:xfrm>
              <a:off x="265625" y="6323271"/>
              <a:ext cx="1249223" cy="190348"/>
              <a:chOff x="265625" y="6323271"/>
              <a:chExt cx="1249223" cy="190348"/>
            </a:xfrm>
            <a:grpFill/>
          </p:grpSpPr>
          <p:sp>
            <p:nvSpPr>
              <p:cNvPr id="37" name="Freeform 60">
                <a:extLst>
                  <a:ext uri="{FF2B5EF4-FFF2-40B4-BE49-F238E27FC236}">
                    <a16:creationId xmlns:a16="http://schemas.microsoft.com/office/drawing/2014/main" id="{C76FC98A-1FB6-CE69-CC08-A918C3F29BB1}"/>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grpFill/>
              <a:ln w="6345" cap="flat">
                <a:noFill/>
                <a:prstDash val="solid"/>
                <a:miter/>
              </a:ln>
            </p:spPr>
            <p:txBody>
              <a:bodyPr rtlCol="0" anchor="ctr"/>
              <a:lstStyle/>
              <a:p>
                <a:endParaRPr lang="en-US">
                  <a:solidFill>
                    <a:schemeClr val="bg1"/>
                  </a:solidFill>
                </a:endParaRPr>
              </a:p>
            </p:txBody>
          </p:sp>
          <p:sp>
            <p:nvSpPr>
              <p:cNvPr id="38" name="Freeform 61">
                <a:extLst>
                  <a:ext uri="{FF2B5EF4-FFF2-40B4-BE49-F238E27FC236}">
                    <a16:creationId xmlns:a16="http://schemas.microsoft.com/office/drawing/2014/main" id="{D685DB74-4923-6FAD-8A0D-0932C52110CE}"/>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grpFill/>
              <a:ln w="6345" cap="flat">
                <a:noFill/>
                <a:prstDash val="solid"/>
                <a:miter/>
              </a:ln>
            </p:spPr>
            <p:txBody>
              <a:bodyPr rtlCol="0" anchor="ctr"/>
              <a:lstStyle/>
              <a:p>
                <a:endParaRPr lang="en-US">
                  <a:solidFill>
                    <a:schemeClr val="bg1"/>
                  </a:solidFill>
                </a:endParaRPr>
              </a:p>
            </p:txBody>
          </p:sp>
          <p:sp>
            <p:nvSpPr>
              <p:cNvPr id="39" name="Freeform 62">
                <a:extLst>
                  <a:ext uri="{FF2B5EF4-FFF2-40B4-BE49-F238E27FC236}">
                    <a16:creationId xmlns:a16="http://schemas.microsoft.com/office/drawing/2014/main" id="{116AF541-5EFC-359A-ABC2-2C9EA68507C8}"/>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grpFill/>
              <a:ln w="6345" cap="flat">
                <a:noFill/>
                <a:prstDash val="solid"/>
                <a:miter/>
              </a:ln>
            </p:spPr>
            <p:txBody>
              <a:bodyPr rtlCol="0" anchor="ctr"/>
              <a:lstStyle/>
              <a:p>
                <a:endParaRPr lang="en-US">
                  <a:solidFill>
                    <a:schemeClr val="bg1"/>
                  </a:solidFill>
                </a:endParaRPr>
              </a:p>
            </p:txBody>
          </p:sp>
          <p:sp>
            <p:nvSpPr>
              <p:cNvPr id="40" name="Freeform 63">
                <a:extLst>
                  <a:ext uri="{FF2B5EF4-FFF2-40B4-BE49-F238E27FC236}">
                    <a16:creationId xmlns:a16="http://schemas.microsoft.com/office/drawing/2014/main" id="{3163EAE2-C691-152F-3359-20D42B5E3519}"/>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grpFill/>
              <a:ln w="6345" cap="flat">
                <a:noFill/>
                <a:prstDash val="solid"/>
                <a:miter/>
              </a:ln>
            </p:spPr>
            <p:txBody>
              <a:bodyPr rtlCol="0" anchor="ctr"/>
              <a:lstStyle/>
              <a:p>
                <a:endParaRPr lang="en-US">
                  <a:solidFill>
                    <a:schemeClr val="bg1"/>
                  </a:solidFill>
                </a:endParaRPr>
              </a:p>
            </p:txBody>
          </p:sp>
          <p:sp>
            <p:nvSpPr>
              <p:cNvPr id="41" name="Freeform 64">
                <a:extLst>
                  <a:ext uri="{FF2B5EF4-FFF2-40B4-BE49-F238E27FC236}">
                    <a16:creationId xmlns:a16="http://schemas.microsoft.com/office/drawing/2014/main" id="{D142A448-EDF0-D8A5-2BCA-233FEC0793EF}"/>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grpFill/>
              <a:ln w="6345" cap="flat">
                <a:noFill/>
                <a:prstDash val="solid"/>
                <a:miter/>
              </a:ln>
            </p:spPr>
            <p:txBody>
              <a:bodyPr rtlCol="0" anchor="ctr"/>
              <a:lstStyle/>
              <a:p>
                <a:endParaRPr lang="en-US">
                  <a:solidFill>
                    <a:schemeClr val="bg1"/>
                  </a:solidFill>
                </a:endParaRPr>
              </a:p>
            </p:txBody>
          </p:sp>
          <p:sp>
            <p:nvSpPr>
              <p:cNvPr id="42" name="Freeform 65">
                <a:extLst>
                  <a:ext uri="{FF2B5EF4-FFF2-40B4-BE49-F238E27FC236}">
                    <a16:creationId xmlns:a16="http://schemas.microsoft.com/office/drawing/2014/main" id="{E1D9DD60-FD2B-F2E1-C858-BEADF788A55A}"/>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grpFill/>
              <a:ln w="6345" cap="flat">
                <a:noFill/>
                <a:prstDash val="solid"/>
                <a:miter/>
              </a:ln>
            </p:spPr>
            <p:txBody>
              <a:bodyPr rtlCol="0" anchor="ctr"/>
              <a:lstStyle/>
              <a:p>
                <a:endParaRPr lang="en-US">
                  <a:solidFill>
                    <a:schemeClr val="bg1"/>
                  </a:solidFill>
                </a:endParaRPr>
              </a:p>
            </p:txBody>
          </p:sp>
          <p:sp>
            <p:nvSpPr>
              <p:cNvPr id="43" name="Freeform 66">
                <a:extLst>
                  <a:ext uri="{FF2B5EF4-FFF2-40B4-BE49-F238E27FC236}">
                    <a16:creationId xmlns:a16="http://schemas.microsoft.com/office/drawing/2014/main" id="{E70E549A-43A2-9663-41E9-A93F6C8A1661}"/>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grpFill/>
              <a:ln w="6345" cap="flat">
                <a:noFill/>
                <a:prstDash val="solid"/>
                <a:miter/>
              </a:ln>
            </p:spPr>
            <p:txBody>
              <a:bodyPr rtlCol="0" anchor="ctr"/>
              <a:lstStyle/>
              <a:p>
                <a:endParaRPr lang="en-US">
                  <a:solidFill>
                    <a:schemeClr val="bg1"/>
                  </a:solidFill>
                </a:endParaRPr>
              </a:p>
            </p:txBody>
          </p:sp>
        </p:grpSp>
      </p:grpSp>
      <p:sp>
        <p:nvSpPr>
          <p:cNvPr id="54" name="Freeform: Shape 29">
            <a:extLst>
              <a:ext uri="{FF2B5EF4-FFF2-40B4-BE49-F238E27FC236}">
                <a16:creationId xmlns:a16="http://schemas.microsoft.com/office/drawing/2014/main" id="{E832C870-B130-F9CC-6224-4A7EBA6FD046}"/>
              </a:ext>
            </a:extLst>
          </p:cNvPr>
          <p:cNvSpPr/>
          <p:nvPr userDrawn="1"/>
        </p:nvSpPr>
        <p:spPr>
          <a:xfrm>
            <a:off x="-3811" y="-260"/>
            <a:ext cx="6334843" cy="4737302"/>
          </a:xfrm>
          <a:custGeom>
            <a:avLst/>
            <a:gdLst>
              <a:gd name="connsiteX0" fmla="*/ 0 w 6334843"/>
              <a:gd name="connsiteY0" fmla="*/ 0 h 4737302"/>
              <a:gd name="connsiteX1" fmla="*/ 6334843 w 6334843"/>
              <a:gd name="connsiteY1" fmla="*/ 0 h 4737302"/>
              <a:gd name="connsiteX2" fmla="*/ 1987292 w 6334843"/>
              <a:gd name="connsiteY2" fmla="*/ 4347552 h 4737302"/>
              <a:gd name="connsiteX3" fmla="*/ 1046384 w 6334843"/>
              <a:gd name="connsiteY3" fmla="*/ 4737302 h 4737302"/>
              <a:gd name="connsiteX4" fmla="*/ 0 w 6334843"/>
              <a:gd name="connsiteY4" fmla="*/ 4737302 h 47373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34843" h="4737302">
                <a:moveTo>
                  <a:pt x="0" y="0"/>
                </a:moveTo>
                <a:lnTo>
                  <a:pt x="6334843" y="0"/>
                </a:lnTo>
                <a:lnTo>
                  <a:pt x="1987292" y="4347552"/>
                </a:lnTo>
                <a:cubicBezTo>
                  <a:pt x="1737727" y="4597117"/>
                  <a:pt x="1399274" y="4737302"/>
                  <a:pt x="1046384" y="4737302"/>
                </a:cubicBezTo>
                <a:lnTo>
                  <a:pt x="0" y="4737302"/>
                </a:lnTo>
                <a:close/>
              </a:path>
            </a:pathLst>
          </a:custGeom>
          <a:gradFill flip="none" rotWithShape="1">
            <a:gsLst>
              <a:gs pos="7000">
                <a:schemeClr val="accent4"/>
              </a:gs>
              <a:gs pos="83000">
                <a:schemeClr val="accent3"/>
              </a:gs>
            </a:gsLst>
            <a:lin ang="19200000" scaled="0"/>
            <a:tileRect/>
          </a:gradFill>
          <a:ln w="0" cap="flat">
            <a:noFill/>
            <a:prstDash val="solid"/>
            <a:miter/>
          </a:ln>
        </p:spPr>
        <p:txBody>
          <a:bodyPr rtlCol="0" anchor="ctr"/>
          <a:lstStyle/>
          <a:p>
            <a:endParaRPr lang="en-US"/>
          </a:p>
        </p:txBody>
      </p:sp>
      <p:sp>
        <p:nvSpPr>
          <p:cNvPr id="55" name="Freeform: Shape 30">
            <a:extLst>
              <a:ext uri="{FF2B5EF4-FFF2-40B4-BE49-F238E27FC236}">
                <a16:creationId xmlns:a16="http://schemas.microsoft.com/office/drawing/2014/main" id="{2D3B49F1-E261-2E76-44FD-7CE4633B932C}"/>
              </a:ext>
            </a:extLst>
          </p:cNvPr>
          <p:cNvSpPr/>
          <p:nvPr userDrawn="1"/>
        </p:nvSpPr>
        <p:spPr>
          <a:xfrm>
            <a:off x="-7657" y="648483"/>
            <a:ext cx="12205474" cy="5413289"/>
          </a:xfrm>
          <a:custGeom>
            <a:avLst/>
            <a:gdLst>
              <a:gd name="connsiteX0" fmla="*/ 7251847 w 12205474"/>
              <a:gd name="connsiteY0" fmla="*/ 0 h 5413289"/>
              <a:gd name="connsiteX1" fmla="*/ 12205474 w 12205474"/>
              <a:gd name="connsiteY1" fmla="*/ 0 h 5413289"/>
              <a:gd name="connsiteX2" fmla="*/ 12205474 w 12205474"/>
              <a:gd name="connsiteY2" fmla="*/ 76269 h 5413289"/>
              <a:gd name="connsiteX3" fmla="*/ 7251847 w 12205474"/>
              <a:gd name="connsiteY3" fmla="*/ 76269 h 5413289"/>
              <a:gd name="connsiteX4" fmla="*/ 6672965 w 12205474"/>
              <a:gd name="connsiteY4" fmla="*/ 191435 h 5413289"/>
              <a:gd name="connsiteX5" fmla="*/ 6182235 w 12205474"/>
              <a:gd name="connsiteY5" fmla="*/ 519327 h 5413289"/>
              <a:gd name="connsiteX6" fmla="*/ 1792619 w 12205474"/>
              <a:gd name="connsiteY6" fmla="*/ 4923656 h 5413289"/>
              <a:gd name="connsiteX7" fmla="*/ 1252315 w 12205474"/>
              <a:gd name="connsiteY7" fmla="*/ 5284725 h 5413289"/>
              <a:gd name="connsiteX8" fmla="*/ 615085 w 12205474"/>
              <a:gd name="connsiteY8" fmla="*/ 5411458 h 5413289"/>
              <a:gd name="connsiteX9" fmla="*/ 0 w 12205474"/>
              <a:gd name="connsiteY9" fmla="*/ 5413289 h 5413289"/>
              <a:gd name="connsiteX10" fmla="*/ 0 w 12205474"/>
              <a:gd name="connsiteY10" fmla="*/ 5336993 h 5413289"/>
              <a:gd name="connsiteX11" fmla="*/ 615085 w 12205474"/>
              <a:gd name="connsiteY11" fmla="*/ 5335189 h 5413289"/>
              <a:gd name="connsiteX12" fmla="*/ 1738659 w 12205474"/>
              <a:gd name="connsiteY12" fmla="*/ 4869823 h 5413289"/>
              <a:gd name="connsiteX13" fmla="*/ 6128274 w 12205474"/>
              <a:gd name="connsiteY13" fmla="*/ 465366 h 5413289"/>
              <a:gd name="connsiteX14" fmla="*/ 7251847 w 12205474"/>
              <a:gd name="connsiteY14" fmla="*/ 0 h 5413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05474" h="5413289">
                <a:moveTo>
                  <a:pt x="7251847" y="0"/>
                </a:moveTo>
                <a:lnTo>
                  <a:pt x="12205474" y="0"/>
                </a:lnTo>
                <a:lnTo>
                  <a:pt x="12205474" y="76269"/>
                </a:lnTo>
                <a:lnTo>
                  <a:pt x="7251847" y="76269"/>
                </a:lnTo>
                <a:cubicBezTo>
                  <a:pt x="7052214" y="76269"/>
                  <a:pt x="6857409" y="115039"/>
                  <a:pt x="6672965" y="191435"/>
                </a:cubicBezTo>
                <a:cubicBezTo>
                  <a:pt x="6488519" y="267830"/>
                  <a:pt x="6323397" y="378166"/>
                  <a:pt x="6182235" y="519327"/>
                </a:cubicBezTo>
                <a:lnTo>
                  <a:pt x="1792619" y="4923656"/>
                </a:lnTo>
                <a:cubicBezTo>
                  <a:pt x="1637157" y="5079181"/>
                  <a:pt x="1455382" y="5200638"/>
                  <a:pt x="1252315" y="5284725"/>
                </a:cubicBezTo>
                <a:cubicBezTo>
                  <a:pt x="1049248" y="5368811"/>
                  <a:pt x="834867" y="5411458"/>
                  <a:pt x="615085" y="5411458"/>
                </a:cubicBezTo>
                <a:lnTo>
                  <a:pt x="0" y="5413289"/>
                </a:lnTo>
                <a:lnTo>
                  <a:pt x="0" y="5336993"/>
                </a:lnTo>
                <a:lnTo>
                  <a:pt x="615085" y="5335189"/>
                </a:lnTo>
                <a:cubicBezTo>
                  <a:pt x="1036536" y="5335189"/>
                  <a:pt x="1440700" y="5167779"/>
                  <a:pt x="1738659" y="4869823"/>
                </a:cubicBezTo>
                <a:lnTo>
                  <a:pt x="6128274" y="465366"/>
                </a:lnTo>
                <a:cubicBezTo>
                  <a:pt x="6426298" y="167410"/>
                  <a:pt x="6830460" y="0"/>
                  <a:pt x="7251847" y="0"/>
                </a:cubicBezTo>
                <a:close/>
              </a:path>
            </a:pathLst>
          </a:custGeom>
          <a:gradFill>
            <a:gsLst>
              <a:gs pos="20000">
                <a:srgbClr val="0095C4"/>
              </a:gs>
              <a:gs pos="80000">
                <a:schemeClr val="accent4"/>
              </a:gs>
            </a:gsLst>
            <a:lin ang="0" scaled="1"/>
          </a:gradFill>
          <a:ln w="0" cap="flat">
            <a:noFill/>
            <a:prstDash val="solid"/>
            <a:miter/>
          </a:ln>
        </p:spPr>
        <p:txBody>
          <a:bodyPr rtlCol="0" anchor="ctr"/>
          <a:lstStyle/>
          <a:p>
            <a:endParaRPr lang="en-US"/>
          </a:p>
        </p:txBody>
      </p:sp>
      <p:grpSp>
        <p:nvGrpSpPr>
          <p:cNvPr id="58" name="Graphic 8">
            <a:extLst>
              <a:ext uri="{FF2B5EF4-FFF2-40B4-BE49-F238E27FC236}">
                <a16:creationId xmlns:a16="http://schemas.microsoft.com/office/drawing/2014/main" id="{2BB61FAB-D61D-91C0-B6E9-540E07D70F8D}"/>
              </a:ext>
            </a:extLst>
          </p:cNvPr>
          <p:cNvGrpSpPr/>
          <p:nvPr userDrawn="1"/>
        </p:nvGrpSpPr>
        <p:grpSpPr>
          <a:xfrm>
            <a:off x="265625" y="6323271"/>
            <a:ext cx="1249223" cy="369648"/>
            <a:chOff x="265625" y="6323271"/>
            <a:chExt cx="1249223" cy="369648"/>
          </a:xfrm>
          <a:solidFill>
            <a:schemeClr val="tx1"/>
          </a:solidFill>
        </p:grpSpPr>
        <p:grpSp>
          <p:nvGrpSpPr>
            <p:cNvPr id="59" name="Graphic 8">
              <a:extLst>
                <a:ext uri="{FF2B5EF4-FFF2-40B4-BE49-F238E27FC236}">
                  <a16:creationId xmlns:a16="http://schemas.microsoft.com/office/drawing/2014/main" id="{335A91E3-C984-A339-9A90-22456A5B3A8A}"/>
                </a:ext>
              </a:extLst>
            </p:cNvPr>
            <p:cNvGrpSpPr/>
            <p:nvPr/>
          </p:nvGrpSpPr>
          <p:grpSpPr>
            <a:xfrm>
              <a:off x="745455" y="6594444"/>
              <a:ext cx="722662" cy="98475"/>
              <a:chOff x="745455" y="6594444"/>
              <a:chExt cx="722662" cy="98475"/>
            </a:xfrm>
            <a:grpFill/>
          </p:grpSpPr>
          <p:sp>
            <p:nvSpPr>
              <p:cNvPr id="68" name="Freeform 49">
                <a:extLst>
                  <a:ext uri="{FF2B5EF4-FFF2-40B4-BE49-F238E27FC236}">
                    <a16:creationId xmlns:a16="http://schemas.microsoft.com/office/drawing/2014/main" id="{2EEFE471-3371-E1FC-8E61-E71CA25FE118}"/>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grpFill/>
              <a:ln w="6345" cap="flat">
                <a:noFill/>
                <a:prstDash val="solid"/>
                <a:miter/>
              </a:ln>
            </p:spPr>
            <p:txBody>
              <a:bodyPr rtlCol="0" anchor="ctr"/>
              <a:lstStyle/>
              <a:p>
                <a:endParaRPr lang="en-US">
                  <a:solidFill>
                    <a:schemeClr val="bg1"/>
                  </a:solidFill>
                </a:endParaRPr>
              </a:p>
            </p:txBody>
          </p:sp>
          <p:sp>
            <p:nvSpPr>
              <p:cNvPr id="69" name="Freeform 50">
                <a:extLst>
                  <a:ext uri="{FF2B5EF4-FFF2-40B4-BE49-F238E27FC236}">
                    <a16:creationId xmlns:a16="http://schemas.microsoft.com/office/drawing/2014/main" id="{34442E96-4426-8630-B676-AB0394715E4F}"/>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grpFill/>
              <a:ln w="6345" cap="flat">
                <a:noFill/>
                <a:prstDash val="solid"/>
                <a:miter/>
              </a:ln>
            </p:spPr>
            <p:txBody>
              <a:bodyPr rtlCol="0" anchor="ctr"/>
              <a:lstStyle/>
              <a:p>
                <a:endParaRPr lang="en-US">
                  <a:solidFill>
                    <a:schemeClr val="bg1"/>
                  </a:solidFill>
                </a:endParaRPr>
              </a:p>
            </p:txBody>
          </p:sp>
          <p:sp>
            <p:nvSpPr>
              <p:cNvPr id="70" name="Freeform 51">
                <a:extLst>
                  <a:ext uri="{FF2B5EF4-FFF2-40B4-BE49-F238E27FC236}">
                    <a16:creationId xmlns:a16="http://schemas.microsoft.com/office/drawing/2014/main" id="{8BA96E31-5EEA-7357-298B-37DAB50D9343}"/>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grpFill/>
              <a:ln w="6345" cap="flat">
                <a:noFill/>
                <a:prstDash val="solid"/>
                <a:miter/>
              </a:ln>
            </p:spPr>
            <p:txBody>
              <a:bodyPr rtlCol="0" anchor="ctr"/>
              <a:lstStyle/>
              <a:p>
                <a:endParaRPr lang="en-US">
                  <a:solidFill>
                    <a:schemeClr val="bg1"/>
                  </a:solidFill>
                </a:endParaRPr>
              </a:p>
            </p:txBody>
          </p:sp>
          <p:sp>
            <p:nvSpPr>
              <p:cNvPr id="71" name="Freeform 52">
                <a:extLst>
                  <a:ext uri="{FF2B5EF4-FFF2-40B4-BE49-F238E27FC236}">
                    <a16:creationId xmlns:a16="http://schemas.microsoft.com/office/drawing/2014/main" id="{E859CE78-8BEE-82DE-03EC-271997048CB1}"/>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grpFill/>
              <a:ln w="6345" cap="flat">
                <a:noFill/>
                <a:prstDash val="solid"/>
                <a:miter/>
              </a:ln>
            </p:spPr>
            <p:txBody>
              <a:bodyPr rtlCol="0" anchor="ctr"/>
              <a:lstStyle/>
              <a:p>
                <a:endParaRPr lang="en-US">
                  <a:solidFill>
                    <a:schemeClr val="bg1"/>
                  </a:solidFill>
                </a:endParaRPr>
              </a:p>
            </p:txBody>
          </p:sp>
          <p:sp>
            <p:nvSpPr>
              <p:cNvPr id="72" name="Freeform 53">
                <a:extLst>
                  <a:ext uri="{FF2B5EF4-FFF2-40B4-BE49-F238E27FC236}">
                    <a16:creationId xmlns:a16="http://schemas.microsoft.com/office/drawing/2014/main" id="{E074AE8D-6BAE-0DDA-85ED-03C6DFCA1FC6}"/>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73" name="Freeform 54">
                <a:extLst>
                  <a:ext uri="{FF2B5EF4-FFF2-40B4-BE49-F238E27FC236}">
                    <a16:creationId xmlns:a16="http://schemas.microsoft.com/office/drawing/2014/main" id="{2815B090-56C3-061C-A4E5-5567DB842EA8}"/>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grpFill/>
              <a:ln w="6345" cap="flat">
                <a:noFill/>
                <a:prstDash val="solid"/>
                <a:miter/>
              </a:ln>
            </p:spPr>
            <p:txBody>
              <a:bodyPr rtlCol="0" anchor="ctr"/>
              <a:lstStyle/>
              <a:p>
                <a:endParaRPr lang="en-US">
                  <a:solidFill>
                    <a:schemeClr val="bg1"/>
                  </a:solidFill>
                </a:endParaRPr>
              </a:p>
            </p:txBody>
          </p:sp>
          <p:sp>
            <p:nvSpPr>
              <p:cNvPr id="74" name="Freeform 55">
                <a:extLst>
                  <a:ext uri="{FF2B5EF4-FFF2-40B4-BE49-F238E27FC236}">
                    <a16:creationId xmlns:a16="http://schemas.microsoft.com/office/drawing/2014/main" id="{8634125F-8CBC-AFEE-A587-4B1837F7252E}"/>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grpFill/>
              <a:ln w="6345" cap="flat">
                <a:noFill/>
                <a:prstDash val="solid"/>
                <a:miter/>
              </a:ln>
            </p:spPr>
            <p:txBody>
              <a:bodyPr rtlCol="0" anchor="ctr"/>
              <a:lstStyle/>
              <a:p>
                <a:endParaRPr lang="en-US">
                  <a:solidFill>
                    <a:schemeClr val="bg1"/>
                  </a:solidFill>
                </a:endParaRPr>
              </a:p>
            </p:txBody>
          </p:sp>
          <p:sp>
            <p:nvSpPr>
              <p:cNvPr id="75" name="Freeform 56">
                <a:extLst>
                  <a:ext uri="{FF2B5EF4-FFF2-40B4-BE49-F238E27FC236}">
                    <a16:creationId xmlns:a16="http://schemas.microsoft.com/office/drawing/2014/main" id="{1626768D-F016-8910-72B1-1285CDBD2C68}"/>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grpFill/>
              <a:ln w="6345" cap="flat">
                <a:noFill/>
                <a:prstDash val="solid"/>
                <a:miter/>
              </a:ln>
            </p:spPr>
            <p:txBody>
              <a:bodyPr rtlCol="0" anchor="ctr"/>
              <a:lstStyle/>
              <a:p>
                <a:endParaRPr lang="en-US">
                  <a:solidFill>
                    <a:schemeClr val="bg1"/>
                  </a:solidFill>
                </a:endParaRPr>
              </a:p>
            </p:txBody>
          </p:sp>
          <p:sp>
            <p:nvSpPr>
              <p:cNvPr id="76" name="Freeform 57">
                <a:extLst>
                  <a:ext uri="{FF2B5EF4-FFF2-40B4-BE49-F238E27FC236}">
                    <a16:creationId xmlns:a16="http://schemas.microsoft.com/office/drawing/2014/main" id="{033F3E91-FC25-9595-D391-3BEFA2E3103E}"/>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77" name="Freeform 58">
                <a:extLst>
                  <a:ext uri="{FF2B5EF4-FFF2-40B4-BE49-F238E27FC236}">
                    <a16:creationId xmlns:a16="http://schemas.microsoft.com/office/drawing/2014/main" id="{1B389628-7A3D-BDD6-09AA-C8EB240B2790}"/>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grpFill/>
              <a:ln w="6345" cap="flat">
                <a:noFill/>
                <a:prstDash val="solid"/>
                <a:miter/>
              </a:ln>
            </p:spPr>
            <p:txBody>
              <a:bodyPr rtlCol="0" anchor="ctr"/>
              <a:lstStyle/>
              <a:p>
                <a:endParaRPr lang="en-US">
                  <a:solidFill>
                    <a:schemeClr val="bg1"/>
                  </a:solidFill>
                </a:endParaRPr>
              </a:p>
            </p:txBody>
          </p:sp>
        </p:grpSp>
        <p:grpSp>
          <p:nvGrpSpPr>
            <p:cNvPr id="60" name="Graphic 8">
              <a:extLst>
                <a:ext uri="{FF2B5EF4-FFF2-40B4-BE49-F238E27FC236}">
                  <a16:creationId xmlns:a16="http://schemas.microsoft.com/office/drawing/2014/main" id="{8FA550BC-EBDD-737B-E99F-83A19CCC9A69}"/>
                </a:ext>
              </a:extLst>
            </p:cNvPr>
            <p:cNvGrpSpPr/>
            <p:nvPr/>
          </p:nvGrpSpPr>
          <p:grpSpPr>
            <a:xfrm>
              <a:off x="265625" y="6323271"/>
              <a:ext cx="1249223" cy="190348"/>
              <a:chOff x="265625" y="6323271"/>
              <a:chExt cx="1249223" cy="190348"/>
            </a:xfrm>
            <a:grpFill/>
          </p:grpSpPr>
          <p:sp>
            <p:nvSpPr>
              <p:cNvPr id="61" name="Freeform 60">
                <a:extLst>
                  <a:ext uri="{FF2B5EF4-FFF2-40B4-BE49-F238E27FC236}">
                    <a16:creationId xmlns:a16="http://schemas.microsoft.com/office/drawing/2014/main" id="{C76FC98A-1FB6-CE69-CC08-A918C3F29BB1}"/>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grpFill/>
              <a:ln w="6345" cap="flat">
                <a:noFill/>
                <a:prstDash val="solid"/>
                <a:miter/>
              </a:ln>
            </p:spPr>
            <p:txBody>
              <a:bodyPr rtlCol="0" anchor="ctr"/>
              <a:lstStyle/>
              <a:p>
                <a:endParaRPr lang="en-US">
                  <a:solidFill>
                    <a:schemeClr val="bg1"/>
                  </a:solidFill>
                </a:endParaRPr>
              </a:p>
            </p:txBody>
          </p:sp>
          <p:sp>
            <p:nvSpPr>
              <p:cNvPr id="62" name="Freeform 61">
                <a:extLst>
                  <a:ext uri="{FF2B5EF4-FFF2-40B4-BE49-F238E27FC236}">
                    <a16:creationId xmlns:a16="http://schemas.microsoft.com/office/drawing/2014/main" id="{D685DB74-4923-6FAD-8A0D-0932C52110CE}"/>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grpFill/>
              <a:ln w="6345" cap="flat">
                <a:noFill/>
                <a:prstDash val="solid"/>
                <a:miter/>
              </a:ln>
            </p:spPr>
            <p:txBody>
              <a:bodyPr rtlCol="0" anchor="ctr"/>
              <a:lstStyle/>
              <a:p>
                <a:endParaRPr lang="en-US">
                  <a:solidFill>
                    <a:schemeClr val="bg1"/>
                  </a:solidFill>
                </a:endParaRPr>
              </a:p>
            </p:txBody>
          </p:sp>
          <p:sp>
            <p:nvSpPr>
              <p:cNvPr id="63" name="Freeform 62">
                <a:extLst>
                  <a:ext uri="{FF2B5EF4-FFF2-40B4-BE49-F238E27FC236}">
                    <a16:creationId xmlns:a16="http://schemas.microsoft.com/office/drawing/2014/main" id="{116AF541-5EFC-359A-ABC2-2C9EA68507C8}"/>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grpFill/>
              <a:ln w="6345" cap="flat">
                <a:noFill/>
                <a:prstDash val="solid"/>
                <a:miter/>
              </a:ln>
            </p:spPr>
            <p:txBody>
              <a:bodyPr rtlCol="0" anchor="ctr"/>
              <a:lstStyle/>
              <a:p>
                <a:endParaRPr lang="en-US">
                  <a:solidFill>
                    <a:schemeClr val="bg1"/>
                  </a:solidFill>
                </a:endParaRPr>
              </a:p>
            </p:txBody>
          </p:sp>
          <p:sp>
            <p:nvSpPr>
              <p:cNvPr id="64" name="Freeform 63">
                <a:extLst>
                  <a:ext uri="{FF2B5EF4-FFF2-40B4-BE49-F238E27FC236}">
                    <a16:creationId xmlns:a16="http://schemas.microsoft.com/office/drawing/2014/main" id="{3163EAE2-C691-152F-3359-20D42B5E3519}"/>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grpFill/>
              <a:ln w="6345" cap="flat">
                <a:noFill/>
                <a:prstDash val="solid"/>
                <a:miter/>
              </a:ln>
            </p:spPr>
            <p:txBody>
              <a:bodyPr rtlCol="0" anchor="ctr"/>
              <a:lstStyle/>
              <a:p>
                <a:endParaRPr lang="en-US">
                  <a:solidFill>
                    <a:schemeClr val="bg1"/>
                  </a:solidFill>
                </a:endParaRPr>
              </a:p>
            </p:txBody>
          </p:sp>
          <p:sp>
            <p:nvSpPr>
              <p:cNvPr id="65" name="Freeform 64">
                <a:extLst>
                  <a:ext uri="{FF2B5EF4-FFF2-40B4-BE49-F238E27FC236}">
                    <a16:creationId xmlns:a16="http://schemas.microsoft.com/office/drawing/2014/main" id="{D142A448-EDF0-D8A5-2BCA-233FEC0793EF}"/>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grpFill/>
              <a:ln w="6345" cap="flat">
                <a:noFill/>
                <a:prstDash val="solid"/>
                <a:miter/>
              </a:ln>
            </p:spPr>
            <p:txBody>
              <a:bodyPr rtlCol="0" anchor="ctr"/>
              <a:lstStyle/>
              <a:p>
                <a:endParaRPr lang="en-US">
                  <a:solidFill>
                    <a:schemeClr val="bg1"/>
                  </a:solidFill>
                </a:endParaRPr>
              </a:p>
            </p:txBody>
          </p:sp>
          <p:sp>
            <p:nvSpPr>
              <p:cNvPr id="66" name="Freeform 65">
                <a:extLst>
                  <a:ext uri="{FF2B5EF4-FFF2-40B4-BE49-F238E27FC236}">
                    <a16:creationId xmlns:a16="http://schemas.microsoft.com/office/drawing/2014/main" id="{E1D9DD60-FD2B-F2E1-C858-BEADF788A55A}"/>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grpFill/>
              <a:ln w="6345" cap="flat">
                <a:noFill/>
                <a:prstDash val="solid"/>
                <a:miter/>
              </a:ln>
            </p:spPr>
            <p:txBody>
              <a:bodyPr rtlCol="0" anchor="ctr"/>
              <a:lstStyle/>
              <a:p>
                <a:endParaRPr lang="en-US">
                  <a:solidFill>
                    <a:schemeClr val="bg1"/>
                  </a:solidFill>
                </a:endParaRPr>
              </a:p>
            </p:txBody>
          </p:sp>
          <p:sp>
            <p:nvSpPr>
              <p:cNvPr id="67" name="Freeform 66">
                <a:extLst>
                  <a:ext uri="{FF2B5EF4-FFF2-40B4-BE49-F238E27FC236}">
                    <a16:creationId xmlns:a16="http://schemas.microsoft.com/office/drawing/2014/main" id="{E70E549A-43A2-9663-41E9-A93F6C8A1661}"/>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grpFill/>
              <a:ln w="6345" cap="flat">
                <a:noFill/>
                <a:prstDash val="solid"/>
                <a:miter/>
              </a:ln>
            </p:spPr>
            <p:txBody>
              <a:bodyPr rtlCol="0" anchor="ctr"/>
              <a:lstStyle/>
              <a:p>
                <a:endParaRPr lang="en-US">
                  <a:solidFill>
                    <a:schemeClr val="bg1"/>
                  </a:solidFill>
                </a:endParaRPr>
              </a:p>
            </p:txBody>
          </p:sp>
        </p:grpSp>
      </p:grpSp>
      <p:sp>
        <p:nvSpPr>
          <p:cNvPr id="4" name="TextBox 3">
            <a:extLst>
              <a:ext uri="{FF2B5EF4-FFF2-40B4-BE49-F238E27FC236}">
                <a16:creationId xmlns:a16="http://schemas.microsoft.com/office/drawing/2014/main" id="{D3419FAF-ACD3-DB06-B849-18BF7716266A}"/>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chemeClr val="tx1"/>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chemeClr val="tx1"/>
              </a:solidFill>
              <a:latin typeface="+mn-lt"/>
              <a:sym typeface="Arial" panose="020B0604020202020204" pitchFamily="34" charset="0"/>
              <a:rtl val="0"/>
            </a:endParaRPr>
          </a:p>
        </p:txBody>
      </p:sp>
    </p:spTree>
    <p:extLst>
      <p:ext uri="{BB962C8B-B14F-4D97-AF65-F5344CB8AC3E}">
        <p14:creationId xmlns:p14="http://schemas.microsoft.com/office/powerpoint/2010/main" val="42204950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16" name="Click to edit text">
            <a:extLst>
              <a:ext uri="{FF2B5EF4-FFF2-40B4-BE49-F238E27FC236}">
                <a16:creationId xmlns:a16="http://schemas.microsoft.com/office/drawing/2014/main" id="{B29EB907-51A5-4D60-B03A-85DECB7627F9}"/>
              </a:ext>
            </a:extLst>
          </p:cNvPr>
          <p:cNvSpPr>
            <a:spLocks noGrp="1"/>
          </p:cNvSpPr>
          <p:nvPr>
            <p:ph type="body" sz="quarter" idx="23" hasCustomPrompt="1"/>
          </p:nvPr>
        </p:nvSpPr>
        <p:spPr>
          <a:xfrm>
            <a:off x="2894013" y="1359907"/>
            <a:ext cx="7315200" cy="4322783"/>
          </a:xfrm>
        </p:spPr>
        <p:txBody>
          <a:bodyPr anchor="t"/>
          <a:lstStyle>
            <a:lvl1pPr marL="0" indent="0">
              <a:spcBef>
                <a:spcPts val="1800"/>
              </a:spcBef>
              <a:buClr>
                <a:schemeClr val="accent2"/>
              </a:buClr>
              <a:buFont typeface="Arial" panose="020B0604020202020204" pitchFamily="34" charset="0"/>
              <a:buChar char="​"/>
              <a:defRPr>
                <a:solidFill>
                  <a:schemeClr val="tx1"/>
                </a:solidFill>
              </a:defRPr>
            </a:lvl1pPr>
            <a:lvl2pPr marL="0" indent="0">
              <a:spcBef>
                <a:spcPts val="600"/>
              </a:spcBef>
              <a:buFont typeface="Arial" panose="020B0604020202020204" pitchFamily="34" charset="0"/>
              <a:buNone/>
              <a:defRPr/>
            </a:lvl2pPr>
            <a:lvl3pPr marL="342900" indent="0">
              <a:buFont typeface="Arial" panose="020B0604020202020204" pitchFamily="34" charset="0"/>
              <a:buNone/>
              <a:defRPr sz="1800"/>
            </a:lvl3pPr>
            <a:lvl4pPr marL="342900" indent="0">
              <a:buFont typeface="Arial" panose="020B0604020202020204" pitchFamily="34" charset="0"/>
              <a:buChar char="​"/>
              <a:tabLst/>
              <a:defRPr sz="1800">
                <a:solidFill>
                  <a:schemeClr val="tx2"/>
                </a:solidFill>
              </a:defRPr>
            </a:lvl4pPr>
            <a:lvl5pPr marL="342900" indent="0">
              <a:buFont typeface="Arial" panose="020B0604020202020204" pitchFamily="34" charset="0"/>
              <a:buChar char="​"/>
              <a:tabLst/>
              <a:defRPr sz="1800">
                <a:solidFill>
                  <a:schemeClr val="tx2"/>
                </a:solidFill>
              </a:defRPr>
            </a:lvl5pPr>
            <a:lvl6pPr marL="342900" indent="0">
              <a:buFont typeface="Arial" panose="020B0604020202020204" pitchFamily="34" charset="0"/>
              <a:buChar char="​"/>
              <a:defRPr sz="1800">
                <a:solidFill>
                  <a:schemeClr val="tx2"/>
                </a:solidFill>
              </a:defRPr>
            </a:lvl6pPr>
            <a:lvl7pPr marL="342900" indent="0">
              <a:buFont typeface="Arial" panose="020B0604020202020204" pitchFamily="34" charset="0"/>
              <a:buChar char="​"/>
              <a:defRPr sz="1800">
                <a:solidFill>
                  <a:schemeClr val="tx2"/>
                </a:solidFill>
              </a:defRPr>
            </a:lvl7pPr>
            <a:lvl8pPr marL="342900" indent="0">
              <a:buFont typeface="Arial" panose="020B0604020202020204" pitchFamily="34" charset="0"/>
              <a:buChar char="​"/>
              <a:defRPr sz="1800">
                <a:solidFill>
                  <a:schemeClr val="tx2"/>
                </a:solidFill>
              </a:defRPr>
            </a:lvl8pPr>
            <a:lvl9pPr marL="342900" indent="0">
              <a:buFont typeface="Arial" panose="020B0604020202020204" pitchFamily="34" charset="0"/>
              <a:buChar char="​"/>
              <a:defRPr sz="1800">
                <a:solidFill>
                  <a:schemeClr val="tx2"/>
                </a:solidFill>
              </a:defRPr>
            </a:lvl9pPr>
          </a:lstStyle>
          <a:p>
            <a:pPr lvl="0"/>
            <a:r>
              <a:rPr lang="en-US" dirty="0"/>
              <a:t>Edit text</a:t>
            </a:r>
          </a:p>
          <a:p>
            <a:pPr lvl="1"/>
            <a:endParaRPr lang="en-US" dirty="0"/>
          </a:p>
        </p:txBody>
      </p:sp>
      <p:sp>
        <p:nvSpPr>
          <p:cNvPr id="730" name="page number">
            <a:extLst>
              <a:ext uri="{FF2B5EF4-FFF2-40B4-BE49-F238E27FC236}">
                <a16:creationId xmlns:a16="http://schemas.microsoft.com/office/drawing/2014/main" id="{AB8D1A6B-3CE6-468D-804E-6300F8B6DC81}"/>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2" name="TextBox 1">
            <a:extLst>
              <a:ext uri="{FF2B5EF4-FFF2-40B4-BE49-F238E27FC236}">
                <a16:creationId xmlns:a16="http://schemas.microsoft.com/office/drawing/2014/main" id="{EFAB009F-8C77-4345-BB40-5C6D1F329C80}"/>
              </a:ext>
            </a:extLst>
          </p:cNvPr>
          <p:cNvSpPr txBox="1"/>
          <p:nvPr/>
        </p:nvSpPr>
        <p:spPr>
          <a:xfrm>
            <a:off x="610289" y="1257625"/>
            <a:ext cx="1939871" cy="443198"/>
          </a:xfrm>
          <a:prstGeom prst="rect">
            <a:avLst/>
          </a:prstGeom>
        </p:spPr>
        <p:txBody>
          <a:bodyPr vert="horz" wrap="none" lIns="0" tIns="0" rIns="0" bIns="0" rtlCol="0" anchor="b">
            <a:noAutofit/>
          </a:bodyPr>
          <a:lstStyle>
            <a:lvl1pPr>
              <a:lnSpc>
                <a:spcPct val="90000"/>
              </a:lnSpc>
              <a:spcBef>
                <a:spcPct val="0"/>
              </a:spcBef>
              <a:buNone/>
              <a:defRPr sz="3200" b="0">
                <a:solidFill>
                  <a:schemeClr val="accent2"/>
                </a:solidFill>
                <a:latin typeface="+mj-lt"/>
              </a:defRPr>
            </a:lvl1pPr>
          </a:lstStyle>
          <a:p>
            <a:pPr lvl="0"/>
            <a:r>
              <a:rPr lang="en-US">
                <a:solidFill>
                  <a:schemeClr val="tx1"/>
                </a:solidFill>
              </a:rPr>
              <a:t>Agenda</a:t>
            </a:r>
          </a:p>
        </p:txBody>
      </p:sp>
      <p:sp>
        <p:nvSpPr>
          <p:cNvPr id="5" name="page number">
            <a:extLst>
              <a:ext uri="{FF2B5EF4-FFF2-40B4-BE49-F238E27FC236}">
                <a16:creationId xmlns:a16="http://schemas.microsoft.com/office/drawing/2014/main" id="{AB8D1A6B-3CE6-468D-804E-6300F8B6DC81}"/>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6" name="TextBox 5">
            <a:extLst>
              <a:ext uri="{FF2B5EF4-FFF2-40B4-BE49-F238E27FC236}">
                <a16:creationId xmlns:a16="http://schemas.microsoft.com/office/drawing/2014/main" id="{EFAB009F-8C77-4345-BB40-5C6D1F329C80}"/>
              </a:ext>
            </a:extLst>
          </p:cNvPr>
          <p:cNvSpPr txBox="1"/>
          <p:nvPr userDrawn="1"/>
        </p:nvSpPr>
        <p:spPr>
          <a:xfrm>
            <a:off x="610289" y="1257625"/>
            <a:ext cx="1939871" cy="443198"/>
          </a:xfrm>
          <a:prstGeom prst="rect">
            <a:avLst/>
          </a:prstGeom>
        </p:spPr>
        <p:txBody>
          <a:bodyPr vert="horz" wrap="none" lIns="0" tIns="0" rIns="0" bIns="0" rtlCol="0" anchor="b">
            <a:noAutofit/>
          </a:bodyPr>
          <a:lstStyle>
            <a:lvl1pPr>
              <a:lnSpc>
                <a:spcPct val="90000"/>
              </a:lnSpc>
              <a:spcBef>
                <a:spcPct val="0"/>
              </a:spcBef>
              <a:buNone/>
              <a:defRPr sz="3200" b="0">
                <a:solidFill>
                  <a:schemeClr val="accent2"/>
                </a:solidFill>
                <a:latin typeface="+mj-lt"/>
              </a:defRPr>
            </a:lvl1pPr>
          </a:lstStyle>
          <a:p>
            <a:pPr lvl="0"/>
            <a:r>
              <a:rPr lang="en-US" dirty="0">
                <a:solidFill>
                  <a:schemeClr val="tx1"/>
                </a:solidFill>
              </a:rPr>
              <a:t>Agenda</a:t>
            </a:r>
          </a:p>
        </p:txBody>
      </p:sp>
    </p:spTree>
    <p:extLst>
      <p:ext uri="{BB962C8B-B14F-4D97-AF65-F5344CB8AC3E}">
        <p14:creationId xmlns:p14="http://schemas.microsoft.com/office/powerpoint/2010/main" val="30423359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p:cSld name="Section Header – Leaf">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9108" y="938794"/>
            <a:ext cx="6427626" cy="1229360"/>
          </a:xfrm>
        </p:spPr>
        <p:txBody>
          <a:bodyPr wrap="square" anchor="b"/>
          <a:lstStyle>
            <a:lvl1pPr algn="l">
              <a:defRPr sz="3600" b="0" cap="none" baseline="0">
                <a:solidFill>
                  <a:schemeClr val="tx1"/>
                </a:solidFill>
              </a:defRPr>
            </a:lvl1pPr>
          </a:lstStyle>
          <a:p>
            <a:r>
              <a:rPr lang="en-US" dirty="0"/>
              <a:t>Section Title Option 1</a:t>
            </a:r>
            <a:br>
              <a:rPr lang="en-US" dirty="0"/>
            </a:br>
            <a:r>
              <a:rPr lang="en-US" dirty="0"/>
              <a:t>Green Theme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408402" cy="700882"/>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
        <p:nvSpPr>
          <p:cNvPr id="14" name="page number">
            <a:extLst>
              <a:ext uri="{FF2B5EF4-FFF2-40B4-BE49-F238E27FC236}">
                <a16:creationId xmlns:a16="http://schemas.microsoft.com/office/drawing/2014/main" id="{20A83C12-6BEB-4E4C-9FB0-AA1FB4C661B1}"/>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27" name="Freeform: Shape 26">
            <a:extLst>
              <a:ext uri="{FF2B5EF4-FFF2-40B4-BE49-F238E27FC236}">
                <a16:creationId xmlns:a16="http://schemas.microsoft.com/office/drawing/2014/main" id="{FAAA3BBF-4C76-744C-98CD-FE087D70233F}"/>
              </a:ext>
            </a:extLst>
          </p:cNvPr>
          <p:cNvSpPr/>
          <p:nvPr/>
        </p:nvSpPr>
        <p:spPr>
          <a:xfrm>
            <a:off x="6525510" y="635863"/>
            <a:ext cx="5663315" cy="5331994"/>
          </a:xfrm>
          <a:custGeom>
            <a:avLst/>
            <a:gdLst>
              <a:gd name="connsiteX0" fmla="*/ 5663315 w 5663315"/>
              <a:gd name="connsiteY0" fmla="*/ 0 h 5331994"/>
              <a:gd name="connsiteX1" fmla="*/ 5663315 w 5663315"/>
              <a:gd name="connsiteY1" fmla="*/ 2653504 h 5331994"/>
              <a:gd name="connsiteX2" fmla="*/ 3356810 w 5663315"/>
              <a:gd name="connsiteY2" fmla="*/ 4960016 h 5331994"/>
              <a:gd name="connsiteX3" fmla="*/ 2458806 w 5663315"/>
              <a:gd name="connsiteY3" fmla="*/ 5331994 h 5331994"/>
              <a:gd name="connsiteX4" fmla="*/ 127247 w 5663315"/>
              <a:gd name="connsiteY4" fmla="*/ 5331994 h 5331994"/>
              <a:gd name="connsiteX5" fmla="*/ 37459 w 5663315"/>
              <a:gd name="connsiteY5" fmla="*/ 5115208 h 5331994"/>
              <a:gd name="connsiteX6" fmla="*/ 4781475 w 5663315"/>
              <a:gd name="connsiteY6" fmla="*/ 371179 h 5331994"/>
              <a:gd name="connsiteX7" fmla="*/ 5553942 w 5663315"/>
              <a:gd name="connsiteY7" fmla="*/ 5414 h 53319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663315" h="5331994">
                <a:moveTo>
                  <a:pt x="5663315" y="0"/>
                </a:moveTo>
                <a:lnTo>
                  <a:pt x="5663315" y="2653504"/>
                </a:lnTo>
                <a:lnTo>
                  <a:pt x="3356810" y="4960016"/>
                </a:lnTo>
                <a:cubicBezTo>
                  <a:pt x="3118625" y="5198201"/>
                  <a:pt x="2795605" y="5331994"/>
                  <a:pt x="2458806" y="5331994"/>
                </a:cubicBezTo>
                <a:lnTo>
                  <a:pt x="127247" y="5331994"/>
                </a:lnTo>
                <a:cubicBezTo>
                  <a:pt x="14092" y="5331994"/>
                  <a:pt x="-42549" y="5195217"/>
                  <a:pt x="37459" y="5115208"/>
                </a:cubicBezTo>
                <a:lnTo>
                  <a:pt x="4781475" y="371179"/>
                </a:lnTo>
                <a:cubicBezTo>
                  <a:pt x="4989831" y="162766"/>
                  <a:pt x="5263188" y="34280"/>
                  <a:pt x="5553942" y="5414"/>
                </a:cubicBezTo>
                <a:close/>
              </a:path>
            </a:pathLst>
          </a:custGeom>
          <a:gradFill>
            <a:gsLst>
              <a:gs pos="21000">
                <a:schemeClr val="accent4"/>
              </a:gs>
              <a:gs pos="89000">
                <a:schemeClr val="accent3"/>
              </a:gs>
            </a:gsLst>
            <a:lin ang="18900000" scaled="1"/>
          </a:gradFill>
          <a:ln w="0" cap="flat">
            <a:noFill/>
            <a:prstDash val="solid"/>
            <a:miter/>
          </a:ln>
        </p:spPr>
        <p:txBody>
          <a:bodyPr rtlCol="0" anchor="ctr"/>
          <a:lstStyle/>
          <a:p>
            <a:endParaRPr lang="en-US"/>
          </a:p>
        </p:txBody>
      </p:sp>
      <p:sp>
        <p:nvSpPr>
          <p:cNvPr id="6" name="page number">
            <a:extLst>
              <a:ext uri="{FF2B5EF4-FFF2-40B4-BE49-F238E27FC236}">
                <a16:creationId xmlns:a16="http://schemas.microsoft.com/office/drawing/2014/main" id="{20A83C12-6BEB-4E4C-9FB0-AA1FB4C661B1}"/>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7" name="Freeform: Shape 26">
            <a:extLst>
              <a:ext uri="{FF2B5EF4-FFF2-40B4-BE49-F238E27FC236}">
                <a16:creationId xmlns:a16="http://schemas.microsoft.com/office/drawing/2014/main" id="{FAAA3BBF-4C76-744C-98CD-FE087D70233F}"/>
              </a:ext>
            </a:extLst>
          </p:cNvPr>
          <p:cNvSpPr/>
          <p:nvPr userDrawn="1"/>
        </p:nvSpPr>
        <p:spPr>
          <a:xfrm>
            <a:off x="6525510" y="635863"/>
            <a:ext cx="5663315" cy="5331994"/>
          </a:xfrm>
          <a:custGeom>
            <a:avLst/>
            <a:gdLst>
              <a:gd name="connsiteX0" fmla="*/ 5663315 w 5663315"/>
              <a:gd name="connsiteY0" fmla="*/ 0 h 5331994"/>
              <a:gd name="connsiteX1" fmla="*/ 5663315 w 5663315"/>
              <a:gd name="connsiteY1" fmla="*/ 2653504 h 5331994"/>
              <a:gd name="connsiteX2" fmla="*/ 3356810 w 5663315"/>
              <a:gd name="connsiteY2" fmla="*/ 4960016 h 5331994"/>
              <a:gd name="connsiteX3" fmla="*/ 2458806 w 5663315"/>
              <a:gd name="connsiteY3" fmla="*/ 5331994 h 5331994"/>
              <a:gd name="connsiteX4" fmla="*/ 127247 w 5663315"/>
              <a:gd name="connsiteY4" fmla="*/ 5331994 h 5331994"/>
              <a:gd name="connsiteX5" fmla="*/ 37459 w 5663315"/>
              <a:gd name="connsiteY5" fmla="*/ 5115208 h 5331994"/>
              <a:gd name="connsiteX6" fmla="*/ 4781475 w 5663315"/>
              <a:gd name="connsiteY6" fmla="*/ 371179 h 5331994"/>
              <a:gd name="connsiteX7" fmla="*/ 5553942 w 5663315"/>
              <a:gd name="connsiteY7" fmla="*/ 5414 h 53319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663315" h="5331994">
                <a:moveTo>
                  <a:pt x="5663315" y="0"/>
                </a:moveTo>
                <a:lnTo>
                  <a:pt x="5663315" y="2653504"/>
                </a:lnTo>
                <a:lnTo>
                  <a:pt x="3356810" y="4960016"/>
                </a:lnTo>
                <a:cubicBezTo>
                  <a:pt x="3118625" y="5198201"/>
                  <a:pt x="2795605" y="5331994"/>
                  <a:pt x="2458806" y="5331994"/>
                </a:cubicBezTo>
                <a:lnTo>
                  <a:pt x="127247" y="5331994"/>
                </a:lnTo>
                <a:cubicBezTo>
                  <a:pt x="14092" y="5331994"/>
                  <a:pt x="-42549" y="5195217"/>
                  <a:pt x="37459" y="5115208"/>
                </a:cubicBezTo>
                <a:lnTo>
                  <a:pt x="4781475" y="371179"/>
                </a:lnTo>
                <a:cubicBezTo>
                  <a:pt x="4989831" y="162766"/>
                  <a:pt x="5263188" y="34280"/>
                  <a:pt x="5553942" y="5414"/>
                </a:cubicBezTo>
                <a:close/>
              </a:path>
            </a:pathLst>
          </a:custGeom>
          <a:gradFill>
            <a:gsLst>
              <a:gs pos="21000">
                <a:schemeClr val="accent4"/>
              </a:gs>
              <a:gs pos="89000">
                <a:schemeClr val="accent3"/>
              </a:gs>
            </a:gsLst>
            <a:lin ang="18900000" scaled="1"/>
          </a:gradFill>
          <a:ln w="0" cap="flat">
            <a:noFill/>
            <a:prstDash val="solid"/>
            <a:miter/>
          </a:ln>
        </p:spPr>
        <p:txBody>
          <a:bodyPr rtlCol="0" anchor="ctr"/>
          <a:lstStyle/>
          <a:p>
            <a:endParaRPr lang="en-US"/>
          </a:p>
        </p:txBody>
      </p:sp>
    </p:spTree>
    <p:extLst>
      <p:ext uri="{BB962C8B-B14F-4D97-AF65-F5344CB8AC3E}">
        <p14:creationId xmlns:p14="http://schemas.microsoft.com/office/powerpoint/2010/main" val="38797853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p:cSld name="Section Header – Aqua">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9107" y="938794"/>
            <a:ext cx="6587869" cy="1229360"/>
          </a:xfrm>
        </p:spPr>
        <p:txBody>
          <a:bodyPr wrap="square" anchor="b"/>
          <a:lstStyle>
            <a:lvl1pPr algn="l">
              <a:defRPr sz="3600" b="0" cap="none" baseline="0">
                <a:solidFill>
                  <a:schemeClr val="tx1"/>
                </a:solidFill>
              </a:defRPr>
            </a:lvl1pPr>
          </a:lstStyle>
          <a:p>
            <a:r>
              <a:rPr lang="en-US" dirty="0"/>
              <a:t>Section Title Option 2</a:t>
            </a:r>
            <a:br>
              <a:rPr lang="en-US" dirty="0"/>
            </a:br>
            <a:r>
              <a:rPr lang="en-US" dirty="0"/>
              <a:t>Blue Theme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574010" cy="700882"/>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
        <p:nvSpPr>
          <p:cNvPr id="15" name="page number">
            <a:extLst>
              <a:ext uri="{FF2B5EF4-FFF2-40B4-BE49-F238E27FC236}">
                <a16:creationId xmlns:a16="http://schemas.microsoft.com/office/drawing/2014/main" id="{274E202C-D42A-664B-A387-688ED8610969}"/>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27" name="Freeform: Shape 26">
            <a:extLst>
              <a:ext uri="{FF2B5EF4-FFF2-40B4-BE49-F238E27FC236}">
                <a16:creationId xmlns:a16="http://schemas.microsoft.com/office/drawing/2014/main" id="{91AFD096-497D-5408-14FF-AFEF0DD58883}"/>
              </a:ext>
            </a:extLst>
          </p:cNvPr>
          <p:cNvSpPr/>
          <p:nvPr/>
        </p:nvSpPr>
        <p:spPr>
          <a:xfrm>
            <a:off x="6525510" y="635863"/>
            <a:ext cx="5663315" cy="5331994"/>
          </a:xfrm>
          <a:custGeom>
            <a:avLst/>
            <a:gdLst>
              <a:gd name="connsiteX0" fmla="*/ 5663315 w 5663315"/>
              <a:gd name="connsiteY0" fmla="*/ 0 h 5331994"/>
              <a:gd name="connsiteX1" fmla="*/ 5663315 w 5663315"/>
              <a:gd name="connsiteY1" fmla="*/ 2653504 h 5331994"/>
              <a:gd name="connsiteX2" fmla="*/ 3356810 w 5663315"/>
              <a:gd name="connsiteY2" fmla="*/ 4960016 h 5331994"/>
              <a:gd name="connsiteX3" fmla="*/ 2458806 w 5663315"/>
              <a:gd name="connsiteY3" fmla="*/ 5331994 h 5331994"/>
              <a:gd name="connsiteX4" fmla="*/ 127247 w 5663315"/>
              <a:gd name="connsiteY4" fmla="*/ 5331994 h 5331994"/>
              <a:gd name="connsiteX5" fmla="*/ 37459 w 5663315"/>
              <a:gd name="connsiteY5" fmla="*/ 5115208 h 5331994"/>
              <a:gd name="connsiteX6" fmla="*/ 4781475 w 5663315"/>
              <a:gd name="connsiteY6" fmla="*/ 371179 h 5331994"/>
              <a:gd name="connsiteX7" fmla="*/ 5553942 w 5663315"/>
              <a:gd name="connsiteY7" fmla="*/ 5414 h 53319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663315" h="5331994">
                <a:moveTo>
                  <a:pt x="5663315" y="0"/>
                </a:moveTo>
                <a:lnTo>
                  <a:pt x="5663315" y="2653504"/>
                </a:lnTo>
                <a:lnTo>
                  <a:pt x="3356810" y="4960016"/>
                </a:lnTo>
                <a:cubicBezTo>
                  <a:pt x="3118625" y="5198201"/>
                  <a:pt x="2795605" y="5331994"/>
                  <a:pt x="2458806" y="5331994"/>
                </a:cubicBezTo>
                <a:lnTo>
                  <a:pt x="127247" y="5331994"/>
                </a:lnTo>
                <a:cubicBezTo>
                  <a:pt x="14092" y="5331994"/>
                  <a:pt x="-42549" y="5195217"/>
                  <a:pt x="37459" y="5115208"/>
                </a:cubicBezTo>
                <a:lnTo>
                  <a:pt x="4781475" y="371179"/>
                </a:lnTo>
                <a:cubicBezTo>
                  <a:pt x="4989831" y="162766"/>
                  <a:pt x="5263188" y="34280"/>
                  <a:pt x="5553942" y="5414"/>
                </a:cubicBezTo>
                <a:close/>
              </a:path>
            </a:pathLst>
          </a:custGeom>
          <a:gradFill>
            <a:gsLst>
              <a:gs pos="21000">
                <a:schemeClr val="accent1"/>
              </a:gs>
              <a:gs pos="89000">
                <a:schemeClr val="accent3"/>
              </a:gs>
            </a:gsLst>
            <a:lin ang="18900000" scaled="1"/>
          </a:gradFill>
          <a:ln w="0" cap="flat">
            <a:noFill/>
            <a:prstDash val="solid"/>
            <a:miter/>
          </a:ln>
        </p:spPr>
        <p:txBody>
          <a:bodyPr rtlCol="0" anchor="ctr"/>
          <a:lstStyle/>
          <a:p>
            <a:endParaRPr lang="en-US"/>
          </a:p>
        </p:txBody>
      </p:sp>
      <p:sp>
        <p:nvSpPr>
          <p:cNvPr id="6" name="page number">
            <a:extLst>
              <a:ext uri="{FF2B5EF4-FFF2-40B4-BE49-F238E27FC236}">
                <a16:creationId xmlns:a16="http://schemas.microsoft.com/office/drawing/2014/main" id="{274E202C-D42A-664B-A387-688ED8610969}"/>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7" name="Freeform: Shape 26">
            <a:extLst>
              <a:ext uri="{FF2B5EF4-FFF2-40B4-BE49-F238E27FC236}">
                <a16:creationId xmlns:a16="http://schemas.microsoft.com/office/drawing/2014/main" id="{91AFD096-497D-5408-14FF-AFEF0DD58883}"/>
              </a:ext>
            </a:extLst>
          </p:cNvPr>
          <p:cNvSpPr/>
          <p:nvPr userDrawn="1"/>
        </p:nvSpPr>
        <p:spPr>
          <a:xfrm>
            <a:off x="6525510" y="635863"/>
            <a:ext cx="5663315" cy="5331994"/>
          </a:xfrm>
          <a:custGeom>
            <a:avLst/>
            <a:gdLst>
              <a:gd name="connsiteX0" fmla="*/ 5663315 w 5663315"/>
              <a:gd name="connsiteY0" fmla="*/ 0 h 5331994"/>
              <a:gd name="connsiteX1" fmla="*/ 5663315 w 5663315"/>
              <a:gd name="connsiteY1" fmla="*/ 2653504 h 5331994"/>
              <a:gd name="connsiteX2" fmla="*/ 3356810 w 5663315"/>
              <a:gd name="connsiteY2" fmla="*/ 4960016 h 5331994"/>
              <a:gd name="connsiteX3" fmla="*/ 2458806 w 5663315"/>
              <a:gd name="connsiteY3" fmla="*/ 5331994 h 5331994"/>
              <a:gd name="connsiteX4" fmla="*/ 127247 w 5663315"/>
              <a:gd name="connsiteY4" fmla="*/ 5331994 h 5331994"/>
              <a:gd name="connsiteX5" fmla="*/ 37459 w 5663315"/>
              <a:gd name="connsiteY5" fmla="*/ 5115208 h 5331994"/>
              <a:gd name="connsiteX6" fmla="*/ 4781475 w 5663315"/>
              <a:gd name="connsiteY6" fmla="*/ 371179 h 5331994"/>
              <a:gd name="connsiteX7" fmla="*/ 5553942 w 5663315"/>
              <a:gd name="connsiteY7" fmla="*/ 5414 h 53319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663315" h="5331994">
                <a:moveTo>
                  <a:pt x="5663315" y="0"/>
                </a:moveTo>
                <a:lnTo>
                  <a:pt x="5663315" y="2653504"/>
                </a:lnTo>
                <a:lnTo>
                  <a:pt x="3356810" y="4960016"/>
                </a:lnTo>
                <a:cubicBezTo>
                  <a:pt x="3118625" y="5198201"/>
                  <a:pt x="2795605" y="5331994"/>
                  <a:pt x="2458806" y="5331994"/>
                </a:cubicBezTo>
                <a:lnTo>
                  <a:pt x="127247" y="5331994"/>
                </a:lnTo>
                <a:cubicBezTo>
                  <a:pt x="14092" y="5331994"/>
                  <a:pt x="-42549" y="5195217"/>
                  <a:pt x="37459" y="5115208"/>
                </a:cubicBezTo>
                <a:lnTo>
                  <a:pt x="4781475" y="371179"/>
                </a:lnTo>
                <a:cubicBezTo>
                  <a:pt x="4989831" y="162766"/>
                  <a:pt x="5263188" y="34280"/>
                  <a:pt x="5553942" y="5414"/>
                </a:cubicBezTo>
                <a:close/>
              </a:path>
            </a:pathLst>
          </a:custGeom>
          <a:gradFill>
            <a:gsLst>
              <a:gs pos="21000">
                <a:schemeClr val="accent1"/>
              </a:gs>
              <a:gs pos="89000">
                <a:schemeClr val="accent3"/>
              </a:gs>
            </a:gsLst>
            <a:lin ang="18900000" scaled="1"/>
          </a:gradFill>
          <a:ln w="0" cap="flat">
            <a:noFill/>
            <a:prstDash val="solid"/>
            <a:miter/>
          </a:ln>
        </p:spPr>
        <p:txBody>
          <a:bodyPr rtlCol="0" anchor="ctr"/>
          <a:lstStyle/>
          <a:p>
            <a:endParaRPr lang="en-US"/>
          </a:p>
        </p:txBody>
      </p:sp>
    </p:spTree>
    <p:extLst>
      <p:ext uri="{BB962C8B-B14F-4D97-AF65-F5344CB8AC3E}">
        <p14:creationId xmlns:p14="http://schemas.microsoft.com/office/powerpoint/2010/main" val="7713711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p:cSld name="Section Header – Plum">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9107" y="938794"/>
            <a:ext cx="6555971" cy="1229360"/>
          </a:xfrm>
        </p:spPr>
        <p:txBody>
          <a:bodyPr wrap="square" anchor="b"/>
          <a:lstStyle>
            <a:lvl1pPr algn="l">
              <a:defRPr sz="3600" b="0" cap="none" baseline="0">
                <a:solidFill>
                  <a:schemeClr val="tx1"/>
                </a:solidFill>
              </a:defRPr>
            </a:lvl1pPr>
          </a:lstStyle>
          <a:p>
            <a:r>
              <a:rPr lang="en-US" dirty="0"/>
              <a:t>Section Title Option 3 </a:t>
            </a:r>
            <a:br>
              <a:rPr lang="en-US" dirty="0"/>
            </a:br>
            <a:r>
              <a:rPr lang="en-US" dirty="0"/>
              <a:t>Purple Theme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542112" cy="700882"/>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
        <p:nvSpPr>
          <p:cNvPr id="15" name="page number">
            <a:extLst>
              <a:ext uri="{FF2B5EF4-FFF2-40B4-BE49-F238E27FC236}">
                <a16:creationId xmlns:a16="http://schemas.microsoft.com/office/drawing/2014/main" id="{8424C6A4-7F55-9842-969F-317F913DCB90}"/>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28" name="Freeform: Shape 27">
            <a:extLst>
              <a:ext uri="{FF2B5EF4-FFF2-40B4-BE49-F238E27FC236}">
                <a16:creationId xmlns:a16="http://schemas.microsoft.com/office/drawing/2014/main" id="{73A0F87F-2BDE-1844-C8AF-E9E494A1B4B5}"/>
              </a:ext>
            </a:extLst>
          </p:cNvPr>
          <p:cNvSpPr/>
          <p:nvPr/>
        </p:nvSpPr>
        <p:spPr>
          <a:xfrm>
            <a:off x="6525510" y="635863"/>
            <a:ext cx="5663315" cy="5331994"/>
          </a:xfrm>
          <a:custGeom>
            <a:avLst/>
            <a:gdLst>
              <a:gd name="connsiteX0" fmla="*/ 5663315 w 5663315"/>
              <a:gd name="connsiteY0" fmla="*/ 0 h 5331994"/>
              <a:gd name="connsiteX1" fmla="*/ 5663315 w 5663315"/>
              <a:gd name="connsiteY1" fmla="*/ 2653504 h 5331994"/>
              <a:gd name="connsiteX2" fmla="*/ 3356810 w 5663315"/>
              <a:gd name="connsiteY2" fmla="*/ 4960016 h 5331994"/>
              <a:gd name="connsiteX3" fmla="*/ 2458806 w 5663315"/>
              <a:gd name="connsiteY3" fmla="*/ 5331994 h 5331994"/>
              <a:gd name="connsiteX4" fmla="*/ 127247 w 5663315"/>
              <a:gd name="connsiteY4" fmla="*/ 5331994 h 5331994"/>
              <a:gd name="connsiteX5" fmla="*/ 37459 w 5663315"/>
              <a:gd name="connsiteY5" fmla="*/ 5115208 h 5331994"/>
              <a:gd name="connsiteX6" fmla="*/ 4781475 w 5663315"/>
              <a:gd name="connsiteY6" fmla="*/ 371179 h 5331994"/>
              <a:gd name="connsiteX7" fmla="*/ 5553942 w 5663315"/>
              <a:gd name="connsiteY7" fmla="*/ 5414 h 53319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663315" h="5331994">
                <a:moveTo>
                  <a:pt x="5663315" y="0"/>
                </a:moveTo>
                <a:lnTo>
                  <a:pt x="5663315" y="2653504"/>
                </a:lnTo>
                <a:lnTo>
                  <a:pt x="3356810" y="4960016"/>
                </a:lnTo>
                <a:cubicBezTo>
                  <a:pt x="3118625" y="5198201"/>
                  <a:pt x="2795605" y="5331994"/>
                  <a:pt x="2458806" y="5331994"/>
                </a:cubicBezTo>
                <a:lnTo>
                  <a:pt x="127247" y="5331994"/>
                </a:lnTo>
                <a:cubicBezTo>
                  <a:pt x="14092" y="5331994"/>
                  <a:pt x="-42549" y="5195217"/>
                  <a:pt x="37459" y="5115208"/>
                </a:cubicBezTo>
                <a:lnTo>
                  <a:pt x="4781475" y="371179"/>
                </a:lnTo>
                <a:cubicBezTo>
                  <a:pt x="4989831" y="162766"/>
                  <a:pt x="5263188" y="34280"/>
                  <a:pt x="5553942" y="5414"/>
                </a:cubicBezTo>
                <a:close/>
              </a:path>
            </a:pathLst>
          </a:custGeom>
          <a:gradFill>
            <a:gsLst>
              <a:gs pos="21000">
                <a:schemeClr val="accent5"/>
              </a:gs>
              <a:gs pos="89000">
                <a:schemeClr val="accent3"/>
              </a:gs>
            </a:gsLst>
            <a:lin ang="18900000" scaled="1"/>
          </a:gradFill>
          <a:ln w="0" cap="flat">
            <a:noFill/>
            <a:prstDash val="solid"/>
            <a:miter/>
          </a:ln>
        </p:spPr>
        <p:txBody>
          <a:bodyPr rtlCol="0" anchor="ctr"/>
          <a:lstStyle/>
          <a:p>
            <a:endParaRPr lang="en-US"/>
          </a:p>
        </p:txBody>
      </p:sp>
      <p:sp>
        <p:nvSpPr>
          <p:cNvPr id="6" name="page number">
            <a:extLst>
              <a:ext uri="{FF2B5EF4-FFF2-40B4-BE49-F238E27FC236}">
                <a16:creationId xmlns:a16="http://schemas.microsoft.com/office/drawing/2014/main" id="{8424C6A4-7F55-9842-969F-317F913DCB90}"/>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7" name="Freeform: Shape 27">
            <a:extLst>
              <a:ext uri="{FF2B5EF4-FFF2-40B4-BE49-F238E27FC236}">
                <a16:creationId xmlns:a16="http://schemas.microsoft.com/office/drawing/2014/main" id="{73A0F87F-2BDE-1844-C8AF-E9E494A1B4B5}"/>
              </a:ext>
            </a:extLst>
          </p:cNvPr>
          <p:cNvSpPr/>
          <p:nvPr userDrawn="1"/>
        </p:nvSpPr>
        <p:spPr>
          <a:xfrm>
            <a:off x="6525510" y="635863"/>
            <a:ext cx="5663315" cy="5331994"/>
          </a:xfrm>
          <a:custGeom>
            <a:avLst/>
            <a:gdLst>
              <a:gd name="connsiteX0" fmla="*/ 5663315 w 5663315"/>
              <a:gd name="connsiteY0" fmla="*/ 0 h 5331994"/>
              <a:gd name="connsiteX1" fmla="*/ 5663315 w 5663315"/>
              <a:gd name="connsiteY1" fmla="*/ 2653504 h 5331994"/>
              <a:gd name="connsiteX2" fmla="*/ 3356810 w 5663315"/>
              <a:gd name="connsiteY2" fmla="*/ 4960016 h 5331994"/>
              <a:gd name="connsiteX3" fmla="*/ 2458806 w 5663315"/>
              <a:gd name="connsiteY3" fmla="*/ 5331994 h 5331994"/>
              <a:gd name="connsiteX4" fmla="*/ 127247 w 5663315"/>
              <a:gd name="connsiteY4" fmla="*/ 5331994 h 5331994"/>
              <a:gd name="connsiteX5" fmla="*/ 37459 w 5663315"/>
              <a:gd name="connsiteY5" fmla="*/ 5115208 h 5331994"/>
              <a:gd name="connsiteX6" fmla="*/ 4781475 w 5663315"/>
              <a:gd name="connsiteY6" fmla="*/ 371179 h 5331994"/>
              <a:gd name="connsiteX7" fmla="*/ 5553942 w 5663315"/>
              <a:gd name="connsiteY7" fmla="*/ 5414 h 53319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663315" h="5331994">
                <a:moveTo>
                  <a:pt x="5663315" y="0"/>
                </a:moveTo>
                <a:lnTo>
                  <a:pt x="5663315" y="2653504"/>
                </a:lnTo>
                <a:lnTo>
                  <a:pt x="3356810" y="4960016"/>
                </a:lnTo>
                <a:cubicBezTo>
                  <a:pt x="3118625" y="5198201"/>
                  <a:pt x="2795605" y="5331994"/>
                  <a:pt x="2458806" y="5331994"/>
                </a:cubicBezTo>
                <a:lnTo>
                  <a:pt x="127247" y="5331994"/>
                </a:lnTo>
                <a:cubicBezTo>
                  <a:pt x="14092" y="5331994"/>
                  <a:pt x="-42549" y="5195217"/>
                  <a:pt x="37459" y="5115208"/>
                </a:cubicBezTo>
                <a:lnTo>
                  <a:pt x="4781475" y="371179"/>
                </a:lnTo>
                <a:cubicBezTo>
                  <a:pt x="4989831" y="162766"/>
                  <a:pt x="5263188" y="34280"/>
                  <a:pt x="5553942" y="5414"/>
                </a:cubicBezTo>
                <a:close/>
              </a:path>
            </a:pathLst>
          </a:custGeom>
          <a:gradFill>
            <a:gsLst>
              <a:gs pos="21000">
                <a:schemeClr val="accent5"/>
              </a:gs>
              <a:gs pos="89000">
                <a:schemeClr val="accent3"/>
              </a:gs>
            </a:gsLst>
            <a:lin ang="18900000" scaled="1"/>
          </a:gradFill>
          <a:ln w="0" cap="flat">
            <a:noFill/>
            <a:prstDash val="solid"/>
            <a:miter/>
          </a:ln>
        </p:spPr>
        <p:txBody>
          <a:bodyPr rtlCol="0" anchor="ctr"/>
          <a:lstStyle/>
          <a:p>
            <a:endParaRPr lang="en-US"/>
          </a:p>
        </p:txBody>
      </p:sp>
    </p:spTree>
    <p:extLst>
      <p:ext uri="{BB962C8B-B14F-4D97-AF65-F5344CB8AC3E}">
        <p14:creationId xmlns:p14="http://schemas.microsoft.com/office/powerpoint/2010/main" val="42906031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06.xml><?xml version="1.0" encoding="utf-8"?>
<p:sldLayout xmlns:a="http://schemas.openxmlformats.org/drawingml/2006/main" xmlns:r="http://schemas.openxmlformats.org/officeDocument/2006/relationships" xmlns:p="http://schemas.openxmlformats.org/presentationml/2006/main" showMasterSp="0" preserve="1">
  <p:cSld name="Section Header – Photo 5">
    <p:bg>
      <p:bgPr>
        <a:gradFill>
          <a:gsLst>
            <a:gs pos="0">
              <a:srgbClr val="074D73"/>
            </a:gs>
            <a:gs pos="76000">
              <a:srgbClr val="1A1F38"/>
            </a:gs>
            <a:gs pos="20000">
              <a:srgbClr val="113454"/>
            </a:gs>
            <a:gs pos="51000">
              <a:srgbClr val="1A203A"/>
            </a:gs>
            <a:gs pos="95000">
              <a:srgbClr val="1B1D36"/>
            </a:gs>
          </a:gsLst>
          <a:lin ang="19200000" scaled="0"/>
        </a:gradFill>
        <a:effectLst/>
      </p:bgPr>
    </p:bg>
    <p:spTree>
      <p:nvGrpSpPr>
        <p:cNvPr id="1" name=""/>
        <p:cNvGrpSpPr/>
        <p:nvPr/>
      </p:nvGrpSpPr>
      <p:grpSpPr>
        <a:xfrm>
          <a:off x="0" y="0"/>
          <a:ext cx="0" cy="0"/>
          <a:chOff x="0" y="0"/>
          <a:chExt cx="0" cy="0"/>
        </a:xfrm>
      </p:grpSpPr>
      <p:pic>
        <p:nvPicPr>
          <p:cNvPr id="3" name="Picture 2" descr="A blue sky with white clouds&#10;&#10;Description automatically generated">
            <a:extLst>
              <a:ext uri="{FF2B5EF4-FFF2-40B4-BE49-F238E27FC236}">
                <a16:creationId xmlns:a16="http://schemas.microsoft.com/office/drawing/2014/main" id="{7169D6F6-E30F-A17E-6C94-69ADD6FC87AC}"/>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4679974" y="1239062"/>
            <a:ext cx="7508851" cy="5631638"/>
          </a:xfrm>
          <a:prstGeom prst="rect">
            <a:avLst/>
          </a:prstGeom>
        </p:spPr>
      </p:pic>
      <p:pic>
        <p:nvPicPr>
          <p:cNvPr id="2" name="Picture 1">
            <a:extLst>
              <a:ext uri="{FF2B5EF4-FFF2-40B4-BE49-F238E27FC236}">
                <a16:creationId xmlns:a16="http://schemas.microsoft.com/office/drawing/2014/main" id="{C259BB32-99BA-3BA2-1A2F-33AF15E3AF34}"/>
              </a:ext>
            </a:extLst>
          </p:cNvPr>
          <p:cNvPicPr>
            <a:picLocks noChangeAspect="1"/>
          </p:cNvPicPr>
          <p:nvPr/>
        </p:nvPicPr>
        <p:blipFill>
          <a:blip r:embed="rId3"/>
          <a:stretch>
            <a:fillRect/>
          </a:stretch>
        </p:blipFill>
        <p:spPr>
          <a:xfrm>
            <a:off x="-27711" y="0"/>
            <a:ext cx="12220331" cy="6876719"/>
          </a:xfrm>
          <a:prstGeom prst="rect">
            <a:avLst/>
          </a:prstGeom>
        </p:spPr>
      </p:pic>
      <p:sp>
        <p:nvSpPr>
          <p:cNvPr id="6" name="Freeform: Shape 5">
            <a:extLst>
              <a:ext uri="{FF2B5EF4-FFF2-40B4-BE49-F238E27FC236}">
                <a16:creationId xmlns:a16="http://schemas.microsoft.com/office/drawing/2014/main" id="{F705FF27-7F71-D359-EABA-F1A1B8488C78}"/>
              </a:ext>
            </a:extLst>
          </p:cNvPr>
          <p:cNvSpPr/>
          <p:nvPr/>
        </p:nvSpPr>
        <p:spPr>
          <a:xfrm>
            <a:off x="5788396" y="1252917"/>
            <a:ext cx="6406144" cy="5618939"/>
          </a:xfrm>
          <a:custGeom>
            <a:avLst/>
            <a:gdLst>
              <a:gd name="connsiteX0" fmla="*/ 6312206 w 6406144"/>
              <a:gd name="connsiteY0" fmla="*/ 0 h 5618939"/>
              <a:gd name="connsiteX1" fmla="*/ 6406144 w 6406144"/>
              <a:gd name="connsiteY1" fmla="*/ 0 h 5618939"/>
              <a:gd name="connsiteX2" fmla="*/ 6406144 w 6406144"/>
              <a:gd name="connsiteY2" fmla="*/ 76059 h 5618939"/>
              <a:gd name="connsiteX3" fmla="*/ 6312206 w 6406144"/>
              <a:gd name="connsiteY3" fmla="*/ 76059 h 5618939"/>
              <a:gd name="connsiteX4" fmla="*/ 5192668 w 6406144"/>
              <a:gd name="connsiteY4" fmla="*/ 539757 h 5618939"/>
              <a:gd name="connsiteX5" fmla="*/ 118525 w 6406144"/>
              <a:gd name="connsiteY5" fmla="*/ 5613965 h 5618939"/>
              <a:gd name="connsiteX6" fmla="*/ 113031 w 6406144"/>
              <a:gd name="connsiteY6" fmla="*/ 5618939 h 5618939"/>
              <a:gd name="connsiteX7" fmla="*/ 0 w 6406144"/>
              <a:gd name="connsiteY7" fmla="*/ 5618939 h 5618939"/>
              <a:gd name="connsiteX8" fmla="*/ 64758 w 6406144"/>
              <a:gd name="connsiteY8" fmla="*/ 5560198 h 5618939"/>
              <a:gd name="connsiteX9" fmla="*/ 5138965 w 6406144"/>
              <a:gd name="connsiteY9" fmla="*/ 485927 h 5618939"/>
              <a:gd name="connsiteX10" fmla="*/ 5677265 w 6406144"/>
              <a:gd name="connsiteY10" fmla="*/ 126279 h 5618939"/>
              <a:gd name="connsiteX11" fmla="*/ 6312206 w 6406144"/>
              <a:gd name="connsiteY11" fmla="*/ 0 h 5618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406144" h="5618939">
                <a:moveTo>
                  <a:pt x="6312206" y="0"/>
                </a:moveTo>
                <a:lnTo>
                  <a:pt x="6406144" y="0"/>
                </a:lnTo>
                <a:lnTo>
                  <a:pt x="6406144" y="76059"/>
                </a:lnTo>
                <a:lnTo>
                  <a:pt x="6312206" y="76059"/>
                </a:lnTo>
                <a:cubicBezTo>
                  <a:pt x="5892268" y="76059"/>
                  <a:pt x="5489557" y="242868"/>
                  <a:pt x="5192668" y="539757"/>
                </a:cubicBezTo>
                <a:lnTo>
                  <a:pt x="118525" y="5613965"/>
                </a:lnTo>
                <a:lnTo>
                  <a:pt x="113031" y="5618939"/>
                </a:lnTo>
                <a:lnTo>
                  <a:pt x="0" y="5618939"/>
                </a:lnTo>
                <a:lnTo>
                  <a:pt x="64758" y="5560198"/>
                </a:lnTo>
                <a:lnTo>
                  <a:pt x="5138965" y="485927"/>
                </a:lnTo>
                <a:cubicBezTo>
                  <a:pt x="5293805" y="331086"/>
                  <a:pt x="5474927" y="210064"/>
                  <a:pt x="5677265" y="126279"/>
                </a:cubicBezTo>
                <a:cubicBezTo>
                  <a:pt x="5879602" y="42494"/>
                  <a:pt x="6093212" y="0"/>
                  <a:pt x="6312206" y="0"/>
                </a:cubicBezTo>
                <a:close/>
              </a:path>
            </a:pathLst>
          </a:custGeom>
          <a:gradFill>
            <a:gsLst>
              <a:gs pos="22000">
                <a:schemeClr val="accent3"/>
              </a:gs>
              <a:gs pos="80000">
                <a:schemeClr val="accent1"/>
              </a:gs>
            </a:gsLst>
            <a:lin ang="0" scaled="1"/>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p>
        </p:txBody>
      </p:sp>
      <p:sp>
        <p:nvSpPr>
          <p:cNvPr id="7" name="page number">
            <a:extLst>
              <a:ext uri="{FF2B5EF4-FFF2-40B4-BE49-F238E27FC236}">
                <a16:creationId xmlns:a16="http://schemas.microsoft.com/office/drawing/2014/main" id="{1F27E68D-9E1F-8D43-7D91-195342E7D2C6}"/>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a:p>
        </p:txBody>
      </p:sp>
      <p:sp>
        <p:nvSpPr>
          <p:cNvPr id="8" name="TextBox 7">
            <a:extLst>
              <a:ext uri="{FF2B5EF4-FFF2-40B4-BE49-F238E27FC236}">
                <a16:creationId xmlns:a16="http://schemas.microsoft.com/office/drawing/2014/main" id="{84EC33C8-FD42-CAC0-0F84-5B16725AA099}"/>
              </a:ext>
            </a:extLst>
          </p:cNvPr>
          <p:cNvSpPr txBox="1"/>
          <p:nvPr/>
        </p:nvSpPr>
        <p:spPr>
          <a:xfrm>
            <a:off x="1645084" y="6461498"/>
            <a:ext cx="44884" cy="127471"/>
          </a:xfrm>
          <a:prstGeom prst="rect">
            <a:avLst/>
          </a:prstGeom>
          <a:noFill/>
        </p:spPr>
        <p:txBody>
          <a:bodyPr wrap="none" lIns="0" tIns="0" rIns="0" bIns="0" rtlCol="0">
            <a:spAutoFit/>
          </a:bodyPr>
          <a:lstStyle/>
          <a:p>
            <a:pPr algn="l">
              <a:lnSpc>
                <a:spcPct val="130000"/>
              </a:lnSpc>
            </a:pPr>
            <a:r>
              <a:rPr lang="en-US" sz="700" spc="0" baseline="0" dirty="0">
                <a:ln/>
                <a:solidFill>
                  <a:schemeClr val="tx1"/>
                </a:solidFill>
                <a:latin typeface="Arial" panose="020B0604020202020204" pitchFamily="34" charset="0"/>
                <a:sym typeface="Arial" panose="020B0604020202020204" pitchFamily="34" charset="0"/>
                <a:rtl val="0"/>
              </a:rPr>
              <a:t>  </a:t>
            </a:r>
          </a:p>
        </p:txBody>
      </p:sp>
      <p:grpSp>
        <p:nvGrpSpPr>
          <p:cNvPr id="10" name="Graphic 8">
            <a:extLst>
              <a:ext uri="{FF2B5EF4-FFF2-40B4-BE49-F238E27FC236}">
                <a16:creationId xmlns:a16="http://schemas.microsoft.com/office/drawing/2014/main" id="{24F4BBFA-E401-71DB-322A-C0F7B1456DD1}"/>
              </a:ext>
            </a:extLst>
          </p:cNvPr>
          <p:cNvGrpSpPr/>
          <p:nvPr/>
        </p:nvGrpSpPr>
        <p:grpSpPr>
          <a:xfrm>
            <a:off x="265625" y="6323271"/>
            <a:ext cx="1249223" cy="369648"/>
            <a:chOff x="265625" y="6323271"/>
            <a:chExt cx="1249223" cy="369648"/>
          </a:xfrm>
          <a:solidFill>
            <a:schemeClr val="tx1"/>
          </a:solidFill>
        </p:grpSpPr>
        <p:grpSp>
          <p:nvGrpSpPr>
            <p:cNvPr id="11" name="Graphic 8">
              <a:extLst>
                <a:ext uri="{FF2B5EF4-FFF2-40B4-BE49-F238E27FC236}">
                  <a16:creationId xmlns:a16="http://schemas.microsoft.com/office/drawing/2014/main" id="{1152CECE-7D00-FB57-8AED-A980E0AA706C}"/>
                </a:ext>
              </a:extLst>
            </p:cNvPr>
            <p:cNvGrpSpPr/>
            <p:nvPr/>
          </p:nvGrpSpPr>
          <p:grpSpPr>
            <a:xfrm>
              <a:off x="745455" y="6594444"/>
              <a:ext cx="722662" cy="98475"/>
              <a:chOff x="745455" y="6594444"/>
              <a:chExt cx="722662" cy="98475"/>
            </a:xfrm>
            <a:grpFill/>
          </p:grpSpPr>
          <p:sp>
            <p:nvSpPr>
              <p:cNvPr id="31" name="Freeform 49">
                <a:extLst>
                  <a:ext uri="{FF2B5EF4-FFF2-40B4-BE49-F238E27FC236}">
                    <a16:creationId xmlns:a16="http://schemas.microsoft.com/office/drawing/2014/main" id="{79C20AE1-12CE-3C84-4231-7F713A84F363}"/>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grpFill/>
              <a:ln w="6345" cap="flat">
                <a:noFill/>
                <a:prstDash val="solid"/>
                <a:miter/>
              </a:ln>
            </p:spPr>
            <p:txBody>
              <a:bodyPr rtlCol="0" anchor="ctr"/>
              <a:lstStyle/>
              <a:p>
                <a:endParaRPr lang="en-US">
                  <a:solidFill>
                    <a:schemeClr val="bg1"/>
                  </a:solidFill>
                </a:endParaRPr>
              </a:p>
            </p:txBody>
          </p:sp>
          <p:sp>
            <p:nvSpPr>
              <p:cNvPr id="32" name="Freeform 50">
                <a:extLst>
                  <a:ext uri="{FF2B5EF4-FFF2-40B4-BE49-F238E27FC236}">
                    <a16:creationId xmlns:a16="http://schemas.microsoft.com/office/drawing/2014/main" id="{F5399904-C3CC-6381-9A25-73DC23134DBA}"/>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grpFill/>
              <a:ln w="6345" cap="flat">
                <a:noFill/>
                <a:prstDash val="solid"/>
                <a:miter/>
              </a:ln>
            </p:spPr>
            <p:txBody>
              <a:bodyPr rtlCol="0" anchor="ctr"/>
              <a:lstStyle/>
              <a:p>
                <a:endParaRPr lang="en-US">
                  <a:solidFill>
                    <a:schemeClr val="bg1"/>
                  </a:solidFill>
                </a:endParaRPr>
              </a:p>
            </p:txBody>
          </p:sp>
          <p:sp>
            <p:nvSpPr>
              <p:cNvPr id="33" name="Freeform 51">
                <a:extLst>
                  <a:ext uri="{FF2B5EF4-FFF2-40B4-BE49-F238E27FC236}">
                    <a16:creationId xmlns:a16="http://schemas.microsoft.com/office/drawing/2014/main" id="{F6EAAC51-D815-2AF9-147A-07BA9A749C65}"/>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grpFill/>
              <a:ln w="6345" cap="flat">
                <a:noFill/>
                <a:prstDash val="solid"/>
                <a:miter/>
              </a:ln>
            </p:spPr>
            <p:txBody>
              <a:bodyPr rtlCol="0" anchor="ctr"/>
              <a:lstStyle/>
              <a:p>
                <a:endParaRPr lang="en-US">
                  <a:solidFill>
                    <a:schemeClr val="bg1"/>
                  </a:solidFill>
                </a:endParaRPr>
              </a:p>
            </p:txBody>
          </p:sp>
          <p:sp>
            <p:nvSpPr>
              <p:cNvPr id="34" name="Freeform 52">
                <a:extLst>
                  <a:ext uri="{FF2B5EF4-FFF2-40B4-BE49-F238E27FC236}">
                    <a16:creationId xmlns:a16="http://schemas.microsoft.com/office/drawing/2014/main" id="{8B1191D5-1604-2303-9E26-925E5C75E6A9}"/>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grpFill/>
              <a:ln w="6345" cap="flat">
                <a:noFill/>
                <a:prstDash val="solid"/>
                <a:miter/>
              </a:ln>
            </p:spPr>
            <p:txBody>
              <a:bodyPr rtlCol="0" anchor="ctr"/>
              <a:lstStyle/>
              <a:p>
                <a:endParaRPr lang="en-US">
                  <a:solidFill>
                    <a:schemeClr val="bg1"/>
                  </a:solidFill>
                </a:endParaRPr>
              </a:p>
            </p:txBody>
          </p:sp>
          <p:sp>
            <p:nvSpPr>
              <p:cNvPr id="35" name="Freeform 53">
                <a:extLst>
                  <a:ext uri="{FF2B5EF4-FFF2-40B4-BE49-F238E27FC236}">
                    <a16:creationId xmlns:a16="http://schemas.microsoft.com/office/drawing/2014/main" id="{B37FACCB-F53B-68CA-2282-169C34C4F5FF}"/>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36" name="Freeform 54">
                <a:extLst>
                  <a:ext uri="{FF2B5EF4-FFF2-40B4-BE49-F238E27FC236}">
                    <a16:creationId xmlns:a16="http://schemas.microsoft.com/office/drawing/2014/main" id="{31702D51-613B-DB30-99CD-A859266C4818}"/>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grpFill/>
              <a:ln w="6345" cap="flat">
                <a:noFill/>
                <a:prstDash val="solid"/>
                <a:miter/>
              </a:ln>
            </p:spPr>
            <p:txBody>
              <a:bodyPr rtlCol="0" anchor="ctr"/>
              <a:lstStyle/>
              <a:p>
                <a:endParaRPr lang="en-US">
                  <a:solidFill>
                    <a:schemeClr val="bg1"/>
                  </a:solidFill>
                </a:endParaRPr>
              </a:p>
            </p:txBody>
          </p:sp>
          <p:sp>
            <p:nvSpPr>
              <p:cNvPr id="50" name="Freeform 55">
                <a:extLst>
                  <a:ext uri="{FF2B5EF4-FFF2-40B4-BE49-F238E27FC236}">
                    <a16:creationId xmlns:a16="http://schemas.microsoft.com/office/drawing/2014/main" id="{F544E4C7-C463-AE78-0748-5F5110FB5429}"/>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grpFill/>
              <a:ln w="6345" cap="flat">
                <a:noFill/>
                <a:prstDash val="solid"/>
                <a:miter/>
              </a:ln>
            </p:spPr>
            <p:txBody>
              <a:bodyPr rtlCol="0" anchor="ctr"/>
              <a:lstStyle/>
              <a:p>
                <a:endParaRPr lang="en-US">
                  <a:solidFill>
                    <a:schemeClr val="bg1"/>
                  </a:solidFill>
                </a:endParaRPr>
              </a:p>
            </p:txBody>
          </p:sp>
          <p:sp>
            <p:nvSpPr>
              <p:cNvPr id="51" name="Freeform 56">
                <a:extLst>
                  <a:ext uri="{FF2B5EF4-FFF2-40B4-BE49-F238E27FC236}">
                    <a16:creationId xmlns:a16="http://schemas.microsoft.com/office/drawing/2014/main" id="{ED108FCB-216A-4598-63A8-416600940D1F}"/>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2" name="Freeform 57">
                <a:extLst>
                  <a:ext uri="{FF2B5EF4-FFF2-40B4-BE49-F238E27FC236}">
                    <a16:creationId xmlns:a16="http://schemas.microsoft.com/office/drawing/2014/main" id="{CD156F37-DF1C-3C97-515C-0F98B4D997EB}"/>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3" name="Freeform 58">
                <a:extLst>
                  <a:ext uri="{FF2B5EF4-FFF2-40B4-BE49-F238E27FC236}">
                    <a16:creationId xmlns:a16="http://schemas.microsoft.com/office/drawing/2014/main" id="{9D7C8B40-9761-A603-215B-B3D65D7C3B9F}"/>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grpFill/>
              <a:ln w="6345" cap="flat">
                <a:noFill/>
                <a:prstDash val="solid"/>
                <a:miter/>
              </a:ln>
            </p:spPr>
            <p:txBody>
              <a:bodyPr rtlCol="0" anchor="ctr"/>
              <a:lstStyle/>
              <a:p>
                <a:endParaRPr lang="en-US">
                  <a:solidFill>
                    <a:schemeClr val="bg1"/>
                  </a:solidFill>
                </a:endParaRPr>
              </a:p>
            </p:txBody>
          </p:sp>
        </p:grpSp>
        <p:grpSp>
          <p:nvGrpSpPr>
            <p:cNvPr id="12" name="Graphic 8">
              <a:extLst>
                <a:ext uri="{FF2B5EF4-FFF2-40B4-BE49-F238E27FC236}">
                  <a16:creationId xmlns:a16="http://schemas.microsoft.com/office/drawing/2014/main" id="{B245A94E-E9E8-00F4-6425-D0D03AE313D3}"/>
                </a:ext>
              </a:extLst>
            </p:cNvPr>
            <p:cNvGrpSpPr/>
            <p:nvPr/>
          </p:nvGrpSpPr>
          <p:grpSpPr>
            <a:xfrm>
              <a:off x="265625" y="6323271"/>
              <a:ext cx="1249223" cy="190348"/>
              <a:chOff x="265625" y="6323271"/>
              <a:chExt cx="1249223" cy="190348"/>
            </a:xfrm>
            <a:grpFill/>
          </p:grpSpPr>
          <p:sp>
            <p:nvSpPr>
              <p:cNvPr id="13" name="Freeform 60">
                <a:extLst>
                  <a:ext uri="{FF2B5EF4-FFF2-40B4-BE49-F238E27FC236}">
                    <a16:creationId xmlns:a16="http://schemas.microsoft.com/office/drawing/2014/main" id="{208C38E2-D216-085B-DB26-61A15766D53D}"/>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grpFill/>
              <a:ln w="6345" cap="flat">
                <a:noFill/>
                <a:prstDash val="solid"/>
                <a:miter/>
              </a:ln>
            </p:spPr>
            <p:txBody>
              <a:bodyPr rtlCol="0" anchor="ctr"/>
              <a:lstStyle/>
              <a:p>
                <a:endParaRPr lang="en-US">
                  <a:solidFill>
                    <a:schemeClr val="bg1"/>
                  </a:solidFill>
                </a:endParaRPr>
              </a:p>
            </p:txBody>
          </p:sp>
          <p:sp>
            <p:nvSpPr>
              <p:cNvPr id="14" name="Freeform 61">
                <a:extLst>
                  <a:ext uri="{FF2B5EF4-FFF2-40B4-BE49-F238E27FC236}">
                    <a16:creationId xmlns:a16="http://schemas.microsoft.com/office/drawing/2014/main" id="{DA109CD5-2DBD-005B-F641-CF9759FE6BAA}"/>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grpFill/>
              <a:ln w="6345" cap="flat">
                <a:noFill/>
                <a:prstDash val="solid"/>
                <a:miter/>
              </a:ln>
            </p:spPr>
            <p:txBody>
              <a:bodyPr rtlCol="0" anchor="ctr"/>
              <a:lstStyle/>
              <a:p>
                <a:endParaRPr lang="en-US">
                  <a:solidFill>
                    <a:schemeClr val="bg1"/>
                  </a:solidFill>
                </a:endParaRPr>
              </a:p>
            </p:txBody>
          </p:sp>
          <p:sp>
            <p:nvSpPr>
              <p:cNvPr id="25" name="Freeform 62">
                <a:extLst>
                  <a:ext uri="{FF2B5EF4-FFF2-40B4-BE49-F238E27FC236}">
                    <a16:creationId xmlns:a16="http://schemas.microsoft.com/office/drawing/2014/main" id="{874DFA82-922F-DC4A-5476-8F2960412F5C}"/>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grpFill/>
              <a:ln w="6345" cap="flat">
                <a:noFill/>
                <a:prstDash val="solid"/>
                <a:miter/>
              </a:ln>
            </p:spPr>
            <p:txBody>
              <a:bodyPr rtlCol="0" anchor="ctr"/>
              <a:lstStyle/>
              <a:p>
                <a:endParaRPr lang="en-US">
                  <a:solidFill>
                    <a:schemeClr val="bg1"/>
                  </a:solidFill>
                </a:endParaRPr>
              </a:p>
            </p:txBody>
          </p:sp>
          <p:sp>
            <p:nvSpPr>
              <p:cNvPr id="26" name="Freeform 63">
                <a:extLst>
                  <a:ext uri="{FF2B5EF4-FFF2-40B4-BE49-F238E27FC236}">
                    <a16:creationId xmlns:a16="http://schemas.microsoft.com/office/drawing/2014/main" id="{3254E0F9-148B-20DE-65F7-BBE10DFC827D}"/>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grpFill/>
              <a:ln w="6345" cap="flat">
                <a:noFill/>
                <a:prstDash val="solid"/>
                <a:miter/>
              </a:ln>
            </p:spPr>
            <p:txBody>
              <a:bodyPr rtlCol="0" anchor="ctr"/>
              <a:lstStyle/>
              <a:p>
                <a:endParaRPr lang="en-US">
                  <a:solidFill>
                    <a:schemeClr val="bg1"/>
                  </a:solidFill>
                </a:endParaRPr>
              </a:p>
            </p:txBody>
          </p:sp>
          <p:sp>
            <p:nvSpPr>
              <p:cNvPr id="27" name="Freeform 64">
                <a:extLst>
                  <a:ext uri="{FF2B5EF4-FFF2-40B4-BE49-F238E27FC236}">
                    <a16:creationId xmlns:a16="http://schemas.microsoft.com/office/drawing/2014/main" id="{809F8B96-CFBF-721E-5471-5D911E0F4614}"/>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grpFill/>
              <a:ln w="6345" cap="flat">
                <a:noFill/>
                <a:prstDash val="solid"/>
                <a:miter/>
              </a:ln>
            </p:spPr>
            <p:txBody>
              <a:bodyPr rtlCol="0" anchor="ctr"/>
              <a:lstStyle/>
              <a:p>
                <a:endParaRPr lang="en-US">
                  <a:solidFill>
                    <a:schemeClr val="bg1"/>
                  </a:solidFill>
                </a:endParaRPr>
              </a:p>
            </p:txBody>
          </p:sp>
          <p:sp>
            <p:nvSpPr>
              <p:cNvPr id="28" name="Freeform 65">
                <a:extLst>
                  <a:ext uri="{FF2B5EF4-FFF2-40B4-BE49-F238E27FC236}">
                    <a16:creationId xmlns:a16="http://schemas.microsoft.com/office/drawing/2014/main" id="{830D8964-98D6-2883-9A2B-CA4B4A12D0A7}"/>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grpFill/>
              <a:ln w="6345" cap="flat">
                <a:noFill/>
                <a:prstDash val="solid"/>
                <a:miter/>
              </a:ln>
            </p:spPr>
            <p:txBody>
              <a:bodyPr rtlCol="0" anchor="ctr"/>
              <a:lstStyle/>
              <a:p>
                <a:endParaRPr lang="en-US">
                  <a:solidFill>
                    <a:schemeClr val="bg1"/>
                  </a:solidFill>
                </a:endParaRPr>
              </a:p>
            </p:txBody>
          </p:sp>
          <p:sp>
            <p:nvSpPr>
              <p:cNvPr id="29" name="Freeform 66">
                <a:extLst>
                  <a:ext uri="{FF2B5EF4-FFF2-40B4-BE49-F238E27FC236}">
                    <a16:creationId xmlns:a16="http://schemas.microsoft.com/office/drawing/2014/main" id="{7E6F124E-943B-470E-3146-50464B6C9142}"/>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grpFill/>
              <a:ln w="6345" cap="flat">
                <a:noFill/>
                <a:prstDash val="solid"/>
                <a:miter/>
              </a:ln>
            </p:spPr>
            <p:txBody>
              <a:bodyPr rtlCol="0" anchor="ctr"/>
              <a:lstStyle/>
              <a:p>
                <a:endParaRPr lang="en-US">
                  <a:solidFill>
                    <a:schemeClr val="bg1"/>
                  </a:solidFill>
                </a:endParaRPr>
              </a:p>
            </p:txBody>
          </p:sp>
        </p:grpSp>
      </p:grpSp>
      <p:pic>
        <p:nvPicPr>
          <p:cNvPr id="30" name="Picture 29" descr="A blue sky with white clouds&#10;&#10;Description automatically generated">
            <a:extLst>
              <a:ext uri="{FF2B5EF4-FFF2-40B4-BE49-F238E27FC236}">
                <a16:creationId xmlns:a16="http://schemas.microsoft.com/office/drawing/2014/main" id="{7169D6F6-E30F-A17E-6C94-69ADD6FC87A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679974" y="1239062"/>
            <a:ext cx="7508851" cy="5631638"/>
          </a:xfrm>
          <a:prstGeom prst="rect">
            <a:avLst/>
          </a:prstGeom>
        </p:spPr>
      </p:pic>
      <p:pic>
        <p:nvPicPr>
          <p:cNvPr id="37" name="Picture 36">
            <a:extLst>
              <a:ext uri="{FF2B5EF4-FFF2-40B4-BE49-F238E27FC236}">
                <a16:creationId xmlns:a16="http://schemas.microsoft.com/office/drawing/2014/main" id="{C259BB32-99BA-3BA2-1A2F-33AF15E3AF34}"/>
              </a:ext>
            </a:extLst>
          </p:cNvPr>
          <p:cNvPicPr>
            <a:picLocks noChangeAspect="1"/>
          </p:cNvPicPr>
          <p:nvPr userDrawn="1"/>
        </p:nvPicPr>
        <p:blipFill>
          <a:blip r:embed="rId3"/>
          <a:stretch>
            <a:fillRect/>
          </a:stretch>
        </p:blipFill>
        <p:spPr>
          <a:xfrm>
            <a:off x="-27711" y="0"/>
            <a:ext cx="12220331" cy="6876719"/>
          </a:xfrm>
          <a:prstGeom prst="rect">
            <a:avLst/>
          </a:prstGeom>
        </p:spPr>
      </p:pic>
      <p:sp>
        <p:nvSpPr>
          <p:cNvPr id="38" name="Freeform: Shape 5">
            <a:extLst>
              <a:ext uri="{FF2B5EF4-FFF2-40B4-BE49-F238E27FC236}">
                <a16:creationId xmlns:a16="http://schemas.microsoft.com/office/drawing/2014/main" id="{F705FF27-7F71-D359-EABA-F1A1B8488C78}"/>
              </a:ext>
            </a:extLst>
          </p:cNvPr>
          <p:cNvSpPr/>
          <p:nvPr userDrawn="1"/>
        </p:nvSpPr>
        <p:spPr>
          <a:xfrm>
            <a:off x="5788396" y="1252917"/>
            <a:ext cx="6406144" cy="5618939"/>
          </a:xfrm>
          <a:custGeom>
            <a:avLst/>
            <a:gdLst>
              <a:gd name="connsiteX0" fmla="*/ 6312206 w 6406144"/>
              <a:gd name="connsiteY0" fmla="*/ 0 h 5618939"/>
              <a:gd name="connsiteX1" fmla="*/ 6406144 w 6406144"/>
              <a:gd name="connsiteY1" fmla="*/ 0 h 5618939"/>
              <a:gd name="connsiteX2" fmla="*/ 6406144 w 6406144"/>
              <a:gd name="connsiteY2" fmla="*/ 76059 h 5618939"/>
              <a:gd name="connsiteX3" fmla="*/ 6312206 w 6406144"/>
              <a:gd name="connsiteY3" fmla="*/ 76059 h 5618939"/>
              <a:gd name="connsiteX4" fmla="*/ 5192668 w 6406144"/>
              <a:gd name="connsiteY4" fmla="*/ 539757 h 5618939"/>
              <a:gd name="connsiteX5" fmla="*/ 118525 w 6406144"/>
              <a:gd name="connsiteY5" fmla="*/ 5613965 h 5618939"/>
              <a:gd name="connsiteX6" fmla="*/ 113031 w 6406144"/>
              <a:gd name="connsiteY6" fmla="*/ 5618939 h 5618939"/>
              <a:gd name="connsiteX7" fmla="*/ 0 w 6406144"/>
              <a:gd name="connsiteY7" fmla="*/ 5618939 h 5618939"/>
              <a:gd name="connsiteX8" fmla="*/ 64758 w 6406144"/>
              <a:gd name="connsiteY8" fmla="*/ 5560198 h 5618939"/>
              <a:gd name="connsiteX9" fmla="*/ 5138965 w 6406144"/>
              <a:gd name="connsiteY9" fmla="*/ 485927 h 5618939"/>
              <a:gd name="connsiteX10" fmla="*/ 5677265 w 6406144"/>
              <a:gd name="connsiteY10" fmla="*/ 126279 h 5618939"/>
              <a:gd name="connsiteX11" fmla="*/ 6312206 w 6406144"/>
              <a:gd name="connsiteY11" fmla="*/ 0 h 5618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406144" h="5618939">
                <a:moveTo>
                  <a:pt x="6312206" y="0"/>
                </a:moveTo>
                <a:lnTo>
                  <a:pt x="6406144" y="0"/>
                </a:lnTo>
                <a:lnTo>
                  <a:pt x="6406144" y="76059"/>
                </a:lnTo>
                <a:lnTo>
                  <a:pt x="6312206" y="76059"/>
                </a:lnTo>
                <a:cubicBezTo>
                  <a:pt x="5892268" y="76059"/>
                  <a:pt x="5489557" y="242868"/>
                  <a:pt x="5192668" y="539757"/>
                </a:cubicBezTo>
                <a:lnTo>
                  <a:pt x="118525" y="5613965"/>
                </a:lnTo>
                <a:lnTo>
                  <a:pt x="113031" y="5618939"/>
                </a:lnTo>
                <a:lnTo>
                  <a:pt x="0" y="5618939"/>
                </a:lnTo>
                <a:lnTo>
                  <a:pt x="64758" y="5560198"/>
                </a:lnTo>
                <a:lnTo>
                  <a:pt x="5138965" y="485927"/>
                </a:lnTo>
                <a:cubicBezTo>
                  <a:pt x="5293805" y="331086"/>
                  <a:pt x="5474927" y="210064"/>
                  <a:pt x="5677265" y="126279"/>
                </a:cubicBezTo>
                <a:cubicBezTo>
                  <a:pt x="5879602" y="42494"/>
                  <a:pt x="6093212" y="0"/>
                  <a:pt x="6312206" y="0"/>
                </a:cubicBezTo>
                <a:close/>
              </a:path>
            </a:pathLst>
          </a:custGeom>
          <a:gradFill>
            <a:gsLst>
              <a:gs pos="22000">
                <a:schemeClr val="accent3"/>
              </a:gs>
              <a:gs pos="80000">
                <a:schemeClr val="accent1"/>
              </a:gs>
            </a:gsLst>
            <a:lin ang="0" scaled="1"/>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p>
        </p:txBody>
      </p:sp>
      <p:sp>
        <p:nvSpPr>
          <p:cNvPr id="39" name="page number">
            <a:extLst>
              <a:ext uri="{FF2B5EF4-FFF2-40B4-BE49-F238E27FC236}">
                <a16:creationId xmlns:a16="http://schemas.microsoft.com/office/drawing/2014/main" id="{1F27E68D-9E1F-8D43-7D91-195342E7D2C6}"/>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a:p>
        </p:txBody>
      </p:sp>
      <p:grpSp>
        <p:nvGrpSpPr>
          <p:cNvPr id="42" name="Graphic 8">
            <a:extLst>
              <a:ext uri="{FF2B5EF4-FFF2-40B4-BE49-F238E27FC236}">
                <a16:creationId xmlns:a16="http://schemas.microsoft.com/office/drawing/2014/main" id="{24F4BBFA-E401-71DB-322A-C0F7B1456DD1}"/>
              </a:ext>
            </a:extLst>
          </p:cNvPr>
          <p:cNvGrpSpPr/>
          <p:nvPr userDrawn="1"/>
        </p:nvGrpSpPr>
        <p:grpSpPr>
          <a:xfrm>
            <a:off x="265625" y="6323271"/>
            <a:ext cx="1249223" cy="369648"/>
            <a:chOff x="265625" y="6323271"/>
            <a:chExt cx="1249223" cy="369648"/>
          </a:xfrm>
          <a:solidFill>
            <a:schemeClr val="tx1"/>
          </a:solidFill>
        </p:grpSpPr>
        <p:grpSp>
          <p:nvGrpSpPr>
            <p:cNvPr id="43" name="Graphic 8">
              <a:extLst>
                <a:ext uri="{FF2B5EF4-FFF2-40B4-BE49-F238E27FC236}">
                  <a16:creationId xmlns:a16="http://schemas.microsoft.com/office/drawing/2014/main" id="{1152CECE-7D00-FB57-8AED-A980E0AA706C}"/>
                </a:ext>
              </a:extLst>
            </p:cNvPr>
            <p:cNvGrpSpPr/>
            <p:nvPr/>
          </p:nvGrpSpPr>
          <p:grpSpPr>
            <a:xfrm>
              <a:off x="745455" y="6594444"/>
              <a:ext cx="722662" cy="98475"/>
              <a:chOff x="745455" y="6594444"/>
              <a:chExt cx="722662" cy="98475"/>
            </a:xfrm>
            <a:grpFill/>
          </p:grpSpPr>
          <p:sp>
            <p:nvSpPr>
              <p:cNvPr id="56" name="Freeform 49">
                <a:extLst>
                  <a:ext uri="{FF2B5EF4-FFF2-40B4-BE49-F238E27FC236}">
                    <a16:creationId xmlns:a16="http://schemas.microsoft.com/office/drawing/2014/main" id="{79C20AE1-12CE-3C84-4231-7F713A84F363}"/>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grpFill/>
              <a:ln w="6345" cap="flat">
                <a:noFill/>
                <a:prstDash val="solid"/>
                <a:miter/>
              </a:ln>
            </p:spPr>
            <p:txBody>
              <a:bodyPr rtlCol="0" anchor="ctr"/>
              <a:lstStyle/>
              <a:p>
                <a:endParaRPr lang="en-US">
                  <a:solidFill>
                    <a:schemeClr val="bg1"/>
                  </a:solidFill>
                </a:endParaRPr>
              </a:p>
            </p:txBody>
          </p:sp>
          <p:sp>
            <p:nvSpPr>
              <p:cNvPr id="57" name="Freeform 50">
                <a:extLst>
                  <a:ext uri="{FF2B5EF4-FFF2-40B4-BE49-F238E27FC236}">
                    <a16:creationId xmlns:a16="http://schemas.microsoft.com/office/drawing/2014/main" id="{F5399904-C3CC-6381-9A25-73DC23134DBA}"/>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grpFill/>
              <a:ln w="6345" cap="flat">
                <a:noFill/>
                <a:prstDash val="solid"/>
                <a:miter/>
              </a:ln>
            </p:spPr>
            <p:txBody>
              <a:bodyPr rtlCol="0" anchor="ctr"/>
              <a:lstStyle/>
              <a:p>
                <a:endParaRPr lang="en-US">
                  <a:solidFill>
                    <a:schemeClr val="bg1"/>
                  </a:solidFill>
                </a:endParaRPr>
              </a:p>
            </p:txBody>
          </p:sp>
          <p:sp>
            <p:nvSpPr>
              <p:cNvPr id="58" name="Freeform 51">
                <a:extLst>
                  <a:ext uri="{FF2B5EF4-FFF2-40B4-BE49-F238E27FC236}">
                    <a16:creationId xmlns:a16="http://schemas.microsoft.com/office/drawing/2014/main" id="{F6EAAC51-D815-2AF9-147A-07BA9A749C65}"/>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grpFill/>
              <a:ln w="6345" cap="flat">
                <a:noFill/>
                <a:prstDash val="solid"/>
                <a:miter/>
              </a:ln>
            </p:spPr>
            <p:txBody>
              <a:bodyPr rtlCol="0" anchor="ctr"/>
              <a:lstStyle/>
              <a:p>
                <a:endParaRPr lang="en-US">
                  <a:solidFill>
                    <a:schemeClr val="bg1"/>
                  </a:solidFill>
                </a:endParaRPr>
              </a:p>
            </p:txBody>
          </p:sp>
          <p:sp>
            <p:nvSpPr>
              <p:cNvPr id="59" name="Freeform 52">
                <a:extLst>
                  <a:ext uri="{FF2B5EF4-FFF2-40B4-BE49-F238E27FC236}">
                    <a16:creationId xmlns:a16="http://schemas.microsoft.com/office/drawing/2014/main" id="{8B1191D5-1604-2303-9E26-925E5C75E6A9}"/>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grpFill/>
              <a:ln w="6345" cap="flat">
                <a:noFill/>
                <a:prstDash val="solid"/>
                <a:miter/>
              </a:ln>
            </p:spPr>
            <p:txBody>
              <a:bodyPr rtlCol="0" anchor="ctr"/>
              <a:lstStyle/>
              <a:p>
                <a:endParaRPr lang="en-US">
                  <a:solidFill>
                    <a:schemeClr val="bg1"/>
                  </a:solidFill>
                </a:endParaRPr>
              </a:p>
            </p:txBody>
          </p:sp>
          <p:sp>
            <p:nvSpPr>
              <p:cNvPr id="60" name="Freeform 53">
                <a:extLst>
                  <a:ext uri="{FF2B5EF4-FFF2-40B4-BE49-F238E27FC236}">
                    <a16:creationId xmlns:a16="http://schemas.microsoft.com/office/drawing/2014/main" id="{B37FACCB-F53B-68CA-2282-169C34C4F5FF}"/>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61" name="Freeform 54">
                <a:extLst>
                  <a:ext uri="{FF2B5EF4-FFF2-40B4-BE49-F238E27FC236}">
                    <a16:creationId xmlns:a16="http://schemas.microsoft.com/office/drawing/2014/main" id="{31702D51-613B-DB30-99CD-A859266C4818}"/>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grpFill/>
              <a:ln w="6345" cap="flat">
                <a:noFill/>
                <a:prstDash val="solid"/>
                <a:miter/>
              </a:ln>
            </p:spPr>
            <p:txBody>
              <a:bodyPr rtlCol="0" anchor="ctr"/>
              <a:lstStyle/>
              <a:p>
                <a:endParaRPr lang="en-US">
                  <a:solidFill>
                    <a:schemeClr val="bg1"/>
                  </a:solidFill>
                </a:endParaRPr>
              </a:p>
            </p:txBody>
          </p:sp>
          <p:sp>
            <p:nvSpPr>
              <p:cNvPr id="62" name="Freeform 55">
                <a:extLst>
                  <a:ext uri="{FF2B5EF4-FFF2-40B4-BE49-F238E27FC236}">
                    <a16:creationId xmlns:a16="http://schemas.microsoft.com/office/drawing/2014/main" id="{F544E4C7-C463-AE78-0748-5F5110FB5429}"/>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grpFill/>
              <a:ln w="6345" cap="flat">
                <a:noFill/>
                <a:prstDash val="solid"/>
                <a:miter/>
              </a:ln>
            </p:spPr>
            <p:txBody>
              <a:bodyPr rtlCol="0" anchor="ctr"/>
              <a:lstStyle/>
              <a:p>
                <a:endParaRPr lang="en-US">
                  <a:solidFill>
                    <a:schemeClr val="bg1"/>
                  </a:solidFill>
                </a:endParaRPr>
              </a:p>
            </p:txBody>
          </p:sp>
          <p:sp>
            <p:nvSpPr>
              <p:cNvPr id="63" name="Freeform 56">
                <a:extLst>
                  <a:ext uri="{FF2B5EF4-FFF2-40B4-BE49-F238E27FC236}">
                    <a16:creationId xmlns:a16="http://schemas.microsoft.com/office/drawing/2014/main" id="{ED108FCB-216A-4598-63A8-416600940D1F}"/>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grpFill/>
              <a:ln w="6345" cap="flat">
                <a:noFill/>
                <a:prstDash val="solid"/>
                <a:miter/>
              </a:ln>
            </p:spPr>
            <p:txBody>
              <a:bodyPr rtlCol="0" anchor="ctr"/>
              <a:lstStyle/>
              <a:p>
                <a:endParaRPr lang="en-US">
                  <a:solidFill>
                    <a:schemeClr val="bg1"/>
                  </a:solidFill>
                </a:endParaRPr>
              </a:p>
            </p:txBody>
          </p:sp>
          <p:sp>
            <p:nvSpPr>
              <p:cNvPr id="64" name="Freeform 57">
                <a:extLst>
                  <a:ext uri="{FF2B5EF4-FFF2-40B4-BE49-F238E27FC236}">
                    <a16:creationId xmlns:a16="http://schemas.microsoft.com/office/drawing/2014/main" id="{CD156F37-DF1C-3C97-515C-0F98B4D997EB}"/>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65" name="Freeform 58">
                <a:extLst>
                  <a:ext uri="{FF2B5EF4-FFF2-40B4-BE49-F238E27FC236}">
                    <a16:creationId xmlns:a16="http://schemas.microsoft.com/office/drawing/2014/main" id="{9D7C8B40-9761-A603-215B-B3D65D7C3B9F}"/>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grpFill/>
              <a:ln w="6345" cap="flat">
                <a:noFill/>
                <a:prstDash val="solid"/>
                <a:miter/>
              </a:ln>
            </p:spPr>
            <p:txBody>
              <a:bodyPr rtlCol="0" anchor="ctr"/>
              <a:lstStyle/>
              <a:p>
                <a:endParaRPr lang="en-US">
                  <a:solidFill>
                    <a:schemeClr val="bg1"/>
                  </a:solidFill>
                </a:endParaRPr>
              </a:p>
            </p:txBody>
          </p:sp>
        </p:grpSp>
        <p:grpSp>
          <p:nvGrpSpPr>
            <p:cNvPr id="44" name="Graphic 8">
              <a:extLst>
                <a:ext uri="{FF2B5EF4-FFF2-40B4-BE49-F238E27FC236}">
                  <a16:creationId xmlns:a16="http://schemas.microsoft.com/office/drawing/2014/main" id="{B245A94E-E9E8-00F4-6425-D0D03AE313D3}"/>
                </a:ext>
              </a:extLst>
            </p:cNvPr>
            <p:cNvGrpSpPr/>
            <p:nvPr/>
          </p:nvGrpSpPr>
          <p:grpSpPr>
            <a:xfrm>
              <a:off x="265625" y="6323271"/>
              <a:ext cx="1249223" cy="190348"/>
              <a:chOff x="265625" y="6323271"/>
              <a:chExt cx="1249223" cy="190348"/>
            </a:xfrm>
            <a:grpFill/>
          </p:grpSpPr>
          <p:sp>
            <p:nvSpPr>
              <p:cNvPr id="45" name="Freeform 60">
                <a:extLst>
                  <a:ext uri="{FF2B5EF4-FFF2-40B4-BE49-F238E27FC236}">
                    <a16:creationId xmlns:a16="http://schemas.microsoft.com/office/drawing/2014/main" id="{208C38E2-D216-085B-DB26-61A15766D53D}"/>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grpFill/>
              <a:ln w="6345" cap="flat">
                <a:noFill/>
                <a:prstDash val="solid"/>
                <a:miter/>
              </a:ln>
            </p:spPr>
            <p:txBody>
              <a:bodyPr rtlCol="0" anchor="ctr"/>
              <a:lstStyle/>
              <a:p>
                <a:endParaRPr lang="en-US">
                  <a:solidFill>
                    <a:schemeClr val="bg1"/>
                  </a:solidFill>
                </a:endParaRPr>
              </a:p>
            </p:txBody>
          </p:sp>
          <p:sp>
            <p:nvSpPr>
              <p:cNvPr id="46" name="Freeform 61">
                <a:extLst>
                  <a:ext uri="{FF2B5EF4-FFF2-40B4-BE49-F238E27FC236}">
                    <a16:creationId xmlns:a16="http://schemas.microsoft.com/office/drawing/2014/main" id="{DA109CD5-2DBD-005B-F641-CF9759FE6BAA}"/>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grpFill/>
              <a:ln w="6345" cap="flat">
                <a:noFill/>
                <a:prstDash val="solid"/>
                <a:miter/>
              </a:ln>
            </p:spPr>
            <p:txBody>
              <a:bodyPr rtlCol="0" anchor="ctr"/>
              <a:lstStyle/>
              <a:p>
                <a:endParaRPr lang="en-US">
                  <a:solidFill>
                    <a:schemeClr val="bg1"/>
                  </a:solidFill>
                </a:endParaRPr>
              </a:p>
            </p:txBody>
          </p:sp>
          <p:sp>
            <p:nvSpPr>
              <p:cNvPr id="47" name="Freeform 62">
                <a:extLst>
                  <a:ext uri="{FF2B5EF4-FFF2-40B4-BE49-F238E27FC236}">
                    <a16:creationId xmlns:a16="http://schemas.microsoft.com/office/drawing/2014/main" id="{874DFA82-922F-DC4A-5476-8F2960412F5C}"/>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grpFill/>
              <a:ln w="6345" cap="flat">
                <a:noFill/>
                <a:prstDash val="solid"/>
                <a:miter/>
              </a:ln>
            </p:spPr>
            <p:txBody>
              <a:bodyPr rtlCol="0" anchor="ctr"/>
              <a:lstStyle/>
              <a:p>
                <a:endParaRPr lang="en-US">
                  <a:solidFill>
                    <a:schemeClr val="bg1"/>
                  </a:solidFill>
                </a:endParaRPr>
              </a:p>
            </p:txBody>
          </p:sp>
          <p:sp>
            <p:nvSpPr>
              <p:cNvPr id="48" name="Freeform 63">
                <a:extLst>
                  <a:ext uri="{FF2B5EF4-FFF2-40B4-BE49-F238E27FC236}">
                    <a16:creationId xmlns:a16="http://schemas.microsoft.com/office/drawing/2014/main" id="{3254E0F9-148B-20DE-65F7-BBE10DFC827D}"/>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grpFill/>
              <a:ln w="6345" cap="flat">
                <a:noFill/>
                <a:prstDash val="solid"/>
                <a:miter/>
              </a:ln>
            </p:spPr>
            <p:txBody>
              <a:bodyPr rtlCol="0" anchor="ctr"/>
              <a:lstStyle/>
              <a:p>
                <a:endParaRPr lang="en-US">
                  <a:solidFill>
                    <a:schemeClr val="bg1"/>
                  </a:solidFill>
                </a:endParaRPr>
              </a:p>
            </p:txBody>
          </p:sp>
          <p:sp>
            <p:nvSpPr>
              <p:cNvPr id="49" name="Freeform 64">
                <a:extLst>
                  <a:ext uri="{FF2B5EF4-FFF2-40B4-BE49-F238E27FC236}">
                    <a16:creationId xmlns:a16="http://schemas.microsoft.com/office/drawing/2014/main" id="{809F8B96-CFBF-721E-5471-5D911E0F4614}"/>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grpFill/>
              <a:ln w="6345" cap="flat">
                <a:noFill/>
                <a:prstDash val="solid"/>
                <a:miter/>
              </a:ln>
            </p:spPr>
            <p:txBody>
              <a:bodyPr rtlCol="0" anchor="ctr"/>
              <a:lstStyle/>
              <a:p>
                <a:endParaRPr lang="en-US">
                  <a:solidFill>
                    <a:schemeClr val="bg1"/>
                  </a:solidFill>
                </a:endParaRPr>
              </a:p>
            </p:txBody>
          </p:sp>
          <p:sp>
            <p:nvSpPr>
              <p:cNvPr id="54" name="Freeform 65">
                <a:extLst>
                  <a:ext uri="{FF2B5EF4-FFF2-40B4-BE49-F238E27FC236}">
                    <a16:creationId xmlns:a16="http://schemas.microsoft.com/office/drawing/2014/main" id="{830D8964-98D6-2883-9A2B-CA4B4A12D0A7}"/>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grpFill/>
              <a:ln w="6345" cap="flat">
                <a:noFill/>
                <a:prstDash val="solid"/>
                <a:miter/>
              </a:ln>
            </p:spPr>
            <p:txBody>
              <a:bodyPr rtlCol="0" anchor="ctr"/>
              <a:lstStyle/>
              <a:p>
                <a:endParaRPr lang="en-US">
                  <a:solidFill>
                    <a:schemeClr val="bg1"/>
                  </a:solidFill>
                </a:endParaRPr>
              </a:p>
            </p:txBody>
          </p:sp>
          <p:sp>
            <p:nvSpPr>
              <p:cNvPr id="55" name="Freeform 66">
                <a:extLst>
                  <a:ext uri="{FF2B5EF4-FFF2-40B4-BE49-F238E27FC236}">
                    <a16:creationId xmlns:a16="http://schemas.microsoft.com/office/drawing/2014/main" id="{7E6F124E-943B-470E-3146-50464B6C9142}"/>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grpFill/>
              <a:ln w="6345" cap="flat">
                <a:noFill/>
                <a:prstDash val="solid"/>
                <a:miter/>
              </a:ln>
            </p:spPr>
            <p:txBody>
              <a:bodyPr rtlCol="0" anchor="ctr"/>
              <a:lstStyle/>
              <a:p>
                <a:endParaRPr lang="en-US">
                  <a:solidFill>
                    <a:schemeClr val="bg1"/>
                  </a:solidFill>
                </a:endParaRPr>
              </a:p>
            </p:txBody>
          </p:sp>
        </p:grpSp>
      </p:grpSp>
      <p:sp>
        <p:nvSpPr>
          <p:cNvPr id="5" name="TextBox 4">
            <a:extLst>
              <a:ext uri="{FF2B5EF4-FFF2-40B4-BE49-F238E27FC236}">
                <a16:creationId xmlns:a16="http://schemas.microsoft.com/office/drawing/2014/main" id="{CCD1F3D8-738C-E588-944B-48AC43E7FD28}"/>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chemeClr val="tx1"/>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chemeClr val="tx1"/>
              </a:solidFill>
              <a:latin typeface="+mn-lt"/>
              <a:sym typeface="Arial" panose="020B0604020202020204" pitchFamily="34" charset="0"/>
              <a:rtl val="0"/>
            </a:endParaRPr>
          </a:p>
        </p:txBody>
      </p:sp>
      <p:sp>
        <p:nvSpPr>
          <p:cNvPr id="17" name="Title 1">
            <a:extLst>
              <a:ext uri="{FF2B5EF4-FFF2-40B4-BE49-F238E27FC236}">
                <a16:creationId xmlns:a16="http://schemas.microsoft.com/office/drawing/2014/main" id="{2AC6091C-E947-4C0C-85B0-C87C084ACBB4}"/>
              </a:ext>
            </a:extLst>
          </p:cNvPr>
          <p:cNvSpPr>
            <a:spLocks noGrp="1"/>
          </p:cNvSpPr>
          <p:nvPr>
            <p:ph type="title" hasCustomPrompt="1"/>
          </p:nvPr>
        </p:nvSpPr>
        <p:spPr>
          <a:xfrm>
            <a:off x="589108" y="938794"/>
            <a:ext cx="6427626" cy="1229360"/>
          </a:xfrm>
        </p:spPr>
        <p:txBody>
          <a:bodyPr wrap="square" anchor="b"/>
          <a:lstStyle>
            <a:lvl1pPr algn="l">
              <a:defRPr sz="3600" b="0" cap="none" baseline="0">
                <a:solidFill>
                  <a:schemeClr val="tx1"/>
                </a:solidFill>
              </a:defRPr>
            </a:lvl1pPr>
          </a:lstStyle>
          <a:p>
            <a:r>
              <a:rPr lang="en-US" dirty="0"/>
              <a:t>Section Title </a:t>
            </a:r>
            <a:br>
              <a:rPr lang="en-US" dirty="0"/>
            </a:br>
            <a:r>
              <a:rPr lang="en-US" dirty="0"/>
              <a:t>with photo</a:t>
            </a:r>
          </a:p>
        </p:txBody>
      </p:sp>
      <p:sp>
        <p:nvSpPr>
          <p:cNvPr id="18" name="Subtitle">
            <a:extLst>
              <a:ext uri="{FF2B5EF4-FFF2-40B4-BE49-F238E27FC236}">
                <a16:creationId xmlns:a16="http://schemas.microsoft.com/office/drawing/2014/main" id="{A2044BBD-0109-43FF-A52D-8FA2841A4DF6}"/>
              </a:ext>
            </a:extLst>
          </p:cNvPr>
          <p:cNvSpPr>
            <a:spLocks noGrp="1"/>
          </p:cNvSpPr>
          <p:nvPr>
            <p:ph type="subTitle" idx="10" hasCustomPrompt="1"/>
          </p:nvPr>
        </p:nvSpPr>
        <p:spPr>
          <a:xfrm>
            <a:off x="602966" y="2267712"/>
            <a:ext cx="6408402" cy="700882"/>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text</a:t>
            </a:r>
          </a:p>
        </p:txBody>
      </p:sp>
    </p:spTree>
    <p:extLst>
      <p:ext uri="{BB962C8B-B14F-4D97-AF65-F5344CB8AC3E}">
        <p14:creationId xmlns:p14="http://schemas.microsoft.com/office/powerpoint/2010/main" val="12173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4="http://schemas.microsoft.com/office/drawing/2010/main" xmlns:a16="http://schemas.microsoft.com/office/drawing/2014/main" xmlns="">
      <p:transition spd="med">
        <p:fade/>
      </p:transition>
    </mc:Fallback>
  </mc:AlternateContent>
</p:sldLayout>
</file>

<file path=ppt/slideLayouts/slideLayout107.xml><?xml version="1.0" encoding="utf-8"?>
<p:sldLayout xmlns:a="http://schemas.openxmlformats.org/drawingml/2006/main" xmlns:r="http://schemas.openxmlformats.org/officeDocument/2006/relationships" xmlns:p="http://schemas.openxmlformats.org/presentationml/2006/main" showMasterSp="0" preserve="1">
  <p:cSld name="Quote – Leaf">
    <p:spTree>
      <p:nvGrpSpPr>
        <p:cNvPr id="1" name=""/>
        <p:cNvGrpSpPr/>
        <p:nvPr/>
      </p:nvGrpSpPr>
      <p:grpSpPr>
        <a:xfrm>
          <a:off x="0" y="0"/>
          <a:ext cx="0" cy="0"/>
          <a:chOff x="0" y="0"/>
          <a:chExt cx="0" cy="0"/>
        </a:xfrm>
      </p:grpSpPr>
      <p:sp>
        <p:nvSpPr>
          <p:cNvPr id="21" name="Text Placeholder 7">
            <a:extLst>
              <a:ext uri="{FF2B5EF4-FFF2-40B4-BE49-F238E27FC236}">
                <a16:creationId xmlns:a16="http://schemas.microsoft.com/office/drawing/2014/main" id="{608D3F09-D706-3940-8906-CE0F09AC4BB6}"/>
              </a:ext>
            </a:extLst>
          </p:cNvPr>
          <p:cNvSpPr>
            <a:spLocks noGrp="1"/>
          </p:cNvSpPr>
          <p:nvPr>
            <p:ph type="body" sz="quarter" idx="16" hasCustomPrompt="1"/>
          </p:nvPr>
        </p:nvSpPr>
        <p:spPr>
          <a:xfrm>
            <a:off x="438912" y="1600200"/>
            <a:ext cx="5413248" cy="3200400"/>
          </a:xfrm>
        </p:spPr>
        <p:txBody>
          <a:bodyPr anchor="b"/>
          <a:lstStyle>
            <a:lvl1pPr marL="169863" indent="-169863">
              <a:buClrTx/>
              <a:buSzPct val="100000"/>
              <a:buFont typeface="Arial" panose="020B0604020202020204" pitchFamily="34" charset="0"/>
              <a:buChar char="“"/>
              <a:defRPr sz="2800">
                <a:solidFill>
                  <a:schemeClr val="tx1"/>
                </a:solidFill>
              </a:defRPr>
            </a:lvl1pPr>
            <a:lvl2pPr marL="457200" indent="-184150">
              <a:buClrTx/>
              <a:buFont typeface="Arial" panose="020B0604020202020204" pitchFamily="34" charset="0"/>
              <a:buChar char="“"/>
              <a:defRPr>
                <a:solidFill>
                  <a:schemeClr val="bg1"/>
                </a:solidFill>
              </a:defRPr>
            </a:lvl2pPr>
            <a:lvl3pPr marL="744538" indent="-169863">
              <a:buClrTx/>
              <a:buFont typeface="Arial" panose="020B0604020202020204" pitchFamily="34" charset="0"/>
              <a:buChar char="“"/>
              <a:defRPr>
                <a:solidFill>
                  <a:schemeClr val="bg1"/>
                </a:solidFill>
              </a:defRPr>
            </a:lvl3pPr>
            <a:lvl4pPr marL="969963" indent="-166688">
              <a:buClrTx/>
              <a:buFont typeface="Arial" panose="020B0604020202020204" pitchFamily="34" charset="0"/>
              <a:buChar char="“"/>
              <a:defRPr>
                <a:solidFill>
                  <a:schemeClr val="bg1"/>
                </a:solidFill>
              </a:defRPr>
            </a:lvl4pPr>
            <a:lvl5pPr marL="1143000" indent="-138113">
              <a:buClrTx/>
              <a:buFont typeface="Arial" panose="020B0604020202020204" pitchFamily="34" charset="0"/>
              <a:buChar char="“"/>
              <a:defRPr>
                <a:solidFill>
                  <a:schemeClr val="bg1"/>
                </a:solidFill>
              </a:defRPr>
            </a:lvl5pPr>
          </a:lstStyle>
          <a:p>
            <a:pPr lvl="0"/>
            <a:r>
              <a:rPr lang="en-US" dirty="0"/>
              <a:t>Quote text on left, green parallelograms on the right.”</a:t>
            </a:r>
          </a:p>
        </p:txBody>
      </p:sp>
      <p:sp>
        <p:nvSpPr>
          <p:cNvPr id="19" name="Text Placeholder 10">
            <a:extLst>
              <a:ext uri="{FF2B5EF4-FFF2-40B4-BE49-F238E27FC236}">
                <a16:creationId xmlns:a16="http://schemas.microsoft.com/office/drawing/2014/main" id="{C1E51E88-6733-7942-B20E-2C56F8B2ED21}"/>
              </a:ext>
            </a:extLst>
          </p:cNvPr>
          <p:cNvSpPr>
            <a:spLocks noGrp="1"/>
          </p:cNvSpPr>
          <p:nvPr>
            <p:ph type="body" sz="quarter" idx="17" hasCustomPrompt="1"/>
          </p:nvPr>
        </p:nvSpPr>
        <p:spPr>
          <a:xfrm>
            <a:off x="612648" y="5065776"/>
            <a:ext cx="4581144" cy="274320"/>
          </a:xfrm>
        </p:spPr>
        <p:txBody>
          <a:bodyPr/>
          <a:lstStyle>
            <a:lvl1pPr>
              <a:defRPr sz="1800">
                <a:solidFill>
                  <a:schemeClr val="tx1"/>
                </a:solidFill>
              </a:defRPr>
            </a:lvl1pPr>
          </a:lstStyle>
          <a:p>
            <a:pPr lvl="0"/>
            <a:r>
              <a:rPr lang="en-US" dirty="0"/>
              <a:t>Source Name</a:t>
            </a:r>
          </a:p>
        </p:txBody>
      </p:sp>
      <p:sp>
        <p:nvSpPr>
          <p:cNvPr id="11" name="Picture Placeholder 11" descr="logo placeholder: click to insert logo or delete box if not needed">
            <a:extLst>
              <a:ext uri="{FF2B5EF4-FFF2-40B4-BE49-F238E27FC236}">
                <a16:creationId xmlns:a16="http://schemas.microsoft.com/office/drawing/2014/main" id="{90CA8A2D-22C2-3546-ACA3-B76C2A2C9541}"/>
              </a:ext>
            </a:extLst>
          </p:cNvPr>
          <p:cNvSpPr>
            <a:spLocks noGrp="1"/>
          </p:cNvSpPr>
          <p:nvPr>
            <p:ph type="pic" sz="quarter" idx="4294967295" hasCustomPrompt="1"/>
          </p:nvPr>
        </p:nvSpPr>
        <p:spPr>
          <a:xfrm>
            <a:off x="8925484" y="4619335"/>
            <a:ext cx="2740025" cy="1371600"/>
          </a:xfrm>
        </p:spPr>
        <p:txBody>
          <a:bodyPr/>
          <a:lstStyle/>
          <a:p>
            <a:r>
              <a:rPr lang="en-US"/>
              <a:t>Click to insert logo or delete box if not needed</a:t>
            </a:r>
          </a:p>
        </p:txBody>
      </p:sp>
      <p:sp>
        <p:nvSpPr>
          <p:cNvPr id="17" name="page number">
            <a:extLst>
              <a:ext uri="{FF2B5EF4-FFF2-40B4-BE49-F238E27FC236}">
                <a16:creationId xmlns:a16="http://schemas.microsoft.com/office/drawing/2014/main" id="{81F6B6E3-D446-FF48-A968-0E6ED9485DE5}"/>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a:p>
        </p:txBody>
      </p:sp>
      <p:sp>
        <p:nvSpPr>
          <p:cNvPr id="3" name="Freeform: Shape 2">
            <a:extLst>
              <a:ext uri="{FF2B5EF4-FFF2-40B4-BE49-F238E27FC236}">
                <a16:creationId xmlns:a16="http://schemas.microsoft.com/office/drawing/2014/main" id="{A4E09EAF-21A8-2364-FB16-C37C8768B257}"/>
              </a:ext>
            </a:extLst>
          </p:cNvPr>
          <p:cNvSpPr/>
          <p:nvPr/>
        </p:nvSpPr>
        <p:spPr>
          <a:xfrm>
            <a:off x="-8466" y="1838847"/>
            <a:ext cx="12203641" cy="4206431"/>
          </a:xfrm>
          <a:custGeom>
            <a:avLst/>
            <a:gdLst>
              <a:gd name="connsiteX0" fmla="*/ 11193762 w 12203641"/>
              <a:gd name="connsiteY0" fmla="*/ 0 h 4206431"/>
              <a:gd name="connsiteX1" fmla="*/ 12203641 w 12203641"/>
              <a:gd name="connsiteY1" fmla="*/ 0 h 4206431"/>
              <a:gd name="connsiteX2" fmla="*/ 12203641 w 12203641"/>
              <a:gd name="connsiteY2" fmla="*/ 76041 h 4206431"/>
              <a:gd name="connsiteX3" fmla="*/ 11193825 w 12203641"/>
              <a:gd name="connsiteY3" fmla="*/ 76041 h 4206431"/>
              <a:gd name="connsiteX4" fmla="*/ 10074550 w 12203641"/>
              <a:gd name="connsiteY4" fmla="*/ 539630 h 4206431"/>
              <a:gd name="connsiteX5" fmla="*/ 6871401 w 12203641"/>
              <a:gd name="connsiteY5" fmla="*/ 3742842 h 4206431"/>
              <a:gd name="connsiteX6" fmla="*/ 5752127 w 12203641"/>
              <a:gd name="connsiteY6" fmla="*/ 4206431 h 4206431"/>
              <a:gd name="connsiteX7" fmla="*/ 0 w 12203641"/>
              <a:gd name="connsiteY7" fmla="*/ 4206431 h 4206431"/>
              <a:gd name="connsiteX8" fmla="*/ 0 w 12203641"/>
              <a:gd name="connsiteY8" fmla="*/ 4130391 h 4206431"/>
              <a:gd name="connsiteX9" fmla="*/ 5752127 w 12203641"/>
              <a:gd name="connsiteY9" fmla="*/ 4130391 h 4206431"/>
              <a:gd name="connsiteX10" fmla="*/ 6328796 w 12203641"/>
              <a:gd name="connsiteY10" fmla="*/ 4015665 h 4206431"/>
              <a:gd name="connsiteX11" fmla="*/ 6817648 w 12203641"/>
              <a:gd name="connsiteY11" fmla="*/ 3689025 h 4206431"/>
              <a:gd name="connsiteX12" fmla="*/ 10020795 w 12203641"/>
              <a:gd name="connsiteY12" fmla="*/ 485877 h 4206431"/>
              <a:gd name="connsiteX13" fmla="*/ 11193762 w 12203641"/>
              <a:gd name="connsiteY13" fmla="*/ 0 h 4206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203641" h="4206431">
                <a:moveTo>
                  <a:pt x="11193762" y="0"/>
                </a:moveTo>
                <a:lnTo>
                  <a:pt x="12203641" y="0"/>
                </a:lnTo>
                <a:lnTo>
                  <a:pt x="12203641" y="76041"/>
                </a:lnTo>
                <a:lnTo>
                  <a:pt x="11193825" y="76041"/>
                </a:lnTo>
                <a:cubicBezTo>
                  <a:pt x="10773986" y="76041"/>
                  <a:pt x="10371368" y="242812"/>
                  <a:pt x="10074550" y="539630"/>
                </a:cubicBezTo>
                <a:lnTo>
                  <a:pt x="6871401" y="3742842"/>
                </a:lnTo>
                <a:cubicBezTo>
                  <a:pt x="6574520" y="4039660"/>
                  <a:pt x="6171901" y="4206431"/>
                  <a:pt x="5752127" y="4206431"/>
                </a:cubicBezTo>
                <a:lnTo>
                  <a:pt x="0" y="4206431"/>
                </a:lnTo>
                <a:lnTo>
                  <a:pt x="0" y="4130391"/>
                </a:lnTo>
                <a:lnTo>
                  <a:pt x="5752127" y="4130391"/>
                </a:lnTo>
                <a:cubicBezTo>
                  <a:pt x="5950998" y="4130391"/>
                  <a:pt x="6145057" y="4091769"/>
                  <a:pt x="6328796" y="4015665"/>
                </a:cubicBezTo>
                <a:cubicBezTo>
                  <a:pt x="6512534" y="3939560"/>
                  <a:pt x="6677025" y="3829647"/>
                  <a:pt x="6817648" y="3689025"/>
                </a:cubicBezTo>
                <a:lnTo>
                  <a:pt x="10020795" y="485877"/>
                </a:lnTo>
                <a:cubicBezTo>
                  <a:pt x="10334077" y="172532"/>
                  <a:pt x="10750686" y="0"/>
                  <a:pt x="11193762" y="0"/>
                </a:cubicBezTo>
                <a:close/>
              </a:path>
            </a:pathLst>
          </a:custGeom>
          <a:gradFill>
            <a:gsLst>
              <a:gs pos="20000">
                <a:srgbClr val="0095C4"/>
              </a:gs>
              <a:gs pos="90000">
                <a:schemeClr val="accent4"/>
              </a:gs>
            </a:gsLst>
            <a:lin ang="0" scaled="1"/>
          </a:gradFill>
          <a:ln w="0" cap="flat">
            <a:noFill/>
            <a:prstDash val="solid"/>
            <a:miter/>
          </a:ln>
          <a:effectLst>
            <a:outerShdw blurRad="88900" dist="50800" dir="420000" algn="ctr" rotWithShape="0">
              <a:schemeClr val="accent3">
                <a:alpha val="22000"/>
              </a:schemeClr>
            </a:outerShdw>
          </a:effectLst>
        </p:spPr>
        <p:txBody>
          <a:bodyPr rtlCol="0" anchor="ctr"/>
          <a:lstStyle/>
          <a:p>
            <a:endParaRPr lang="en-US"/>
          </a:p>
        </p:txBody>
      </p:sp>
      <p:grpSp>
        <p:nvGrpSpPr>
          <p:cNvPr id="6" name="Graphic 8">
            <a:extLst>
              <a:ext uri="{FF2B5EF4-FFF2-40B4-BE49-F238E27FC236}">
                <a16:creationId xmlns:a16="http://schemas.microsoft.com/office/drawing/2014/main" id="{EF8AAA69-F9C8-285C-6751-D512EF1C4E2A}"/>
              </a:ext>
            </a:extLst>
          </p:cNvPr>
          <p:cNvGrpSpPr/>
          <p:nvPr/>
        </p:nvGrpSpPr>
        <p:grpSpPr>
          <a:xfrm>
            <a:off x="265625" y="6323271"/>
            <a:ext cx="1249223" cy="369648"/>
            <a:chOff x="265625" y="6323271"/>
            <a:chExt cx="1249223" cy="369648"/>
          </a:xfrm>
          <a:solidFill>
            <a:schemeClr val="tx1"/>
          </a:solidFill>
        </p:grpSpPr>
        <p:grpSp>
          <p:nvGrpSpPr>
            <p:cNvPr id="7" name="Graphic 8">
              <a:extLst>
                <a:ext uri="{FF2B5EF4-FFF2-40B4-BE49-F238E27FC236}">
                  <a16:creationId xmlns:a16="http://schemas.microsoft.com/office/drawing/2014/main" id="{B1E86749-AF0E-35B9-4E9D-E2ED707B976B}"/>
                </a:ext>
              </a:extLst>
            </p:cNvPr>
            <p:cNvGrpSpPr/>
            <p:nvPr/>
          </p:nvGrpSpPr>
          <p:grpSpPr>
            <a:xfrm>
              <a:off x="745455" y="6594444"/>
              <a:ext cx="722662" cy="98475"/>
              <a:chOff x="745455" y="6594444"/>
              <a:chExt cx="722662" cy="98475"/>
            </a:xfrm>
            <a:grpFill/>
          </p:grpSpPr>
          <p:sp>
            <p:nvSpPr>
              <p:cNvPr id="22" name="Freeform 49">
                <a:extLst>
                  <a:ext uri="{FF2B5EF4-FFF2-40B4-BE49-F238E27FC236}">
                    <a16:creationId xmlns:a16="http://schemas.microsoft.com/office/drawing/2014/main" id="{5EFC1DAB-0C0C-9890-2845-1C41412A839F}"/>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grpFill/>
              <a:ln w="6345" cap="flat">
                <a:noFill/>
                <a:prstDash val="solid"/>
                <a:miter/>
              </a:ln>
            </p:spPr>
            <p:txBody>
              <a:bodyPr rtlCol="0" anchor="ctr"/>
              <a:lstStyle/>
              <a:p>
                <a:endParaRPr lang="en-US">
                  <a:solidFill>
                    <a:schemeClr val="bg1"/>
                  </a:solidFill>
                </a:endParaRPr>
              </a:p>
            </p:txBody>
          </p:sp>
          <p:sp>
            <p:nvSpPr>
              <p:cNvPr id="25" name="Freeform 50">
                <a:extLst>
                  <a:ext uri="{FF2B5EF4-FFF2-40B4-BE49-F238E27FC236}">
                    <a16:creationId xmlns:a16="http://schemas.microsoft.com/office/drawing/2014/main" id="{D03C5645-52E1-7462-FF94-A7AAA1193C41}"/>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grpFill/>
              <a:ln w="6345" cap="flat">
                <a:noFill/>
                <a:prstDash val="solid"/>
                <a:miter/>
              </a:ln>
            </p:spPr>
            <p:txBody>
              <a:bodyPr rtlCol="0" anchor="ctr"/>
              <a:lstStyle/>
              <a:p>
                <a:endParaRPr lang="en-US">
                  <a:solidFill>
                    <a:schemeClr val="bg1"/>
                  </a:solidFill>
                </a:endParaRPr>
              </a:p>
            </p:txBody>
          </p:sp>
          <p:sp>
            <p:nvSpPr>
              <p:cNvPr id="26" name="Freeform 51">
                <a:extLst>
                  <a:ext uri="{FF2B5EF4-FFF2-40B4-BE49-F238E27FC236}">
                    <a16:creationId xmlns:a16="http://schemas.microsoft.com/office/drawing/2014/main" id="{51D3D6D3-7B6E-917C-E4F2-6A34F132B7F8}"/>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grpFill/>
              <a:ln w="6345" cap="flat">
                <a:noFill/>
                <a:prstDash val="solid"/>
                <a:miter/>
              </a:ln>
            </p:spPr>
            <p:txBody>
              <a:bodyPr rtlCol="0" anchor="ctr"/>
              <a:lstStyle/>
              <a:p>
                <a:endParaRPr lang="en-US">
                  <a:solidFill>
                    <a:schemeClr val="bg1"/>
                  </a:solidFill>
                </a:endParaRPr>
              </a:p>
            </p:txBody>
          </p:sp>
          <p:sp>
            <p:nvSpPr>
              <p:cNvPr id="27" name="Freeform 52">
                <a:extLst>
                  <a:ext uri="{FF2B5EF4-FFF2-40B4-BE49-F238E27FC236}">
                    <a16:creationId xmlns:a16="http://schemas.microsoft.com/office/drawing/2014/main" id="{4F771D9E-BC6B-7074-013D-D6DD8F8D396B}"/>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grpFill/>
              <a:ln w="6345" cap="flat">
                <a:noFill/>
                <a:prstDash val="solid"/>
                <a:miter/>
              </a:ln>
            </p:spPr>
            <p:txBody>
              <a:bodyPr rtlCol="0" anchor="ctr"/>
              <a:lstStyle/>
              <a:p>
                <a:endParaRPr lang="en-US">
                  <a:solidFill>
                    <a:schemeClr val="bg1"/>
                  </a:solidFill>
                </a:endParaRPr>
              </a:p>
            </p:txBody>
          </p:sp>
          <p:sp>
            <p:nvSpPr>
              <p:cNvPr id="28" name="Freeform 53">
                <a:extLst>
                  <a:ext uri="{FF2B5EF4-FFF2-40B4-BE49-F238E27FC236}">
                    <a16:creationId xmlns:a16="http://schemas.microsoft.com/office/drawing/2014/main" id="{F358783A-FE6E-ABAD-24A2-7001EDCB652F}"/>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29" name="Freeform 54">
                <a:extLst>
                  <a:ext uri="{FF2B5EF4-FFF2-40B4-BE49-F238E27FC236}">
                    <a16:creationId xmlns:a16="http://schemas.microsoft.com/office/drawing/2014/main" id="{0D96871D-534B-242E-A8A3-6BF2C4A2A205}"/>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grpFill/>
              <a:ln w="6345" cap="flat">
                <a:noFill/>
                <a:prstDash val="solid"/>
                <a:miter/>
              </a:ln>
            </p:spPr>
            <p:txBody>
              <a:bodyPr rtlCol="0" anchor="ctr"/>
              <a:lstStyle/>
              <a:p>
                <a:endParaRPr lang="en-US">
                  <a:solidFill>
                    <a:schemeClr val="bg1"/>
                  </a:solidFill>
                </a:endParaRPr>
              </a:p>
            </p:txBody>
          </p:sp>
          <p:sp>
            <p:nvSpPr>
              <p:cNvPr id="30" name="Freeform 55">
                <a:extLst>
                  <a:ext uri="{FF2B5EF4-FFF2-40B4-BE49-F238E27FC236}">
                    <a16:creationId xmlns:a16="http://schemas.microsoft.com/office/drawing/2014/main" id="{7EFD97DA-53F5-39D8-4BFE-9718F51B8E31}"/>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grpFill/>
              <a:ln w="6345" cap="flat">
                <a:noFill/>
                <a:prstDash val="solid"/>
                <a:miter/>
              </a:ln>
            </p:spPr>
            <p:txBody>
              <a:bodyPr rtlCol="0" anchor="ctr"/>
              <a:lstStyle/>
              <a:p>
                <a:endParaRPr lang="en-US">
                  <a:solidFill>
                    <a:schemeClr val="bg1"/>
                  </a:solidFill>
                </a:endParaRPr>
              </a:p>
            </p:txBody>
          </p:sp>
          <p:sp>
            <p:nvSpPr>
              <p:cNvPr id="31" name="Freeform 56">
                <a:extLst>
                  <a:ext uri="{FF2B5EF4-FFF2-40B4-BE49-F238E27FC236}">
                    <a16:creationId xmlns:a16="http://schemas.microsoft.com/office/drawing/2014/main" id="{D43F1DA5-7A7C-8D09-B0FD-237EE9657581}"/>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grpFill/>
              <a:ln w="6345" cap="flat">
                <a:noFill/>
                <a:prstDash val="solid"/>
                <a:miter/>
              </a:ln>
            </p:spPr>
            <p:txBody>
              <a:bodyPr rtlCol="0" anchor="ctr"/>
              <a:lstStyle/>
              <a:p>
                <a:endParaRPr lang="en-US">
                  <a:solidFill>
                    <a:schemeClr val="bg1"/>
                  </a:solidFill>
                </a:endParaRPr>
              </a:p>
            </p:txBody>
          </p:sp>
          <p:sp>
            <p:nvSpPr>
              <p:cNvPr id="32" name="Freeform 57">
                <a:extLst>
                  <a:ext uri="{FF2B5EF4-FFF2-40B4-BE49-F238E27FC236}">
                    <a16:creationId xmlns:a16="http://schemas.microsoft.com/office/drawing/2014/main" id="{AF168E8C-27DD-1F28-179C-69AA01DD027E}"/>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1" name="Freeform 58">
                <a:extLst>
                  <a:ext uri="{FF2B5EF4-FFF2-40B4-BE49-F238E27FC236}">
                    <a16:creationId xmlns:a16="http://schemas.microsoft.com/office/drawing/2014/main" id="{7EC46BFF-F84B-8719-B28A-91DF0F6EFFDE}"/>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grpFill/>
              <a:ln w="6345" cap="flat">
                <a:noFill/>
                <a:prstDash val="solid"/>
                <a:miter/>
              </a:ln>
            </p:spPr>
            <p:txBody>
              <a:bodyPr rtlCol="0" anchor="ctr"/>
              <a:lstStyle/>
              <a:p>
                <a:endParaRPr lang="en-US">
                  <a:solidFill>
                    <a:schemeClr val="bg1"/>
                  </a:solidFill>
                </a:endParaRPr>
              </a:p>
            </p:txBody>
          </p:sp>
        </p:grpSp>
        <p:grpSp>
          <p:nvGrpSpPr>
            <p:cNvPr id="8" name="Graphic 8">
              <a:extLst>
                <a:ext uri="{FF2B5EF4-FFF2-40B4-BE49-F238E27FC236}">
                  <a16:creationId xmlns:a16="http://schemas.microsoft.com/office/drawing/2014/main" id="{442CD4E2-6C45-610C-B37B-9EBF4B3115C2}"/>
                </a:ext>
              </a:extLst>
            </p:cNvPr>
            <p:cNvGrpSpPr/>
            <p:nvPr/>
          </p:nvGrpSpPr>
          <p:grpSpPr>
            <a:xfrm>
              <a:off x="265625" y="6323271"/>
              <a:ext cx="1249223" cy="190348"/>
              <a:chOff x="265625" y="6323271"/>
              <a:chExt cx="1249223" cy="190348"/>
            </a:xfrm>
            <a:grpFill/>
          </p:grpSpPr>
          <p:sp>
            <p:nvSpPr>
              <p:cNvPr id="9" name="Freeform 60">
                <a:extLst>
                  <a:ext uri="{FF2B5EF4-FFF2-40B4-BE49-F238E27FC236}">
                    <a16:creationId xmlns:a16="http://schemas.microsoft.com/office/drawing/2014/main" id="{ED525359-6B46-C9E5-6E5B-B3C26E523502}"/>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grpFill/>
              <a:ln w="6345" cap="flat">
                <a:noFill/>
                <a:prstDash val="solid"/>
                <a:miter/>
              </a:ln>
            </p:spPr>
            <p:txBody>
              <a:bodyPr rtlCol="0" anchor="ctr"/>
              <a:lstStyle/>
              <a:p>
                <a:endParaRPr lang="en-US">
                  <a:solidFill>
                    <a:schemeClr val="bg1"/>
                  </a:solidFill>
                </a:endParaRPr>
              </a:p>
            </p:txBody>
          </p:sp>
          <p:sp>
            <p:nvSpPr>
              <p:cNvPr id="10" name="Freeform 61">
                <a:extLst>
                  <a:ext uri="{FF2B5EF4-FFF2-40B4-BE49-F238E27FC236}">
                    <a16:creationId xmlns:a16="http://schemas.microsoft.com/office/drawing/2014/main" id="{7EF8FA77-DD00-B32A-8E5D-B8EC06017139}"/>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grpFill/>
              <a:ln w="6345" cap="flat">
                <a:noFill/>
                <a:prstDash val="solid"/>
                <a:miter/>
              </a:ln>
            </p:spPr>
            <p:txBody>
              <a:bodyPr rtlCol="0" anchor="ctr"/>
              <a:lstStyle/>
              <a:p>
                <a:endParaRPr lang="en-US">
                  <a:solidFill>
                    <a:schemeClr val="bg1"/>
                  </a:solidFill>
                </a:endParaRPr>
              </a:p>
            </p:txBody>
          </p:sp>
          <p:sp>
            <p:nvSpPr>
              <p:cNvPr id="12" name="Freeform 62">
                <a:extLst>
                  <a:ext uri="{FF2B5EF4-FFF2-40B4-BE49-F238E27FC236}">
                    <a16:creationId xmlns:a16="http://schemas.microsoft.com/office/drawing/2014/main" id="{5B6CD07D-9D52-9ADA-8705-8975DC744B47}"/>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grpFill/>
              <a:ln w="6345" cap="flat">
                <a:noFill/>
                <a:prstDash val="solid"/>
                <a:miter/>
              </a:ln>
            </p:spPr>
            <p:txBody>
              <a:bodyPr rtlCol="0" anchor="ctr"/>
              <a:lstStyle/>
              <a:p>
                <a:endParaRPr lang="en-US">
                  <a:solidFill>
                    <a:schemeClr val="bg1"/>
                  </a:solidFill>
                </a:endParaRPr>
              </a:p>
            </p:txBody>
          </p:sp>
          <p:sp>
            <p:nvSpPr>
              <p:cNvPr id="13" name="Freeform 63">
                <a:extLst>
                  <a:ext uri="{FF2B5EF4-FFF2-40B4-BE49-F238E27FC236}">
                    <a16:creationId xmlns:a16="http://schemas.microsoft.com/office/drawing/2014/main" id="{743CD6CC-2436-9E0B-F9AA-5E7F7A570191}"/>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grpFill/>
              <a:ln w="6345" cap="flat">
                <a:noFill/>
                <a:prstDash val="solid"/>
                <a:miter/>
              </a:ln>
            </p:spPr>
            <p:txBody>
              <a:bodyPr rtlCol="0" anchor="ctr"/>
              <a:lstStyle/>
              <a:p>
                <a:endParaRPr lang="en-US">
                  <a:solidFill>
                    <a:schemeClr val="bg1"/>
                  </a:solidFill>
                </a:endParaRPr>
              </a:p>
            </p:txBody>
          </p:sp>
          <p:sp>
            <p:nvSpPr>
              <p:cNvPr id="14" name="Freeform 64">
                <a:extLst>
                  <a:ext uri="{FF2B5EF4-FFF2-40B4-BE49-F238E27FC236}">
                    <a16:creationId xmlns:a16="http://schemas.microsoft.com/office/drawing/2014/main" id="{D002A0F9-D34F-062E-FA0D-55E00502A6A3}"/>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grpFill/>
              <a:ln w="6345" cap="flat">
                <a:noFill/>
                <a:prstDash val="solid"/>
                <a:miter/>
              </a:ln>
            </p:spPr>
            <p:txBody>
              <a:bodyPr rtlCol="0" anchor="ctr"/>
              <a:lstStyle/>
              <a:p>
                <a:endParaRPr lang="en-US">
                  <a:solidFill>
                    <a:schemeClr val="bg1"/>
                  </a:solidFill>
                </a:endParaRPr>
              </a:p>
            </p:txBody>
          </p:sp>
          <p:sp>
            <p:nvSpPr>
              <p:cNvPr id="18" name="Freeform 65">
                <a:extLst>
                  <a:ext uri="{FF2B5EF4-FFF2-40B4-BE49-F238E27FC236}">
                    <a16:creationId xmlns:a16="http://schemas.microsoft.com/office/drawing/2014/main" id="{7F1B60F0-5EE6-28CA-7BCF-8E426EB9FCC1}"/>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grpFill/>
              <a:ln w="6345" cap="flat">
                <a:noFill/>
                <a:prstDash val="solid"/>
                <a:miter/>
              </a:ln>
            </p:spPr>
            <p:txBody>
              <a:bodyPr rtlCol="0" anchor="ctr"/>
              <a:lstStyle/>
              <a:p>
                <a:endParaRPr lang="en-US">
                  <a:solidFill>
                    <a:schemeClr val="bg1"/>
                  </a:solidFill>
                </a:endParaRPr>
              </a:p>
            </p:txBody>
          </p:sp>
          <p:sp>
            <p:nvSpPr>
              <p:cNvPr id="20" name="Freeform 66">
                <a:extLst>
                  <a:ext uri="{FF2B5EF4-FFF2-40B4-BE49-F238E27FC236}">
                    <a16:creationId xmlns:a16="http://schemas.microsoft.com/office/drawing/2014/main" id="{F30FD712-5475-5FC0-34B0-E973EECE9D19}"/>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grpFill/>
              <a:ln w="6345" cap="flat">
                <a:noFill/>
                <a:prstDash val="solid"/>
                <a:miter/>
              </a:ln>
            </p:spPr>
            <p:txBody>
              <a:bodyPr rtlCol="0" anchor="ctr"/>
              <a:lstStyle/>
              <a:p>
                <a:endParaRPr lang="en-US">
                  <a:solidFill>
                    <a:schemeClr val="bg1"/>
                  </a:solidFill>
                </a:endParaRPr>
              </a:p>
            </p:txBody>
          </p:sp>
        </p:grpSp>
      </p:grpSp>
      <p:sp>
        <p:nvSpPr>
          <p:cNvPr id="33" name="page number">
            <a:extLst>
              <a:ext uri="{FF2B5EF4-FFF2-40B4-BE49-F238E27FC236}">
                <a16:creationId xmlns:a16="http://schemas.microsoft.com/office/drawing/2014/main" id="{81F6B6E3-D446-FF48-A968-0E6ED9485DE5}"/>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a:p>
        </p:txBody>
      </p:sp>
      <p:sp>
        <p:nvSpPr>
          <p:cNvPr id="34" name="Freeform: Shape 2">
            <a:extLst>
              <a:ext uri="{FF2B5EF4-FFF2-40B4-BE49-F238E27FC236}">
                <a16:creationId xmlns:a16="http://schemas.microsoft.com/office/drawing/2014/main" id="{A4E09EAF-21A8-2364-FB16-C37C8768B257}"/>
              </a:ext>
            </a:extLst>
          </p:cNvPr>
          <p:cNvSpPr/>
          <p:nvPr userDrawn="1"/>
        </p:nvSpPr>
        <p:spPr>
          <a:xfrm>
            <a:off x="-8466" y="1838847"/>
            <a:ext cx="12203641" cy="4206431"/>
          </a:xfrm>
          <a:custGeom>
            <a:avLst/>
            <a:gdLst>
              <a:gd name="connsiteX0" fmla="*/ 11193762 w 12203641"/>
              <a:gd name="connsiteY0" fmla="*/ 0 h 4206431"/>
              <a:gd name="connsiteX1" fmla="*/ 12203641 w 12203641"/>
              <a:gd name="connsiteY1" fmla="*/ 0 h 4206431"/>
              <a:gd name="connsiteX2" fmla="*/ 12203641 w 12203641"/>
              <a:gd name="connsiteY2" fmla="*/ 76041 h 4206431"/>
              <a:gd name="connsiteX3" fmla="*/ 11193825 w 12203641"/>
              <a:gd name="connsiteY3" fmla="*/ 76041 h 4206431"/>
              <a:gd name="connsiteX4" fmla="*/ 10074550 w 12203641"/>
              <a:gd name="connsiteY4" fmla="*/ 539630 h 4206431"/>
              <a:gd name="connsiteX5" fmla="*/ 6871401 w 12203641"/>
              <a:gd name="connsiteY5" fmla="*/ 3742842 h 4206431"/>
              <a:gd name="connsiteX6" fmla="*/ 5752127 w 12203641"/>
              <a:gd name="connsiteY6" fmla="*/ 4206431 h 4206431"/>
              <a:gd name="connsiteX7" fmla="*/ 0 w 12203641"/>
              <a:gd name="connsiteY7" fmla="*/ 4206431 h 4206431"/>
              <a:gd name="connsiteX8" fmla="*/ 0 w 12203641"/>
              <a:gd name="connsiteY8" fmla="*/ 4130391 h 4206431"/>
              <a:gd name="connsiteX9" fmla="*/ 5752127 w 12203641"/>
              <a:gd name="connsiteY9" fmla="*/ 4130391 h 4206431"/>
              <a:gd name="connsiteX10" fmla="*/ 6328796 w 12203641"/>
              <a:gd name="connsiteY10" fmla="*/ 4015665 h 4206431"/>
              <a:gd name="connsiteX11" fmla="*/ 6817648 w 12203641"/>
              <a:gd name="connsiteY11" fmla="*/ 3689025 h 4206431"/>
              <a:gd name="connsiteX12" fmla="*/ 10020795 w 12203641"/>
              <a:gd name="connsiteY12" fmla="*/ 485877 h 4206431"/>
              <a:gd name="connsiteX13" fmla="*/ 11193762 w 12203641"/>
              <a:gd name="connsiteY13" fmla="*/ 0 h 4206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203641" h="4206431">
                <a:moveTo>
                  <a:pt x="11193762" y="0"/>
                </a:moveTo>
                <a:lnTo>
                  <a:pt x="12203641" y="0"/>
                </a:lnTo>
                <a:lnTo>
                  <a:pt x="12203641" y="76041"/>
                </a:lnTo>
                <a:lnTo>
                  <a:pt x="11193825" y="76041"/>
                </a:lnTo>
                <a:cubicBezTo>
                  <a:pt x="10773986" y="76041"/>
                  <a:pt x="10371368" y="242812"/>
                  <a:pt x="10074550" y="539630"/>
                </a:cubicBezTo>
                <a:lnTo>
                  <a:pt x="6871401" y="3742842"/>
                </a:lnTo>
                <a:cubicBezTo>
                  <a:pt x="6574520" y="4039660"/>
                  <a:pt x="6171901" y="4206431"/>
                  <a:pt x="5752127" y="4206431"/>
                </a:cubicBezTo>
                <a:lnTo>
                  <a:pt x="0" y="4206431"/>
                </a:lnTo>
                <a:lnTo>
                  <a:pt x="0" y="4130391"/>
                </a:lnTo>
                <a:lnTo>
                  <a:pt x="5752127" y="4130391"/>
                </a:lnTo>
                <a:cubicBezTo>
                  <a:pt x="5950998" y="4130391"/>
                  <a:pt x="6145057" y="4091769"/>
                  <a:pt x="6328796" y="4015665"/>
                </a:cubicBezTo>
                <a:cubicBezTo>
                  <a:pt x="6512534" y="3939560"/>
                  <a:pt x="6677025" y="3829647"/>
                  <a:pt x="6817648" y="3689025"/>
                </a:cubicBezTo>
                <a:lnTo>
                  <a:pt x="10020795" y="485877"/>
                </a:lnTo>
                <a:cubicBezTo>
                  <a:pt x="10334077" y="172532"/>
                  <a:pt x="10750686" y="0"/>
                  <a:pt x="11193762" y="0"/>
                </a:cubicBezTo>
                <a:close/>
              </a:path>
            </a:pathLst>
          </a:custGeom>
          <a:gradFill>
            <a:gsLst>
              <a:gs pos="20000">
                <a:srgbClr val="0095C4"/>
              </a:gs>
              <a:gs pos="90000">
                <a:schemeClr val="accent4"/>
              </a:gs>
            </a:gsLst>
            <a:lin ang="0" scaled="1"/>
          </a:gradFill>
          <a:ln w="0" cap="flat">
            <a:noFill/>
            <a:prstDash val="solid"/>
            <a:miter/>
          </a:ln>
          <a:effectLst>
            <a:outerShdw blurRad="88900" dist="50800" dir="420000" algn="ctr" rotWithShape="0">
              <a:schemeClr val="accent3">
                <a:alpha val="22000"/>
              </a:schemeClr>
            </a:outerShdw>
          </a:effectLst>
        </p:spPr>
        <p:txBody>
          <a:bodyPr rtlCol="0" anchor="ctr"/>
          <a:lstStyle/>
          <a:p>
            <a:endParaRPr lang="en-US"/>
          </a:p>
        </p:txBody>
      </p:sp>
      <p:grpSp>
        <p:nvGrpSpPr>
          <p:cNvPr id="37" name="Graphic 8">
            <a:extLst>
              <a:ext uri="{FF2B5EF4-FFF2-40B4-BE49-F238E27FC236}">
                <a16:creationId xmlns:a16="http://schemas.microsoft.com/office/drawing/2014/main" id="{EF8AAA69-F9C8-285C-6751-D512EF1C4E2A}"/>
              </a:ext>
            </a:extLst>
          </p:cNvPr>
          <p:cNvGrpSpPr/>
          <p:nvPr userDrawn="1"/>
        </p:nvGrpSpPr>
        <p:grpSpPr>
          <a:xfrm>
            <a:off x="265625" y="6323271"/>
            <a:ext cx="1249223" cy="369648"/>
            <a:chOff x="265625" y="6323271"/>
            <a:chExt cx="1249223" cy="369648"/>
          </a:xfrm>
          <a:solidFill>
            <a:schemeClr val="tx1"/>
          </a:solidFill>
        </p:grpSpPr>
        <p:grpSp>
          <p:nvGrpSpPr>
            <p:cNvPr id="38" name="Graphic 8">
              <a:extLst>
                <a:ext uri="{FF2B5EF4-FFF2-40B4-BE49-F238E27FC236}">
                  <a16:creationId xmlns:a16="http://schemas.microsoft.com/office/drawing/2014/main" id="{B1E86749-AF0E-35B9-4E9D-E2ED707B976B}"/>
                </a:ext>
              </a:extLst>
            </p:cNvPr>
            <p:cNvGrpSpPr/>
            <p:nvPr/>
          </p:nvGrpSpPr>
          <p:grpSpPr>
            <a:xfrm>
              <a:off x="745455" y="6594444"/>
              <a:ext cx="722662" cy="98475"/>
              <a:chOff x="745455" y="6594444"/>
              <a:chExt cx="722662" cy="98475"/>
            </a:xfrm>
            <a:grpFill/>
          </p:grpSpPr>
          <p:sp>
            <p:nvSpPr>
              <p:cNvPr id="47" name="Freeform 49">
                <a:extLst>
                  <a:ext uri="{FF2B5EF4-FFF2-40B4-BE49-F238E27FC236}">
                    <a16:creationId xmlns:a16="http://schemas.microsoft.com/office/drawing/2014/main" id="{5EFC1DAB-0C0C-9890-2845-1C41412A839F}"/>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grpFill/>
              <a:ln w="6345" cap="flat">
                <a:noFill/>
                <a:prstDash val="solid"/>
                <a:miter/>
              </a:ln>
            </p:spPr>
            <p:txBody>
              <a:bodyPr rtlCol="0" anchor="ctr"/>
              <a:lstStyle/>
              <a:p>
                <a:endParaRPr lang="en-US">
                  <a:solidFill>
                    <a:schemeClr val="bg1"/>
                  </a:solidFill>
                </a:endParaRPr>
              </a:p>
            </p:txBody>
          </p:sp>
          <p:sp>
            <p:nvSpPr>
              <p:cNvPr id="48" name="Freeform 50">
                <a:extLst>
                  <a:ext uri="{FF2B5EF4-FFF2-40B4-BE49-F238E27FC236}">
                    <a16:creationId xmlns:a16="http://schemas.microsoft.com/office/drawing/2014/main" id="{D03C5645-52E1-7462-FF94-A7AAA1193C41}"/>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grpFill/>
              <a:ln w="6345" cap="flat">
                <a:noFill/>
                <a:prstDash val="solid"/>
                <a:miter/>
              </a:ln>
            </p:spPr>
            <p:txBody>
              <a:bodyPr rtlCol="0" anchor="ctr"/>
              <a:lstStyle/>
              <a:p>
                <a:endParaRPr lang="en-US">
                  <a:solidFill>
                    <a:schemeClr val="bg1"/>
                  </a:solidFill>
                </a:endParaRPr>
              </a:p>
            </p:txBody>
          </p:sp>
          <p:sp>
            <p:nvSpPr>
              <p:cNvPr id="49" name="Freeform 51">
                <a:extLst>
                  <a:ext uri="{FF2B5EF4-FFF2-40B4-BE49-F238E27FC236}">
                    <a16:creationId xmlns:a16="http://schemas.microsoft.com/office/drawing/2014/main" id="{51D3D6D3-7B6E-917C-E4F2-6A34F132B7F8}"/>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grpFill/>
              <a:ln w="6345" cap="flat">
                <a:noFill/>
                <a:prstDash val="solid"/>
                <a:miter/>
              </a:ln>
            </p:spPr>
            <p:txBody>
              <a:bodyPr rtlCol="0" anchor="ctr"/>
              <a:lstStyle/>
              <a:p>
                <a:endParaRPr lang="en-US">
                  <a:solidFill>
                    <a:schemeClr val="bg1"/>
                  </a:solidFill>
                </a:endParaRPr>
              </a:p>
            </p:txBody>
          </p:sp>
          <p:sp>
            <p:nvSpPr>
              <p:cNvPr id="50" name="Freeform 52">
                <a:extLst>
                  <a:ext uri="{FF2B5EF4-FFF2-40B4-BE49-F238E27FC236}">
                    <a16:creationId xmlns:a16="http://schemas.microsoft.com/office/drawing/2014/main" id="{4F771D9E-BC6B-7074-013D-D6DD8F8D396B}"/>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grpFill/>
              <a:ln w="6345" cap="flat">
                <a:noFill/>
                <a:prstDash val="solid"/>
                <a:miter/>
              </a:ln>
            </p:spPr>
            <p:txBody>
              <a:bodyPr rtlCol="0" anchor="ctr"/>
              <a:lstStyle/>
              <a:p>
                <a:endParaRPr lang="en-US">
                  <a:solidFill>
                    <a:schemeClr val="bg1"/>
                  </a:solidFill>
                </a:endParaRPr>
              </a:p>
            </p:txBody>
          </p:sp>
          <p:sp>
            <p:nvSpPr>
              <p:cNvPr id="52" name="Freeform 53">
                <a:extLst>
                  <a:ext uri="{FF2B5EF4-FFF2-40B4-BE49-F238E27FC236}">
                    <a16:creationId xmlns:a16="http://schemas.microsoft.com/office/drawing/2014/main" id="{F358783A-FE6E-ABAD-24A2-7001EDCB652F}"/>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3" name="Freeform 54">
                <a:extLst>
                  <a:ext uri="{FF2B5EF4-FFF2-40B4-BE49-F238E27FC236}">
                    <a16:creationId xmlns:a16="http://schemas.microsoft.com/office/drawing/2014/main" id="{0D96871D-534B-242E-A8A3-6BF2C4A2A205}"/>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grpFill/>
              <a:ln w="6345" cap="flat">
                <a:noFill/>
                <a:prstDash val="solid"/>
                <a:miter/>
              </a:ln>
            </p:spPr>
            <p:txBody>
              <a:bodyPr rtlCol="0" anchor="ctr"/>
              <a:lstStyle/>
              <a:p>
                <a:endParaRPr lang="en-US">
                  <a:solidFill>
                    <a:schemeClr val="bg1"/>
                  </a:solidFill>
                </a:endParaRPr>
              </a:p>
            </p:txBody>
          </p:sp>
          <p:sp>
            <p:nvSpPr>
              <p:cNvPr id="54" name="Freeform 55">
                <a:extLst>
                  <a:ext uri="{FF2B5EF4-FFF2-40B4-BE49-F238E27FC236}">
                    <a16:creationId xmlns:a16="http://schemas.microsoft.com/office/drawing/2014/main" id="{7EFD97DA-53F5-39D8-4BFE-9718F51B8E31}"/>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grpFill/>
              <a:ln w="6345" cap="flat">
                <a:noFill/>
                <a:prstDash val="solid"/>
                <a:miter/>
              </a:ln>
            </p:spPr>
            <p:txBody>
              <a:bodyPr rtlCol="0" anchor="ctr"/>
              <a:lstStyle/>
              <a:p>
                <a:endParaRPr lang="en-US">
                  <a:solidFill>
                    <a:schemeClr val="bg1"/>
                  </a:solidFill>
                </a:endParaRPr>
              </a:p>
            </p:txBody>
          </p:sp>
          <p:sp>
            <p:nvSpPr>
              <p:cNvPr id="55" name="Freeform 56">
                <a:extLst>
                  <a:ext uri="{FF2B5EF4-FFF2-40B4-BE49-F238E27FC236}">
                    <a16:creationId xmlns:a16="http://schemas.microsoft.com/office/drawing/2014/main" id="{D43F1DA5-7A7C-8D09-B0FD-237EE9657581}"/>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6" name="Freeform 57">
                <a:extLst>
                  <a:ext uri="{FF2B5EF4-FFF2-40B4-BE49-F238E27FC236}">
                    <a16:creationId xmlns:a16="http://schemas.microsoft.com/office/drawing/2014/main" id="{AF168E8C-27DD-1F28-179C-69AA01DD027E}"/>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7" name="Freeform 58">
                <a:extLst>
                  <a:ext uri="{FF2B5EF4-FFF2-40B4-BE49-F238E27FC236}">
                    <a16:creationId xmlns:a16="http://schemas.microsoft.com/office/drawing/2014/main" id="{7EC46BFF-F84B-8719-B28A-91DF0F6EFFDE}"/>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grpFill/>
              <a:ln w="6345" cap="flat">
                <a:noFill/>
                <a:prstDash val="solid"/>
                <a:miter/>
              </a:ln>
            </p:spPr>
            <p:txBody>
              <a:bodyPr rtlCol="0" anchor="ctr"/>
              <a:lstStyle/>
              <a:p>
                <a:endParaRPr lang="en-US">
                  <a:solidFill>
                    <a:schemeClr val="bg1"/>
                  </a:solidFill>
                </a:endParaRPr>
              </a:p>
            </p:txBody>
          </p:sp>
        </p:grpSp>
        <p:grpSp>
          <p:nvGrpSpPr>
            <p:cNvPr id="39" name="Graphic 8">
              <a:extLst>
                <a:ext uri="{FF2B5EF4-FFF2-40B4-BE49-F238E27FC236}">
                  <a16:creationId xmlns:a16="http://schemas.microsoft.com/office/drawing/2014/main" id="{442CD4E2-6C45-610C-B37B-9EBF4B3115C2}"/>
                </a:ext>
              </a:extLst>
            </p:cNvPr>
            <p:cNvGrpSpPr/>
            <p:nvPr/>
          </p:nvGrpSpPr>
          <p:grpSpPr>
            <a:xfrm>
              <a:off x="265625" y="6323271"/>
              <a:ext cx="1249223" cy="190348"/>
              <a:chOff x="265625" y="6323271"/>
              <a:chExt cx="1249223" cy="190348"/>
            </a:xfrm>
            <a:grpFill/>
          </p:grpSpPr>
          <p:sp>
            <p:nvSpPr>
              <p:cNvPr id="40" name="Freeform 60">
                <a:extLst>
                  <a:ext uri="{FF2B5EF4-FFF2-40B4-BE49-F238E27FC236}">
                    <a16:creationId xmlns:a16="http://schemas.microsoft.com/office/drawing/2014/main" id="{ED525359-6B46-C9E5-6E5B-B3C26E523502}"/>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grpFill/>
              <a:ln w="6345" cap="flat">
                <a:noFill/>
                <a:prstDash val="solid"/>
                <a:miter/>
              </a:ln>
            </p:spPr>
            <p:txBody>
              <a:bodyPr rtlCol="0" anchor="ctr"/>
              <a:lstStyle/>
              <a:p>
                <a:endParaRPr lang="en-US">
                  <a:solidFill>
                    <a:schemeClr val="bg1"/>
                  </a:solidFill>
                </a:endParaRPr>
              </a:p>
            </p:txBody>
          </p:sp>
          <p:sp>
            <p:nvSpPr>
              <p:cNvPr id="41" name="Freeform 61">
                <a:extLst>
                  <a:ext uri="{FF2B5EF4-FFF2-40B4-BE49-F238E27FC236}">
                    <a16:creationId xmlns:a16="http://schemas.microsoft.com/office/drawing/2014/main" id="{7EF8FA77-DD00-B32A-8E5D-B8EC06017139}"/>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grpFill/>
              <a:ln w="6345" cap="flat">
                <a:noFill/>
                <a:prstDash val="solid"/>
                <a:miter/>
              </a:ln>
            </p:spPr>
            <p:txBody>
              <a:bodyPr rtlCol="0" anchor="ctr"/>
              <a:lstStyle/>
              <a:p>
                <a:endParaRPr lang="en-US">
                  <a:solidFill>
                    <a:schemeClr val="bg1"/>
                  </a:solidFill>
                </a:endParaRPr>
              </a:p>
            </p:txBody>
          </p:sp>
          <p:sp>
            <p:nvSpPr>
              <p:cNvPr id="42" name="Freeform 62">
                <a:extLst>
                  <a:ext uri="{FF2B5EF4-FFF2-40B4-BE49-F238E27FC236}">
                    <a16:creationId xmlns:a16="http://schemas.microsoft.com/office/drawing/2014/main" id="{5B6CD07D-9D52-9ADA-8705-8975DC744B47}"/>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grpFill/>
              <a:ln w="6345" cap="flat">
                <a:noFill/>
                <a:prstDash val="solid"/>
                <a:miter/>
              </a:ln>
            </p:spPr>
            <p:txBody>
              <a:bodyPr rtlCol="0" anchor="ctr"/>
              <a:lstStyle/>
              <a:p>
                <a:endParaRPr lang="en-US">
                  <a:solidFill>
                    <a:schemeClr val="bg1"/>
                  </a:solidFill>
                </a:endParaRPr>
              </a:p>
            </p:txBody>
          </p:sp>
          <p:sp>
            <p:nvSpPr>
              <p:cNvPr id="43" name="Freeform 63">
                <a:extLst>
                  <a:ext uri="{FF2B5EF4-FFF2-40B4-BE49-F238E27FC236}">
                    <a16:creationId xmlns:a16="http://schemas.microsoft.com/office/drawing/2014/main" id="{743CD6CC-2436-9E0B-F9AA-5E7F7A570191}"/>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grpFill/>
              <a:ln w="6345" cap="flat">
                <a:noFill/>
                <a:prstDash val="solid"/>
                <a:miter/>
              </a:ln>
            </p:spPr>
            <p:txBody>
              <a:bodyPr rtlCol="0" anchor="ctr"/>
              <a:lstStyle/>
              <a:p>
                <a:endParaRPr lang="en-US">
                  <a:solidFill>
                    <a:schemeClr val="bg1"/>
                  </a:solidFill>
                </a:endParaRPr>
              </a:p>
            </p:txBody>
          </p:sp>
          <p:sp>
            <p:nvSpPr>
              <p:cNvPr id="44" name="Freeform 64">
                <a:extLst>
                  <a:ext uri="{FF2B5EF4-FFF2-40B4-BE49-F238E27FC236}">
                    <a16:creationId xmlns:a16="http://schemas.microsoft.com/office/drawing/2014/main" id="{D002A0F9-D34F-062E-FA0D-55E00502A6A3}"/>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grpFill/>
              <a:ln w="6345" cap="flat">
                <a:noFill/>
                <a:prstDash val="solid"/>
                <a:miter/>
              </a:ln>
            </p:spPr>
            <p:txBody>
              <a:bodyPr rtlCol="0" anchor="ctr"/>
              <a:lstStyle/>
              <a:p>
                <a:endParaRPr lang="en-US">
                  <a:solidFill>
                    <a:schemeClr val="bg1"/>
                  </a:solidFill>
                </a:endParaRPr>
              </a:p>
            </p:txBody>
          </p:sp>
          <p:sp>
            <p:nvSpPr>
              <p:cNvPr id="45" name="Freeform 65">
                <a:extLst>
                  <a:ext uri="{FF2B5EF4-FFF2-40B4-BE49-F238E27FC236}">
                    <a16:creationId xmlns:a16="http://schemas.microsoft.com/office/drawing/2014/main" id="{7F1B60F0-5EE6-28CA-7BCF-8E426EB9FCC1}"/>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grpFill/>
              <a:ln w="6345" cap="flat">
                <a:noFill/>
                <a:prstDash val="solid"/>
                <a:miter/>
              </a:ln>
            </p:spPr>
            <p:txBody>
              <a:bodyPr rtlCol="0" anchor="ctr"/>
              <a:lstStyle/>
              <a:p>
                <a:endParaRPr lang="en-US">
                  <a:solidFill>
                    <a:schemeClr val="bg1"/>
                  </a:solidFill>
                </a:endParaRPr>
              </a:p>
            </p:txBody>
          </p:sp>
          <p:sp>
            <p:nvSpPr>
              <p:cNvPr id="46" name="Freeform 66">
                <a:extLst>
                  <a:ext uri="{FF2B5EF4-FFF2-40B4-BE49-F238E27FC236}">
                    <a16:creationId xmlns:a16="http://schemas.microsoft.com/office/drawing/2014/main" id="{F30FD712-5475-5FC0-34B0-E973EECE9D19}"/>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grpFill/>
              <a:ln w="6345" cap="flat">
                <a:noFill/>
                <a:prstDash val="solid"/>
                <a:miter/>
              </a:ln>
            </p:spPr>
            <p:txBody>
              <a:bodyPr rtlCol="0" anchor="ctr"/>
              <a:lstStyle/>
              <a:p>
                <a:endParaRPr lang="en-US">
                  <a:solidFill>
                    <a:schemeClr val="bg1"/>
                  </a:solidFill>
                </a:endParaRPr>
              </a:p>
            </p:txBody>
          </p:sp>
        </p:grpSp>
      </p:grpSp>
      <p:sp>
        <p:nvSpPr>
          <p:cNvPr id="2" name="TextBox 1">
            <a:extLst>
              <a:ext uri="{FF2B5EF4-FFF2-40B4-BE49-F238E27FC236}">
                <a16:creationId xmlns:a16="http://schemas.microsoft.com/office/drawing/2014/main" id="{C4CA9F3B-4EFA-7D5B-E6CE-D0918D7D181F}"/>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chemeClr val="tx1"/>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chemeClr val="tx1"/>
              </a:solidFill>
              <a:latin typeface="+mn-lt"/>
              <a:sym typeface="Arial" panose="020B0604020202020204" pitchFamily="34" charset="0"/>
              <a:rtl val="0"/>
            </a:endParaRPr>
          </a:p>
        </p:txBody>
      </p:sp>
    </p:spTree>
    <p:extLst>
      <p:ext uri="{BB962C8B-B14F-4D97-AF65-F5344CB8AC3E}">
        <p14:creationId xmlns:p14="http://schemas.microsoft.com/office/powerpoint/2010/main" val="17947039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08.xml><?xml version="1.0" encoding="utf-8"?>
<p:sldLayout xmlns:a="http://schemas.openxmlformats.org/drawingml/2006/main" xmlns:r="http://schemas.openxmlformats.org/officeDocument/2006/relationships" xmlns:p="http://schemas.openxmlformats.org/presentationml/2006/main" showMasterSp="0" preserve="1">
  <p:cSld name="Quote – Aqua">
    <p:spTree>
      <p:nvGrpSpPr>
        <p:cNvPr id="1" name=""/>
        <p:cNvGrpSpPr/>
        <p:nvPr/>
      </p:nvGrpSpPr>
      <p:grpSpPr>
        <a:xfrm>
          <a:off x="0" y="0"/>
          <a:ext cx="0" cy="0"/>
          <a:chOff x="0" y="0"/>
          <a:chExt cx="0" cy="0"/>
        </a:xfrm>
      </p:grpSpPr>
      <p:sp>
        <p:nvSpPr>
          <p:cNvPr id="21" name="Text Placeholder 7">
            <a:extLst>
              <a:ext uri="{FF2B5EF4-FFF2-40B4-BE49-F238E27FC236}">
                <a16:creationId xmlns:a16="http://schemas.microsoft.com/office/drawing/2014/main" id="{608D3F09-D706-3940-8906-CE0F09AC4BB6}"/>
              </a:ext>
            </a:extLst>
          </p:cNvPr>
          <p:cNvSpPr>
            <a:spLocks noGrp="1"/>
          </p:cNvSpPr>
          <p:nvPr>
            <p:ph type="body" sz="quarter" idx="16" hasCustomPrompt="1"/>
          </p:nvPr>
        </p:nvSpPr>
        <p:spPr>
          <a:xfrm>
            <a:off x="438912" y="1600200"/>
            <a:ext cx="5413248" cy="3200400"/>
          </a:xfrm>
        </p:spPr>
        <p:txBody>
          <a:bodyPr anchor="b"/>
          <a:lstStyle>
            <a:lvl1pPr marL="169863" indent="-169863">
              <a:buClrTx/>
              <a:buSzPct val="100000"/>
              <a:buFont typeface="Arial" panose="020B0604020202020204" pitchFamily="34" charset="0"/>
              <a:buChar char="“"/>
              <a:defRPr sz="2800">
                <a:solidFill>
                  <a:schemeClr val="tx1"/>
                </a:solidFill>
              </a:defRPr>
            </a:lvl1pPr>
            <a:lvl2pPr marL="457200" indent="-184150">
              <a:buClrTx/>
              <a:buFont typeface="Arial" panose="020B0604020202020204" pitchFamily="34" charset="0"/>
              <a:buChar char="“"/>
              <a:defRPr>
                <a:solidFill>
                  <a:schemeClr val="bg1"/>
                </a:solidFill>
              </a:defRPr>
            </a:lvl2pPr>
            <a:lvl3pPr marL="744538" indent="-169863">
              <a:buClrTx/>
              <a:buFont typeface="Arial" panose="020B0604020202020204" pitchFamily="34" charset="0"/>
              <a:buChar char="“"/>
              <a:defRPr>
                <a:solidFill>
                  <a:schemeClr val="bg1"/>
                </a:solidFill>
              </a:defRPr>
            </a:lvl3pPr>
            <a:lvl4pPr marL="969963" indent="-166688">
              <a:buClrTx/>
              <a:buFont typeface="Arial" panose="020B0604020202020204" pitchFamily="34" charset="0"/>
              <a:buChar char="“"/>
              <a:defRPr>
                <a:solidFill>
                  <a:schemeClr val="bg1"/>
                </a:solidFill>
              </a:defRPr>
            </a:lvl4pPr>
            <a:lvl5pPr marL="1143000" indent="-138113">
              <a:buClrTx/>
              <a:buFont typeface="Arial" panose="020B0604020202020204" pitchFamily="34" charset="0"/>
              <a:buChar char="“"/>
              <a:defRPr>
                <a:solidFill>
                  <a:schemeClr val="bg1"/>
                </a:solidFill>
              </a:defRPr>
            </a:lvl5pPr>
          </a:lstStyle>
          <a:p>
            <a:pPr lvl="0"/>
            <a:r>
              <a:rPr lang="en-US" dirty="0"/>
              <a:t>Quote text on left, blue parallelograms on the right.”</a:t>
            </a:r>
          </a:p>
        </p:txBody>
      </p:sp>
      <p:sp>
        <p:nvSpPr>
          <p:cNvPr id="19" name="Text Placeholder 10">
            <a:extLst>
              <a:ext uri="{FF2B5EF4-FFF2-40B4-BE49-F238E27FC236}">
                <a16:creationId xmlns:a16="http://schemas.microsoft.com/office/drawing/2014/main" id="{C1E51E88-6733-7942-B20E-2C56F8B2ED21}"/>
              </a:ext>
            </a:extLst>
          </p:cNvPr>
          <p:cNvSpPr>
            <a:spLocks noGrp="1"/>
          </p:cNvSpPr>
          <p:nvPr>
            <p:ph type="body" sz="quarter" idx="17" hasCustomPrompt="1"/>
          </p:nvPr>
        </p:nvSpPr>
        <p:spPr>
          <a:xfrm>
            <a:off x="612648" y="5065776"/>
            <a:ext cx="4581144" cy="274320"/>
          </a:xfrm>
        </p:spPr>
        <p:txBody>
          <a:bodyPr/>
          <a:lstStyle>
            <a:lvl1pPr>
              <a:defRPr sz="1800">
                <a:solidFill>
                  <a:schemeClr val="tx1"/>
                </a:solidFill>
              </a:defRPr>
            </a:lvl1pPr>
          </a:lstStyle>
          <a:p>
            <a:pPr lvl="0"/>
            <a:r>
              <a:rPr lang="en-US" dirty="0"/>
              <a:t>Source Name</a:t>
            </a:r>
          </a:p>
        </p:txBody>
      </p:sp>
      <p:sp>
        <p:nvSpPr>
          <p:cNvPr id="11" name="Picture Placeholder 11" descr="logo placeholder: click to insert logo or delete box if not needed">
            <a:extLst>
              <a:ext uri="{FF2B5EF4-FFF2-40B4-BE49-F238E27FC236}">
                <a16:creationId xmlns:a16="http://schemas.microsoft.com/office/drawing/2014/main" id="{A92ABA6C-6064-9743-BF58-8AB21015448D}"/>
              </a:ext>
            </a:extLst>
          </p:cNvPr>
          <p:cNvSpPr>
            <a:spLocks noGrp="1"/>
          </p:cNvSpPr>
          <p:nvPr>
            <p:ph type="pic" sz="quarter" idx="4294967295" hasCustomPrompt="1"/>
          </p:nvPr>
        </p:nvSpPr>
        <p:spPr>
          <a:xfrm>
            <a:off x="8925484" y="4619335"/>
            <a:ext cx="2740025" cy="1371600"/>
          </a:xfrm>
        </p:spPr>
        <p:txBody>
          <a:bodyPr/>
          <a:lstStyle/>
          <a:p>
            <a:r>
              <a:rPr lang="en-US"/>
              <a:t>Click to insert logo or delete box if not needed</a:t>
            </a:r>
          </a:p>
        </p:txBody>
      </p:sp>
      <p:sp>
        <p:nvSpPr>
          <p:cNvPr id="17" name="page number">
            <a:extLst>
              <a:ext uri="{FF2B5EF4-FFF2-40B4-BE49-F238E27FC236}">
                <a16:creationId xmlns:a16="http://schemas.microsoft.com/office/drawing/2014/main" id="{DBC60254-9AEC-2A49-ABD6-870EE5B97F6C}"/>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a:p>
        </p:txBody>
      </p:sp>
      <p:sp>
        <p:nvSpPr>
          <p:cNvPr id="3" name="Freeform: Shape 2">
            <a:extLst>
              <a:ext uri="{FF2B5EF4-FFF2-40B4-BE49-F238E27FC236}">
                <a16:creationId xmlns:a16="http://schemas.microsoft.com/office/drawing/2014/main" id="{35A9104F-6CE0-0E15-0E37-20E590BF49BB}"/>
              </a:ext>
            </a:extLst>
          </p:cNvPr>
          <p:cNvSpPr/>
          <p:nvPr/>
        </p:nvSpPr>
        <p:spPr>
          <a:xfrm>
            <a:off x="-8466" y="1838847"/>
            <a:ext cx="12203641" cy="4206431"/>
          </a:xfrm>
          <a:custGeom>
            <a:avLst/>
            <a:gdLst>
              <a:gd name="connsiteX0" fmla="*/ 11193762 w 12203641"/>
              <a:gd name="connsiteY0" fmla="*/ 0 h 4206431"/>
              <a:gd name="connsiteX1" fmla="*/ 12203641 w 12203641"/>
              <a:gd name="connsiteY1" fmla="*/ 0 h 4206431"/>
              <a:gd name="connsiteX2" fmla="*/ 12203641 w 12203641"/>
              <a:gd name="connsiteY2" fmla="*/ 76041 h 4206431"/>
              <a:gd name="connsiteX3" fmla="*/ 11193825 w 12203641"/>
              <a:gd name="connsiteY3" fmla="*/ 76041 h 4206431"/>
              <a:gd name="connsiteX4" fmla="*/ 10074550 w 12203641"/>
              <a:gd name="connsiteY4" fmla="*/ 539630 h 4206431"/>
              <a:gd name="connsiteX5" fmla="*/ 6871401 w 12203641"/>
              <a:gd name="connsiteY5" fmla="*/ 3742842 h 4206431"/>
              <a:gd name="connsiteX6" fmla="*/ 5752127 w 12203641"/>
              <a:gd name="connsiteY6" fmla="*/ 4206431 h 4206431"/>
              <a:gd name="connsiteX7" fmla="*/ 0 w 12203641"/>
              <a:gd name="connsiteY7" fmla="*/ 4206431 h 4206431"/>
              <a:gd name="connsiteX8" fmla="*/ 0 w 12203641"/>
              <a:gd name="connsiteY8" fmla="*/ 4130391 h 4206431"/>
              <a:gd name="connsiteX9" fmla="*/ 5752127 w 12203641"/>
              <a:gd name="connsiteY9" fmla="*/ 4130391 h 4206431"/>
              <a:gd name="connsiteX10" fmla="*/ 6328796 w 12203641"/>
              <a:gd name="connsiteY10" fmla="*/ 4015665 h 4206431"/>
              <a:gd name="connsiteX11" fmla="*/ 6817648 w 12203641"/>
              <a:gd name="connsiteY11" fmla="*/ 3689025 h 4206431"/>
              <a:gd name="connsiteX12" fmla="*/ 10020795 w 12203641"/>
              <a:gd name="connsiteY12" fmla="*/ 485877 h 4206431"/>
              <a:gd name="connsiteX13" fmla="*/ 11193762 w 12203641"/>
              <a:gd name="connsiteY13" fmla="*/ 0 h 4206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203641" h="4206431">
                <a:moveTo>
                  <a:pt x="11193762" y="0"/>
                </a:moveTo>
                <a:lnTo>
                  <a:pt x="12203641" y="0"/>
                </a:lnTo>
                <a:lnTo>
                  <a:pt x="12203641" y="76041"/>
                </a:lnTo>
                <a:lnTo>
                  <a:pt x="11193825" y="76041"/>
                </a:lnTo>
                <a:cubicBezTo>
                  <a:pt x="10773986" y="76041"/>
                  <a:pt x="10371368" y="242812"/>
                  <a:pt x="10074550" y="539630"/>
                </a:cubicBezTo>
                <a:lnTo>
                  <a:pt x="6871401" y="3742842"/>
                </a:lnTo>
                <a:cubicBezTo>
                  <a:pt x="6574520" y="4039660"/>
                  <a:pt x="6171901" y="4206431"/>
                  <a:pt x="5752127" y="4206431"/>
                </a:cubicBezTo>
                <a:lnTo>
                  <a:pt x="0" y="4206431"/>
                </a:lnTo>
                <a:lnTo>
                  <a:pt x="0" y="4130391"/>
                </a:lnTo>
                <a:lnTo>
                  <a:pt x="5752127" y="4130391"/>
                </a:lnTo>
                <a:cubicBezTo>
                  <a:pt x="5950998" y="4130391"/>
                  <a:pt x="6145057" y="4091769"/>
                  <a:pt x="6328796" y="4015665"/>
                </a:cubicBezTo>
                <a:cubicBezTo>
                  <a:pt x="6512534" y="3939560"/>
                  <a:pt x="6677025" y="3829647"/>
                  <a:pt x="6817648" y="3689025"/>
                </a:cubicBezTo>
                <a:lnTo>
                  <a:pt x="10020795" y="485877"/>
                </a:lnTo>
                <a:cubicBezTo>
                  <a:pt x="10334077" y="172532"/>
                  <a:pt x="10750686" y="0"/>
                  <a:pt x="11193762" y="0"/>
                </a:cubicBezTo>
                <a:close/>
              </a:path>
            </a:pathLst>
          </a:custGeom>
          <a:gradFill>
            <a:gsLst>
              <a:gs pos="20000">
                <a:srgbClr val="0095C4"/>
              </a:gs>
              <a:gs pos="90000">
                <a:schemeClr val="accent1"/>
              </a:gs>
            </a:gsLst>
            <a:lin ang="0" scaled="1"/>
          </a:gradFill>
          <a:ln w="0" cap="flat">
            <a:noFill/>
            <a:prstDash val="solid"/>
            <a:miter/>
          </a:ln>
          <a:effectLst>
            <a:outerShdw blurRad="88900" dist="50800" dir="420000" algn="ctr" rotWithShape="0">
              <a:schemeClr val="accent3">
                <a:alpha val="22000"/>
              </a:schemeClr>
            </a:outerShdw>
          </a:effectLst>
        </p:spPr>
        <p:txBody>
          <a:bodyPr rtlCol="0" anchor="ctr"/>
          <a:lstStyle/>
          <a:p>
            <a:endParaRPr lang="en-US"/>
          </a:p>
        </p:txBody>
      </p:sp>
      <p:grpSp>
        <p:nvGrpSpPr>
          <p:cNvPr id="6" name="Graphic 8">
            <a:extLst>
              <a:ext uri="{FF2B5EF4-FFF2-40B4-BE49-F238E27FC236}">
                <a16:creationId xmlns:a16="http://schemas.microsoft.com/office/drawing/2014/main" id="{01895A84-0D4A-E136-EC12-BE455D6F7BDC}"/>
              </a:ext>
            </a:extLst>
          </p:cNvPr>
          <p:cNvGrpSpPr/>
          <p:nvPr/>
        </p:nvGrpSpPr>
        <p:grpSpPr>
          <a:xfrm>
            <a:off x="265625" y="6323271"/>
            <a:ext cx="1249223" cy="369648"/>
            <a:chOff x="265625" y="6323271"/>
            <a:chExt cx="1249223" cy="369648"/>
          </a:xfrm>
          <a:solidFill>
            <a:schemeClr val="tx1"/>
          </a:solidFill>
        </p:grpSpPr>
        <p:grpSp>
          <p:nvGrpSpPr>
            <p:cNvPr id="7" name="Graphic 8">
              <a:extLst>
                <a:ext uri="{FF2B5EF4-FFF2-40B4-BE49-F238E27FC236}">
                  <a16:creationId xmlns:a16="http://schemas.microsoft.com/office/drawing/2014/main" id="{5E616E0B-1DB3-5240-5AD0-E9C7820B5554}"/>
                </a:ext>
              </a:extLst>
            </p:cNvPr>
            <p:cNvGrpSpPr/>
            <p:nvPr/>
          </p:nvGrpSpPr>
          <p:grpSpPr>
            <a:xfrm>
              <a:off x="745455" y="6594444"/>
              <a:ext cx="722662" cy="98475"/>
              <a:chOff x="745455" y="6594444"/>
              <a:chExt cx="722662" cy="98475"/>
            </a:xfrm>
            <a:grpFill/>
          </p:grpSpPr>
          <p:sp>
            <p:nvSpPr>
              <p:cNvPr id="22" name="Freeform 49">
                <a:extLst>
                  <a:ext uri="{FF2B5EF4-FFF2-40B4-BE49-F238E27FC236}">
                    <a16:creationId xmlns:a16="http://schemas.microsoft.com/office/drawing/2014/main" id="{9FC75BD4-120F-D586-74ED-1F9116240351}"/>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grpFill/>
              <a:ln w="6345" cap="flat">
                <a:noFill/>
                <a:prstDash val="solid"/>
                <a:miter/>
              </a:ln>
            </p:spPr>
            <p:txBody>
              <a:bodyPr rtlCol="0" anchor="ctr"/>
              <a:lstStyle/>
              <a:p>
                <a:endParaRPr lang="en-US">
                  <a:solidFill>
                    <a:schemeClr val="bg1"/>
                  </a:solidFill>
                </a:endParaRPr>
              </a:p>
            </p:txBody>
          </p:sp>
          <p:sp>
            <p:nvSpPr>
              <p:cNvPr id="25" name="Freeform 50">
                <a:extLst>
                  <a:ext uri="{FF2B5EF4-FFF2-40B4-BE49-F238E27FC236}">
                    <a16:creationId xmlns:a16="http://schemas.microsoft.com/office/drawing/2014/main" id="{3411B67E-FDC4-855B-4FDF-B1B3C8C0BE88}"/>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grpFill/>
              <a:ln w="6345" cap="flat">
                <a:noFill/>
                <a:prstDash val="solid"/>
                <a:miter/>
              </a:ln>
            </p:spPr>
            <p:txBody>
              <a:bodyPr rtlCol="0" anchor="ctr"/>
              <a:lstStyle/>
              <a:p>
                <a:endParaRPr lang="en-US">
                  <a:solidFill>
                    <a:schemeClr val="bg1"/>
                  </a:solidFill>
                </a:endParaRPr>
              </a:p>
            </p:txBody>
          </p:sp>
          <p:sp>
            <p:nvSpPr>
              <p:cNvPr id="26" name="Freeform 51">
                <a:extLst>
                  <a:ext uri="{FF2B5EF4-FFF2-40B4-BE49-F238E27FC236}">
                    <a16:creationId xmlns:a16="http://schemas.microsoft.com/office/drawing/2014/main" id="{72CFFA37-B73D-9C96-B859-9FB926027C55}"/>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grpFill/>
              <a:ln w="6345" cap="flat">
                <a:noFill/>
                <a:prstDash val="solid"/>
                <a:miter/>
              </a:ln>
            </p:spPr>
            <p:txBody>
              <a:bodyPr rtlCol="0" anchor="ctr"/>
              <a:lstStyle/>
              <a:p>
                <a:endParaRPr lang="en-US">
                  <a:solidFill>
                    <a:schemeClr val="bg1"/>
                  </a:solidFill>
                </a:endParaRPr>
              </a:p>
            </p:txBody>
          </p:sp>
          <p:sp>
            <p:nvSpPr>
              <p:cNvPr id="27" name="Freeform 52">
                <a:extLst>
                  <a:ext uri="{FF2B5EF4-FFF2-40B4-BE49-F238E27FC236}">
                    <a16:creationId xmlns:a16="http://schemas.microsoft.com/office/drawing/2014/main" id="{F65B3DF8-4E57-9859-C549-D211492D1674}"/>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grpFill/>
              <a:ln w="6345" cap="flat">
                <a:noFill/>
                <a:prstDash val="solid"/>
                <a:miter/>
              </a:ln>
            </p:spPr>
            <p:txBody>
              <a:bodyPr rtlCol="0" anchor="ctr"/>
              <a:lstStyle/>
              <a:p>
                <a:endParaRPr lang="en-US">
                  <a:solidFill>
                    <a:schemeClr val="bg1"/>
                  </a:solidFill>
                </a:endParaRPr>
              </a:p>
            </p:txBody>
          </p:sp>
          <p:sp>
            <p:nvSpPr>
              <p:cNvPr id="28" name="Freeform 53">
                <a:extLst>
                  <a:ext uri="{FF2B5EF4-FFF2-40B4-BE49-F238E27FC236}">
                    <a16:creationId xmlns:a16="http://schemas.microsoft.com/office/drawing/2014/main" id="{E63B148F-D1AB-4B3E-2140-B0D6C63E1DD2}"/>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29" name="Freeform 54">
                <a:extLst>
                  <a:ext uri="{FF2B5EF4-FFF2-40B4-BE49-F238E27FC236}">
                    <a16:creationId xmlns:a16="http://schemas.microsoft.com/office/drawing/2014/main" id="{BD50620D-D8BD-B773-E6FE-E3283A29B8F6}"/>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grpFill/>
              <a:ln w="6345" cap="flat">
                <a:noFill/>
                <a:prstDash val="solid"/>
                <a:miter/>
              </a:ln>
            </p:spPr>
            <p:txBody>
              <a:bodyPr rtlCol="0" anchor="ctr"/>
              <a:lstStyle/>
              <a:p>
                <a:endParaRPr lang="en-US">
                  <a:solidFill>
                    <a:schemeClr val="bg1"/>
                  </a:solidFill>
                </a:endParaRPr>
              </a:p>
            </p:txBody>
          </p:sp>
          <p:sp>
            <p:nvSpPr>
              <p:cNvPr id="30" name="Freeform 55">
                <a:extLst>
                  <a:ext uri="{FF2B5EF4-FFF2-40B4-BE49-F238E27FC236}">
                    <a16:creationId xmlns:a16="http://schemas.microsoft.com/office/drawing/2014/main" id="{686C6B4E-EBDE-17C6-C5A2-CAA2EAEDAD50}"/>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grpFill/>
              <a:ln w="6345" cap="flat">
                <a:noFill/>
                <a:prstDash val="solid"/>
                <a:miter/>
              </a:ln>
            </p:spPr>
            <p:txBody>
              <a:bodyPr rtlCol="0" anchor="ctr"/>
              <a:lstStyle/>
              <a:p>
                <a:endParaRPr lang="en-US">
                  <a:solidFill>
                    <a:schemeClr val="bg1"/>
                  </a:solidFill>
                </a:endParaRPr>
              </a:p>
            </p:txBody>
          </p:sp>
          <p:sp>
            <p:nvSpPr>
              <p:cNvPr id="31" name="Freeform 56">
                <a:extLst>
                  <a:ext uri="{FF2B5EF4-FFF2-40B4-BE49-F238E27FC236}">
                    <a16:creationId xmlns:a16="http://schemas.microsoft.com/office/drawing/2014/main" id="{AED721C8-E7D9-E1A0-4669-657ADCCF759D}"/>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grpFill/>
              <a:ln w="6345" cap="flat">
                <a:noFill/>
                <a:prstDash val="solid"/>
                <a:miter/>
              </a:ln>
            </p:spPr>
            <p:txBody>
              <a:bodyPr rtlCol="0" anchor="ctr"/>
              <a:lstStyle/>
              <a:p>
                <a:endParaRPr lang="en-US">
                  <a:solidFill>
                    <a:schemeClr val="bg1"/>
                  </a:solidFill>
                </a:endParaRPr>
              </a:p>
            </p:txBody>
          </p:sp>
          <p:sp>
            <p:nvSpPr>
              <p:cNvPr id="32" name="Freeform 57">
                <a:extLst>
                  <a:ext uri="{FF2B5EF4-FFF2-40B4-BE49-F238E27FC236}">
                    <a16:creationId xmlns:a16="http://schemas.microsoft.com/office/drawing/2014/main" id="{7DE26621-6B38-2204-1342-65B558997C9A}"/>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1" name="Freeform 58">
                <a:extLst>
                  <a:ext uri="{FF2B5EF4-FFF2-40B4-BE49-F238E27FC236}">
                    <a16:creationId xmlns:a16="http://schemas.microsoft.com/office/drawing/2014/main" id="{137E68B0-08B6-7410-B11F-AF9CD95A72C2}"/>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grpFill/>
              <a:ln w="6345" cap="flat">
                <a:noFill/>
                <a:prstDash val="solid"/>
                <a:miter/>
              </a:ln>
            </p:spPr>
            <p:txBody>
              <a:bodyPr rtlCol="0" anchor="ctr"/>
              <a:lstStyle/>
              <a:p>
                <a:endParaRPr lang="en-US">
                  <a:solidFill>
                    <a:schemeClr val="bg1"/>
                  </a:solidFill>
                </a:endParaRPr>
              </a:p>
            </p:txBody>
          </p:sp>
        </p:grpSp>
        <p:grpSp>
          <p:nvGrpSpPr>
            <p:cNvPr id="8" name="Graphic 8">
              <a:extLst>
                <a:ext uri="{FF2B5EF4-FFF2-40B4-BE49-F238E27FC236}">
                  <a16:creationId xmlns:a16="http://schemas.microsoft.com/office/drawing/2014/main" id="{BC54518F-E881-574F-10B7-841B324AFCBA}"/>
                </a:ext>
              </a:extLst>
            </p:cNvPr>
            <p:cNvGrpSpPr/>
            <p:nvPr/>
          </p:nvGrpSpPr>
          <p:grpSpPr>
            <a:xfrm>
              <a:off x="265625" y="6323271"/>
              <a:ext cx="1249223" cy="190348"/>
              <a:chOff x="265625" y="6323271"/>
              <a:chExt cx="1249223" cy="190348"/>
            </a:xfrm>
            <a:grpFill/>
          </p:grpSpPr>
          <p:sp>
            <p:nvSpPr>
              <p:cNvPr id="9" name="Freeform 60">
                <a:extLst>
                  <a:ext uri="{FF2B5EF4-FFF2-40B4-BE49-F238E27FC236}">
                    <a16:creationId xmlns:a16="http://schemas.microsoft.com/office/drawing/2014/main" id="{B25FE72A-50C4-D231-C81E-ECF25717B6ED}"/>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grpFill/>
              <a:ln w="6345" cap="flat">
                <a:noFill/>
                <a:prstDash val="solid"/>
                <a:miter/>
              </a:ln>
            </p:spPr>
            <p:txBody>
              <a:bodyPr rtlCol="0" anchor="ctr"/>
              <a:lstStyle/>
              <a:p>
                <a:endParaRPr lang="en-US">
                  <a:solidFill>
                    <a:schemeClr val="bg1"/>
                  </a:solidFill>
                </a:endParaRPr>
              </a:p>
            </p:txBody>
          </p:sp>
          <p:sp>
            <p:nvSpPr>
              <p:cNvPr id="10" name="Freeform 61">
                <a:extLst>
                  <a:ext uri="{FF2B5EF4-FFF2-40B4-BE49-F238E27FC236}">
                    <a16:creationId xmlns:a16="http://schemas.microsoft.com/office/drawing/2014/main" id="{AE425AE6-C96D-44E8-E3EA-1BC62111CE32}"/>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grpFill/>
              <a:ln w="6345" cap="flat">
                <a:noFill/>
                <a:prstDash val="solid"/>
                <a:miter/>
              </a:ln>
            </p:spPr>
            <p:txBody>
              <a:bodyPr rtlCol="0" anchor="ctr"/>
              <a:lstStyle/>
              <a:p>
                <a:endParaRPr lang="en-US">
                  <a:solidFill>
                    <a:schemeClr val="bg1"/>
                  </a:solidFill>
                </a:endParaRPr>
              </a:p>
            </p:txBody>
          </p:sp>
          <p:sp>
            <p:nvSpPr>
              <p:cNvPr id="12" name="Freeform 62">
                <a:extLst>
                  <a:ext uri="{FF2B5EF4-FFF2-40B4-BE49-F238E27FC236}">
                    <a16:creationId xmlns:a16="http://schemas.microsoft.com/office/drawing/2014/main" id="{61F793F8-9FE9-DB13-3AED-2542BDE18CAC}"/>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grpFill/>
              <a:ln w="6345" cap="flat">
                <a:noFill/>
                <a:prstDash val="solid"/>
                <a:miter/>
              </a:ln>
            </p:spPr>
            <p:txBody>
              <a:bodyPr rtlCol="0" anchor="ctr"/>
              <a:lstStyle/>
              <a:p>
                <a:endParaRPr lang="en-US">
                  <a:solidFill>
                    <a:schemeClr val="bg1"/>
                  </a:solidFill>
                </a:endParaRPr>
              </a:p>
            </p:txBody>
          </p:sp>
          <p:sp>
            <p:nvSpPr>
              <p:cNvPr id="13" name="Freeform 63">
                <a:extLst>
                  <a:ext uri="{FF2B5EF4-FFF2-40B4-BE49-F238E27FC236}">
                    <a16:creationId xmlns:a16="http://schemas.microsoft.com/office/drawing/2014/main" id="{A37968DD-C7DF-0A07-C51D-2DDEB93AC2F7}"/>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grpFill/>
              <a:ln w="6345" cap="flat">
                <a:noFill/>
                <a:prstDash val="solid"/>
                <a:miter/>
              </a:ln>
            </p:spPr>
            <p:txBody>
              <a:bodyPr rtlCol="0" anchor="ctr"/>
              <a:lstStyle/>
              <a:p>
                <a:endParaRPr lang="en-US">
                  <a:solidFill>
                    <a:schemeClr val="bg1"/>
                  </a:solidFill>
                </a:endParaRPr>
              </a:p>
            </p:txBody>
          </p:sp>
          <p:sp>
            <p:nvSpPr>
              <p:cNvPr id="14" name="Freeform 64">
                <a:extLst>
                  <a:ext uri="{FF2B5EF4-FFF2-40B4-BE49-F238E27FC236}">
                    <a16:creationId xmlns:a16="http://schemas.microsoft.com/office/drawing/2014/main" id="{18ABE9A8-DDC7-C2A0-CAF1-CBC7108A3437}"/>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grpFill/>
              <a:ln w="6345" cap="flat">
                <a:noFill/>
                <a:prstDash val="solid"/>
                <a:miter/>
              </a:ln>
            </p:spPr>
            <p:txBody>
              <a:bodyPr rtlCol="0" anchor="ctr"/>
              <a:lstStyle/>
              <a:p>
                <a:endParaRPr lang="en-US">
                  <a:solidFill>
                    <a:schemeClr val="bg1"/>
                  </a:solidFill>
                </a:endParaRPr>
              </a:p>
            </p:txBody>
          </p:sp>
          <p:sp>
            <p:nvSpPr>
              <p:cNvPr id="18" name="Freeform 65">
                <a:extLst>
                  <a:ext uri="{FF2B5EF4-FFF2-40B4-BE49-F238E27FC236}">
                    <a16:creationId xmlns:a16="http://schemas.microsoft.com/office/drawing/2014/main" id="{0F476DB9-C430-1781-1A44-29B98BBF2D43}"/>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grpFill/>
              <a:ln w="6345" cap="flat">
                <a:noFill/>
                <a:prstDash val="solid"/>
                <a:miter/>
              </a:ln>
            </p:spPr>
            <p:txBody>
              <a:bodyPr rtlCol="0" anchor="ctr"/>
              <a:lstStyle/>
              <a:p>
                <a:endParaRPr lang="en-US">
                  <a:solidFill>
                    <a:schemeClr val="bg1"/>
                  </a:solidFill>
                </a:endParaRPr>
              </a:p>
            </p:txBody>
          </p:sp>
          <p:sp>
            <p:nvSpPr>
              <p:cNvPr id="20" name="Freeform 66">
                <a:extLst>
                  <a:ext uri="{FF2B5EF4-FFF2-40B4-BE49-F238E27FC236}">
                    <a16:creationId xmlns:a16="http://schemas.microsoft.com/office/drawing/2014/main" id="{3A162B77-4A66-2CB0-97D5-895CBEDF3B17}"/>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grpFill/>
              <a:ln w="6345" cap="flat">
                <a:noFill/>
                <a:prstDash val="solid"/>
                <a:miter/>
              </a:ln>
            </p:spPr>
            <p:txBody>
              <a:bodyPr rtlCol="0" anchor="ctr"/>
              <a:lstStyle/>
              <a:p>
                <a:endParaRPr lang="en-US">
                  <a:solidFill>
                    <a:schemeClr val="bg1"/>
                  </a:solidFill>
                </a:endParaRPr>
              </a:p>
            </p:txBody>
          </p:sp>
        </p:grpSp>
      </p:grpSp>
      <p:sp>
        <p:nvSpPr>
          <p:cNvPr id="33" name="page number">
            <a:extLst>
              <a:ext uri="{FF2B5EF4-FFF2-40B4-BE49-F238E27FC236}">
                <a16:creationId xmlns:a16="http://schemas.microsoft.com/office/drawing/2014/main" id="{DBC60254-9AEC-2A49-ABD6-870EE5B97F6C}"/>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a:p>
        </p:txBody>
      </p:sp>
      <p:sp>
        <p:nvSpPr>
          <p:cNvPr id="34" name="Freeform: Shape 2">
            <a:extLst>
              <a:ext uri="{FF2B5EF4-FFF2-40B4-BE49-F238E27FC236}">
                <a16:creationId xmlns:a16="http://schemas.microsoft.com/office/drawing/2014/main" id="{35A9104F-6CE0-0E15-0E37-20E590BF49BB}"/>
              </a:ext>
            </a:extLst>
          </p:cNvPr>
          <p:cNvSpPr/>
          <p:nvPr userDrawn="1"/>
        </p:nvSpPr>
        <p:spPr>
          <a:xfrm>
            <a:off x="-8466" y="1838847"/>
            <a:ext cx="12203641" cy="4206431"/>
          </a:xfrm>
          <a:custGeom>
            <a:avLst/>
            <a:gdLst>
              <a:gd name="connsiteX0" fmla="*/ 11193762 w 12203641"/>
              <a:gd name="connsiteY0" fmla="*/ 0 h 4206431"/>
              <a:gd name="connsiteX1" fmla="*/ 12203641 w 12203641"/>
              <a:gd name="connsiteY1" fmla="*/ 0 h 4206431"/>
              <a:gd name="connsiteX2" fmla="*/ 12203641 w 12203641"/>
              <a:gd name="connsiteY2" fmla="*/ 76041 h 4206431"/>
              <a:gd name="connsiteX3" fmla="*/ 11193825 w 12203641"/>
              <a:gd name="connsiteY3" fmla="*/ 76041 h 4206431"/>
              <a:gd name="connsiteX4" fmla="*/ 10074550 w 12203641"/>
              <a:gd name="connsiteY4" fmla="*/ 539630 h 4206431"/>
              <a:gd name="connsiteX5" fmla="*/ 6871401 w 12203641"/>
              <a:gd name="connsiteY5" fmla="*/ 3742842 h 4206431"/>
              <a:gd name="connsiteX6" fmla="*/ 5752127 w 12203641"/>
              <a:gd name="connsiteY6" fmla="*/ 4206431 h 4206431"/>
              <a:gd name="connsiteX7" fmla="*/ 0 w 12203641"/>
              <a:gd name="connsiteY7" fmla="*/ 4206431 h 4206431"/>
              <a:gd name="connsiteX8" fmla="*/ 0 w 12203641"/>
              <a:gd name="connsiteY8" fmla="*/ 4130391 h 4206431"/>
              <a:gd name="connsiteX9" fmla="*/ 5752127 w 12203641"/>
              <a:gd name="connsiteY9" fmla="*/ 4130391 h 4206431"/>
              <a:gd name="connsiteX10" fmla="*/ 6328796 w 12203641"/>
              <a:gd name="connsiteY10" fmla="*/ 4015665 h 4206431"/>
              <a:gd name="connsiteX11" fmla="*/ 6817648 w 12203641"/>
              <a:gd name="connsiteY11" fmla="*/ 3689025 h 4206431"/>
              <a:gd name="connsiteX12" fmla="*/ 10020795 w 12203641"/>
              <a:gd name="connsiteY12" fmla="*/ 485877 h 4206431"/>
              <a:gd name="connsiteX13" fmla="*/ 11193762 w 12203641"/>
              <a:gd name="connsiteY13" fmla="*/ 0 h 4206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203641" h="4206431">
                <a:moveTo>
                  <a:pt x="11193762" y="0"/>
                </a:moveTo>
                <a:lnTo>
                  <a:pt x="12203641" y="0"/>
                </a:lnTo>
                <a:lnTo>
                  <a:pt x="12203641" y="76041"/>
                </a:lnTo>
                <a:lnTo>
                  <a:pt x="11193825" y="76041"/>
                </a:lnTo>
                <a:cubicBezTo>
                  <a:pt x="10773986" y="76041"/>
                  <a:pt x="10371368" y="242812"/>
                  <a:pt x="10074550" y="539630"/>
                </a:cubicBezTo>
                <a:lnTo>
                  <a:pt x="6871401" y="3742842"/>
                </a:lnTo>
                <a:cubicBezTo>
                  <a:pt x="6574520" y="4039660"/>
                  <a:pt x="6171901" y="4206431"/>
                  <a:pt x="5752127" y="4206431"/>
                </a:cubicBezTo>
                <a:lnTo>
                  <a:pt x="0" y="4206431"/>
                </a:lnTo>
                <a:lnTo>
                  <a:pt x="0" y="4130391"/>
                </a:lnTo>
                <a:lnTo>
                  <a:pt x="5752127" y="4130391"/>
                </a:lnTo>
                <a:cubicBezTo>
                  <a:pt x="5950998" y="4130391"/>
                  <a:pt x="6145057" y="4091769"/>
                  <a:pt x="6328796" y="4015665"/>
                </a:cubicBezTo>
                <a:cubicBezTo>
                  <a:pt x="6512534" y="3939560"/>
                  <a:pt x="6677025" y="3829647"/>
                  <a:pt x="6817648" y="3689025"/>
                </a:cubicBezTo>
                <a:lnTo>
                  <a:pt x="10020795" y="485877"/>
                </a:lnTo>
                <a:cubicBezTo>
                  <a:pt x="10334077" y="172532"/>
                  <a:pt x="10750686" y="0"/>
                  <a:pt x="11193762" y="0"/>
                </a:cubicBezTo>
                <a:close/>
              </a:path>
            </a:pathLst>
          </a:custGeom>
          <a:gradFill>
            <a:gsLst>
              <a:gs pos="20000">
                <a:srgbClr val="0095C4"/>
              </a:gs>
              <a:gs pos="90000">
                <a:schemeClr val="accent1"/>
              </a:gs>
            </a:gsLst>
            <a:lin ang="0" scaled="1"/>
          </a:gradFill>
          <a:ln w="0" cap="flat">
            <a:noFill/>
            <a:prstDash val="solid"/>
            <a:miter/>
          </a:ln>
          <a:effectLst>
            <a:outerShdw blurRad="88900" dist="50800" dir="420000" algn="ctr" rotWithShape="0">
              <a:schemeClr val="accent3">
                <a:alpha val="22000"/>
              </a:schemeClr>
            </a:outerShdw>
          </a:effectLst>
        </p:spPr>
        <p:txBody>
          <a:bodyPr rtlCol="0" anchor="ctr"/>
          <a:lstStyle/>
          <a:p>
            <a:endParaRPr lang="en-US"/>
          </a:p>
        </p:txBody>
      </p:sp>
      <p:grpSp>
        <p:nvGrpSpPr>
          <p:cNvPr id="37" name="Graphic 8">
            <a:extLst>
              <a:ext uri="{FF2B5EF4-FFF2-40B4-BE49-F238E27FC236}">
                <a16:creationId xmlns:a16="http://schemas.microsoft.com/office/drawing/2014/main" id="{01895A84-0D4A-E136-EC12-BE455D6F7BDC}"/>
              </a:ext>
            </a:extLst>
          </p:cNvPr>
          <p:cNvGrpSpPr/>
          <p:nvPr userDrawn="1"/>
        </p:nvGrpSpPr>
        <p:grpSpPr>
          <a:xfrm>
            <a:off x="265625" y="6323271"/>
            <a:ext cx="1249223" cy="369648"/>
            <a:chOff x="265625" y="6323271"/>
            <a:chExt cx="1249223" cy="369648"/>
          </a:xfrm>
          <a:solidFill>
            <a:schemeClr val="tx1"/>
          </a:solidFill>
        </p:grpSpPr>
        <p:grpSp>
          <p:nvGrpSpPr>
            <p:cNvPr id="38" name="Graphic 8">
              <a:extLst>
                <a:ext uri="{FF2B5EF4-FFF2-40B4-BE49-F238E27FC236}">
                  <a16:creationId xmlns:a16="http://schemas.microsoft.com/office/drawing/2014/main" id="{5E616E0B-1DB3-5240-5AD0-E9C7820B5554}"/>
                </a:ext>
              </a:extLst>
            </p:cNvPr>
            <p:cNvGrpSpPr/>
            <p:nvPr/>
          </p:nvGrpSpPr>
          <p:grpSpPr>
            <a:xfrm>
              <a:off x="745455" y="6594444"/>
              <a:ext cx="722662" cy="98475"/>
              <a:chOff x="745455" y="6594444"/>
              <a:chExt cx="722662" cy="98475"/>
            </a:xfrm>
            <a:grpFill/>
          </p:grpSpPr>
          <p:sp>
            <p:nvSpPr>
              <p:cNvPr id="47" name="Freeform 49">
                <a:extLst>
                  <a:ext uri="{FF2B5EF4-FFF2-40B4-BE49-F238E27FC236}">
                    <a16:creationId xmlns:a16="http://schemas.microsoft.com/office/drawing/2014/main" id="{9FC75BD4-120F-D586-74ED-1F9116240351}"/>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grpFill/>
              <a:ln w="6345" cap="flat">
                <a:noFill/>
                <a:prstDash val="solid"/>
                <a:miter/>
              </a:ln>
            </p:spPr>
            <p:txBody>
              <a:bodyPr rtlCol="0" anchor="ctr"/>
              <a:lstStyle/>
              <a:p>
                <a:endParaRPr lang="en-US">
                  <a:solidFill>
                    <a:schemeClr val="bg1"/>
                  </a:solidFill>
                </a:endParaRPr>
              </a:p>
            </p:txBody>
          </p:sp>
          <p:sp>
            <p:nvSpPr>
              <p:cNvPr id="48" name="Freeform 50">
                <a:extLst>
                  <a:ext uri="{FF2B5EF4-FFF2-40B4-BE49-F238E27FC236}">
                    <a16:creationId xmlns:a16="http://schemas.microsoft.com/office/drawing/2014/main" id="{3411B67E-FDC4-855B-4FDF-B1B3C8C0BE88}"/>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grpFill/>
              <a:ln w="6345" cap="flat">
                <a:noFill/>
                <a:prstDash val="solid"/>
                <a:miter/>
              </a:ln>
            </p:spPr>
            <p:txBody>
              <a:bodyPr rtlCol="0" anchor="ctr"/>
              <a:lstStyle/>
              <a:p>
                <a:endParaRPr lang="en-US">
                  <a:solidFill>
                    <a:schemeClr val="bg1"/>
                  </a:solidFill>
                </a:endParaRPr>
              </a:p>
            </p:txBody>
          </p:sp>
          <p:sp>
            <p:nvSpPr>
              <p:cNvPr id="49" name="Freeform 51">
                <a:extLst>
                  <a:ext uri="{FF2B5EF4-FFF2-40B4-BE49-F238E27FC236}">
                    <a16:creationId xmlns:a16="http://schemas.microsoft.com/office/drawing/2014/main" id="{72CFFA37-B73D-9C96-B859-9FB926027C55}"/>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grpFill/>
              <a:ln w="6345" cap="flat">
                <a:noFill/>
                <a:prstDash val="solid"/>
                <a:miter/>
              </a:ln>
            </p:spPr>
            <p:txBody>
              <a:bodyPr rtlCol="0" anchor="ctr"/>
              <a:lstStyle/>
              <a:p>
                <a:endParaRPr lang="en-US">
                  <a:solidFill>
                    <a:schemeClr val="bg1"/>
                  </a:solidFill>
                </a:endParaRPr>
              </a:p>
            </p:txBody>
          </p:sp>
          <p:sp>
            <p:nvSpPr>
              <p:cNvPr id="50" name="Freeform 52">
                <a:extLst>
                  <a:ext uri="{FF2B5EF4-FFF2-40B4-BE49-F238E27FC236}">
                    <a16:creationId xmlns:a16="http://schemas.microsoft.com/office/drawing/2014/main" id="{F65B3DF8-4E57-9859-C549-D211492D1674}"/>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grpFill/>
              <a:ln w="6345" cap="flat">
                <a:noFill/>
                <a:prstDash val="solid"/>
                <a:miter/>
              </a:ln>
            </p:spPr>
            <p:txBody>
              <a:bodyPr rtlCol="0" anchor="ctr"/>
              <a:lstStyle/>
              <a:p>
                <a:endParaRPr lang="en-US">
                  <a:solidFill>
                    <a:schemeClr val="bg1"/>
                  </a:solidFill>
                </a:endParaRPr>
              </a:p>
            </p:txBody>
          </p:sp>
          <p:sp>
            <p:nvSpPr>
              <p:cNvPr id="52" name="Freeform 53">
                <a:extLst>
                  <a:ext uri="{FF2B5EF4-FFF2-40B4-BE49-F238E27FC236}">
                    <a16:creationId xmlns:a16="http://schemas.microsoft.com/office/drawing/2014/main" id="{E63B148F-D1AB-4B3E-2140-B0D6C63E1DD2}"/>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3" name="Freeform 54">
                <a:extLst>
                  <a:ext uri="{FF2B5EF4-FFF2-40B4-BE49-F238E27FC236}">
                    <a16:creationId xmlns:a16="http://schemas.microsoft.com/office/drawing/2014/main" id="{BD50620D-D8BD-B773-E6FE-E3283A29B8F6}"/>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grpFill/>
              <a:ln w="6345" cap="flat">
                <a:noFill/>
                <a:prstDash val="solid"/>
                <a:miter/>
              </a:ln>
            </p:spPr>
            <p:txBody>
              <a:bodyPr rtlCol="0" anchor="ctr"/>
              <a:lstStyle/>
              <a:p>
                <a:endParaRPr lang="en-US">
                  <a:solidFill>
                    <a:schemeClr val="bg1"/>
                  </a:solidFill>
                </a:endParaRPr>
              </a:p>
            </p:txBody>
          </p:sp>
          <p:sp>
            <p:nvSpPr>
              <p:cNvPr id="54" name="Freeform 55">
                <a:extLst>
                  <a:ext uri="{FF2B5EF4-FFF2-40B4-BE49-F238E27FC236}">
                    <a16:creationId xmlns:a16="http://schemas.microsoft.com/office/drawing/2014/main" id="{686C6B4E-EBDE-17C6-C5A2-CAA2EAEDAD50}"/>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grpFill/>
              <a:ln w="6345" cap="flat">
                <a:noFill/>
                <a:prstDash val="solid"/>
                <a:miter/>
              </a:ln>
            </p:spPr>
            <p:txBody>
              <a:bodyPr rtlCol="0" anchor="ctr"/>
              <a:lstStyle/>
              <a:p>
                <a:endParaRPr lang="en-US">
                  <a:solidFill>
                    <a:schemeClr val="bg1"/>
                  </a:solidFill>
                </a:endParaRPr>
              </a:p>
            </p:txBody>
          </p:sp>
          <p:sp>
            <p:nvSpPr>
              <p:cNvPr id="55" name="Freeform 56">
                <a:extLst>
                  <a:ext uri="{FF2B5EF4-FFF2-40B4-BE49-F238E27FC236}">
                    <a16:creationId xmlns:a16="http://schemas.microsoft.com/office/drawing/2014/main" id="{AED721C8-E7D9-E1A0-4669-657ADCCF759D}"/>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6" name="Freeform 57">
                <a:extLst>
                  <a:ext uri="{FF2B5EF4-FFF2-40B4-BE49-F238E27FC236}">
                    <a16:creationId xmlns:a16="http://schemas.microsoft.com/office/drawing/2014/main" id="{7DE26621-6B38-2204-1342-65B558997C9A}"/>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7" name="Freeform 58">
                <a:extLst>
                  <a:ext uri="{FF2B5EF4-FFF2-40B4-BE49-F238E27FC236}">
                    <a16:creationId xmlns:a16="http://schemas.microsoft.com/office/drawing/2014/main" id="{137E68B0-08B6-7410-B11F-AF9CD95A72C2}"/>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grpFill/>
              <a:ln w="6345" cap="flat">
                <a:noFill/>
                <a:prstDash val="solid"/>
                <a:miter/>
              </a:ln>
            </p:spPr>
            <p:txBody>
              <a:bodyPr rtlCol="0" anchor="ctr"/>
              <a:lstStyle/>
              <a:p>
                <a:endParaRPr lang="en-US">
                  <a:solidFill>
                    <a:schemeClr val="bg1"/>
                  </a:solidFill>
                </a:endParaRPr>
              </a:p>
            </p:txBody>
          </p:sp>
        </p:grpSp>
        <p:grpSp>
          <p:nvGrpSpPr>
            <p:cNvPr id="39" name="Graphic 8">
              <a:extLst>
                <a:ext uri="{FF2B5EF4-FFF2-40B4-BE49-F238E27FC236}">
                  <a16:creationId xmlns:a16="http://schemas.microsoft.com/office/drawing/2014/main" id="{BC54518F-E881-574F-10B7-841B324AFCBA}"/>
                </a:ext>
              </a:extLst>
            </p:cNvPr>
            <p:cNvGrpSpPr/>
            <p:nvPr/>
          </p:nvGrpSpPr>
          <p:grpSpPr>
            <a:xfrm>
              <a:off x="265625" y="6323271"/>
              <a:ext cx="1249223" cy="190348"/>
              <a:chOff x="265625" y="6323271"/>
              <a:chExt cx="1249223" cy="190348"/>
            </a:xfrm>
            <a:grpFill/>
          </p:grpSpPr>
          <p:sp>
            <p:nvSpPr>
              <p:cNvPr id="40" name="Freeform 60">
                <a:extLst>
                  <a:ext uri="{FF2B5EF4-FFF2-40B4-BE49-F238E27FC236}">
                    <a16:creationId xmlns:a16="http://schemas.microsoft.com/office/drawing/2014/main" id="{B25FE72A-50C4-D231-C81E-ECF25717B6ED}"/>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grpFill/>
              <a:ln w="6345" cap="flat">
                <a:noFill/>
                <a:prstDash val="solid"/>
                <a:miter/>
              </a:ln>
            </p:spPr>
            <p:txBody>
              <a:bodyPr rtlCol="0" anchor="ctr"/>
              <a:lstStyle/>
              <a:p>
                <a:endParaRPr lang="en-US">
                  <a:solidFill>
                    <a:schemeClr val="bg1"/>
                  </a:solidFill>
                </a:endParaRPr>
              </a:p>
            </p:txBody>
          </p:sp>
          <p:sp>
            <p:nvSpPr>
              <p:cNvPr id="41" name="Freeform 61">
                <a:extLst>
                  <a:ext uri="{FF2B5EF4-FFF2-40B4-BE49-F238E27FC236}">
                    <a16:creationId xmlns:a16="http://schemas.microsoft.com/office/drawing/2014/main" id="{AE425AE6-C96D-44E8-E3EA-1BC62111CE32}"/>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grpFill/>
              <a:ln w="6345" cap="flat">
                <a:noFill/>
                <a:prstDash val="solid"/>
                <a:miter/>
              </a:ln>
            </p:spPr>
            <p:txBody>
              <a:bodyPr rtlCol="0" anchor="ctr"/>
              <a:lstStyle/>
              <a:p>
                <a:endParaRPr lang="en-US">
                  <a:solidFill>
                    <a:schemeClr val="bg1"/>
                  </a:solidFill>
                </a:endParaRPr>
              </a:p>
            </p:txBody>
          </p:sp>
          <p:sp>
            <p:nvSpPr>
              <p:cNvPr id="42" name="Freeform 62">
                <a:extLst>
                  <a:ext uri="{FF2B5EF4-FFF2-40B4-BE49-F238E27FC236}">
                    <a16:creationId xmlns:a16="http://schemas.microsoft.com/office/drawing/2014/main" id="{61F793F8-9FE9-DB13-3AED-2542BDE18CAC}"/>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grpFill/>
              <a:ln w="6345" cap="flat">
                <a:noFill/>
                <a:prstDash val="solid"/>
                <a:miter/>
              </a:ln>
            </p:spPr>
            <p:txBody>
              <a:bodyPr rtlCol="0" anchor="ctr"/>
              <a:lstStyle/>
              <a:p>
                <a:endParaRPr lang="en-US">
                  <a:solidFill>
                    <a:schemeClr val="bg1"/>
                  </a:solidFill>
                </a:endParaRPr>
              </a:p>
            </p:txBody>
          </p:sp>
          <p:sp>
            <p:nvSpPr>
              <p:cNvPr id="43" name="Freeform 63">
                <a:extLst>
                  <a:ext uri="{FF2B5EF4-FFF2-40B4-BE49-F238E27FC236}">
                    <a16:creationId xmlns:a16="http://schemas.microsoft.com/office/drawing/2014/main" id="{A37968DD-C7DF-0A07-C51D-2DDEB93AC2F7}"/>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grpFill/>
              <a:ln w="6345" cap="flat">
                <a:noFill/>
                <a:prstDash val="solid"/>
                <a:miter/>
              </a:ln>
            </p:spPr>
            <p:txBody>
              <a:bodyPr rtlCol="0" anchor="ctr"/>
              <a:lstStyle/>
              <a:p>
                <a:endParaRPr lang="en-US">
                  <a:solidFill>
                    <a:schemeClr val="bg1"/>
                  </a:solidFill>
                </a:endParaRPr>
              </a:p>
            </p:txBody>
          </p:sp>
          <p:sp>
            <p:nvSpPr>
              <p:cNvPr id="44" name="Freeform 64">
                <a:extLst>
                  <a:ext uri="{FF2B5EF4-FFF2-40B4-BE49-F238E27FC236}">
                    <a16:creationId xmlns:a16="http://schemas.microsoft.com/office/drawing/2014/main" id="{18ABE9A8-DDC7-C2A0-CAF1-CBC7108A3437}"/>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grpFill/>
              <a:ln w="6345" cap="flat">
                <a:noFill/>
                <a:prstDash val="solid"/>
                <a:miter/>
              </a:ln>
            </p:spPr>
            <p:txBody>
              <a:bodyPr rtlCol="0" anchor="ctr"/>
              <a:lstStyle/>
              <a:p>
                <a:endParaRPr lang="en-US">
                  <a:solidFill>
                    <a:schemeClr val="bg1"/>
                  </a:solidFill>
                </a:endParaRPr>
              </a:p>
            </p:txBody>
          </p:sp>
          <p:sp>
            <p:nvSpPr>
              <p:cNvPr id="45" name="Freeform 65">
                <a:extLst>
                  <a:ext uri="{FF2B5EF4-FFF2-40B4-BE49-F238E27FC236}">
                    <a16:creationId xmlns:a16="http://schemas.microsoft.com/office/drawing/2014/main" id="{0F476DB9-C430-1781-1A44-29B98BBF2D43}"/>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grpFill/>
              <a:ln w="6345" cap="flat">
                <a:noFill/>
                <a:prstDash val="solid"/>
                <a:miter/>
              </a:ln>
            </p:spPr>
            <p:txBody>
              <a:bodyPr rtlCol="0" anchor="ctr"/>
              <a:lstStyle/>
              <a:p>
                <a:endParaRPr lang="en-US">
                  <a:solidFill>
                    <a:schemeClr val="bg1"/>
                  </a:solidFill>
                </a:endParaRPr>
              </a:p>
            </p:txBody>
          </p:sp>
          <p:sp>
            <p:nvSpPr>
              <p:cNvPr id="46" name="Freeform 66">
                <a:extLst>
                  <a:ext uri="{FF2B5EF4-FFF2-40B4-BE49-F238E27FC236}">
                    <a16:creationId xmlns:a16="http://schemas.microsoft.com/office/drawing/2014/main" id="{3A162B77-4A66-2CB0-97D5-895CBEDF3B17}"/>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grpFill/>
              <a:ln w="6345" cap="flat">
                <a:noFill/>
                <a:prstDash val="solid"/>
                <a:miter/>
              </a:ln>
            </p:spPr>
            <p:txBody>
              <a:bodyPr rtlCol="0" anchor="ctr"/>
              <a:lstStyle/>
              <a:p>
                <a:endParaRPr lang="en-US">
                  <a:solidFill>
                    <a:schemeClr val="bg1"/>
                  </a:solidFill>
                </a:endParaRPr>
              </a:p>
            </p:txBody>
          </p:sp>
        </p:grpSp>
      </p:grpSp>
      <p:sp>
        <p:nvSpPr>
          <p:cNvPr id="4" name="TextBox 3">
            <a:extLst>
              <a:ext uri="{FF2B5EF4-FFF2-40B4-BE49-F238E27FC236}">
                <a16:creationId xmlns:a16="http://schemas.microsoft.com/office/drawing/2014/main" id="{9B8C7D05-A7CE-2989-2ED9-F641F9332C58}"/>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chemeClr val="tx1"/>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chemeClr val="tx1"/>
              </a:solidFill>
              <a:latin typeface="+mn-lt"/>
              <a:sym typeface="Arial" panose="020B0604020202020204" pitchFamily="34" charset="0"/>
              <a:rtl val="0"/>
            </a:endParaRPr>
          </a:p>
        </p:txBody>
      </p:sp>
    </p:spTree>
    <p:extLst>
      <p:ext uri="{BB962C8B-B14F-4D97-AF65-F5344CB8AC3E}">
        <p14:creationId xmlns:p14="http://schemas.microsoft.com/office/powerpoint/2010/main" val="41183801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09.xml><?xml version="1.0" encoding="utf-8"?>
<p:sldLayout xmlns:a="http://schemas.openxmlformats.org/drawingml/2006/main" xmlns:r="http://schemas.openxmlformats.org/officeDocument/2006/relationships" xmlns:p="http://schemas.openxmlformats.org/presentationml/2006/main" showMasterSp="0" preserve="1">
  <p:cSld name="Quote – Plum">
    <p:spTree>
      <p:nvGrpSpPr>
        <p:cNvPr id="1" name=""/>
        <p:cNvGrpSpPr/>
        <p:nvPr/>
      </p:nvGrpSpPr>
      <p:grpSpPr>
        <a:xfrm>
          <a:off x="0" y="0"/>
          <a:ext cx="0" cy="0"/>
          <a:chOff x="0" y="0"/>
          <a:chExt cx="0" cy="0"/>
        </a:xfrm>
      </p:grpSpPr>
      <p:sp>
        <p:nvSpPr>
          <p:cNvPr id="21" name="Text Placeholder 7">
            <a:extLst>
              <a:ext uri="{FF2B5EF4-FFF2-40B4-BE49-F238E27FC236}">
                <a16:creationId xmlns:a16="http://schemas.microsoft.com/office/drawing/2014/main" id="{608D3F09-D706-3940-8906-CE0F09AC4BB6}"/>
              </a:ext>
            </a:extLst>
          </p:cNvPr>
          <p:cNvSpPr>
            <a:spLocks noGrp="1"/>
          </p:cNvSpPr>
          <p:nvPr>
            <p:ph type="body" sz="quarter" idx="16" hasCustomPrompt="1"/>
          </p:nvPr>
        </p:nvSpPr>
        <p:spPr>
          <a:xfrm>
            <a:off x="438912" y="1600200"/>
            <a:ext cx="5462158" cy="3200400"/>
          </a:xfrm>
        </p:spPr>
        <p:txBody>
          <a:bodyPr anchor="b"/>
          <a:lstStyle>
            <a:lvl1pPr marL="169863" indent="-169863">
              <a:buClrTx/>
              <a:buSzPct val="100000"/>
              <a:buFont typeface="Arial" panose="020B0604020202020204" pitchFamily="34" charset="0"/>
              <a:buChar char="“"/>
              <a:defRPr sz="2800">
                <a:solidFill>
                  <a:schemeClr val="tx1"/>
                </a:solidFill>
              </a:defRPr>
            </a:lvl1pPr>
            <a:lvl2pPr marL="457200" indent="-184150">
              <a:buClrTx/>
              <a:buFont typeface="Arial" panose="020B0604020202020204" pitchFamily="34" charset="0"/>
              <a:buChar char="“"/>
              <a:defRPr>
                <a:solidFill>
                  <a:schemeClr val="bg1"/>
                </a:solidFill>
              </a:defRPr>
            </a:lvl2pPr>
            <a:lvl3pPr marL="744538" indent="-169863">
              <a:buClrTx/>
              <a:buFont typeface="Arial" panose="020B0604020202020204" pitchFamily="34" charset="0"/>
              <a:buChar char="“"/>
              <a:defRPr>
                <a:solidFill>
                  <a:schemeClr val="bg1"/>
                </a:solidFill>
              </a:defRPr>
            </a:lvl3pPr>
            <a:lvl4pPr marL="969963" indent="-166688">
              <a:buClrTx/>
              <a:buFont typeface="Arial" panose="020B0604020202020204" pitchFamily="34" charset="0"/>
              <a:buChar char="“"/>
              <a:defRPr>
                <a:solidFill>
                  <a:schemeClr val="bg1"/>
                </a:solidFill>
              </a:defRPr>
            </a:lvl4pPr>
            <a:lvl5pPr marL="1143000" indent="-138113">
              <a:buClrTx/>
              <a:buFont typeface="Arial" panose="020B0604020202020204" pitchFamily="34" charset="0"/>
              <a:buChar char="“"/>
              <a:defRPr>
                <a:solidFill>
                  <a:schemeClr val="bg1"/>
                </a:solidFill>
              </a:defRPr>
            </a:lvl5pPr>
          </a:lstStyle>
          <a:p>
            <a:pPr lvl="0"/>
            <a:r>
              <a:rPr lang="en-US" dirty="0"/>
              <a:t>Quote text on left, purple parallelograms on the right.”</a:t>
            </a:r>
          </a:p>
        </p:txBody>
      </p:sp>
      <p:sp>
        <p:nvSpPr>
          <p:cNvPr id="19" name="Text Placeholder 10">
            <a:extLst>
              <a:ext uri="{FF2B5EF4-FFF2-40B4-BE49-F238E27FC236}">
                <a16:creationId xmlns:a16="http://schemas.microsoft.com/office/drawing/2014/main" id="{C1E51E88-6733-7942-B20E-2C56F8B2ED21}"/>
              </a:ext>
            </a:extLst>
          </p:cNvPr>
          <p:cNvSpPr>
            <a:spLocks noGrp="1"/>
          </p:cNvSpPr>
          <p:nvPr>
            <p:ph type="body" sz="quarter" idx="17" hasCustomPrompt="1"/>
          </p:nvPr>
        </p:nvSpPr>
        <p:spPr>
          <a:xfrm>
            <a:off x="612648" y="5065776"/>
            <a:ext cx="4581144" cy="274320"/>
          </a:xfrm>
        </p:spPr>
        <p:txBody>
          <a:bodyPr/>
          <a:lstStyle>
            <a:lvl1pPr>
              <a:defRPr sz="1800">
                <a:solidFill>
                  <a:schemeClr val="tx1"/>
                </a:solidFill>
              </a:defRPr>
            </a:lvl1pPr>
          </a:lstStyle>
          <a:p>
            <a:pPr lvl="0"/>
            <a:r>
              <a:rPr lang="en-US" dirty="0"/>
              <a:t>Source Name</a:t>
            </a:r>
          </a:p>
        </p:txBody>
      </p:sp>
      <p:sp>
        <p:nvSpPr>
          <p:cNvPr id="11" name="Picture Placeholder 11" descr="logo placeholder: click to insert logo or delete box if not needed">
            <a:extLst>
              <a:ext uri="{FF2B5EF4-FFF2-40B4-BE49-F238E27FC236}">
                <a16:creationId xmlns:a16="http://schemas.microsoft.com/office/drawing/2014/main" id="{953CF3A7-833E-B042-A405-AB46430C4476}"/>
              </a:ext>
            </a:extLst>
          </p:cNvPr>
          <p:cNvSpPr>
            <a:spLocks noGrp="1"/>
          </p:cNvSpPr>
          <p:nvPr>
            <p:ph type="pic" sz="quarter" idx="4294967295" hasCustomPrompt="1"/>
          </p:nvPr>
        </p:nvSpPr>
        <p:spPr>
          <a:xfrm>
            <a:off x="8925484" y="4619335"/>
            <a:ext cx="2740025" cy="1371600"/>
          </a:xfrm>
        </p:spPr>
        <p:txBody>
          <a:bodyPr/>
          <a:lstStyle/>
          <a:p>
            <a:r>
              <a:rPr lang="en-US"/>
              <a:t>Click to insert logo or delete box if not needed</a:t>
            </a:r>
          </a:p>
        </p:txBody>
      </p:sp>
      <p:sp>
        <p:nvSpPr>
          <p:cNvPr id="17" name="page number">
            <a:extLst>
              <a:ext uri="{FF2B5EF4-FFF2-40B4-BE49-F238E27FC236}">
                <a16:creationId xmlns:a16="http://schemas.microsoft.com/office/drawing/2014/main" id="{D03B3F1E-BEE4-0C40-B954-F58A7FCE9AE3}"/>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a:p>
        </p:txBody>
      </p:sp>
      <p:sp>
        <p:nvSpPr>
          <p:cNvPr id="6" name="Freeform: Shape 5">
            <a:extLst>
              <a:ext uri="{FF2B5EF4-FFF2-40B4-BE49-F238E27FC236}">
                <a16:creationId xmlns:a16="http://schemas.microsoft.com/office/drawing/2014/main" id="{28BB6002-9774-B78F-802F-0CF8624B2003}"/>
              </a:ext>
            </a:extLst>
          </p:cNvPr>
          <p:cNvSpPr/>
          <p:nvPr/>
        </p:nvSpPr>
        <p:spPr>
          <a:xfrm>
            <a:off x="-8466" y="1838847"/>
            <a:ext cx="12203641" cy="4206431"/>
          </a:xfrm>
          <a:custGeom>
            <a:avLst/>
            <a:gdLst>
              <a:gd name="connsiteX0" fmla="*/ 11193762 w 12203641"/>
              <a:gd name="connsiteY0" fmla="*/ 0 h 4206431"/>
              <a:gd name="connsiteX1" fmla="*/ 12203641 w 12203641"/>
              <a:gd name="connsiteY1" fmla="*/ 0 h 4206431"/>
              <a:gd name="connsiteX2" fmla="*/ 12203641 w 12203641"/>
              <a:gd name="connsiteY2" fmla="*/ 76041 h 4206431"/>
              <a:gd name="connsiteX3" fmla="*/ 11193825 w 12203641"/>
              <a:gd name="connsiteY3" fmla="*/ 76041 h 4206431"/>
              <a:gd name="connsiteX4" fmla="*/ 10074550 w 12203641"/>
              <a:gd name="connsiteY4" fmla="*/ 539630 h 4206431"/>
              <a:gd name="connsiteX5" fmla="*/ 6871401 w 12203641"/>
              <a:gd name="connsiteY5" fmla="*/ 3742842 h 4206431"/>
              <a:gd name="connsiteX6" fmla="*/ 5752127 w 12203641"/>
              <a:gd name="connsiteY6" fmla="*/ 4206431 h 4206431"/>
              <a:gd name="connsiteX7" fmla="*/ 0 w 12203641"/>
              <a:gd name="connsiteY7" fmla="*/ 4206431 h 4206431"/>
              <a:gd name="connsiteX8" fmla="*/ 0 w 12203641"/>
              <a:gd name="connsiteY8" fmla="*/ 4130391 h 4206431"/>
              <a:gd name="connsiteX9" fmla="*/ 5752127 w 12203641"/>
              <a:gd name="connsiteY9" fmla="*/ 4130391 h 4206431"/>
              <a:gd name="connsiteX10" fmla="*/ 6328796 w 12203641"/>
              <a:gd name="connsiteY10" fmla="*/ 4015665 h 4206431"/>
              <a:gd name="connsiteX11" fmla="*/ 6817648 w 12203641"/>
              <a:gd name="connsiteY11" fmla="*/ 3689025 h 4206431"/>
              <a:gd name="connsiteX12" fmla="*/ 10020795 w 12203641"/>
              <a:gd name="connsiteY12" fmla="*/ 485877 h 4206431"/>
              <a:gd name="connsiteX13" fmla="*/ 11193762 w 12203641"/>
              <a:gd name="connsiteY13" fmla="*/ 0 h 4206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203641" h="4206431">
                <a:moveTo>
                  <a:pt x="11193762" y="0"/>
                </a:moveTo>
                <a:lnTo>
                  <a:pt x="12203641" y="0"/>
                </a:lnTo>
                <a:lnTo>
                  <a:pt x="12203641" y="76041"/>
                </a:lnTo>
                <a:lnTo>
                  <a:pt x="11193825" y="76041"/>
                </a:lnTo>
                <a:cubicBezTo>
                  <a:pt x="10773986" y="76041"/>
                  <a:pt x="10371368" y="242812"/>
                  <a:pt x="10074550" y="539630"/>
                </a:cubicBezTo>
                <a:lnTo>
                  <a:pt x="6871401" y="3742842"/>
                </a:lnTo>
                <a:cubicBezTo>
                  <a:pt x="6574520" y="4039660"/>
                  <a:pt x="6171901" y="4206431"/>
                  <a:pt x="5752127" y="4206431"/>
                </a:cubicBezTo>
                <a:lnTo>
                  <a:pt x="0" y="4206431"/>
                </a:lnTo>
                <a:lnTo>
                  <a:pt x="0" y="4130391"/>
                </a:lnTo>
                <a:lnTo>
                  <a:pt x="5752127" y="4130391"/>
                </a:lnTo>
                <a:cubicBezTo>
                  <a:pt x="5950998" y="4130391"/>
                  <a:pt x="6145057" y="4091769"/>
                  <a:pt x="6328796" y="4015665"/>
                </a:cubicBezTo>
                <a:cubicBezTo>
                  <a:pt x="6512534" y="3939560"/>
                  <a:pt x="6677025" y="3829647"/>
                  <a:pt x="6817648" y="3689025"/>
                </a:cubicBezTo>
                <a:lnTo>
                  <a:pt x="10020795" y="485877"/>
                </a:lnTo>
                <a:cubicBezTo>
                  <a:pt x="10334077" y="172532"/>
                  <a:pt x="10750686" y="0"/>
                  <a:pt x="11193762" y="0"/>
                </a:cubicBezTo>
                <a:close/>
              </a:path>
            </a:pathLst>
          </a:custGeom>
          <a:gradFill>
            <a:gsLst>
              <a:gs pos="20000">
                <a:srgbClr val="0095C4"/>
              </a:gs>
              <a:gs pos="90000">
                <a:schemeClr val="accent5"/>
              </a:gs>
            </a:gsLst>
            <a:lin ang="0" scaled="1"/>
          </a:gradFill>
          <a:ln w="0" cap="flat">
            <a:noFill/>
            <a:prstDash val="solid"/>
            <a:miter/>
          </a:ln>
          <a:effectLst>
            <a:outerShdw blurRad="88900" dist="50800" dir="420000" algn="ctr" rotWithShape="0">
              <a:schemeClr val="accent3">
                <a:alpha val="22000"/>
              </a:schemeClr>
            </a:outerShdw>
          </a:effectLst>
        </p:spPr>
        <p:txBody>
          <a:bodyPr rtlCol="0" anchor="ctr"/>
          <a:lstStyle/>
          <a:p>
            <a:endParaRPr lang="en-US"/>
          </a:p>
        </p:txBody>
      </p:sp>
      <p:grpSp>
        <p:nvGrpSpPr>
          <p:cNvPr id="9" name="Graphic 8">
            <a:extLst>
              <a:ext uri="{FF2B5EF4-FFF2-40B4-BE49-F238E27FC236}">
                <a16:creationId xmlns:a16="http://schemas.microsoft.com/office/drawing/2014/main" id="{2390A11A-A86F-5882-6844-0E466052BF52}"/>
              </a:ext>
            </a:extLst>
          </p:cNvPr>
          <p:cNvGrpSpPr/>
          <p:nvPr/>
        </p:nvGrpSpPr>
        <p:grpSpPr>
          <a:xfrm>
            <a:off x="265625" y="6323271"/>
            <a:ext cx="1249223" cy="369648"/>
            <a:chOff x="265625" y="6323271"/>
            <a:chExt cx="1249223" cy="369648"/>
          </a:xfrm>
          <a:solidFill>
            <a:schemeClr val="tx1"/>
          </a:solidFill>
        </p:grpSpPr>
        <p:grpSp>
          <p:nvGrpSpPr>
            <p:cNvPr id="10" name="Graphic 8">
              <a:extLst>
                <a:ext uri="{FF2B5EF4-FFF2-40B4-BE49-F238E27FC236}">
                  <a16:creationId xmlns:a16="http://schemas.microsoft.com/office/drawing/2014/main" id="{1287141A-AA2B-4B0A-BFA9-B84F27B17532}"/>
                </a:ext>
              </a:extLst>
            </p:cNvPr>
            <p:cNvGrpSpPr/>
            <p:nvPr/>
          </p:nvGrpSpPr>
          <p:grpSpPr>
            <a:xfrm>
              <a:off x="745455" y="6594444"/>
              <a:ext cx="722662" cy="98475"/>
              <a:chOff x="745455" y="6594444"/>
              <a:chExt cx="722662" cy="98475"/>
            </a:xfrm>
            <a:grpFill/>
          </p:grpSpPr>
          <p:sp>
            <p:nvSpPr>
              <p:cNvPr id="27" name="Freeform 49">
                <a:extLst>
                  <a:ext uri="{FF2B5EF4-FFF2-40B4-BE49-F238E27FC236}">
                    <a16:creationId xmlns:a16="http://schemas.microsoft.com/office/drawing/2014/main" id="{1C066710-B26E-D1E3-18D6-B3AA21057E19}"/>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grpFill/>
              <a:ln w="6345" cap="flat">
                <a:noFill/>
                <a:prstDash val="solid"/>
                <a:miter/>
              </a:ln>
            </p:spPr>
            <p:txBody>
              <a:bodyPr rtlCol="0" anchor="ctr"/>
              <a:lstStyle/>
              <a:p>
                <a:endParaRPr lang="en-US">
                  <a:solidFill>
                    <a:schemeClr val="bg1"/>
                  </a:solidFill>
                </a:endParaRPr>
              </a:p>
            </p:txBody>
          </p:sp>
          <p:sp>
            <p:nvSpPr>
              <p:cNvPr id="28" name="Freeform 50">
                <a:extLst>
                  <a:ext uri="{FF2B5EF4-FFF2-40B4-BE49-F238E27FC236}">
                    <a16:creationId xmlns:a16="http://schemas.microsoft.com/office/drawing/2014/main" id="{17E74D78-C752-D8A6-FF08-1CF49E8D7D28}"/>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grpFill/>
              <a:ln w="6345" cap="flat">
                <a:noFill/>
                <a:prstDash val="solid"/>
                <a:miter/>
              </a:ln>
            </p:spPr>
            <p:txBody>
              <a:bodyPr rtlCol="0" anchor="ctr"/>
              <a:lstStyle/>
              <a:p>
                <a:endParaRPr lang="en-US">
                  <a:solidFill>
                    <a:schemeClr val="bg1"/>
                  </a:solidFill>
                </a:endParaRPr>
              </a:p>
            </p:txBody>
          </p:sp>
          <p:sp>
            <p:nvSpPr>
              <p:cNvPr id="29" name="Freeform 51">
                <a:extLst>
                  <a:ext uri="{FF2B5EF4-FFF2-40B4-BE49-F238E27FC236}">
                    <a16:creationId xmlns:a16="http://schemas.microsoft.com/office/drawing/2014/main" id="{E956BC4F-EAFF-0316-8046-249832691876}"/>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grpFill/>
              <a:ln w="6345" cap="flat">
                <a:noFill/>
                <a:prstDash val="solid"/>
                <a:miter/>
              </a:ln>
            </p:spPr>
            <p:txBody>
              <a:bodyPr rtlCol="0" anchor="ctr"/>
              <a:lstStyle/>
              <a:p>
                <a:endParaRPr lang="en-US">
                  <a:solidFill>
                    <a:schemeClr val="bg1"/>
                  </a:solidFill>
                </a:endParaRPr>
              </a:p>
            </p:txBody>
          </p:sp>
          <p:sp>
            <p:nvSpPr>
              <p:cNvPr id="30" name="Freeform 52">
                <a:extLst>
                  <a:ext uri="{FF2B5EF4-FFF2-40B4-BE49-F238E27FC236}">
                    <a16:creationId xmlns:a16="http://schemas.microsoft.com/office/drawing/2014/main" id="{11ABB7B0-C48D-D848-95FC-587FB08D89B1}"/>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grpFill/>
              <a:ln w="6345" cap="flat">
                <a:noFill/>
                <a:prstDash val="solid"/>
                <a:miter/>
              </a:ln>
            </p:spPr>
            <p:txBody>
              <a:bodyPr rtlCol="0" anchor="ctr"/>
              <a:lstStyle/>
              <a:p>
                <a:endParaRPr lang="en-US">
                  <a:solidFill>
                    <a:schemeClr val="bg1"/>
                  </a:solidFill>
                </a:endParaRPr>
              </a:p>
            </p:txBody>
          </p:sp>
          <p:sp>
            <p:nvSpPr>
              <p:cNvPr id="31" name="Freeform 53">
                <a:extLst>
                  <a:ext uri="{FF2B5EF4-FFF2-40B4-BE49-F238E27FC236}">
                    <a16:creationId xmlns:a16="http://schemas.microsoft.com/office/drawing/2014/main" id="{23892A0C-9FCE-A2F5-4A3D-C3330D546A4B}"/>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32" name="Freeform 54">
                <a:extLst>
                  <a:ext uri="{FF2B5EF4-FFF2-40B4-BE49-F238E27FC236}">
                    <a16:creationId xmlns:a16="http://schemas.microsoft.com/office/drawing/2014/main" id="{109C5B71-71F9-4AD1-51F2-47EA49F9769D}"/>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grpFill/>
              <a:ln w="6345" cap="flat">
                <a:noFill/>
                <a:prstDash val="solid"/>
                <a:miter/>
              </a:ln>
            </p:spPr>
            <p:txBody>
              <a:bodyPr rtlCol="0" anchor="ctr"/>
              <a:lstStyle/>
              <a:p>
                <a:endParaRPr lang="en-US">
                  <a:solidFill>
                    <a:schemeClr val="bg1"/>
                  </a:solidFill>
                </a:endParaRPr>
              </a:p>
            </p:txBody>
          </p:sp>
          <p:sp>
            <p:nvSpPr>
              <p:cNvPr id="33" name="Freeform 55">
                <a:extLst>
                  <a:ext uri="{FF2B5EF4-FFF2-40B4-BE49-F238E27FC236}">
                    <a16:creationId xmlns:a16="http://schemas.microsoft.com/office/drawing/2014/main" id="{1B0AB11E-CABA-4FFE-5521-213169BFDFC1}"/>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grpFill/>
              <a:ln w="6345" cap="flat">
                <a:noFill/>
                <a:prstDash val="solid"/>
                <a:miter/>
              </a:ln>
            </p:spPr>
            <p:txBody>
              <a:bodyPr rtlCol="0" anchor="ctr"/>
              <a:lstStyle/>
              <a:p>
                <a:endParaRPr lang="en-US">
                  <a:solidFill>
                    <a:schemeClr val="bg1"/>
                  </a:solidFill>
                </a:endParaRPr>
              </a:p>
            </p:txBody>
          </p:sp>
          <p:sp>
            <p:nvSpPr>
              <p:cNvPr id="34" name="Freeform 56">
                <a:extLst>
                  <a:ext uri="{FF2B5EF4-FFF2-40B4-BE49-F238E27FC236}">
                    <a16:creationId xmlns:a16="http://schemas.microsoft.com/office/drawing/2014/main" id="{BEC0AE63-DA48-1109-85C6-871ECA0854B5}"/>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1" name="Freeform 57">
                <a:extLst>
                  <a:ext uri="{FF2B5EF4-FFF2-40B4-BE49-F238E27FC236}">
                    <a16:creationId xmlns:a16="http://schemas.microsoft.com/office/drawing/2014/main" id="{D5D2CE9B-809B-9734-8DCA-B3AC5B5BE677}"/>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2" name="Freeform 58">
                <a:extLst>
                  <a:ext uri="{FF2B5EF4-FFF2-40B4-BE49-F238E27FC236}">
                    <a16:creationId xmlns:a16="http://schemas.microsoft.com/office/drawing/2014/main" id="{4ADEE0A9-9710-7D46-37C9-DA1F237FE519}"/>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grpFill/>
              <a:ln w="6345" cap="flat">
                <a:noFill/>
                <a:prstDash val="solid"/>
                <a:miter/>
              </a:ln>
            </p:spPr>
            <p:txBody>
              <a:bodyPr rtlCol="0" anchor="ctr"/>
              <a:lstStyle/>
              <a:p>
                <a:endParaRPr lang="en-US">
                  <a:solidFill>
                    <a:schemeClr val="bg1"/>
                  </a:solidFill>
                </a:endParaRPr>
              </a:p>
            </p:txBody>
          </p:sp>
        </p:grpSp>
        <p:grpSp>
          <p:nvGrpSpPr>
            <p:cNvPr id="12" name="Graphic 8">
              <a:extLst>
                <a:ext uri="{FF2B5EF4-FFF2-40B4-BE49-F238E27FC236}">
                  <a16:creationId xmlns:a16="http://schemas.microsoft.com/office/drawing/2014/main" id="{BD93DA91-446A-F96C-CE09-5FB06F7FE181}"/>
                </a:ext>
              </a:extLst>
            </p:cNvPr>
            <p:cNvGrpSpPr/>
            <p:nvPr/>
          </p:nvGrpSpPr>
          <p:grpSpPr>
            <a:xfrm>
              <a:off x="265625" y="6323271"/>
              <a:ext cx="1249223" cy="190348"/>
              <a:chOff x="265625" y="6323271"/>
              <a:chExt cx="1249223" cy="190348"/>
            </a:xfrm>
            <a:grpFill/>
          </p:grpSpPr>
          <p:sp>
            <p:nvSpPr>
              <p:cNvPr id="13" name="Freeform 60">
                <a:extLst>
                  <a:ext uri="{FF2B5EF4-FFF2-40B4-BE49-F238E27FC236}">
                    <a16:creationId xmlns:a16="http://schemas.microsoft.com/office/drawing/2014/main" id="{F00DA642-945F-5A86-57AF-04C4AED1224A}"/>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grpFill/>
              <a:ln w="6345" cap="flat">
                <a:noFill/>
                <a:prstDash val="solid"/>
                <a:miter/>
              </a:ln>
            </p:spPr>
            <p:txBody>
              <a:bodyPr rtlCol="0" anchor="ctr"/>
              <a:lstStyle/>
              <a:p>
                <a:endParaRPr lang="en-US">
                  <a:solidFill>
                    <a:schemeClr val="bg1"/>
                  </a:solidFill>
                </a:endParaRPr>
              </a:p>
            </p:txBody>
          </p:sp>
          <p:sp>
            <p:nvSpPr>
              <p:cNvPr id="14" name="Freeform 61">
                <a:extLst>
                  <a:ext uri="{FF2B5EF4-FFF2-40B4-BE49-F238E27FC236}">
                    <a16:creationId xmlns:a16="http://schemas.microsoft.com/office/drawing/2014/main" id="{DF0075F0-B738-3CD2-2EDB-6FC7CA0C9AC2}"/>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grpFill/>
              <a:ln w="6345" cap="flat">
                <a:noFill/>
                <a:prstDash val="solid"/>
                <a:miter/>
              </a:ln>
            </p:spPr>
            <p:txBody>
              <a:bodyPr rtlCol="0" anchor="ctr"/>
              <a:lstStyle/>
              <a:p>
                <a:endParaRPr lang="en-US">
                  <a:solidFill>
                    <a:schemeClr val="bg1"/>
                  </a:solidFill>
                </a:endParaRPr>
              </a:p>
            </p:txBody>
          </p:sp>
          <p:sp>
            <p:nvSpPr>
              <p:cNvPr id="18" name="Freeform 62">
                <a:extLst>
                  <a:ext uri="{FF2B5EF4-FFF2-40B4-BE49-F238E27FC236}">
                    <a16:creationId xmlns:a16="http://schemas.microsoft.com/office/drawing/2014/main" id="{8BBEB3D7-E405-4303-E5F9-F7C188A7E495}"/>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grpFill/>
              <a:ln w="6345" cap="flat">
                <a:noFill/>
                <a:prstDash val="solid"/>
                <a:miter/>
              </a:ln>
            </p:spPr>
            <p:txBody>
              <a:bodyPr rtlCol="0" anchor="ctr"/>
              <a:lstStyle/>
              <a:p>
                <a:endParaRPr lang="en-US">
                  <a:solidFill>
                    <a:schemeClr val="bg1"/>
                  </a:solidFill>
                </a:endParaRPr>
              </a:p>
            </p:txBody>
          </p:sp>
          <p:sp>
            <p:nvSpPr>
              <p:cNvPr id="20" name="Freeform 63">
                <a:extLst>
                  <a:ext uri="{FF2B5EF4-FFF2-40B4-BE49-F238E27FC236}">
                    <a16:creationId xmlns:a16="http://schemas.microsoft.com/office/drawing/2014/main" id="{27121B67-8C5B-C0A8-81BF-983C52B84900}"/>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grpFill/>
              <a:ln w="6345" cap="flat">
                <a:noFill/>
                <a:prstDash val="solid"/>
                <a:miter/>
              </a:ln>
            </p:spPr>
            <p:txBody>
              <a:bodyPr rtlCol="0" anchor="ctr"/>
              <a:lstStyle/>
              <a:p>
                <a:endParaRPr lang="en-US">
                  <a:solidFill>
                    <a:schemeClr val="bg1"/>
                  </a:solidFill>
                </a:endParaRPr>
              </a:p>
            </p:txBody>
          </p:sp>
          <p:sp>
            <p:nvSpPr>
              <p:cNvPr id="22" name="Freeform 64">
                <a:extLst>
                  <a:ext uri="{FF2B5EF4-FFF2-40B4-BE49-F238E27FC236}">
                    <a16:creationId xmlns:a16="http://schemas.microsoft.com/office/drawing/2014/main" id="{AB234BB0-68CB-1B7B-2215-CF5302E248EA}"/>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grpFill/>
              <a:ln w="6345" cap="flat">
                <a:noFill/>
                <a:prstDash val="solid"/>
                <a:miter/>
              </a:ln>
            </p:spPr>
            <p:txBody>
              <a:bodyPr rtlCol="0" anchor="ctr"/>
              <a:lstStyle/>
              <a:p>
                <a:endParaRPr lang="en-US">
                  <a:solidFill>
                    <a:schemeClr val="bg1"/>
                  </a:solidFill>
                </a:endParaRPr>
              </a:p>
            </p:txBody>
          </p:sp>
          <p:sp>
            <p:nvSpPr>
              <p:cNvPr id="25" name="Freeform 65">
                <a:extLst>
                  <a:ext uri="{FF2B5EF4-FFF2-40B4-BE49-F238E27FC236}">
                    <a16:creationId xmlns:a16="http://schemas.microsoft.com/office/drawing/2014/main" id="{7E66E60A-E387-27FC-C421-69C1B6A8382F}"/>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grpFill/>
              <a:ln w="6345" cap="flat">
                <a:noFill/>
                <a:prstDash val="solid"/>
                <a:miter/>
              </a:ln>
            </p:spPr>
            <p:txBody>
              <a:bodyPr rtlCol="0" anchor="ctr"/>
              <a:lstStyle/>
              <a:p>
                <a:endParaRPr lang="en-US">
                  <a:solidFill>
                    <a:schemeClr val="bg1"/>
                  </a:solidFill>
                </a:endParaRPr>
              </a:p>
            </p:txBody>
          </p:sp>
          <p:sp>
            <p:nvSpPr>
              <p:cNvPr id="26" name="Freeform 66">
                <a:extLst>
                  <a:ext uri="{FF2B5EF4-FFF2-40B4-BE49-F238E27FC236}">
                    <a16:creationId xmlns:a16="http://schemas.microsoft.com/office/drawing/2014/main" id="{1113AF47-BC85-4E31-745F-72A7961DCA34}"/>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grpFill/>
              <a:ln w="6345" cap="flat">
                <a:noFill/>
                <a:prstDash val="solid"/>
                <a:miter/>
              </a:ln>
            </p:spPr>
            <p:txBody>
              <a:bodyPr rtlCol="0" anchor="ctr"/>
              <a:lstStyle/>
              <a:p>
                <a:endParaRPr lang="en-US">
                  <a:solidFill>
                    <a:schemeClr val="bg1"/>
                  </a:solidFill>
                </a:endParaRPr>
              </a:p>
            </p:txBody>
          </p:sp>
        </p:grpSp>
      </p:grpSp>
      <p:sp>
        <p:nvSpPr>
          <p:cNvPr id="35" name="page number">
            <a:extLst>
              <a:ext uri="{FF2B5EF4-FFF2-40B4-BE49-F238E27FC236}">
                <a16:creationId xmlns:a16="http://schemas.microsoft.com/office/drawing/2014/main" id="{D03B3F1E-BEE4-0C40-B954-F58A7FCE9AE3}"/>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a:p>
        </p:txBody>
      </p:sp>
      <p:sp>
        <p:nvSpPr>
          <p:cNvPr id="36" name="Freeform: Shape 5">
            <a:extLst>
              <a:ext uri="{FF2B5EF4-FFF2-40B4-BE49-F238E27FC236}">
                <a16:creationId xmlns:a16="http://schemas.microsoft.com/office/drawing/2014/main" id="{28BB6002-9774-B78F-802F-0CF8624B2003}"/>
              </a:ext>
            </a:extLst>
          </p:cNvPr>
          <p:cNvSpPr/>
          <p:nvPr userDrawn="1"/>
        </p:nvSpPr>
        <p:spPr>
          <a:xfrm>
            <a:off x="-8466" y="1838847"/>
            <a:ext cx="12203641" cy="4206431"/>
          </a:xfrm>
          <a:custGeom>
            <a:avLst/>
            <a:gdLst>
              <a:gd name="connsiteX0" fmla="*/ 11193762 w 12203641"/>
              <a:gd name="connsiteY0" fmla="*/ 0 h 4206431"/>
              <a:gd name="connsiteX1" fmla="*/ 12203641 w 12203641"/>
              <a:gd name="connsiteY1" fmla="*/ 0 h 4206431"/>
              <a:gd name="connsiteX2" fmla="*/ 12203641 w 12203641"/>
              <a:gd name="connsiteY2" fmla="*/ 76041 h 4206431"/>
              <a:gd name="connsiteX3" fmla="*/ 11193825 w 12203641"/>
              <a:gd name="connsiteY3" fmla="*/ 76041 h 4206431"/>
              <a:gd name="connsiteX4" fmla="*/ 10074550 w 12203641"/>
              <a:gd name="connsiteY4" fmla="*/ 539630 h 4206431"/>
              <a:gd name="connsiteX5" fmla="*/ 6871401 w 12203641"/>
              <a:gd name="connsiteY5" fmla="*/ 3742842 h 4206431"/>
              <a:gd name="connsiteX6" fmla="*/ 5752127 w 12203641"/>
              <a:gd name="connsiteY6" fmla="*/ 4206431 h 4206431"/>
              <a:gd name="connsiteX7" fmla="*/ 0 w 12203641"/>
              <a:gd name="connsiteY7" fmla="*/ 4206431 h 4206431"/>
              <a:gd name="connsiteX8" fmla="*/ 0 w 12203641"/>
              <a:gd name="connsiteY8" fmla="*/ 4130391 h 4206431"/>
              <a:gd name="connsiteX9" fmla="*/ 5752127 w 12203641"/>
              <a:gd name="connsiteY9" fmla="*/ 4130391 h 4206431"/>
              <a:gd name="connsiteX10" fmla="*/ 6328796 w 12203641"/>
              <a:gd name="connsiteY10" fmla="*/ 4015665 h 4206431"/>
              <a:gd name="connsiteX11" fmla="*/ 6817648 w 12203641"/>
              <a:gd name="connsiteY11" fmla="*/ 3689025 h 4206431"/>
              <a:gd name="connsiteX12" fmla="*/ 10020795 w 12203641"/>
              <a:gd name="connsiteY12" fmla="*/ 485877 h 4206431"/>
              <a:gd name="connsiteX13" fmla="*/ 11193762 w 12203641"/>
              <a:gd name="connsiteY13" fmla="*/ 0 h 4206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203641" h="4206431">
                <a:moveTo>
                  <a:pt x="11193762" y="0"/>
                </a:moveTo>
                <a:lnTo>
                  <a:pt x="12203641" y="0"/>
                </a:lnTo>
                <a:lnTo>
                  <a:pt x="12203641" y="76041"/>
                </a:lnTo>
                <a:lnTo>
                  <a:pt x="11193825" y="76041"/>
                </a:lnTo>
                <a:cubicBezTo>
                  <a:pt x="10773986" y="76041"/>
                  <a:pt x="10371368" y="242812"/>
                  <a:pt x="10074550" y="539630"/>
                </a:cubicBezTo>
                <a:lnTo>
                  <a:pt x="6871401" y="3742842"/>
                </a:lnTo>
                <a:cubicBezTo>
                  <a:pt x="6574520" y="4039660"/>
                  <a:pt x="6171901" y="4206431"/>
                  <a:pt x="5752127" y="4206431"/>
                </a:cubicBezTo>
                <a:lnTo>
                  <a:pt x="0" y="4206431"/>
                </a:lnTo>
                <a:lnTo>
                  <a:pt x="0" y="4130391"/>
                </a:lnTo>
                <a:lnTo>
                  <a:pt x="5752127" y="4130391"/>
                </a:lnTo>
                <a:cubicBezTo>
                  <a:pt x="5950998" y="4130391"/>
                  <a:pt x="6145057" y="4091769"/>
                  <a:pt x="6328796" y="4015665"/>
                </a:cubicBezTo>
                <a:cubicBezTo>
                  <a:pt x="6512534" y="3939560"/>
                  <a:pt x="6677025" y="3829647"/>
                  <a:pt x="6817648" y="3689025"/>
                </a:cubicBezTo>
                <a:lnTo>
                  <a:pt x="10020795" y="485877"/>
                </a:lnTo>
                <a:cubicBezTo>
                  <a:pt x="10334077" y="172532"/>
                  <a:pt x="10750686" y="0"/>
                  <a:pt x="11193762" y="0"/>
                </a:cubicBezTo>
                <a:close/>
              </a:path>
            </a:pathLst>
          </a:custGeom>
          <a:gradFill>
            <a:gsLst>
              <a:gs pos="20000">
                <a:srgbClr val="0095C4"/>
              </a:gs>
              <a:gs pos="90000">
                <a:schemeClr val="accent5"/>
              </a:gs>
            </a:gsLst>
            <a:lin ang="0" scaled="1"/>
          </a:gradFill>
          <a:ln w="0" cap="flat">
            <a:noFill/>
            <a:prstDash val="solid"/>
            <a:miter/>
          </a:ln>
          <a:effectLst>
            <a:outerShdw blurRad="88900" dist="50800" dir="420000" algn="ctr" rotWithShape="0">
              <a:schemeClr val="accent3">
                <a:alpha val="22000"/>
              </a:schemeClr>
            </a:outerShdw>
          </a:effectLst>
        </p:spPr>
        <p:txBody>
          <a:bodyPr rtlCol="0" anchor="ctr"/>
          <a:lstStyle/>
          <a:p>
            <a:endParaRPr lang="en-US"/>
          </a:p>
        </p:txBody>
      </p:sp>
      <p:grpSp>
        <p:nvGrpSpPr>
          <p:cNvPr id="39" name="Graphic 8">
            <a:extLst>
              <a:ext uri="{FF2B5EF4-FFF2-40B4-BE49-F238E27FC236}">
                <a16:creationId xmlns:a16="http://schemas.microsoft.com/office/drawing/2014/main" id="{2390A11A-A86F-5882-6844-0E466052BF52}"/>
              </a:ext>
            </a:extLst>
          </p:cNvPr>
          <p:cNvGrpSpPr/>
          <p:nvPr userDrawn="1"/>
        </p:nvGrpSpPr>
        <p:grpSpPr>
          <a:xfrm>
            <a:off x="265625" y="6323271"/>
            <a:ext cx="1249223" cy="369648"/>
            <a:chOff x="265625" y="6323271"/>
            <a:chExt cx="1249223" cy="369648"/>
          </a:xfrm>
          <a:solidFill>
            <a:schemeClr val="tx1"/>
          </a:solidFill>
        </p:grpSpPr>
        <p:grpSp>
          <p:nvGrpSpPr>
            <p:cNvPr id="40" name="Graphic 8">
              <a:extLst>
                <a:ext uri="{FF2B5EF4-FFF2-40B4-BE49-F238E27FC236}">
                  <a16:creationId xmlns:a16="http://schemas.microsoft.com/office/drawing/2014/main" id="{1287141A-AA2B-4B0A-BFA9-B84F27B17532}"/>
                </a:ext>
              </a:extLst>
            </p:cNvPr>
            <p:cNvGrpSpPr/>
            <p:nvPr/>
          </p:nvGrpSpPr>
          <p:grpSpPr>
            <a:xfrm>
              <a:off x="745455" y="6594444"/>
              <a:ext cx="722662" cy="98475"/>
              <a:chOff x="745455" y="6594444"/>
              <a:chExt cx="722662" cy="98475"/>
            </a:xfrm>
            <a:grpFill/>
          </p:grpSpPr>
          <p:sp>
            <p:nvSpPr>
              <p:cNvPr id="49" name="Freeform 49">
                <a:extLst>
                  <a:ext uri="{FF2B5EF4-FFF2-40B4-BE49-F238E27FC236}">
                    <a16:creationId xmlns:a16="http://schemas.microsoft.com/office/drawing/2014/main" id="{1C066710-B26E-D1E3-18D6-B3AA21057E19}"/>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grpFill/>
              <a:ln w="6345" cap="flat">
                <a:noFill/>
                <a:prstDash val="solid"/>
                <a:miter/>
              </a:ln>
            </p:spPr>
            <p:txBody>
              <a:bodyPr rtlCol="0" anchor="ctr"/>
              <a:lstStyle/>
              <a:p>
                <a:endParaRPr lang="en-US">
                  <a:solidFill>
                    <a:schemeClr val="bg1"/>
                  </a:solidFill>
                </a:endParaRPr>
              </a:p>
            </p:txBody>
          </p:sp>
          <p:sp>
            <p:nvSpPr>
              <p:cNvPr id="50" name="Freeform 50">
                <a:extLst>
                  <a:ext uri="{FF2B5EF4-FFF2-40B4-BE49-F238E27FC236}">
                    <a16:creationId xmlns:a16="http://schemas.microsoft.com/office/drawing/2014/main" id="{17E74D78-C752-D8A6-FF08-1CF49E8D7D28}"/>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grpFill/>
              <a:ln w="6345" cap="flat">
                <a:noFill/>
                <a:prstDash val="solid"/>
                <a:miter/>
              </a:ln>
            </p:spPr>
            <p:txBody>
              <a:bodyPr rtlCol="0" anchor="ctr"/>
              <a:lstStyle/>
              <a:p>
                <a:endParaRPr lang="en-US">
                  <a:solidFill>
                    <a:schemeClr val="bg1"/>
                  </a:solidFill>
                </a:endParaRPr>
              </a:p>
            </p:txBody>
          </p:sp>
          <p:sp>
            <p:nvSpPr>
              <p:cNvPr id="53" name="Freeform 51">
                <a:extLst>
                  <a:ext uri="{FF2B5EF4-FFF2-40B4-BE49-F238E27FC236}">
                    <a16:creationId xmlns:a16="http://schemas.microsoft.com/office/drawing/2014/main" id="{E956BC4F-EAFF-0316-8046-249832691876}"/>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grpFill/>
              <a:ln w="6345" cap="flat">
                <a:noFill/>
                <a:prstDash val="solid"/>
                <a:miter/>
              </a:ln>
            </p:spPr>
            <p:txBody>
              <a:bodyPr rtlCol="0" anchor="ctr"/>
              <a:lstStyle/>
              <a:p>
                <a:endParaRPr lang="en-US">
                  <a:solidFill>
                    <a:schemeClr val="bg1"/>
                  </a:solidFill>
                </a:endParaRPr>
              </a:p>
            </p:txBody>
          </p:sp>
          <p:sp>
            <p:nvSpPr>
              <p:cNvPr id="54" name="Freeform 52">
                <a:extLst>
                  <a:ext uri="{FF2B5EF4-FFF2-40B4-BE49-F238E27FC236}">
                    <a16:creationId xmlns:a16="http://schemas.microsoft.com/office/drawing/2014/main" id="{11ABB7B0-C48D-D848-95FC-587FB08D89B1}"/>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grpFill/>
              <a:ln w="6345" cap="flat">
                <a:noFill/>
                <a:prstDash val="solid"/>
                <a:miter/>
              </a:ln>
            </p:spPr>
            <p:txBody>
              <a:bodyPr rtlCol="0" anchor="ctr"/>
              <a:lstStyle/>
              <a:p>
                <a:endParaRPr lang="en-US">
                  <a:solidFill>
                    <a:schemeClr val="bg1"/>
                  </a:solidFill>
                </a:endParaRPr>
              </a:p>
            </p:txBody>
          </p:sp>
          <p:sp>
            <p:nvSpPr>
              <p:cNvPr id="55" name="Freeform 53">
                <a:extLst>
                  <a:ext uri="{FF2B5EF4-FFF2-40B4-BE49-F238E27FC236}">
                    <a16:creationId xmlns:a16="http://schemas.microsoft.com/office/drawing/2014/main" id="{23892A0C-9FCE-A2F5-4A3D-C3330D546A4B}"/>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6" name="Freeform 54">
                <a:extLst>
                  <a:ext uri="{FF2B5EF4-FFF2-40B4-BE49-F238E27FC236}">
                    <a16:creationId xmlns:a16="http://schemas.microsoft.com/office/drawing/2014/main" id="{109C5B71-71F9-4AD1-51F2-47EA49F9769D}"/>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grpFill/>
              <a:ln w="6345" cap="flat">
                <a:noFill/>
                <a:prstDash val="solid"/>
                <a:miter/>
              </a:ln>
            </p:spPr>
            <p:txBody>
              <a:bodyPr rtlCol="0" anchor="ctr"/>
              <a:lstStyle/>
              <a:p>
                <a:endParaRPr lang="en-US">
                  <a:solidFill>
                    <a:schemeClr val="bg1"/>
                  </a:solidFill>
                </a:endParaRPr>
              </a:p>
            </p:txBody>
          </p:sp>
          <p:sp>
            <p:nvSpPr>
              <p:cNvPr id="57" name="Freeform 55">
                <a:extLst>
                  <a:ext uri="{FF2B5EF4-FFF2-40B4-BE49-F238E27FC236}">
                    <a16:creationId xmlns:a16="http://schemas.microsoft.com/office/drawing/2014/main" id="{1B0AB11E-CABA-4FFE-5521-213169BFDFC1}"/>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grpFill/>
              <a:ln w="6345" cap="flat">
                <a:noFill/>
                <a:prstDash val="solid"/>
                <a:miter/>
              </a:ln>
            </p:spPr>
            <p:txBody>
              <a:bodyPr rtlCol="0" anchor="ctr"/>
              <a:lstStyle/>
              <a:p>
                <a:endParaRPr lang="en-US">
                  <a:solidFill>
                    <a:schemeClr val="bg1"/>
                  </a:solidFill>
                </a:endParaRPr>
              </a:p>
            </p:txBody>
          </p:sp>
          <p:sp>
            <p:nvSpPr>
              <p:cNvPr id="58" name="Freeform 56">
                <a:extLst>
                  <a:ext uri="{FF2B5EF4-FFF2-40B4-BE49-F238E27FC236}">
                    <a16:creationId xmlns:a16="http://schemas.microsoft.com/office/drawing/2014/main" id="{BEC0AE63-DA48-1109-85C6-871ECA0854B5}"/>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9" name="Freeform 57">
                <a:extLst>
                  <a:ext uri="{FF2B5EF4-FFF2-40B4-BE49-F238E27FC236}">
                    <a16:creationId xmlns:a16="http://schemas.microsoft.com/office/drawing/2014/main" id="{D5D2CE9B-809B-9734-8DCA-B3AC5B5BE677}"/>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60" name="Freeform 58">
                <a:extLst>
                  <a:ext uri="{FF2B5EF4-FFF2-40B4-BE49-F238E27FC236}">
                    <a16:creationId xmlns:a16="http://schemas.microsoft.com/office/drawing/2014/main" id="{4ADEE0A9-9710-7D46-37C9-DA1F237FE519}"/>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grpFill/>
              <a:ln w="6345" cap="flat">
                <a:noFill/>
                <a:prstDash val="solid"/>
                <a:miter/>
              </a:ln>
            </p:spPr>
            <p:txBody>
              <a:bodyPr rtlCol="0" anchor="ctr"/>
              <a:lstStyle/>
              <a:p>
                <a:endParaRPr lang="en-US">
                  <a:solidFill>
                    <a:schemeClr val="bg1"/>
                  </a:solidFill>
                </a:endParaRPr>
              </a:p>
            </p:txBody>
          </p:sp>
        </p:grpSp>
        <p:grpSp>
          <p:nvGrpSpPr>
            <p:cNvPr id="41" name="Graphic 8">
              <a:extLst>
                <a:ext uri="{FF2B5EF4-FFF2-40B4-BE49-F238E27FC236}">
                  <a16:creationId xmlns:a16="http://schemas.microsoft.com/office/drawing/2014/main" id="{BD93DA91-446A-F96C-CE09-5FB06F7FE181}"/>
                </a:ext>
              </a:extLst>
            </p:cNvPr>
            <p:cNvGrpSpPr/>
            <p:nvPr/>
          </p:nvGrpSpPr>
          <p:grpSpPr>
            <a:xfrm>
              <a:off x="265625" y="6323271"/>
              <a:ext cx="1249223" cy="190348"/>
              <a:chOff x="265625" y="6323271"/>
              <a:chExt cx="1249223" cy="190348"/>
            </a:xfrm>
            <a:grpFill/>
          </p:grpSpPr>
          <p:sp>
            <p:nvSpPr>
              <p:cNvPr id="42" name="Freeform 60">
                <a:extLst>
                  <a:ext uri="{FF2B5EF4-FFF2-40B4-BE49-F238E27FC236}">
                    <a16:creationId xmlns:a16="http://schemas.microsoft.com/office/drawing/2014/main" id="{F00DA642-945F-5A86-57AF-04C4AED1224A}"/>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grpFill/>
              <a:ln w="6345" cap="flat">
                <a:noFill/>
                <a:prstDash val="solid"/>
                <a:miter/>
              </a:ln>
            </p:spPr>
            <p:txBody>
              <a:bodyPr rtlCol="0" anchor="ctr"/>
              <a:lstStyle/>
              <a:p>
                <a:endParaRPr lang="en-US">
                  <a:solidFill>
                    <a:schemeClr val="bg1"/>
                  </a:solidFill>
                </a:endParaRPr>
              </a:p>
            </p:txBody>
          </p:sp>
          <p:sp>
            <p:nvSpPr>
              <p:cNvPr id="43" name="Freeform 61">
                <a:extLst>
                  <a:ext uri="{FF2B5EF4-FFF2-40B4-BE49-F238E27FC236}">
                    <a16:creationId xmlns:a16="http://schemas.microsoft.com/office/drawing/2014/main" id="{DF0075F0-B738-3CD2-2EDB-6FC7CA0C9AC2}"/>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grpFill/>
              <a:ln w="6345" cap="flat">
                <a:noFill/>
                <a:prstDash val="solid"/>
                <a:miter/>
              </a:ln>
            </p:spPr>
            <p:txBody>
              <a:bodyPr rtlCol="0" anchor="ctr"/>
              <a:lstStyle/>
              <a:p>
                <a:endParaRPr lang="en-US">
                  <a:solidFill>
                    <a:schemeClr val="bg1"/>
                  </a:solidFill>
                </a:endParaRPr>
              </a:p>
            </p:txBody>
          </p:sp>
          <p:sp>
            <p:nvSpPr>
              <p:cNvPr id="44" name="Freeform 62">
                <a:extLst>
                  <a:ext uri="{FF2B5EF4-FFF2-40B4-BE49-F238E27FC236}">
                    <a16:creationId xmlns:a16="http://schemas.microsoft.com/office/drawing/2014/main" id="{8BBEB3D7-E405-4303-E5F9-F7C188A7E495}"/>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grpFill/>
              <a:ln w="6345" cap="flat">
                <a:noFill/>
                <a:prstDash val="solid"/>
                <a:miter/>
              </a:ln>
            </p:spPr>
            <p:txBody>
              <a:bodyPr rtlCol="0" anchor="ctr"/>
              <a:lstStyle/>
              <a:p>
                <a:endParaRPr lang="en-US">
                  <a:solidFill>
                    <a:schemeClr val="bg1"/>
                  </a:solidFill>
                </a:endParaRPr>
              </a:p>
            </p:txBody>
          </p:sp>
          <p:sp>
            <p:nvSpPr>
              <p:cNvPr id="45" name="Freeform 63">
                <a:extLst>
                  <a:ext uri="{FF2B5EF4-FFF2-40B4-BE49-F238E27FC236}">
                    <a16:creationId xmlns:a16="http://schemas.microsoft.com/office/drawing/2014/main" id="{27121B67-8C5B-C0A8-81BF-983C52B84900}"/>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grpFill/>
              <a:ln w="6345" cap="flat">
                <a:noFill/>
                <a:prstDash val="solid"/>
                <a:miter/>
              </a:ln>
            </p:spPr>
            <p:txBody>
              <a:bodyPr rtlCol="0" anchor="ctr"/>
              <a:lstStyle/>
              <a:p>
                <a:endParaRPr lang="en-US">
                  <a:solidFill>
                    <a:schemeClr val="bg1"/>
                  </a:solidFill>
                </a:endParaRPr>
              </a:p>
            </p:txBody>
          </p:sp>
          <p:sp>
            <p:nvSpPr>
              <p:cNvPr id="46" name="Freeform 64">
                <a:extLst>
                  <a:ext uri="{FF2B5EF4-FFF2-40B4-BE49-F238E27FC236}">
                    <a16:creationId xmlns:a16="http://schemas.microsoft.com/office/drawing/2014/main" id="{AB234BB0-68CB-1B7B-2215-CF5302E248EA}"/>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grpFill/>
              <a:ln w="6345" cap="flat">
                <a:noFill/>
                <a:prstDash val="solid"/>
                <a:miter/>
              </a:ln>
            </p:spPr>
            <p:txBody>
              <a:bodyPr rtlCol="0" anchor="ctr"/>
              <a:lstStyle/>
              <a:p>
                <a:endParaRPr lang="en-US">
                  <a:solidFill>
                    <a:schemeClr val="bg1"/>
                  </a:solidFill>
                </a:endParaRPr>
              </a:p>
            </p:txBody>
          </p:sp>
          <p:sp>
            <p:nvSpPr>
              <p:cNvPr id="47" name="Freeform 65">
                <a:extLst>
                  <a:ext uri="{FF2B5EF4-FFF2-40B4-BE49-F238E27FC236}">
                    <a16:creationId xmlns:a16="http://schemas.microsoft.com/office/drawing/2014/main" id="{7E66E60A-E387-27FC-C421-69C1B6A8382F}"/>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grpFill/>
              <a:ln w="6345" cap="flat">
                <a:noFill/>
                <a:prstDash val="solid"/>
                <a:miter/>
              </a:ln>
            </p:spPr>
            <p:txBody>
              <a:bodyPr rtlCol="0" anchor="ctr"/>
              <a:lstStyle/>
              <a:p>
                <a:endParaRPr lang="en-US">
                  <a:solidFill>
                    <a:schemeClr val="bg1"/>
                  </a:solidFill>
                </a:endParaRPr>
              </a:p>
            </p:txBody>
          </p:sp>
          <p:sp>
            <p:nvSpPr>
              <p:cNvPr id="48" name="Freeform 66">
                <a:extLst>
                  <a:ext uri="{FF2B5EF4-FFF2-40B4-BE49-F238E27FC236}">
                    <a16:creationId xmlns:a16="http://schemas.microsoft.com/office/drawing/2014/main" id="{1113AF47-BC85-4E31-745F-72A7961DCA34}"/>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grpFill/>
              <a:ln w="6345" cap="flat">
                <a:noFill/>
                <a:prstDash val="solid"/>
                <a:miter/>
              </a:ln>
            </p:spPr>
            <p:txBody>
              <a:bodyPr rtlCol="0" anchor="ctr"/>
              <a:lstStyle/>
              <a:p>
                <a:endParaRPr lang="en-US">
                  <a:solidFill>
                    <a:schemeClr val="bg1"/>
                  </a:solidFill>
                </a:endParaRPr>
              </a:p>
            </p:txBody>
          </p:sp>
        </p:grpSp>
      </p:grpSp>
      <p:sp>
        <p:nvSpPr>
          <p:cNvPr id="2" name="TextBox 1">
            <a:extLst>
              <a:ext uri="{FF2B5EF4-FFF2-40B4-BE49-F238E27FC236}">
                <a16:creationId xmlns:a16="http://schemas.microsoft.com/office/drawing/2014/main" id="{EB6E9A2C-A30C-1FC4-7D2B-2E73E9CAB87C}"/>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chemeClr val="tx1"/>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chemeClr val="tx1"/>
              </a:solidFill>
              <a:latin typeface="+mn-lt"/>
              <a:sym typeface="Arial" panose="020B0604020202020204" pitchFamily="34" charset="0"/>
              <a:rtl val="0"/>
            </a:endParaRPr>
          </a:p>
        </p:txBody>
      </p:sp>
    </p:spTree>
    <p:extLst>
      <p:ext uri="{BB962C8B-B14F-4D97-AF65-F5344CB8AC3E}">
        <p14:creationId xmlns:p14="http://schemas.microsoft.com/office/powerpoint/2010/main" val="15771926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10.xml><?xml version="1.0" encoding="utf-8"?>
<p:sldLayout xmlns:a="http://schemas.openxmlformats.org/drawingml/2006/main" xmlns:r="http://schemas.openxmlformats.org/officeDocument/2006/relationships" xmlns:p="http://schemas.openxmlformats.org/presentationml/2006/main" showMasterSp="0" preserve="1">
  <p:cSld name="Quote – Photo 5">
    <p:bg>
      <p:bgRef idx="1001">
        <a:schemeClr val="bg1"/>
      </p:bgRef>
    </p:bg>
    <p:spTree>
      <p:nvGrpSpPr>
        <p:cNvPr id="1" name=""/>
        <p:cNvGrpSpPr/>
        <p:nvPr/>
      </p:nvGrpSpPr>
      <p:grpSpPr>
        <a:xfrm>
          <a:off x="0" y="0"/>
          <a:ext cx="0" cy="0"/>
          <a:chOff x="0" y="0"/>
          <a:chExt cx="0" cy="0"/>
        </a:xfrm>
      </p:grpSpPr>
      <p:pic>
        <p:nvPicPr>
          <p:cNvPr id="14" name="Picture 13" descr="Looking up view of a tall building with glass windows&#10;&#10;Description automatically generated">
            <a:extLst>
              <a:ext uri="{FF2B5EF4-FFF2-40B4-BE49-F238E27FC236}">
                <a16:creationId xmlns:a16="http://schemas.microsoft.com/office/drawing/2014/main" id="{B58239E3-9C93-6272-ED1E-D9695DC94E85}"/>
              </a:ext>
            </a:extLst>
          </p:cNvPr>
          <p:cNvPicPr>
            <a:picLocks noChangeAspect="1"/>
          </p:cNvPicPr>
          <p:nvPr/>
        </p:nvPicPr>
        <p:blipFill rotWithShape="1">
          <a:blip r:embed="rId2">
            <a:alphaModFix/>
          </a:blip>
          <a:srcRect l="161" t="1221" r="1066" b="309"/>
          <a:stretch/>
        </p:blipFill>
        <p:spPr>
          <a:xfrm>
            <a:off x="1829993" y="0"/>
            <a:ext cx="10358832" cy="6858000"/>
          </a:xfrm>
          <a:prstGeom prst="rect">
            <a:avLst/>
          </a:prstGeom>
        </p:spPr>
      </p:pic>
      <p:pic>
        <p:nvPicPr>
          <p:cNvPr id="3" name="Graphic 2">
            <a:extLst>
              <a:ext uri="{FF2B5EF4-FFF2-40B4-BE49-F238E27FC236}">
                <a16:creationId xmlns:a16="http://schemas.microsoft.com/office/drawing/2014/main" id="{26674980-3D29-D390-CCF3-4BAE501BFC6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0" y="0"/>
            <a:ext cx="11904689" cy="6858000"/>
          </a:xfrm>
          <a:prstGeom prst="rect">
            <a:avLst/>
          </a:prstGeom>
        </p:spPr>
      </p:pic>
      <p:sp>
        <p:nvSpPr>
          <p:cNvPr id="15" name="page number">
            <a:extLst>
              <a:ext uri="{FF2B5EF4-FFF2-40B4-BE49-F238E27FC236}">
                <a16:creationId xmlns:a16="http://schemas.microsoft.com/office/drawing/2014/main" id="{65B8D505-D55C-B546-9B33-22157CD80DE2}"/>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bg1"/>
                </a:solidFill>
              </a:rPr>
              <a:pPr lvl="0" algn="r"/>
              <a:t>‹#›</a:t>
            </a:fld>
            <a:endParaRPr lang="en-US">
              <a:solidFill>
                <a:schemeClr val="bg1"/>
              </a:solidFill>
            </a:endParaRPr>
          </a:p>
        </p:txBody>
      </p:sp>
      <p:sp>
        <p:nvSpPr>
          <p:cNvPr id="16" name="Freeform: Shape 15">
            <a:extLst>
              <a:ext uri="{FF2B5EF4-FFF2-40B4-BE49-F238E27FC236}">
                <a16:creationId xmlns:a16="http://schemas.microsoft.com/office/drawing/2014/main" id="{49B903B5-7F2F-E66E-598F-E60B2A8F00A5}"/>
              </a:ext>
            </a:extLst>
          </p:cNvPr>
          <p:cNvSpPr/>
          <p:nvPr/>
        </p:nvSpPr>
        <p:spPr>
          <a:xfrm>
            <a:off x="6477" y="0"/>
            <a:ext cx="10295334" cy="6040452"/>
          </a:xfrm>
          <a:custGeom>
            <a:avLst/>
            <a:gdLst>
              <a:gd name="connsiteX0" fmla="*/ 10186830 w 10295334"/>
              <a:gd name="connsiteY0" fmla="*/ 0 h 6040452"/>
              <a:gd name="connsiteX1" fmla="*/ 10295334 w 10295334"/>
              <a:gd name="connsiteY1" fmla="*/ 0 h 6040452"/>
              <a:gd name="connsiteX2" fmla="*/ 4722761 w 10295334"/>
              <a:gd name="connsiteY2" fmla="*/ 5572574 h 6040452"/>
              <a:gd name="connsiteX3" fmla="*/ 3593131 w 10295334"/>
              <a:gd name="connsiteY3" fmla="*/ 6040452 h 6040452"/>
              <a:gd name="connsiteX4" fmla="*/ 0 w 10295334"/>
              <a:gd name="connsiteY4" fmla="*/ 6040452 h 6040452"/>
              <a:gd name="connsiteX5" fmla="*/ 0 w 10295334"/>
              <a:gd name="connsiteY5" fmla="*/ 5963772 h 6040452"/>
              <a:gd name="connsiteX6" fmla="*/ 3593131 w 10295334"/>
              <a:gd name="connsiteY6" fmla="*/ 5963772 h 6040452"/>
              <a:gd name="connsiteX7" fmla="*/ 4175135 w 10295334"/>
              <a:gd name="connsiteY7" fmla="*/ 5847985 h 6040452"/>
              <a:gd name="connsiteX8" fmla="*/ 4668509 w 10295334"/>
              <a:gd name="connsiteY8" fmla="*/ 5518323 h 60404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295334" h="6040452">
                <a:moveTo>
                  <a:pt x="10186830" y="0"/>
                </a:moveTo>
                <a:lnTo>
                  <a:pt x="10295334" y="0"/>
                </a:lnTo>
                <a:lnTo>
                  <a:pt x="4722761" y="5572574"/>
                </a:lnTo>
                <a:cubicBezTo>
                  <a:pt x="4423133" y="5872139"/>
                  <a:pt x="4016790" y="6040452"/>
                  <a:pt x="3593131" y="6040452"/>
                </a:cubicBezTo>
                <a:lnTo>
                  <a:pt x="0" y="6040452"/>
                </a:lnTo>
                <a:lnTo>
                  <a:pt x="0" y="5963772"/>
                </a:lnTo>
                <a:lnTo>
                  <a:pt x="3593131" y="5963772"/>
                </a:lnTo>
                <a:cubicBezTo>
                  <a:pt x="3793842" y="5963772"/>
                  <a:pt x="3989696" y="5924793"/>
                  <a:pt x="4175135" y="5847985"/>
                </a:cubicBezTo>
                <a:cubicBezTo>
                  <a:pt x="4360575" y="5771176"/>
                  <a:pt x="4526588" y="5660245"/>
                  <a:pt x="4668509" y="5518323"/>
                </a:cubicBezTo>
                <a:close/>
              </a:path>
            </a:pathLst>
          </a:custGeom>
          <a:gradFill>
            <a:gsLst>
              <a:gs pos="12000">
                <a:schemeClr val="accent3"/>
              </a:gs>
              <a:gs pos="85000">
                <a:schemeClr val="accent1"/>
              </a:gs>
            </a:gsLst>
            <a:lin ang="0" scaled="1"/>
          </a:gradFill>
          <a:ln w="0" cap="flat">
            <a:noFill/>
            <a:prstDash val="solid"/>
            <a:miter/>
          </a:ln>
        </p:spPr>
        <p:txBody>
          <a:bodyPr rtlCol="0" anchor="ctr"/>
          <a:lstStyle/>
          <a:p>
            <a:endParaRPr lang="en-US"/>
          </a:p>
        </p:txBody>
      </p:sp>
      <p:sp>
        <p:nvSpPr>
          <p:cNvPr id="8" name="Text Placeholder 7">
            <a:extLst>
              <a:ext uri="{FF2B5EF4-FFF2-40B4-BE49-F238E27FC236}">
                <a16:creationId xmlns:a16="http://schemas.microsoft.com/office/drawing/2014/main" id="{B6C21BA7-C6D2-446E-8FD2-266107E90C49}"/>
              </a:ext>
            </a:extLst>
          </p:cNvPr>
          <p:cNvSpPr>
            <a:spLocks noGrp="1"/>
          </p:cNvSpPr>
          <p:nvPr>
            <p:ph type="body" sz="quarter" idx="16" hasCustomPrompt="1"/>
          </p:nvPr>
        </p:nvSpPr>
        <p:spPr>
          <a:xfrm>
            <a:off x="438912" y="1600200"/>
            <a:ext cx="4754880" cy="3200400"/>
          </a:xfrm>
        </p:spPr>
        <p:txBody>
          <a:bodyPr anchor="b"/>
          <a:lstStyle>
            <a:lvl1pPr marL="169863" indent="-169863">
              <a:buClrTx/>
              <a:buSzPct val="100000"/>
              <a:buFont typeface="Arial" panose="020B0604020202020204" pitchFamily="34" charset="0"/>
              <a:buChar char="“"/>
              <a:defRPr sz="2800">
                <a:solidFill>
                  <a:schemeClr val="tx1"/>
                </a:solidFill>
              </a:defRPr>
            </a:lvl1pPr>
            <a:lvl2pPr marL="457200" indent="-184150">
              <a:buClrTx/>
              <a:buFont typeface="Arial" panose="020B0604020202020204" pitchFamily="34" charset="0"/>
              <a:buChar char="“"/>
              <a:defRPr>
                <a:solidFill>
                  <a:schemeClr val="bg1"/>
                </a:solidFill>
              </a:defRPr>
            </a:lvl2pPr>
            <a:lvl3pPr marL="744538" indent="-169863">
              <a:buClrTx/>
              <a:buFont typeface="Arial" panose="020B0604020202020204" pitchFamily="34" charset="0"/>
              <a:buChar char="“"/>
              <a:defRPr>
                <a:solidFill>
                  <a:schemeClr val="bg1"/>
                </a:solidFill>
              </a:defRPr>
            </a:lvl3pPr>
            <a:lvl4pPr marL="969963" indent="-166688">
              <a:buClrTx/>
              <a:buFont typeface="Arial" panose="020B0604020202020204" pitchFamily="34" charset="0"/>
              <a:buChar char="“"/>
              <a:defRPr>
                <a:solidFill>
                  <a:schemeClr val="bg1"/>
                </a:solidFill>
              </a:defRPr>
            </a:lvl4pPr>
            <a:lvl5pPr marL="1143000" indent="-138113">
              <a:buClrTx/>
              <a:buFont typeface="Arial" panose="020B0604020202020204" pitchFamily="34" charset="0"/>
              <a:buChar char="“"/>
              <a:defRPr>
                <a:solidFill>
                  <a:schemeClr val="bg1"/>
                </a:solidFill>
              </a:defRPr>
            </a:lvl5pPr>
          </a:lstStyle>
          <a:p>
            <a:pPr lvl="0"/>
            <a:r>
              <a:rPr lang="en-US"/>
              <a:t>Quote page with photo showing a building. Click to replace text.”</a:t>
            </a:r>
          </a:p>
        </p:txBody>
      </p:sp>
      <p:sp>
        <p:nvSpPr>
          <p:cNvPr id="11" name="Text Placeholder 10">
            <a:extLst>
              <a:ext uri="{FF2B5EF4-FFF2-40B4-BE49-F238E27FC236}">
                <a16:creationId xmlns:a16="http://schemas.microsoft.com/office/drawing/2014/main" id="{0762CBDD-60C2-443D-88B5-C596896049D8}"/>
              </a:ext>
            </a:extLst>
          </p:cNvPr>
          <p:cNvSpPr>
            <a:spLocks noGrp="1"/>
          </p:cNvSpPr>
          <p:nvPr>
            <p:ph type="body" sz="quarter" idx="17" hasCustomPrompt="1"/>
          </p:nvPr>
        </p:nvSpPr>
        <p:spPr>
          <a:xfrm>
            <a:off x="612648" y="5065775"/>
            <a:ext cx="3603217" cy="642005"/>
          </a:xfrm>
        </p:spPr>
        <p:txBody>
          <a:bodyPr/>
          <a:lstStyle>
            <a:lvl1pPr>
              <a:defRPr sz="1800">
                <a:solidFill>
                  <a:schemeClr val="tx1"/>
                </a:solidFill>
              </a:defRPr>
            </a:lvl1pPr>
          </a:lstStyle>
          <a:p>
            <a:pPr lvl="0"/>
            <a:r>
              <a:rPr lang="en-US"/>
              <a:t>Source Name</a:t>
            </a:r>
          </a:p>
        </p:txBody>
      </p:sp>
      <p:sp>
        <p:nvSpPr>
          <p:cNvPr id="18" name="TextBox 17">
            <a:extLst>
              <a:ext uri="{FF2B5EF4-FFF2-40B4-BE49-F238E27FC236}">
                <a16:creationId xmlns:a16="http://schemas.microsoft.com/office/drawing/2014/main" id="{B8C89D83-34B7-9DE5-2D23-D9CC98989628}"/>
              </a:ext>
            </a:extLst>
          </p:cNvPr>
          <p:cNvSpPr txBox="1"/>
          <p:nvPr/>
        </p:nvSpPr>
        <p:spPr>
          <a:xfrm>
            <a:off x="1645084" y="6461498"/>
            <a:ext cx="44884" cy="127471"/>
          </a:xfrm>
          <a:prstGeom prst="rect">
            <a:avLst/>
          </a:prstGeom>
          <a:noFill/>
        </p:spPr>
        <p:txBody>
          <a:bodyPr wrap="none" lIns="0" tIns="0" rIns="0" bIns="0" rtlCol="0">
            <a:spAutoFit/>
          </a:bodyPr>
          <a:lstStyle/>
          <a:p>
            <a:pPr algn="l">
              <a:lnSpc>
                <a:spcPct val="130000"/>
              </a:lnSpc>
            </a:pPr>
            <a:r>
              <a:rPr lang="en-US" sz="700" spc="0" baseline="0" dirty="0">
                <a:ln/>
                <a:solidFill>
                  <a:schemeClr val="tx1"/>
                </a:solidFill>
                <a:latin typeface="Arial" panose="020B0604020202020204" pitchFamily="34" charset="0"/>
                <a:sym typeface="Arial" panose="020B0604020202020204" pitchFamily="34" charset="0"/>
                <a:rtl val="0"/>
              </a:rPr>
              <a:t>  </a:t>
            </a:r>
          </a:p>
        </p:txBody>
      </p:sp>
      <p:grpSp>
        <p:nvGrpSpPr>
          <p:cNvPr id="20" name="Graphic 8">
            <a:extLst>
              <a:ext uri="{FF2B5EF4-FFF2-40B4-BE49-F238E27FC236}">
                <a16:creationId xmlns:a16="http://schemas.microsoft.com/office/drawing/2014/main" id="{B313AB46-F6F1-7548-233A-70080E090ABE}"/>
              </a:ext>
            </a:extLst>
          </p:cNvPr>
          <p:cNvGrpSpPr/>
          <p:nvPr/>
        </p:nvGrpSpPr>
        <p:grpSpPr>
          <a:xfrm>
            <a:off x="265625" y="6323271"/>
            <a:ext cx="1249223" cy="369648"/>
            <a:chOff x="265625" y="6323271"/>
            <a:chExt cx="1249223" cy="369648"/>
          </a:xfrm>
          <a:solidFill>
            <a:schemeClr val="tx1"/>
          </a:solidFill>
        </p:grpSpPr>
        <p:grpSp>
          <p:nvGrpSpPr>
            <p:cNvPr id="21" name="Graphic 8">
              <a:extLst>
                <a:ext uri="{FF2B5EF4-FFF2-40B4-BE49-F238E27FC236}">
                  <a16:creationId xmlns:a16="http://schemas.microsoft.com/office/drawing/2014/main" id="{16B66651-CA05-C7CB-6AE6-5BBB5AB3905A}"/>
                </a:ext>
              </a:extLst>
            </p:cNvPr>
            <p:cNvGrpSpPr/>
            <p:nvPr/>
          </p:nvGrpSpPr>
          <p:grpSpPr>
            <a:xfrm>
              <a:off x="745455" y="6594444"/>
              <a:ext cx="722662" cy="98475"/>
              <a:chOff x="745455" y="6594444"/>
              <a:chExt cx="722662" cy="98475"/>
            </a:xfrm>
            <a:grpFill/>
          </p:grpSpPr>
          <p:sp>
            <p:nvSpPr>
              <p:cNvPr id="30" name="Freeform 49">
                <a:extLst>
                  <a:ext uri="{FF2B5EF4-FFF2-40B4-BE49-F238E27FC236}">
                    <a16:creationId xmlns:a16="http://schemas.microsoft.com/office/drawing/2014/main" id="{DE447064-204F-4225-B4B6-D91E27CBAD6F}"/>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grpFill/>
              <a:ln w="6345" cap="flat">
                <a:noFill/>
                <a:prstDash val="solid"/>
                <a:miter/>
              </a:ln>
            </p:spPr>
            <p:txBody>
              <a:bodyPr rtlCol="0" anchor="ctr"/>
              <a:lstStyle/>
              <a:p>
                <a:endParaRPr lang="en-US">
                  <a:solidFill>
                    <a:schemeClr val="bg1"/>
                  </a:solidFill>
                </a:endParaRPr>
              </a:p>
            </p:txBody>
          </p:sp>
          <p:sp>
            <p:nvSpPr>
              <p:cNvPr id="50" name="Freeform 50">
                <a:extLst>
                  <a:ext uri="{FF2B5EF4-FFF2-40B4-BE49-F238E27FC236}">
                    <a16:creationId xmlns:a16="http://schemas.microsoft.com/office/drawing/2014/main" id="{BC71CF05-E965-6FEA-1892-5ADD408578BD}"/>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grpFill/>
              <a:ln w="6345" cap="flat">
                <a:noFill/>
                <a:prstDash val="solid"/>
                <a:miter/>
              </a:ln>
            </p:spPr>
            <p:txBody>
              <a:bodyPr rtlCol="0" anchor="ctr"/>
              <a:lstStyle/>
              <a:p>
                <a:endParaRPr lang="en-US">
                  <a:solidFill>
                    <a:schemeClr val="bg1"/>
                  </a:solidFill>
                </a:endParaRPr>
              </a:p>
            </p:txBody>
          </p:sp>
          <p:sp>
            <p:nvSpPr>
              <p:cNvPr id="51" name="Freeform 51">
                <a:extLst>
                  <a:ext uri="{FF2B5EF4-FFF2-40B4-BE49-F238E27FC236}">
                    <a16:creationId xmlns:a16="http://schemas.microsoft.com/office/drawing/2014/main" id="{2B0E1D31-FDF5-DCF3-829D-706DAAB219EA}"/>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grpFill/>
              <a:ln w="6345" cap="flat">
                <a:noFill/>
                <a:prstDash val="solid"/>
                <a:miter/>
              </a:ln>
            </p:spPr>
            <p:txBody>
              <a:bodyPr rtlCol="0" anchor="ctr"/>
              <a:lstStyle/>
              <a:p>
                <a:endParaRPr lang="en-US">
                  <a:solidFill>
                    <a:schemeClr val="bg1"/>
                  </a:solidFill>
                </a:endParaRPr>
              </a:p>
            </p:txBody>
          </p:sp>
          <p:sp>
            <p:nvSpPr>
              <p:cNvPr id="52" name="Freeform 52">
                <a:extLst>
                  <a:ext uri="{FF2B5EF4-FFF2-40B4-BE49-F238E27FC236}">
                    <a16:creationId xmlns:a16="http://schemas.microsoft.com/office/drawing/2014/main" id="{CD1DB4F1-5803-C754-D908-25AB6C2EC97E}"/>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grpFill/>
              <a:ln w="6345" cap="flat">
                <a:noFill/>
                <a:prstDash val="solid"/>
                <a:miter/>
              </a:ln>
            </p:spPr>
            <p:txBody>
              <a:bodyPr rtlCol="0" anchor="ctr"/>
              <a:lstStyle/>
              <a:p>
                <a:endParaRPr lang="en-US">
                  <a:solidFill>
                    <a:schemeClr val="bg1"/>
                  </a:solidFill>
                </a:endParaRPr>
              </a:p>
            </p:txBody>
          </p:sp>
          <p:sp>
            <p:nvSpPr>
              <p:cNvPr id="53" name="Freeform 53">
                <a:extLst>
                  <a:ext uri="{FF2B5EF4-FFF2-40B4-BE49-F238E27FC236}">
                    <a16:creationId xmlns:a16="http://schemas.microsoft.com/office/drawing/2014/main" id="{84B26A25-3662-F756-7FAE-65E5273F2EED}"/>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4" name="Freeform 54">
                <a:extLst>
                  <a:ext uri="{FF2B5EF4-FFF2-40B4-BE49-F238E27FC236}">
                    <a16:creationId xmlns:a16="http://schemas.microsoft.com/office/drawing/2014/main" id="{1A481190-1482-7661-0DEF-3F26B2C271C9}"/>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grpFill/>
              <a:ln w="6345" cap="flat">
                <a:noFill/>
                <a:prstDash val="solid"/>
                <a:miter/>
              </a:ln>
            </p:spPr>
            <p:txBody>
              <a:bodyPr rtlCol="0" anchor="ctr"/>
              <a:lstStyle/>
              <a:p>
                <a:endParaRPr lang="en-US">
                  <a:solidFill>
                    <a:schemeClr val="bg1"/>
                  </a:solidFill>
                </a:endParaRPr>
              </a:p>
            </p:txBody>
          </p:sp>
          <p:sp>
            <p:nvSpPr>
              <p:cNvPr id="55" name="Freeform 55">
                <a:extLst>
                  <a:ext uri="{FF2B5EF4-FFF2-40B4-BE49-F238E27FC236}">
                    <a16:creationId xmlns:a16="http://schemas.microsoft.com/office/drawing/2014/main" id="{4F993F4B-50BB-6189-C1FF-B7DA8569DA43}"/>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grpFill/>
              <a:ln w="6345" cap="flat">
                <a:noFill/>
                <a:prstDash val="solid"/>
                <a:miter/>
              </a:ln>
            </p:spPr>
            <p:txBody>
              <a:bodyPr rtlCol="0" anchor="ctr"/>
              <a:lstStyle/>
              <a:p>
                <a:endParaRPr lang="en-US">
                  <a:solidFill>
                    <a:schemeClr val="bg1"/>
                  </a:solidFill>
                </a:endParaRPr>
              </a:p>
            </p:txBody>
          </p:sp>
          <p:sp>
            <p:nvSpPr>
              <p:cNvPr id="56" name="Freeform 56">
                <a:extLst>
                  <a:ext uri="{FF2B5EF4-FFF2-40B4-BE49-F238E27FC236}">
                    <a16:creationId xmlns:a16="http://schemas.microsoft.com/office/drawing/2014/main" id="{10F9046F-1DCD-7514-1672-62798186F105}"/>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7" name="Freeform 57">
                <a:extLst>
                  <a:ext uri="{FF2B5EF4-FFF2-40B4-BE49-F238E27FC236}">
                    <a16:creationId xmlns:a16="http://schemas.microsoft.com/office/drawing/2014/main" id="{6CE0977D-3D89-3E6A-450D-E7D4A69FC215}"/>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8" name="Freeform 58">
                <a:extLst>
                  <a:ext uri="{FF2B5EF4-FFF2-40B4-BE49-F238E27FC236}">
                    <a16:creationId xmlns:a16="http://schemas.microsoft.com/office/drawing/2014/main" id="{3EAFC586-7768-A5DE-0377-EDBAB1E13EE7}"/>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grpFill/>
              <a:ln w="6345" cap="flat">
                <a:noFill/>
                <a:prstDash val="solid"/>
                <a:miter/>
              </a:ln>
            </p:spPr>
            <p:txBody>
              <a:bodyPr rtlCol="0" anchor="ctr"/>
              <a:lstStyle/>
              <a:p>
                <a:endParaRPr lang="en-US">
                  <a:solidFill>
                    <a:schemeClr val="bg1"/>
                  </a:solidFill>
                </a:endParaRPr>
              </a:p>
            </p:txBody>
          </p:sp>
        </p:grpSp>
        <p:grpSp>
          <p:nvGrpSpPr>
            <p:cNvPr id="22" name="Graphic 8">
              <a:extLst>
                <a:ext uri="{FF2B5EF4-FFF2-40B4-BE49-F238E27FC236}">
                  <a16:creationId xmlns:a16="http://schemas.microsoft.com/office/drawing/2014/main" id="{D842B4DD-F1FB-EC35-383A-1F53319B094E}"/>
                </a:ext>
              </a:extLst>
            </p:cNvPr>
            <p:cNvGrpSpPr/>
            <p:nvPr/>
          </p:nvGrpSpPr>
          <p:grpSpPr>
            <a:xfrm>
              <a:off x="265625" y="6323271"/>
              <a:ext cx="1249223" cy="190348"/>
              <a:chOff x="265625" y="6323271"/>
              <a:chExt cx="1249223" cy="190348"/>
            </a:xfrm>
            <a:grpFill/>
          </p:grpSpPr>
          <p:sp>
            <p:nvSpPr>
              <p:cNvPr id="23" name="Freeform 60">
                <a:extLst>
                  <a:ext uri="{FF2B5EF4-FFF2-40B4-BE49-F238E27FC236}">
                    <a16:creationId xmlns:a16="http://schemas.microsoft.com/office/drawing/2014/main" id="{BFA6694F-C1C2-7D3E-CB1D-C91AE343F373}"/>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grpFill/>
              <a:ln w="6345" cap="flat">
                <a:noFill/>
                <a:prstDash val="solid"/>
                <a:miter/>
              </a:ln>
            </p:spPr>
            <p:txBody>
              <a:bodyPr rtlCol="0" anchor="ctr"/>
              <a:lstStyle/>
              <a:p>
                <a:endParaRPr lang="en-US">
                  <a:solidFill>
                    <a:schemeClr val="bg1"/>
                  </a:solidFill>
                </a:endParaRPr>
              </a:p>
            </p:txBody>
          </p:sp>
          <p:sp>
            <p:nvSpPr>
              <p:cNvPr id="24" name="Freeform 61">
                <a:extLst>
                  <a:ext uri="{FF2B5EF4-FFF2-40B4-BE49-F238E27FC236}">
                    <a16:creationId xmlns:a16="http://schemas.microsoft.com/office/drawing/2014/main" id="{A6D92E3F-3118-57BB-C0B4-66DCA0299E88}"/>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grpFill/>
              <a:ln w="6345" cap="flat">
                <a:noFill/>
                <a:prstDash val="solid"/>
                <a:miter/>
              </a:ln>
            </p:spPr>
            <p:txBody>
              <a:bodyPr rtlCol="0" anchor="ctr"/>
              <a:lstStyle/>
              <a:p>
                <a:endParaRPr lang="en-US">
                  <a:solidFill>
                    <a:schemeClr val="bg1"/>
                  </a:solidFill>
                </a:endParaRPr>
              </a:p>
            </p:txBody>
          </p:sp>
          <p:sp>
            <p:nvSpPr>
              <p:cNvPr id="25" name="Freeform 62">
                <a:extLst>
                  <a:ext uri="{FF2B5EF4-FFF2-40B4-BE49-F238E27FC236}">
                    <a16:creationId xmlns:a16="http://schemas.microsoft.com/office/drawing/2014/main" id="{5A01F2AD-EA45-EB64-56BC-05C1C6993AA8}"/>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grpFill/>
              <a:ln w="6345" cap="flat">
                <a:noFill/>
                <a:prstDash val="solid"/>
                <a:miter/>
              </a:ln>
            </p:spPr>
            <p:txBody>
              <a:bodyPr rtlCol="0" anchor="ctr"/>
              <a:lstStyle/>
              <a:p>
                <a:endParaRPr lang="en-US">
                  <a:solidFill>
                    <a:schemeClr val="bg1"/>
                  </a:solidFill>
                </a:endParaRPr>
              </a:p>
            </p:txBody>
          </p:sp>
          <p:sp>
            <p:nvSpPr>
              <p:cNvPr id="26" name="Freeform 63">
                <a:extLst>
                  <a:ext uri="{FF2B5EF4-FFF2-40B4-BE49-F238E27FC236}">
                    <a16:creationId xmlns:a16="http://schemas.microsoft.com/office/drawing/2014/main" id="{E88E6DB9-04BF-52E9-243F-9C0129D0D9E3}"/>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grpFill/>
              <a:ln w="6345" cap="flat">
                <a:noFill/>
                <a:prstDash val="solid"/>
                <a:miter/>
              </a:ln>
            </p:spPr>
            <p:txBody>
              <a:bodyPr rtlCol="0" anchor="ctr"/>
              <a:lstStyle/>
              <a:p>
                <a:endParaRPr lang="en-US">
                  <a:solidFill>
                    <a:schemeClr val="bg1"/>
                  </a:solidFill>
                </a:endParaRPr>
              </a:p>
            </p:txBody>
          </p:sp>
          <p:sp>
            <p:nvSpPr>
              <p:cNvPr id="27" name="Freeform 64">
                <a:extLst>
                  <a:ext uri="{FF2B5EF4-FFF2-40B4-BE49-F238E27FC236}">
                    <a16:creationId xmlns:a16="http://schemas.microsoft.com/office/drawing/2014/main" id="{269D09DD-6D49-9D68-0318-D45B96F85FCE}"/>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grpFill/>
              <a:ln w="6345" cap="flat">
                <a:noFill/>
                <a:prstDash val="solid"/>
                <a:miter/>
              </a:ln>
            </p:spPr>
            <p:txBody>
              <a:bodyPr rtlCol="0" anchor="ctr"/>
              <a:lstStyle/>
              <a:p>
                <a:endParaRPr lang="en-US">
                  <a:solidFill>
                    <a:schemeClr val="bg1"/>
                  </a:solidFill>
                </a:endParaRPr>
              </a:p>
            </p:txBody>
          </p:sp>
          <p:sp>
            <p:nvSpPr>
              <p:cNvPr id="28" name="Freeform 65">
                <a:extLst>
                  <a:ext uri="{FF2B5EF4-FFF2-40B4-BE49-F238E27FC236}">
                    <a16:creationId xmlns:a16="http://schemas.microsoft.com/office/drawing/2014/main" id="{14ED6E64-9503-EAFF-07F3-B2BEB464C499}"/>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grpFill/>
              <a:ln w="6345" cap="flat">
                <a:noFill/>
                <a:prstDash val="solid"/>
                <a:miter/>
              </a:ln>
            </p:spPr>
            <p:txBody>
              <a:bodyPr rtlCol="0" anchor="ctr"/>
              <a:lstStyle/>
              <a:p>
                <a:endParaRPr lang="en-US">
                  <a:solidFill>
                    <a:schemeClr val="bg1"/>
                  </a:solidFill>
                </a:endParaRPr>
              </a:p>
            </p:txBody>
          </p:sp>
          <p:sp>
            <p:nvSpPr>
              <p:cNvPr id="29" name="Freeform 66">
                <a:extLst>
                  <a:ext uri="{FF2B5EF4-FFF2-40B4-BE49-F238E27FC236}">
                    <a16:creationId xmlns:a16="http://schemas.microsoft.com/office/drawing/2014/main" id="{57E06DF9-22C9-B636-2D5D-1FE4635EF8A1}"/>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grpFill/>
              <a:ln w="6345" cap="flat">
                <a:noFill/>
                <a:prstDash val="solid"/>
                <a:miter/>
              </a:ln>
            </p:spPr>
            <p:txBody>
              <a:bodyPr rtlCol="0" anchor="ctr"/>
              <a:lstStyle/>
              <a:p>
                <a:endParaRPr lang="en-US">
                  <a:solidFill>
                    <a:schemeClr val="bg1"/>
                  </a:solidFill>
                </a:endParaRPr>
              </a:p>
            </p:txBody>
          </p:sp>
        </p:grpSp>
      </p:grpSp>
      <p:pic>
        <p:nvPicPr>
          <p:cNvPr id="31" name="Picture 30" descr="Looking up view of a tall building with glass windows&#10;&#10;Description automatically generated">
            <a:extLst>
              <a:ext uri="{FF2B5EF4-FFF2-40B4-BE49-F238E27FC236}">
                <a16:creationId xmlns:a16="http://schemas.microsoft.com/office/drawing/2014/main" id="{B58239E3-9C93-6272-ED1E-D9695DC94E85}"/>
              </a:ext>
            </a:extLst>
          </p:cNvPr>
          <p:cNvPicPr>
            <a:picLocks noChangeAspect="1"/>
          </p:cNvPicPr>
          <p:nvPr userDrawn="1"/>
        </p:nvPicPr>
        <p:blipFill rotWithShape="1">
          <a:blip r:embed="rId2">
            <a:alphaModFix/>
          </a:blip>
          <a:srcRect l="161" t="1221" r="1066" b="309"/>
          <a:stretch/>
        </p:blipFill>
        <p:spPr>
          <a:xfrm>
            <a:off x="1829993" y="0"/>
            <a:ext cx="10358832" cy="6858000"/>
          </a:xfrm>
          <a:prstGeom prst="rect">
            <a:avLst/>
          </a:prstGeom>
        </p:spPr>
      </p:pic>
      <p:pic>
        <p:nvPicPr>
          <p:cNvPr id="32" name="Graphic 2">
            <a:extLst>
              <a:ext uri="{FF2B5EF4-FFF2-40B4-BE49-F238E27FC236}">
                <a16:creationId xmlns:a16="http://schemas.microsoft.com/office/drawing/2014/main" id="{26674980-3D29-D390-CCF3-4BAE501BFC6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0" y="0"/>
            <a:ext cx="11904689" cy="6858000"/>
          </a:xfrm>
          <a:prstGeom prst="rect">
            <a:avLst/>
          </a:prstGeom>
        </p:spPr>
      </p:pic>
      <p:sp>
        <p:nvSpPr>
          <p:cNvPr id="33" name="page number">
            <a:extLst>
              <a:ext uri="{FF2B5EF4-FFF2-40B4-BE49-F238E27FC236}">
                <a16:creationId xmlns:a16="http://schemas.microsoft.com/office/drawing/2014/main" id="{65B8D505-D55C-B546-9B33-22157CD80DE2}"/>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bg1"/>
                </a:solidFill>
              </a:rPr>
              <a:pPr lvl="0" algn="r"/>
              <a:t>‹#›</a:t>
            </a:fld>
            <a:endParaRPr lang="en-US">
              <a:solidFill>
                <a:schemeClr val="bg1"/>
              </a:solidFill>
            </a:endParaRPr>
          </a:p>
        </p:txBody>
      </p:sp>
      <p:sp>
        <p:nvSpPr>
          <p:cNvPr id="34" name="Freeform: Shape 15">
            <a:extLst>
              <a:ext uri="{FF2B5EF4-FFF2-40B4-BE49-F238E27FC236}">
                <a16:creationId xmlns:a16="http://schemas.microsoft.com/office/drawing/2014/main" id="{49B903B5-7F2F-E66E-598F-E60B2A8F00A5}"/>
              </a:ext>
            </a:extLst>
          </p:cNvPr>
          <p:cNvSpPr/>
          <p:nvPr userDrawn="1"/>
        </p:nvSpPr>
        <p:spPr>
          <a:xfrm>
            <a:off x="6477" y="0"/>
            <a:ext cx="10295334" cy="6040452"/>
          </a:xfrm>
          <a:custGeom>
            <a:avLst/>
            <a:gdLst>
              <a:gd name="connsiteX0" fmla="*/ 10186830 w 10295334"/>
              <a:gd name="connsiteY0" fmla="*/ 0 h 6040452"/>
              <a:gd name="connsiteX1" fmla="*/ 10295334 w 10295334"/>
              <a:gd name="connsiteY1" fmla="*/ 0 h 6040452"/>
              <a:gd name="connsiteX2" fmla="*/ 4722761 w 10295334"/>
              <a:gd name="connsiteY2" fmla="*/ 5572574 h 6040452"/>
              <a:gd name="connsiteX3" fmla="*/ 3593131 w 10295334"/>
              <a:gd name="connsiteY3" fmla="*/ 6040452 h 6040452"/>
              <a:gd name="connsiteX4" fmla="*/ 0 w 10295334"/>
              <a:gd name="connsiteY4" fmla="*/ 6040452 h 6040452"/>
              <a:gd name="connsiteX5" fmla="*/ 0 w 10295334"/>
              <a:gd name="connsiteY5" fmla="*/ 5963772 h 6040452"/>
              <a:gd name="connsiteX6" fmla="*/ 3593131 w 10295334"/>
              <a:gd name="connsiteY6" fmla="*/ 5963772 h 6040452"/>
              <a:gd name="connsiteX7" fmla="*/ 4175135 w 10295334"/>
              <a:gd name="connsiteY7" fmla="*/ 5847985 h 6040452"/>
              <a:gd name="connsiteX8" fmla="*/ 4668509 w 10295334"/>
              <a:gd name="connsiteY8" fmla="*/ 5518323 h 60404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295334" h="6040452">
                <a:moveTo>
                  <a:pt x="10186830" y="0"/>
                </a:moveTo>
                <a:lnTo>
                  <a:pt x="10295334" y="0"/>
                </a:lnTo>
                <a:lnTo>
                  <a:pt x="4722761" y="5572574"/>
                </a:lnTo>
                <a:cubicBezTo>
                  <a:pt x="4423133" y="5872139"/>
                  <a:pt x="4016790" y="6040452"/>
                  <a:pt x="3593131" y="6040452"/>
                </a:cubicBezTo>
                <a:lnTo>
                  <a:pt x="0" y="6040452"/>
                </a:lnTo>
                <a:lnTo>
                  <a:pt x="0" y="5963772"/>
                </a:lnTo>
                <a:lnTo>
                  <a:pt x="3593131" y="5963772"/>
                </a:lnTo>
                <a:cubicBezTo>
                  <a:pt x="3793842" y="5963772"/>
                  <a:pt x="3989696" y="5924793"/>
                  <a:pt x="4175135" y="5847985"/>
                </a:cubicBezTo>
                <a:cubicBezTo>
                  <a:pt x="4360575" y="5771176"/>
                  <a:pt x="4526588" y="5660245"/>
                  <a:pt x="4668509" y="5518323"/>
                </a:cubicBezTo>
                <a:close/>
              </a:path>
            </a:pathLst>
          </a:custGeom>
          <a:gradFill>
            <a:gsLst>
              <a:gs pos="12000">
                <a:schemeClr val="accent3"/>
              </a:gs>
              <a:gs pos="85000">
                <a:schemeClr val="accent1"/>
              </a:gs>
            </a:gsLst>
            <a:lin ang="0" scaled="1"/>
          </a:gradFill>
          <a:ln w="0" cap="flat">
            <a:noFill/>
            <a:prstDash val="solid"/>
            <a:miter/>
          </a:ln>
        </p:spPr>
        <p:txBody>
          <a:bodyPr rtlCol="0" anchor="ctr"/>
          <a:lstStyle/>
          <a:p>
            <a:endParaRPr lang="en-US"/>
          </a:p>
        </p:txBody>
      </p:sp>
      <p:grpSp>
        <p:nvGrpSpPr>
          <p:cNvPr id="37" name="Graphic 8">
            <a:extLst>
              <a:ext uri="{FF2B5EF4-FFF2-40B4-BE49-F238E27FC236}">
                <a16:creationId xmlns:a16="http://schemas.microsoft.com/office/drawing/2014/main" id="{B313AB46-F6F1-7548-233A-70080E090ABE}"/>
              </a:ext>
            </a:extLst>
          </p:cNvPr>
          <p:cNvGrpSpPr/>
          <p:nvPr userDrawn="1"/>
        </p:nvGrpSpPr>
        <p:grpSpPr>
          <a:xfrm>
            <a:off x="265625" y="6323271"/>
            <a:ext cx="1249223" cy="369648"/>
            <a:chOff x="265625" y="6323271"/>
            <a:chExt cx="1249223" cy="369648"/>
          </a:xfrm>
          <a:solidFill>
            <a:schemeClr val="tx1"/>
          </a:solidFill>
        </p:grpSpPr>
        <p:grpSp>
          <p:nvGrpSpPr>
            <p:cNvPr id="38" name="Graphic 8">
              <a:extLst>
                <a:ext uri="{FF2B5EF4-FFF2-40B4-BE49-F238E27FC236}">
                  <a16:creationId xmlns:a16="http://schemas.microsoft.com/office/drawing/2014/main" id="{16B66651-CA05-C7CB-6AE6-5BBB5AB3905A}"/>
                </a:ext>
              </a:extLst>
            </p:cNvPr>
            <p:cNvGrpSpPr/>
            <p:nvPr/>
          </p:nvGrpSpPr>
          <p:grpSpPr>
            <a:xfrm>
              <a:off x="745455" y="6594444"/>
              <a:ext cx="722662" cy="98475"/>
              <a:chOff x="745455" y="6594444"/>
              <a:chExt cx="722662" cy="98475"/>
            </a:xfrm>
            <a:grpFill/>
          </p:grpSpPr>
          <p:sp>
            <p:nvSpPr>
              <p:cNvPr id="47" name="Freeform 49">
                <a:extLst>
                  <a:ext uri="{FF2B5EF4-FFF2-40B4-BE49-F238E27FC236}">
                    <a16:creationId xmlns:a16="http://schemas.microsoft.com/office/drawing/2014/main" id="{DE447064-204F-4225-B4B6-D91E27CBAD6F}"/>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grpFill/>
              <a:ln w="6345" cap="flat">
                <a:noFill/>
                <a:prstDash val="solid"/>
                <a:miter/>
              </a:ln>
            </p:spPr>
            <p:txBody>
              <a:bodyPr rtlCol="0" anchor="ctr"/>
              <a:lstStyle/>
              <a:p>
                <a:endParaRPr lang="en-US">
                  <a:solidFill>
                    <a:schemeClr val="bg1"/>
                  </a:solidFill>
                </a:endParaRPr>
              </a:p>
            </p:txBody>
          </p:sp>
          <p:sp>
            <p:nvSpPr>
              <p:cNvPr id="48" name="Freeform 50">
                <a:extLst>
                  <a:ext uri="{FF2B5EF4-FFF2-40B4-BE49-F238E27FC236}">
                    <a16:creationId xmlns:a16="http://schemas.microsoft.com/office/drawing/2014/main" id="{BC71CF05-E965-6FEA-1892-5ADD408578BD}"/>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grpFill/>
              <a:ln w="6345" cap="flat">
                <a:noFill/>
                <a:prstDash val="solid"/>
                <a:miter/>
              </a:ln>
            </p:spPr>
            <p:txBody>
              <a:bodyPr rtlCol="0" anchor="ctr"/>
              <a:lstStyle/>
              <a:p>
                <a:endParaRPr lang="en-US">
                  <a:solidFill>
                    <a:schemeClr val="bg1"/>
                  </a:solidFill>
                </a:endParaRPr>
              </a:p>
            </p:txBody>
          </p:sp>
          <p:sp>
            <p:nvSpPr>
              <p:cNvPr id="49" name="Freeform 51">
                <a:extLst>
                  <a:ext uri="{FF2B5EF4-FFF2-40B4-BE49-F238E27FC236}">
                    <a16:creationId xmlns:a16="http://schemas.microsoft.com/office/drawing/2014/main" id="{2B0E1D31-FDF5-DCF3-829D-706DAAB219EA}"/>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grpFill/>
              <a:ln w="6345" cap="flat">
                <a:noFill/>
                <a:prstDash val="solid"/>
                <a:miter/>
              </a:ln>
            </p:spPr>
            <p:txBody>
              <a:bodyPr rtlCol="0" anchor="ctr"/>
              <a:lstStyle/>
              <a:p>
                <a:endParaRPr lang="en-US">
                  <a:solidFill>
                    <a:schemeClr val="bg1"/>
                  </a:solidFill>
                </a:endParaRPr>
              </a:p>
            </p:txBody>
          </p:sp>
          <p:sp>
            <p:nvSpPr>
              <p:cNvPr id="59" name="Freeform 52">
                <a:extLst>
                  <a:ext uri="{FF2B5EF4-FFF2-40B4-BE49-F238E27FC236}">
                    <a16:creationId xmlns:a16="http://schemas.microsoft.com/office/drawing/2014/main" id="{CD1DB4F1-5803-C754-D908-25AB6C2EC97E}"/>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grpFill/>
              <a:ln w="6345" cap="flat">
                <a:noFill/>
                <a:prstDash val="solid"/>
                <a:miter/>
              </a:ln>
            </p:spPr>
            <p:txBody>
              <a:bodyPr rtlCol="0" anchor="ctr"/>
              <a:lstStyle/>
              <a:p>
                <a:endParaRPr lang="en-US">
                  <a:solidFill>
                    <a:schemeClr val="bg1"/>
                  </a:solidFill>
                </a:endParaRPr>
              </a:p>
            </p:txBody>
          </p:sp>
          <p:sp>
            <p:nvSpPr>
              <p:cNvPr id="60" name="Freeform 53">
                <a:extLst>
                  <a:ext uri="{FF2B5EF4-FFF2-40B4-BE49-F238E27FC236}">
                    <a16:creationId xmlns:a16="http://schemas.microsoft.com/office/drawing/2014/main" id="{84B26A25-3662-F756-7FAE-65E5273F2EED}"/>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61" name="Freeform 54">
                <a:extLst>
                  <a:ext uri="{FF2B5EF4-FFF2-40B4-BE49-F238E27FC236}">
                    <a16:creationId xmlns:a16="http://schemas.microsoft.com/office/drawing/2014/main" id="{1A481190-1482-7661-0DEF-3F26B2C271C9}"/>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grpFill/>
              <a:ln w="6345" cap="flat">
                <a:noFill/>
                <a:prstDash val="solid"/>
                <a:miter/>
              </a:ln>
            </p:spPr>
            <p:txBody>
              <a:bodyPr rtlCol="0" anchor="ctr"/>
              <a:lstStyle/>
              <a:p>
                <a:endParaRPr lang="en-US">
                  <a:solidFill>
                    <a:schemeClr val="bg1"/>
                  </a:solidFill>
                </a:endParaRPr>
              </a:p>
            </p:txBody>
          </p:sp>
          <p:sp>
            <p:nvSpPr>
              <p:cNvPr id="62" name="Freeform 55">
                <a:extLst>
                  <a:ext uri="{FF2B5EF4-FFF2-40B4-BE49-F238E27FC236}">
                    <a16:creationId xmlns:a16="http://schemas.microsoft.com/office/drawing/2014/main" id="{4F993F4B-50BB-6189-C1FF-B7DA8569DA43}"/>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grpFill/>
              <a:ln w="6345" cap="flat">
                <a:noFill/>
                <a:prstDash val="solid"/>
                <a:miter/>
              </a:ln>
            </p:spPr>
            <p:txBody>
              <a:bodyPr rtlCol="0" anchor="ctr"/>
              <a:lstStyle/>
              <a:p>
                <a:endParaRPr lang="en-US">
                  <a:solidFill>
                    <a:schemeClr val="bg1"/>
                  </a:solidFill>
                </a:endParaRPr>
              </a:p>
            </p:txBody>
          </p:sp>
          <p:sp>
            <p:nvSpPr>
              <p:cNvPr id="63" name="Freeform 56">
                <a:extLst>
                  <a:ext uri="{FF2B5EF4-FFF2-40B4-BE49-F238E27FC236}">
                    <a16:creationId xmlns:a16="http://schemas.microsoft.com/office/drawing/2014/main" id="{10F9046F-1DCD-7514-1672-62798186F105}"/>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grpFill/>
              <a:ln w="6345" cap="flat">
                <a:noFill/>
                <a:prstDash val="solid"/>
                <a:miter/>
              </a:ln>
            </p:spPr>
            <p:txBody>
              <a:bodyPr rtlCol="0" anchor="ctr"/>
              <a:lstStyle/>
              <a:p>
                <a:endParaRPr lang="en-US">
                  <a:solidFill>
                    <a:schemeClr val="bg1"/>
                  </a:solidFill>
                </a:endParaRPr>
              </a:p>
            </p:txBody>
          </p:sp>
          <p:sp>
            <p:nvSpPr>
              <p:cNvPr id="64" name="Freeform 57">
                <a:extLst>
                  <a:ext uri="{FF2B5EF4-FFF2-40B4-BE49-F238E27FC236}">
                    <a16:creationId xmlns:a16="http://schemas.microsoft.com/office/drawing/2014/main" id="{6CE0977D-3D89-3E6A-450D-E7D4A69FC215}"/>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65" name="Freeform 58">
                <a:extLst>
                  <a:ext uri="{FF2B5EF4-FFF2-40B4-BE49-F238E27FC236}">
                    <a16:creationId xmlns:a16="http://schemas.microsoft.com/office/drawing/2014/main" id="{3EAFC586-7768-A5DE-0377-EDBAB1E13EE7}"/>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grpFill/>
              <a:ln w="6345" cap="flat">
                <a:noFill/>
                <a:prstDash val="solid"/>
                <a:miter/>
              </a:ln>
            </p:spPr>
            <p:txBody>
              <a:bodyPr rtlCol="0" anchor="ctr"/>
              <a:lstStyle/>
              <a:p>
                <a:endParaRPr lang="en-US">
                  <a:solidFill>
                    <a:schemeClr val="bg1"/>
                  </a:solidFill>
                </a:endParaRPr>
              </a:p>
            </p:txBody>
          </p:sp>
        </p:grpSp>
        <p:grpSp>
          <p:nvGrpSpPr>
            <p:cNvPr id="39" name="Graphic 8">
              <a:extLst>
                <a:ext uri="{FF2B5EF4-FFF2-40B4-BE49-F238E27FC236}">
                  <a16:creationId xmlns:a16="http://schemas.microsoft.com/office/drawing/2014/main" id="{D842B4DD-F1FB-EC35-383A-1F53319B094E}"/>
                </a:ext>
              </a:extLst>
            </p:cNvPr>
            <p:cNvGrpSpPr/>
            <p:nvPr/>
          </p:nvGrpSpPr>
          <p:grpSpPr>
            <a:xfrm>
              <a:off x="265625" y="6323271"/>
              <a:ext cx="1249223" cy="190348"/>
              <a:chOff x="265625" y="6323271"/>
              <a:chExt cx="1249223" cy="190348"/>
            </a:xfrm>
            <a:grpFill/>
          </p:grpSpPr>
          <p:sp>
            <p:nvSpPr>
              <p:cNvPr id="40" name="Freeform 60">
                <a:extLst>
                  <a:ext uri="{FF2B5EF4-FFF2-40B4-BE49-F238E27FC236}">
                    <a16:creationId xmlns:a16="http://schemas.microsoft.com/office/drawing/2014/main" id="{BFA6694F-C1C2-7D3E-CB1D-C91AE343F373}"/>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grpFill/>
              <a:ln w="6345" cap="flat">
                <a:noFill/>
                <a:prstDash val="solid"/>
                <a:miter/>
              </a:ln>
            </p:spPr>
            <p:txBody>
              <a:bodyPr rtlCol="0" anchor="ctr"/>
              <a:lstStyle/>
              <a:p>
                <a:endParaRPr lang="en-US">
                  <a:solidFill>
                    <a:schemeClr val="bg1"/>
                  </a:solidFill>
                </a:endParaRPr>
              </a:p>
            </p:txBody>
          </p:sp>
          <p:sp>
            <p:nvSpPr>
              <p:cNvPr id="41" name="Freeform 61">
                <a:extLst>
                  <a:ext uri="{FF2B5EF4-FFF2-40B4-BE49-F238E27FC236}">
                    <a16:creationId xmlns:a16="http://schemas.microsoft.com/office/drawing/2014/main" id="{A6D92E3F-3118-57BB-C0B4-66DCA0299E88}"/>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grpFill/>
              <a:ln w="6345" cap="flat">
                <a:noFill/>
                <a:prstDash val="solid"/>
                <a:miter/>
              </a:ln>
            </p:spPr>
            <p:txBody>
              <a:bodyPr rtlCol="0" anchor="ctr"/>
              <a:lstStyle/>
              <a:p>
                <a:endParaRPr lang="en-US">
                  <a:solidFill>
                    <a:schemeClr val="bg1"/>
                  </a:solidFill>
                </a:endParaRPr>
              </a:p>
            </p:txBody>
          </p:sp>
          <p:sp>
            <p:nvSpPr>
              <p:cNvPr id="42" name="Freeform 62">
                <a:extLst>
                  <a:ext uri="{FF2B5EF4-FFF2-40B4-BE49-F238E27FC236}">
                    <a16:creationId xmlns:a16="http://schemas.microsoft.com/office/drawing/2014/main" id="{5A01F2AD-EA45-EB64-56BC-05C1C6993AA8}"/>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grpFill/>
              <a:ln w="6345" cap="flat">
                <a:noFill/>
                <a:prstDash val="solid"/>
                <a:miter/>
              </a:ln>
            </p:spPr>
            <p:txBody>
              <a:bodyPr rtlCol="0" anchor="ctr"/>
              <a:lstStyle/>
              <a:p>
                <a:endParaRPr lang="en-US">
                  <a:solidFill>
                    <a:schemeClr val="bg1"/>
                  </a:solidFill>
                </a:endParaRPr>
              </a:p>
            </p:txBody>
          </p:sp>
          <p:sp>
            <p:nvSpPr>
              <p:cNvPr id="43" name="Freeform 63">
                <a:extLst>
                  <a:ext uri="{FF2B5EF4-FFF2-40B4-BE49-F238E27FC236}">
                    <a16:creationId xmlns:a16="http://schemas.microsoft.com/office/drawing/2014/main" id="{E88E6DB9-04BF-52E9-243F-9C0129D0D9E3}"/>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grpFill/>
              <a:ln w="6345" cap="flat">
                <a:noFill/>
                <a:prstDash val="solid"/>
                <a:miter/>
              </a:ln>
            </p:spPr>
            <p:txBody>
              <a:bodyPr rtlCol="0" anchor="ctr"/>
              <a:lstStyle/>
              <a:p>
                <a:endParaRPr lang="en-US">
                  <a:solidFill>
                    <a:schemeClr val="bg1"/>
                  </a:solidFill>
                </a:endParaRPr>
              </a:p>
            </p:txBody>
          </p:sp>
          <p:sp>
            <p:nvSpPr>
              <p:cNvPr id="44" name="Freeform 64">
                <a:extLst>
                  <a:ext uri="{FF2B5EF4-FFF2-40B4-BE49-F238E27FC236}">
                    <a16:creationId xmlns:a16="http://schemas.microsoft.com/office/drawing/2014/main" id="{269D09DD-6D49-9D68-0318-D45B96F85FCE}"/>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grpFill/>
              <a:ln w="6345" cap="flat">
                <a:noFill/>
                <a:prstDash val="solid"/>
                <a:miter/>
              </a:ln>
            </p:spPr>
            <p:txBody>
              <a:bodyPr rtlCol="0" anchor="ctr"/>
              <a:lstStyle/>
              <a:p>
                <a:endParaRPr lang="en-US">
                  <a:solidFill>
                    <a:schemeClr val="bg1"/>
                  </a:solidFill>
                </a:endParaRPr>
              </a:p>
            </p:txBody>
          </p:sp>
          <p:sp>
            <p:nvSpPr>
              <p:cNvPr id="45" name="Freeform 65">
                <a:extLst>
                  <a:ext uri="{FF2B5EF4-FFF2-40B4-BE49-F238E27FC236}">
                    <a16:creationId xmlns:a16="http://schemas.microsoft.com/office/drawing/2014/main" id="{14ED6E64-9503-EAFF-07F3-B2BEB464C499}"/>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grpFill/>
              <a:ln w="6345" cap="flat">
                <a:noFill/>
                <a:prstDash val="solid"/>
                <a:miter/>
              </a:ln>
            </p:spPr>
            <p:txBody>
              <a:bodyPr rtlCol="0" anchor="ctr"/>
              <a:lstStyle/>
              <a:p>
                <a:endParaRPr lang="en-US">
                  <a:solidFill>
                    <a:schemeClr val="bg1"/>
                  </a:solidFill>
                </a:endParaRPr>
              </a:p>
            </p:txBody>
          </p:sp>
          <p:sp>
            <p:nvSpPr>
              <p:cNvPr id="46" name="Freeform 66">
                <a:extLst>
                  <a:ext uri="{FF2B5EF4-FFF2-40B4-BE49-F238E27FC236}">
                    <a16:creationId xmlns:a16="http://schemas.microsoft.com/office/drawing/2014/main" id="{57E06DF9-22C9-B636-2D5D-1FE4635EF8A1}"/>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grpFill/>
              <a:ln w="6345" cap="flat">
                <a:noFill/>
                <a:prstDash val="solid"/>
                <a:miter/>
              </a:ln>
            </p:spPr>
            <p:txBody>
              <a:bodyPr rtlCol="0" anchor="ctr"/>
              <a:lstStyle/>
              <a:p>
                <a:endParaRPr lang="en-US">
                  <a:solidFill>
                    <a:schemeClr val="bg1"/>
                  </a:solidFill>
                </a:endParaRPr>
              </a:p>
            </p:txBody>
          </p:sp>
        </p:grpSp>
      </p:grpSp>
      <p:sp>
        <p:nvSpPr>
          <p:cNvPr id="4" name="TextBox 3">
            <a:extLst>
              <a:ext uri="{FF2B5EF4-FFF2-40B4-BE49-F238E27FC236}">
                <a16:creationId xmlns:a16="http://schemas.microsoft.com/office/drawing/2014/main" id="{CFD3FFDA-55E7-C453-30A5-BFF418716CBF}"/>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chemeClr val="tx1"/>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chemeClr val="tx1"/>
              </a:solidFill>
              <a:latin typeface="+mn-lt"/>
              <a:sym typeface="Arial" panose="020B0604020202020204" pitchFamily="34" charset="0"/>
              <a:rtl val="0"/>
            </a:endParaRPr>
          </a:p>
        </p:txBody>
      </p:sp>
    </p:spTree>
    <p:extLst>
      <p:ext uri="{BB962C8B-B14F-4D97-AF65-F5344CB8AC3E}">
        <p14:creationId xmlns:p14="http://schemas.microsoft.com/office/powerpoint/2010/main" val="293942112"/>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16="http://schemas.microsoft.com/office/drawing/2014/main" xmlns="">
      <p:transition spd="med">
        <p:fade/>
      </p:transition>
    </mc:Fallback>
  </mc:AlternateContent>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p:cSld name="Title and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D90EF1-7A6F-4CAE-80CD-2BC8A8107F0C}"/>
              </a:ext>
            </a:extLst>
          </p:cNvPr>
          <p:cNvSpPr>
            <a:spLocks noGrp="1"/>
          </p:cNvSpPr>
          <p:nvPr>
            <p:ph type="title" hasCustomPrompt="1"/>
          </p:nvPr>
        </p:nvSpPr>
        <p:spPr/>
        <p:txBody>
          <a:bodyPr/>
          <a:lstStyle>
            <a:lvl1pPr>
              <a:defRPr>
                <a:solidFill>
                  <a:schemeClr val="tx1"/>
                </a:solidFill>
              </a:defRPr>
            </a:lvl1pPr>
          </a:lstStyle>
          <a:p>
            <a:r>
              <a:rPr lang="en-US" dirty="0"/>
              <a:t>Click to Add One Line Title</a:t>
            </a:r>
          </a:p>
        </p:txBody>
      </p:sp>
      <p:sp>
        <p:nvSpPr>
          <p:cNvPr id="9" name="Subtitle 2">
            <a:extLst>
              <a:ext uri="{FF2B5EF4-FFF2-40B4-BE49-F238E27FC236}">
                <a16:creationId xmlns:a16="http://schemas.microsoft.com/office/drawing/2014/main" id="{C28211D2-9BBA-4EB9-8867-E2CC72E9E0D1}"/>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6" name="page number">
            <a:extLst>
              <a:ext uri="{FF2B5EF4-FFF2-40B4-BE49-F238E27FC236}">
                <a16:creationId xmlns:a16="http://schemas.microsoft.com/office/drawing/2014/main" id="{F2584149-C6DB-AE45-B715-90B7DF169DD6}"/>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5" name="page number">
            <a:extLst>
              <a:ext uri="{FF2B5EF4-FFF2-40B4-BE49-F238E27FC236}">
                <a16:creationId xmlns:a16="http://schemas.microsoft.com/office/drawing/2014/main" id="{F2584149-C6DB-AE45-B715-90B7DF169DD6}"/>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dirty="0">
              <a:solidFill>
                <a:schemeClr val="tx1"/>
              </a:solidFill>
            </a:endParaRPr>
          </a:p>
        </p:txBody>
      </p:sp>
    </p:spTree>
    <p:extLst>
      <p:ext uri="{BB962C8B-B14F-4D97-AF65-F5344CB8AC3E}">
        <p14:creationId xmlns:p14="http://schemas.microsoft.com/office/powerpoint/2010/main" val="18039428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D90EF1-7A6F-4CAE-80CD-2BC8A8107F0C}"/>
              </a:ext>
            </a:extLst>
          </p:cNvPr>
          <p:cNvSpPr>
            <a:spLocks noGrp="1"/>
          </p:cNvSpPr>
          <p:nvPr>
            <p:ph type="title" hasCustomPrompt="1"/>
          </p:nvPr>
        </p:nvSpPr>
        <p:spPr/>
        <p:txBody>
          <a:bodyPr/>
          <a:lstStyle>
            <a:lvl1pPr>
              <a:defRPr>
                <a:solidFill>
                  <a:schemeClr val="tx1"/>
                </a:solidFill>
              </a:defRPr>
            </a:lvl1pPr>
          </a:lstStyle>
          <a:p>
            <a:r>
              <a:rPr lang="en-US" dirty="0"/>
              <a:t>Click to Add One Line Title</a:t>
            </a:r>
          </a:p>
        </p:txBody>
      </p:sp>
      <p:sp>
        <p:nvSpPr>
          <p:cNvPr id="6" name="page number">
            <a:extLst>
              <a:ext uri="{FF2B5EF4-FFF2-40B4-BE49-F238E27FC236}">
                <a16:creationId xmlns:a16="http://schemas.microsoft.com/office/drawing/2014/main" id="{F2584149-C6DB-AE45-B715-90B7DF169DD6}"/>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Tree>
    <p:extLst>
      <p:ext uri="{BB962C8B-B14F-4D97-AF65-F5344CB8AC3E}">
        <p14:creationId xmlns:p14="http://schemas.microsoft.com/office/powerpoint/2010/main" val="33480020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p:cSld name="Title, Sub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924E83-0498-4D8B-94A0-3FF7CDD8F127}"/>
              </a:ext>
            </a:extLst>
          </p:cNvPr>
          <p:cNvSpPr>
            <a:spLocks noGrp="1"/>
          </p:cNvSpPr>
          <p:nvPr>
            <p:ph type="title" hasCustomPrompt="1"/>
          </p:nvPr>
        </p:nvSpPr>
        <p:spPr/>
        <p:txBody>
          <a:bodyPr/>
          <a:lstStyle>
            <a:lvl1pPr>
              <a:defRPr>
                <a:solidFill>
                  <a:schemeClr val="tx1"/>
                </a:solidFill>
              </a:defRPr>
            </a:lvl1pPr>
          </a:lstStyle>
          <a:p>
            <a:r>
              <a:rPr lang="en-US" dirty="0"/>
              <a:t>Single Content Layout Click to Add One Line Title</a:t>
            </a:r>
          </a:p>
        </p:txBody>
      </p:sp>
      <p:sp>
        <p:nvSpPr>
          <p:cNvPr id="8" name="Subtitle 2">
            <a:extLst>
              <a:ext uri="{FF2B5EF4-FFF2-40B4-BE49-F238E27FC236}">
                <a16:creationId xmlns:a16="http://schemas.microsoft.com/office/drawing/2014/main" id="{216D2F66-BB7F-4F0E-A224-A105F87676EF}"/>
              </a:ext>
            </a:extLst>
          </p:cNvPr>
          <p:cNvSpPr>
            <a:spLocks noGrp="1"/>
          </p:cNvSpPr>
          <p:nvPr>
            <p:ph type="subTitle" idx="10" hasCustomPrompt="1"/>
          </p:nvPr>
        </p:nvSpPr>
        <p:spPr>
          <a:xfrm>
            <a:off x="592866" y="811830"/>
            <a:ext cx="1098794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18" name="Content Placeholder 17">
            <a:extLst>
              <a:ext uri="{FF2B5EF4-FFF2-40B4-BE49-F238E27FC236}">
                <a16:creationId xmlns:a16="http://schemas.microsoft.com/office/drawing/2014/main" id="{D034FA3F-D529-4D8B-B6EC-A8341FCAF67E}"/>
              </a:ext>
            </a:extLst>
          </p:cNvPr>
          <p:cNvSpPr>
            <a:spLocks noGrp="1"/>
          </p:cNvSpPr>
          <p:nvPr>
            <p:ph sz="quarter" idx="14" hasCustomPrompt="1"/>
          </p:nvPr>
        </p:nvSpPr>
        <p:spPr>
          <a:xfrm>
            <a:off x="616505" y="1600201"/>
            <a:ext cx="10972800" cy="4572000"/>
          </a:xfrm>
        </p:spPr>
        <p:txBody>
          <a:bodyPr/>
          <a:lstStyle>
            <a:lvl1pPr>
              <a:spcBef>
                <a:spcPts val="0"/>
              </a:spcBef>
              <a:defRPr>
                <a:solidFill>
                  <a:schemeClr val="tx1"/>
                </a:solidFill>
              </a:defRPr>
            </a:lvl1pPr>
            <a:lvl2pPr>
              <a:spcBef>
                <a:spcPts val="0"/>
              </a:spcBef>
              <a:defRPr>
                <a:solidFill>
                  <a:schemeClr val="tx1"/>
                </a:solidFill>
              </a:defRPr>
            </a:lvl2pPr>
            <a:lvl3pPr>
              <a:spcBef>
                <a:spcPts val="0"/>
              </a:spcBef>
              <a:defRPr>
                <a:solidFill>
                  <a:schemeClr val="tx1"/>
                </a:solidFill>
              </a:defRPr>
            </a:lvl3pPr>
            <a:lvl4pPr>
              <a:spcBef>
                <a:spcPts val="0"/>
              </a:spcBef>
              <a:defRPr>
                <a:solidFill>
                  <a:schemeClr val="tx1"/>
                </a:solidFill>
              </a:defRPr>
            </a:lvl4pPr>
            <a:lvl5pPr>
              <a:spcBef>
                <a:spcPts val="0"/>
              </a:spcBef>
              <a:defRPr>
                <a:solidFill>
                  <a:schemeClr val="tx1"/>
                </a:solidFill>
              </a:defRPr>
            </a:lvl5pPr>
            <a:lvl6pPr>
              <a:defRPr/>
            </a:lvl6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page number">
            <a:extLst>
              <a:ext uri="{FF2B5EF4-FFF2-40B4-BE49-F238E27FC236}">
                <a16:creationId xmlns:a16="http://schemas.microsoft.com/office/drawing/2014/main" id="{175B5FDB-839C-A941-B264-01387F31F005}"/>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6" name="page number">
            <a:extLst>
              <a:ext uri="{FF2B5EF4-FFF2-40B4-BE49-F238E27FC236}">
                <a16:creationId xmlns:a16="http://schemas.microsoft.com/office/drawing/2014/main" id="{175B5FDB-839C-A941-B264-01387F31F005}"/>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Tree>
    <p:extLst>
      <p:ext uri="{BB962C8B-B14F-4D97-AF65-F5344CB8AC3E}">
        <p14:creationId xmlns:p14="http://schemas.microsoft.com/office/powerpoint/2010/main" val="17922861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p:cSld name="Two-Content Balance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000E4C6-16B5-49A9-898A-3B53C5AB065D}"/>
              </a:ext>
            </a:extLst>
          </p:cNvPr>
          <p:cNvSpPr>
            <a:spLocks noGrp="1"/>
          </p:cNvSpPr>
          <p:nvPr>
            <p:ph type="title" hasCustomPrompt="1"/>
          </p:nvPr>
        </p:nvSpPr>
        <p:spPr/>
        <p:txBody>
          <a:bodyPr/>
          <a:lstStyle>
            <a:lvl1pPr>
              <a:defRPr>
                <a:solidFill>
                  <a:schemeClr val="tx1"/>
                </a:solidFill>
              </a:defRPr>
            </a:lvl1pPr>
          </a:lstStyle>
          <a:p>
            <a:r>
              <a:rPr lang="en-US" dirty="0"/>
              <a:t>Two-content Layout Click to Add One Line Title</a:t>
            </a:r>
          </a:p>
        </p:txBody>
      </p:sp>
      <p:sp>
        <p:nvSpPr>
          <p:cNvPr id="8" name="Subtitle 2">
            <a:extLst>
              <a:ext uri="{FF2B5EF4-FFF2-40B4-BE49-F238E27FC236}">
                <a16:creationId xmlns:a16="http://schemas.microsoft.com/office/drawing/2014/main" id="{38535540-CB20-4CD5-9F73-DB64F5A49CD3}"/>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4" name="Content Placeholder 3">
            <a:extLst>
              <a:ext uri="{FF2B5EF4-FFF2-40B4-BE49-F238E27FC236}">
                <a16:creationId xmlns:a16="http://schemas.microsoft.com/office/drawing/2014/main" id="{87AF420A-ED2C-4AD1-A28B-EB26178557DE}"/>
              </a:ext>
            </a:extLst>
          </p:cNvPr>
          <p:cNvSpPr>
            <a:spLocks noGrp="1"/>
          </p:cNvSpPr>
          <p:nvPr>
            <p:ph sz="quarter" idx="17" hasCustomPrompt="1"/>
          </p:nvPr>
        </p:nvSpPr>
        <p:spPr>
          <a:xfrm>
            <a:off x="608013" y="1600200"/>
            <a:ext cx="5313783" cy="4572000"/>
          </a:xfrm>
        </p:spPr>
        <p:txBody>
          <a:bodyPr vert="horz" lIns="0" tIns="0" rIns="0" bIns="0" rtlCol="0">
            <a:noAutofit/>
          </a:bodyPr>
          <a:lstStyle>
            <a:lvl1pPr>
              <a:defRPr lang="en-US" sz="1800" dirty="0">
                <a:solidFill>
                  <a:schemeClr val="tx1"/>
                </a:solidFill>
              </a:defRPr>
            </a:lvl1pPr>
            <a:lvl2pPr>
              <a:defRPr lang="en-US" sz="1600" dirty="0">
                <a:solidFill>
                  <a:schemeClr val="tx1"/>
                </a:solidFill>
              </a:defRPr>
            </a:lvl2pPr>
            <a:lvl3pPr>
              <a:defRPr lang="en-US" sz="1400" dirty="0">
                <a:solidFill>
                  <a:schemeClr val="tx1"/>
                </a:solidFill>
              </a:defRPr>
            </a:lvl3pPr>
            <a:lvl4pPr>
              <a:defRPr lang="en-US" sz="1200" dirty="0">
                <a:solidFill>
                  <a:schemeClr val="tx1"/>
                </a:solidFill>
              </a:defRPr>
            </a:lvl4pPr>
            <a:lvl5pPr>
              <a:defRPr lang="en-US" sz="1200" dirty="0">
                <a:solidFill>
                  <a:schemeClr val="tx1"/>
                </a:solidFill>
              </a:defRPr>
            </a:lvl5pPr>
            <a:lvl6pPr>
              <a:defRPr lang="en-US" sz="1200" dirty="0">
                <a:solidFill>
                  <a:schemeClr val="tx1"/>
                </a:solidFill>
              </a:defRPr>
            </a:lvl6pPr>
            <a:lvl7pPr>
              <a:defRPr lang="en-US" sz="1200" dirty="0">
                <a:solidFill>
                  <a:schemeClr val="tx1"/>
                </a:solidFill>
              </a:defRPr>
            </a:lvl7pPr>
            <a:lvl8pPr>
              <a:defRPr lang="en-US" sz="1200" dirty="0">
                <a:solidFill>
                  <a:schemeClr val="tx1"/>
                </a:solidFill>
              </a:defRPr>
            </a:lvl8pPr>
            <a:lvl9pPr>
              <a:defRPr lang="en-US" sz="1200" dirty="0">
                <a:solidFill>
                  <a:schemeClr val="tx1"/>
                </a:solidFill>
              </a:defRPr>
            </a:lvl9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7"/>
            <a:r>
              <a:rPr lang="en-US" dirty="0"/>
              <a:t>Eighth level</a:t>
            </a:r>
          </a:p>
          <a:p>
            <a:pPr lvl="8"/>
            <a:r>
              <a:rPr lang="en-US" dirty="0"/>
              <a:t>Ninth level</a:t>
            </a:r>
          </a:p>
        </p:txBody>
      </p:sp>
      <p:sp>
        <p:nvSpPr>
          <p:cNvPr id="12" name="Content Placeholder 3">
            <a:extLst>
              <a:ext uri="{FF2B5EF4-FFF2-40B4-BE49-F238E27FC236}">
                <a16:creationId xmlns:a16="http://schemas.microsoft.com/office/drawing/2014/main" id="{CD860A49-A98C-4F0E-AB34-4E13B89D5EBC}"/>
              </a:ext>
            </a:extLst>
          </p:cNvPr>
          <p:cNvSpPr>
            <a:spLocks noGrp="1"/>
          </p:cNvSpPr>
          <p:nvPr>
            <p:ph sz="quarter" idx="18" hasCustomPrompt="1"/>
          </p:nvPr>
        </p:nvSpPr>
        <p:spPr>
          <a:xfrm>
            <a:off x="6267030" y="1600200"/>
            <a:ext cx="5313783" cy="4572000"/>
          </a:xfrm>
        </p:spPr>
        <p:txBody>
          <a:bodyPr vert="horz" lIns="0" tIns="0" rIns="0" bIns="0" rtlCol="0">
            <a:noAutofit/>
          </a:bodyPr>
          <a:lstStyle>
            <a:lvl1pPr>
              <a:defRPr lang="en-US" sz="1800" dirty="0">
                <a:solidFill>
                  <a:schemeClr val="tx1"/>
                </a:solidFill>
              </a:defRPr>
            </a:lvl1pPr>
            <a:lvl2pPr>
              <a:defRPr lang="en-US" sz="1600" dirty="0">
                <a:solidFill>
                  <a:schemeClr val="tx1"/>
                </a:solidFill>
              </a:defRPr>
            </a:lvl2pPr>
            <a:lvl3pPr>
              <a:defRPr lang="en-US" sz="1400" dirty="0">
                <a:solidFill>
                  <a:schemeClr val="tx1"/>
                </a:solidFill>
              </a:defRPr>
            </a:lvl3pPr>
            <a:lvl4pPr>
              <a:defRPr lang="en-US" sz="1200" dirty="0">
                <a:solidFill>
                  <a:schemeClr val="tx1"/>
                </a:solidFill>
              </a:defRPr>
            </a:lvl4pPr>
            <a:lvl5pPr>
              <a:defRPr lang="en-US" sz="1200" dirty="0">
                <a:solidFill>
                  <a:schemeClr val="tx1"/>
                </a:solidFill>
              </a:defRPr>
            </a:lvl5pPr>
            <a:lvl6pPr>
              <a:defRPr lang="en-US" sz="1200" dirty="0">
                <a:solidFill>
                  <a:schemeClr val="tx1"/>
                </a:solidFill>
              </a:defRPr>
            </a:lvl6pPr>
            <a:lvl7pPr>
              <a:defRPr lang="en-US" sz="1200" dirty="0">
                <a:solidFill>
                  <a:schemeClr val="tx1"/>
                </a:solidFill>
              </a:defRPr>
            </a:lvl7pPr>
            <a:lvl8pPr>
              <a:defRPr lang="en-US" sz="1200" dirty="0">
                <a:solidFill>
                  <a:schemeClr val="tx1"/>
                </a:solidFill>
              </a:defRPr>
            </a:lvl8pPr>
            <a:lvl9pPr>
              <a:defRPr lang="en-US" sz="1200" dirty="0">
                <a:solidFill>
                  <a:schemeClr val="tx1"/>
                </a:solidFill>
              </a:defRPr>
            </a:lvl9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7"/>
            <a:r>
              <a:rPr lang="en-US" dirty="0"/>
              <a:t>Eighth level</a:t>
            </a:r>
          </a:p>
          <a:p>
            <a:pPr lvl="8"/>
            <a:r>
              <a:rPr lang="en-US" dirty="0"/>
              <a:t>Ninth level</a:t>
            </a:r>
          </a:p>
        </p:txBody>
      </p:sp>
      <p:sp>
        <p:nvSpPr>
          <p:cNvPr id="7" name="page number">
            <a:extLst>
              <a:ext uri="{FF2B5EF4-FFF2-40B4-BE49-F238E27FC236}">
                <a16:creationId xmlns:a16="http://schemas.microsoft.com/office/drawing/2014/main" id="{306FFEC8-099C-484D-841A-7FCB225B1895}"/>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9" name="page number">
            <a:extLst>
              <a:ext uri="{FF2B5EF4-FFF2-40B4-BE49-F238E27FC236}">
                <a16:creationId xmlns:a16="http://schemas.microsoft.com/office/drawing/2014/main" id="{306FFEC8-099C-484D-841A-7FCB225B1895}"/>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Tree>
    <p:extLst>
      <p:ext uri="{BB962C8B-B14F-4D97-AF65-F5344CB8AC3E}">
        <p14:creationId xmlns:p14="http://schemas.microsoft.com/office/powerpoint/2010/main" val="37508303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p:cSld name="Two-Content Balanced Color on Right">
    <p:spTree>
      <p:nvGrpSpPr>
        <p:cNvPr id="1" name=""/>
        <p:cNvGrpSpPr/>
        <p:nvPr/>
      </p:nvGrpSpPr>
      <p:grpSpPr>
        <a:xfrm>
          <a:off x="0" y="0"/>
          <a:ext cx="0" cy="0"/>
          <a:chOff x="0" y="0"/>
          <a:chExt cx="0" cy="0"/>
        </a:xfrm>
      </p:grpSpPr>
      <p:sp>
        <p:nvSpPr>
          <p:cNvPr id="72" name="Content Placeholder 17">
            <a:extLst>
              <a:ext uri="{FF2B5EF4-FFF2-40B4-BE49-F238E27FC236}">
                <a16:creationId xmlns:a16="http://schemas.microsoft.com/office/drawing/2014/main" id="{A0456ED3-FDC5-4E29-B939-E35EA08477CA}"/>
              </a:ext>
            </a:extLst>
          </p:cNvPr>
          <p:cNvSpPr>
            <a:spLocks noGrp="1"/>
          </p:cNvSpPr>
          <p:nvPr>
            <p:ph sz="quarter" idx="16" hasCustomPrompt="1"/>
          </p:nvPr>
        </p:nvSpPr>
        <p:spPr bwMode="ltGray">
          <a:xfrm>
            <a:off x="6323381" y="1600201"/>
            <a:ext cx="5865445" cy="4572000"/>
          </a:xfrm>
          <a:solidFill>
            <a:schemeClr val="bg1">
              <a:alpha val="20000"/>
            </a:schemeClr>
          </a:solidFill>
        </p:spPr>
        <p:txBody>
          <a:bodyPr vert="horz" lIns="457200" tIns="457200" rIns="457200" bIns="457200" rtlCol="0">
            <a:noAutofit/>
          </a:bodyPr>
          <a:lstStyle>
            <a:lvl1pPr>
              <a:defRPr lang="en-US" sz="1800" dirty="0">
                <a:solidFill>
                  <a:schemeClr val="tx1"/>
                </a:solidFill>
              </a:defRPr>
            </a:lvl1pPr>
            <a:lvl2pPr>
              <a:defRPr lang="en-US" sz="1600" dirty="0">
                <a:solidFill>
                  <a:schemeClr val="tx1"/>
                </a:solidFill>
              </a:defRPr>
            </a:lvl2pPr>
            <a:lvl3pPr>
              <a:defRPr lang="en-US" sz="1400" dirty="0">
                <a:solidFill>
                  <a:schemeClr val="tx1"/>
                </a:solidFill>
              </a:defRPr>
            </a:lvl3pPr>
            <a:lvl4pPr>
              <a:defRPr lang="en-US" sz="1200" dirty="0">
                <a:solidFill>
                  <a:schemeClr val="tx1"/>
                </a:solidFill>
              </a:defRPr>
            </a:lvl4pPr>
            <a:lvl5pPr>
              <a:defRPr lang="en-US" sz="1200" dirty="0">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lvl="0">
              <a:spcBef>
                <a:spcPts val="1200"/>
              </a:spcBef>
            </a:pPr>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7"/>
            <a:r>
              <a:rPr lang="en-US" dirty="0"/>
              <a:t>Eighth level</a:t>
            </a:r>
          </a:p>
          <a:p>
            <a:pPr lvl="8"/>
            <a:r>
              <a:rPr lang="en-US" dirty="0"/>
              <a:t>Ninth level</a:t>
            </a:r>
          </a:p>
        </p:txBody>
      </p:sp>
      <p:sp>
        <p:nvSpPr>
          <p:cNvPr id="18" name="Content Placeholder 17">
            <a:extLst>
              <a:ext uri="{FF2B5EF4-FFF2-40B4-BE49-F238E27FC236}">
                <a16:creationId xmlns:a16="http://schemas.microsoft.com/office/drawing/2014/main" id="{D034FA3F-D529-4D8B-B6EC-A8341FCAF67E}"/>
              </a:ext>
            </a:extLst>
          </p:cNvPr>
          <p:cNvSpPr>
            <a:spLocks noGrp="1"/>
          </p:cNvSpPr>
          <p:nvPr>
            <p:ph sz="quarter" idx="14" hasCustomPrompt="1"/>
          </p:nvPr>
        </p:nvSpPr>
        <p:spPr bwMode="ltGray">
          <a:xfrm>
            <a:off x="0" y="1600201"/>
            <a:ext cx="5893593" cy="4572000"/>
          </a:xfrm>
          <a:noFill/>
        </p:spPr>
        <p:txBody>
          <a:bodyPr vert="horz" lIns="640080" tIns="457200" rIns="457200" bIns="457200" rtlCol="0">
            <a:noAutofit/>
          </a:bodyPr>
          <a:lstStyle>
            <a:lvl1pPr>
              <a:spcBef>
                <a:spcPts val="1200"/>
              </a:spcBef>
              <a:buClr>
                <a:schemeClr val="tx1"/>
              </a:buClr>
              <a:defRPr lang="en-US" sz="1800" dirty="0">
                <a:solidFill>
                  <a:schemeClr val="tx1"/>
                </a:solidFill>
              </a:defRPr>
            </a:lvl1pPr>
            <a:lvl2pPr>
              <a:buClr>
                <a:schemeClr val="tx1"/>
              </a:buClr>
              <a:defRPr lang="en-US" sz="1600" dirty="0">
                <a:solidFill>
                  <a:schemeClr val="tx1"/>
                </a:solidFill>
              </a:defRPr>
            </a:lvl2pPr>
            <a:lvl3pPr>
              <a:buClr>
                <a:schemeClr val="tx1"/>
              </a:buClr>
              <a:defRPr lang="en-US" sz="1400" dirty="0">
                <a:solidFill>
                  <a:schemeClr val="tx1"/>
                </a:solidFill>
              </a:defRPr>
            </a:lvl3pPr>
            <a:lvl4pPr>
              <a:buClr>
                <a:schemeClr val="tx1"/>
              </a:buClr>
              <a:defRPr lang="en-US" sz="1200" dirty="0">
                <a:solidFill>
                  <a:schemeClr val="tx1"/>
                </a:solidFill>
              </a:defRPr>
            </a:lvl4pPr>
            <a:lvl5pPr>
              <a:buClr>
                <a:schemeClr val="tx1"/>
              </a:buClr>
              <a:defRPr lang="en-US" sz="1200" dirty="0">
                <a:solidFill>
                  <a:schemeClr val="tx1"/>
                </a:solidFill>
              </a:defRPr>
            </a:lvl5pPr>
            <a:lvl6pPr>
              <a:buClrTx/>
              <a:defRPr sz="1400">
                <a:solidFill>
                  <a:schemeClr val="tx1"/>
                </a:solidFill>
              </a:defRPr>
            </a:lvl6pPr>
            <a:lvl7pPr>
              <a:buClrTx/>
              <a:defRPr sz="1400">
                <a:solidFill>
                  <a:schemeClr val="tx1"/>
                </a:solidFill>
              </a:defRPr>
            </a:lvl7pPr>
            <a:lvl8pPr>
              <a:buClr>
                <a:schemeClr val="tx1"/>
              </a:buClr>
              <a:defRPr sz="1400">
                <a:solidFill>
                  <a:schemeClr val="tx1"/>
                </a:solidFill>
              </a:defRPr>
            </a:lvl8pPr>
            <a:lvl9pPr>
              <a:buClr>
                <a:schemeClr val="tx1"/>
              </a:buClr>
              <a:defRPr sz="1400">
                <a:solidFill>
                  <a:schemeClr val="tx1"/>
                </a:solidFill>
              </a:defRPr>
            </a:lvl9pPr>
          </a:lstStyle>
          <a:p>
            <a:pPr lvl="0">
              <a:spcBef>
                <a:spcPts val="1200"/>
              </a:spcBef>
            </a:pPr>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7"/>
            <a:r>
              <a:rPr lang="en-US" dirty="0"/>
              <a:t>Eighth level</a:t>
            </a:r>
          </a:p>
          <a:p>
            <a:pPr lvl="8"/>
            <a:r>
              <a:rPr lang="en-US" dirty="0"/>
              <a:t>Ninth level</a:t>
            </a:r>
          </a:p>
        </p:txBody>
      </p:sp>
      <p:sp>
        <p:nvSpPr>
          <p:cNvPr id="8" name="Subtitle 2">
            <a:extLst>
              <a:ext uri="{FF2B5EF4-FFF2-40B4-BE49-F238E27FC236}">
                <a16:creationId xmlns:a16="http://schemas.microsoft.com/office/drawing/2014/main" id="{38535540-CB20-4CD5-9F73-DB64F5A49CD3}"/>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subtitle</a:t>
            </a:r>
          </a:p>
        </p:txBody>
      </p:sp>
      <p:sp>
        <p:nvSpPr>
          <p:cNvPr id="3" name="Title 2">
            <a:extLst>
              <a:ext uri="{FF2B5EF4-FFF2-40B4-BE49-F238E27FC236}">
                <a16:creationId xmlns:a16="http://schemas.microsoft.com/office/drawing/2014/main" id="{E000E4C6-16B5-49A9-898A-3B53C5AB065D}"/>
              </a:ext>
            </a:extLst>
          </p:cNvPr>
          <p:cNvSpPr>
            <a:spLocks noGrp="1"/>
          </p:cNvSpPr>
          <p:nvPr>
            <p:ph type="title" hasCustomPrompt="1"/>
          </p:nvPr>
        </p:nvSpPr>
        <p:spPr/>
        <p:txBody>
          <a:bodyPr/>
          <a:lstStyle>
            <a:lvl1pPr>
              <a:defRPr>
                <a:solidFill>
                  <a:schemeClr val="tx1"/>
                </a:solidFill>
              </a:defRPr>
            </a:lvl1pPr>
          </a:lstStyle>
          <a:p>
            <a:r>
              <a:rPr lang="en-US"/>
              <a:t>Two-content Layout: Graphic on Left, Text on Right - Click to Edit</a:t>
            </a:r>
          </a:p>
        </p:txBody>
      </p:sp>
      <p:sp>
        <p:nvSpPr>
          <p:cNvPr id="7" name="page number">
            <a:extLst>
              <a:ext uri="{FF2B5EF4-FFF2-40B4-BE49-F238E27FC236}">
                <a16:creationId xmlns:a16="http://schemas.microsoft.com/office/drawing/2014/main" id="{1727F760-24DE-9A42-B7E9-356D8DC2BDAE}"/>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9" name="page number">
            <a:extLst>
              <a:ext uri="{FF2B5EF4-FFF2-40B4-BE49-F238E27FC236}">
                <a16:creationId xmlns:a16="http://schemas.microsoft.com/office/drawing/2014/main" id="{1727F760-24DE-9A42-B7E9-356D8DC2BDAE}"/>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Tree>
    <p:extLst>
      <p:ext uri="{BB962C8B-B14F-4D97-AF65-F5344CB8AC3E}">
        <p14:creationId xmlns:p14="http://schemas.microsoft.com/office/powerpoint/2010/main" val="10489017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p:cSld name="Two-Content Balanced Color on Lef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000E4C6-16B5-49A9-898A-3B53C5AB065D}"/>
              </a:ext>
            </a:extLst>
          </p:cNvPr>
          <p:cNvSpPr>
            <a:spLocks noGrp="1"/>
          </p:cNvSpPr>
          <p:nvPr>
            <p:ph type="title" hasCustomPrompt="1"/>
          </p:nvPr>
        </p:nvSpPr>
        <p:spPr/>
        <p:txBody>
          <a:bodyPr/>
          <a:lstStyle>
            <a:lvl1pPr>
              <a:defRPr>
                <a:solidFill>
                  <a:schemeClr val="tx1"/>
                </a:solidFill>
              </a:defRPr>
            </a:lvl1pPr>
          </a:lstStyle>
          <a:p>
            <a:r>
              <a:rPr lang="en-US"/>
              <a:t>Two-content Layout: Text on Left, Graphic on Right - Click to Edit</a:t>
            </a:r>
          </a:p>
        </p:txBody>
      </p:sp>
      <p:sp>
        <p:nvSpPr>
          <p:cNvPr id="8" name="Subtitle 2">
            <a:extLst>
              <a:ext uri="{FF2B5EF4-FFF2-40B4-BE49-F238E27FC236}">
                <a16:creationId xmlns:a16="http://schemas.microsoft.com/office/drawing/2014/main" id="{38535540-CB20-4CD5-9F73-DB64F5A49CD3}"/>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subtitle</a:t>
            </a:r>
          </a:p>
        </p:txBody>
      </p:sp>
      <p:sp>
        <p:nvSpPr>
          <p:cNvPr id="7" name="Content Placeholder 17">
            <a:extLst>
              <a:ext uri="{FF2B5EF4-FFF2-40B4-BE49-F238E27FC236}">
                <a16:creationId xmlns:a16="http://schemas.microsoft.com/office/drawing/2014/main" id="{E4143250-D1B5-E54B-9FA1-AB95D634DBC6}"/>
              </a:ext>
            </a:extLst>
          </p:cNvPr>
          <p:cNvSpPr>
            <a:spLocks noGrp="1"/>
          </p:cNvSpPr>
          <p:nvPr>
            <p:ph sz="quarter" idx="16" hasCustomPrompt="1"/>
          </p:nvPr>
        </p:nvSpPr>
        <p:spPr bwMode="ltGray">
          <a:xfrm>
            <a:off x="0" y="1600201"/>
            <a:ext cx="5865445" cy="4572000"/>
          </a:xfrm>
          <a:solidFill>
            <a:schemeClr val="bg1">
              <a:alpha val="20000"/>
            </a:schemeClr>
          </a:solidFill>
        </p:spPr>
        <p:txBody>
          <a:bodyPr vert="horz" lIns="640080" tIns="457200" rIns="457200" bIns="457200" rtlCol="0">
            <a:noAutofit/>
          </a:bodyPr>
          <a:lstStyle>
            <a:lvl1pPr>
              <a:defRPr lang="en-US" sz="1800" dirty="0">
                <a:solidFill>
                  <a:schemeClr val="tx1"/>
                </a:solidFill>
              </a:defRPr>
            </a:lvl1pPr>
            <a:lvl2pPr>
              <a:defRPr lang="en-US" sz="1600" dirty="0">
                <a:solidFill>
                  <a:schemeClr val="tx1"/>
                </a:solidFill>
              </a:defRPr>
            </a:lvl2pPr>
            <a:lvl3pPr>
              <a:defRPr lang="en-US" sz="1400" dirty="0">
                <a:solidFill>
                  <a:schemeClr val="tx1"/>
                </a:solidFill>
              </a:defRPr>
            </a:lvl3pPr>
            <a:lvl4pPr>
              <a:defRPr lang="en-US" sz="1200" dirty="0">
                <a:solidFill>
                  <a:schemeClr val="tx1"/>
                </a:solidFill>
              </a:defRPr>
            </a:lvl4pPr>
            <a:lvl5pPr>
              <a:defRPr lang="en-US" sz="1200" dirty="0">
                <a:solidFill>
                  <a:schemeClr val="tx1"/>
                </a:solidFill>
              </a:defRPr>
            </a:lvl5pPr>
          </a:lstStyle>
          <a:p>
            <a:pPr lvl="0">
              <a:spcBef>
                <a:spcPts val="1200"/>
              </a:spcBef>
            </a:pPr>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8" name="Content Placeholder 17">
            <a:extLst>
              <a:ext uri="{FF2B5EF4-FFF2-40B4-BE49-F238E27FC236}">
                <a16:creationId xmlns:a16="http://schemas.microsoft.com/office/drawing/2014/main" id="{D034FA3F-D529-4D8B-B6EC-A8341FCAF67E}"/>
              </a:ext>
            </a:extLst>
          </p:cNvPr>
          <p:cNvSpPr>
            <a:spLocks noGrp="1"/>
          </p:cNvSpPr>
          <p:nvPr>
            <p:ph sz="quarter" idx="14" hasCustomPrompt="1"/>
          </p:nvPr>
        </p:nvSpPr>
        <p:spPr bwMode="ltGray">
          <a:xfrm>
            <a:off x="6323382" y="1600201"/>
            <a:ext cx="5865444" cy="4572000"/>
          </a:xfrm>
          <a:noFill/>
        </p:spPr>
        <p:txBody>
          <a:bodyPr vert="horz" lIns="457200" tIns="457200" rIns="457200" bIns="457200" rtlCol="0">
            <a:noAutofit/>
          </a:bodyPr>
          <a:lstStyle>
            <a:lvl1pPr>
              <a:spcBef>
                <a:spcPts val="1200"/>
              </a:spcBef>
              <a:defRPr lang="en-US" sz="1800" dirty="0">
                <a:solidFill>
                  <a:schemeClr val="tx1"/>
                </a:solidFill>
              </a:defRPr>
            </a:lvl1pPr>
            <a:lvl2pPr>
              <a:buClr>
                <a:schemeClr val="tx1"/>
              </a:buClr>
              <a:defRPr lang="en-US" sz="1600" dirty="0">
                <a:solidFill>
                  <a:schemeClr val="tx1"/>
                </a:solidFill>
              </a:defRPr>
            </a:lvl2pPr>
            <a:lvl3pPr>
              <a:buClr>
                <a:schemeClr val="tx1"/>
              </a:buClr>
              <a:defRPr lang="en-US" sz="1400" dirty="0">
                <a:solidFill>
                  <a:schemeClr val="tx1"/>
                </a:solidFill>
              </a:defRPr>
            </a:lvl3pPr>
            <a:lvl4pPr>
              <a:buClr>
                <a:schemeClr val="tx1"/>
              </a:buClr>
              <a:defRPr lang="en-US" sz="1200" dirty="0">
                <a:solidFill>
                  <a:schemeClr val="tx1"/>
                </a:solidFill>
              </a:defRPr>
            </a:lvl4pPr>
            <a:lvl5pPr>
              <a:buClr>
                <a:schemeClr val="tx1"/>
              </a:buClr>
              <a:defRPr lang="en-US" sz="1200" dirty="0">
                <a:solidFill>
                  <a:schemeClr val="tx1"/>
                </a:solidFill>
              </a:defRPr>
            </a:lvl5pPr>
            <a:lvl6pPr>
              <a:buClrTx/>
              <a:defRPr sz="1400">
                <a:solidFill>
                  <a:schemeClr val="tx1"/>
                </a:solidFill>
              </a:defRPr>
            </a:lvl6pPr>
            <a:lvl7pPr>
              <a:buClrTx/>
              <a:defRPr sz="1400">
                <a:solidFill>
                  <a:schemeClr val="tx1"/>
                </a:solidFill>
              </a:defRPr>
            </a:lvl7pPr>
            <a:lvl8pPr>
              <a:buClrTx/>
              <a:defRPr sz="1400">
                <a:solidFill>
                  <a:schemeClr val="tx1"/>
                </a:solidFill>
              </a:defRPr>
            </a:lvl8pPr>
            <a:lvl9pPr>
              <a:buClrTx/>
              <a:defRPr sz="1400">
                <a:solidFill>
                  <a:schemeClr val="tx1"/>
                </a:solidFill>
              </a:defRPr>
            </a:lvl9pPr>
          </a:lstStyle>
          <a:p>
            <a:pPr lvl="0">
              <a:spcBef>
                <a:spcPts val="1200"/>
              </a:spcBef>
            </a:pPr>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page number">
            <a:extLst>
              <a:ext uri="{FF2B5EF4-FFF2-40B4-BE49-F238E27FC236}">
                <a16:creationId xmlns:a16="http://schemas.microsoft.com/office/drawing/2014/main" id="{4FD1F5D3-21E9-5341-B48A-48F1E4CF33AB}"/>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9" name="page number">
            <a:extLst>
              <a:ext uri="{FF2B5EF4-FFF2-40B4-BE49-F238E27FC236}">
                <a16:creationId xmlns:a16="http://schemas.microsoft.com/office/drawing/2014/main" id="{4FD1F5D3-21E9-5341-B48A-48F1E4CF33AB}"/>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Tree>
    <p:extLst>
      <p:ext uri="{BB962C8B-B14F-4D97-AF65-F5344CB8AC3E}">
        <p14:creationId xmlns:p14="http://schemas.microsoft.com/office/powerpoint/2010/main" val="6162029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6A1FE0B-90B1-4BED-9AA5-6DC9F6424E67}"/>
              </a:ext>
            </a:extLst>
          </p:cNvPr>
          <p:cNvSpPr>
            <a:spLocks noGrp="1"/>
          </p:cNvSpPr>
          <p:nvPr>
            <p:ph type="title" hasCustomPrompt="1"/>
          </p:nvPr>
        </p:nvSpPr>
        <p:spPr/>
        <p:txBody>
          <a:bodyPr/>
          <a:lstStyle>
            <a:lvl1pPr>
              <a:defRPr>
                <a:solidFill>
                  <a:schemeClr val="tx1"/>
                </a:solidFill>
              </a:defRPr>
            </a:lvl1pPr>
          </a:lstStyle>
          <a:p>
            <a:r>
              <a:rPr lang="en-US"/>
              <a:t>Two-content Text Comparison Layout</a:t>
            </a:r>
          </a:p>
        </p:txBody>
      </p:sp>
      <p:sp>
        <p:nvSpPr>
          <p:cNvPr id="13" name="Subtitle 2">
            <a:extLst>
              <a:ext uri="{FF2B5EF4-FFF2-40B4-BE49-F238E27FC236}">
                <a16:creationId xmlns:a16="http://schemas.microsoft.com/office/drawing/2014/main" id="{D541C7AA-97CA-4F96-9506-F144DA2CD8E2}"/>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subtitle</a:t>
            </a:r>
          </a:p>
        </p:txBody>
      </p:sp>
      <p:sp>
        <p:nvSpPr>
          <p:cNvPr id="11" name="Text Placeholder 4">
            <a:extLst>
              <a:ext uri="{FF2B5EF4-FFF2-40B4-BE49-F238E27FC236}">
                <a16:creationId xmlns:a16="http://schemas.microsoft.com/office/drawing/2014/main" id="{9E550D89-51A7-894E-88FB-394F3178F2EC}"/>
              </a:ext>
            </a:extLst>
          </p:cNvPr>
          <p:cNvSpPr>
            <a:spLocks noGrp="1"/>
          </p:cNvSpPr>
          <p:nvPr>
            <p:ph type="body" sz="quarter" idx="17" hasCustomPrompt="1"/>
          </p:nvPr>
        </p:nvSpPr>
        <p:spPr bwMode="gray">
          <a:xfrm>
            <a:off x="592866" y="1600202"/>
            <a:ext cx="5238974" cy="875370"/>
          </a:xfrm>
          <a:noFill/>
        </p:spPr>
        <p:txBody>
          <a:bodyPr vert="horz" lIns="0" tIns="91440" rIns="457200" bIns="91440" rtlCol="0" anchor="b">
            <a:noAutofit/>
          </a:bodyPr>
          <a:lstStyle>
            <a:lvl1pPr>
              <a:defRPr lang="en-US" dirty="0">
                <a:solidFill>
                  <a:schemeClr val="accent3"/>
                </a:solidFill>
              </a:defRPr>
            </a:lvl1pPr>
          </a:lstStyle>
          <a:p>
            <a:pPr lvl="0"/>
            <a:r>
              <a:rPr lang="en-US"/>
              <a:t>Click to add header </a:t>
            </a:r>
          </a:p>
        </p:txBody>
      </p:sp>
      <p:sp>
        <p:nvSpPr>
          <p:cNvPr id="14" name="Rectangle 13">
            <a:extLst>
              <a:ext uri="{FF2B5EF4-FFF2-40B4-BE49-F238E27FC236}">
                <a16:creationId xmlns:a16="http://schemas.microsoft.com/office/drawing/2014/main" id="{AA1B5F83-A93D-544C-8DB4-B164DBF2F72D}"/>
              </a:ext>
              <a:ext uri="{C183D7F6-B498-43B3-948B-1728B52AA6E4}">
                <adec:decorative xmlns:adec="http://schemas.microsoft.com/office/drawing/2017/decorative" val="1"/>
              </a:ext>
            </a:extLst>
          </p:cNvPr>
          <p:cNvSpPr/>
          <p:nvPr/>
        </p:nvSpPr>
        <p:spPr>
          <a:xfrm>
            <a:off x="592865" y="2484176"/>
            <a:ext cx="5238974" cy="45719"/>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10" name="Content Placeholder 17">
            <a:extLst>
              <a:ext uri="{FF2B5EF4-FFF2-40B4-BE49-F238E27FC236}">
                <a16:creationId xmlns:a16="http://schemas.microsoft.com/office/drawing/2014/main" id="{0170DFD5-97D2-3349-AE52-EB22861A6880}"/>
              </a:ext>
            </a:extLst>
          </p:cNvPr>
          <p:cNvSpPr>
            <a:spLocks noGrp="1"/>
          </p:cNvSpPr>
          <p:nvPr>
            <p:ph sz="quarter" idx="14" hasCustomPrompt="1"/>
          </p:nvPr>
        </p:nvSpPr>
        <p:spPr bwMode="gray">
          <a:xfrm>
            <a:off x="579808" y="2621020"/>
            <a:ext cx="5267273" cy="3544027"/>
          </a:xfrm>
        </p:spPr>
        <p:txBody>
          <a:bodyPr vert="horz" lIns="0" tIns="0" rIns="0" bIns="0" rtlCol="0">
            <a:noAutofit/>
          </a:bodyPr>
          <a:lstStyle>
            <a:lvl1pPr>
              <a:defRPr lang="en-US" sz="1800" dirty="0">
                <a:solidFill>
                  <a:schemeClr val="tx1"/>
                </a:solidFill>
              </a:defRPr>
            </a:lvl1pPr>
            <a:lvl2pPr>
              <a:defRPr lang="en-US" sz="1600" dirty="0">
                <a:solidFill>
                  <a:schemeClr val="tx1"/>
                </a:solidFill>
              </a:defRPr>
            </a:lvl2pPr>
            <a:lvl3pPr>
              <a:defRPr lang="en-US" sz="1400" dirty="0">
                <a:solidFill>
                  <a:schemeClr val="tx1"/>
                </a:solidFill>
              </a:defRPr>
            </a:lvl3pPr>
            <a:lvl4pPr>
              <a:defRPr lang="en-US" sz="1200" dirty="0">
                <a:solidFill>
                  <a:schemeClr val="tx1"/>
                </a:solidFill>
              </a:defRPr>
            </a:lvl4pPr>
            <a:lvl5pPr>
              <a:defRPr lang="en-US" sz="1200" dirty="0">
                <a:solidFill>
                  <a:schemeClr val="tx1"/>
                </a:solidFill>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Text Placeholder 4">
            <a:extLst>
              <a:ext uri="{FF2B5EF4-FFF2-40B4-BE49-F238E27FC236}">
                <a16:creationId xmlns:a16="http://schemas.microsoft.com/office/drawing/2014/main" id="{961E082F-F30B-BC46-BB99-CA9B65C08128}"/>
              </a:ext>
            </a:extLst>
          </p:cNvPr>
          <p:cNvSpPr>
            <a:spLocks noGrp="1"/>
          </p:cNvSpPr>
          <p:nvPr>
            <p:ph type="body" sz="quarter" idx="18" hasCustomPrompt="1"/>
          </p:nvPr>
        </p:nvSpPr>
        <p:spPr bwMode="gray">
          <a:xfrm>
            <a:off x="6370043" y="1600202"/>
            <a:ext cx="5238974" cy="875370"/>
          </a:xfrm>
          <a:noFill/>
        </p:spPr>
        <p:txBody>
          <a:bodyPr vert="horz" lIns="0" tIns="91440" rIns="457200" bIns="91440" rtlCol="0" anchor="b">
            <a:noAutofit/>
          </a:bodyPr>
          <a:lstStyle>
            <a:lvl1pPr>
              <a:defRPr lang="en-US" sz="2000">
                <a:solidFill>
                  <a:schemeClr val="accent4"/>
                </a:solidFill>
              </a:defRPr>
            </a:lvl1pPr>
          </a:lstStyle>
          <a:p>
            <a:pPr lvl="0"/>
            <a:r>
              <a:rPr lang="en-US"/>
              <a:t>Click to add header </a:t>
            </a:r>
          </a:p>
        </p:txBody>
      </p:sp>
      <p:sp>
        <p:nvSpPr>
          <p:cNvPr id="16" name="Rectangle 15">
            <a:extLst>
              <a:ext uri="{FF2B5EF4-FFF2-40B4-BE49-F238E27FC236}">
                <a16:creationId xmlns:a16="http://schemas.microsoft.com/office/drawing/2014/main" id="{417D4F8B-2025-D14C-A41E-9C0B401DE6B0}"/>
              </a:ext>
              <a:ext uri="{C183D7F6-B498-43B3-948B-1728B52AA6E4}">
                <adec:decorative xmlns:adec="http://schemas.microsoft.com/office/drawing/2017/decorative" val="1"/>
              </a:ext>
            </a:extLst>
          </p:cNvPr>
          <p:cNvSpPr/>
          <p:nvPr/>
        </p:nvSpPr>
        <p:spPr>
          <a:xfrm>
            <a:off x="6365191" y="2484176"/>
            <a:ext cx="5238974" cy="45719"/>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a:p>
            <a:pPr algn="ctr">
              <a:spcAft>
                <a:spcPts val="600"/>
              </a:spcAft>
            </a:pPr>
            <a:endParaRPr lang="en-US" sz="1200">
              <a:solidFill>
                <a:schemeClr val="bg1"/>
              </a:solidFill>
            </a:endParaRPr>
          </a:p>
        </p:txBody>
      </p:sp>
      <p:sp>
        <p:nvSpPr>
          <p:cNvPr id="9" name="Content Placeholder 17">
            <a:extLst>
              <a:ext uri="{FF2B5EF4-FFF2-40B4-BE49-F238E27FC236}">
                <a16:creationId xmlns:a16="http://schemas.microsoft.com/office/drawing/2014/main" id="{3EE56D9F-2DF2-4F43-A13A-4844DFE465AC}"/>
              </a:ext>
            </a:extLst>
          </p:cNvPr>
          <p:cNvSpPr>
            <a:spLocks noGrp="1"/>
          </p:cNvSpPr>
          <p:nvPr>
            <p:ph sz="quarter" idx="16" hasCustomPrompt="1"/>
          </p:nvPr>
        </p:nvSpPr>
        <p:spPr bwMode="gray">
          <a:xfrm>
            <a:off x="6369460" y="2621021"/>
            <a:ext cx="5238974" cy="3544027"/>
          </a:xfrm>
        </p:spPr>
        <p:txBody>
          <a:bodyPr vert="horz" lIns="0" tIns="0" rIns="0" bIns="0" rtlCol="0">
            <a:noAutofit/>
          </a:bodyPr>
          <a:lstStyle>
            <a:lvl1pPr>
              <a:defRPr lang="en-US" sz="1800" dirty="0">
                <a:solidFill>
                  <a:schemeClr val="tx1"/>
                </a:solidFill>
              </a:defRPr>
            </a:lvl1pPr>
            <a:lvl2pPr>
              <a:defRPr lang="en-US" sz="1600" dirty="0">
                <a:solidFill>
                  <a:schemeClr val="tx1"/>
                </a:solidFill>
              </a:defRPr>
            </a:lvl2pPr>
            <a:lvl3pPr>
              <a:defRPr lang="en-US" sz="1400" dirty="0">
                <a:solidFill>
                  <a:schemeClr val="tx1"/>
                </a:solidFill>
              </a:defRPr>
            </a:lvl3pPr>
            <a:lvl4pPr>
              <a:defRPr lang="en-US" sz="1200" dirty="0">
                <a:solidFill>
                  <a:schemeClr val="tx1"/>
                </a:solidFill>
              </a:defRPr>
            </a:lvl4pPr>
            <a:lvl5pPr>
              <a:defRPr lang="en-US" sz="1200" dirty="0">
                <a:solidFill>
                  <a:schemeClr val="tx1"/>
                </a:solidFill>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page number">
            <a:extLst>
              <a:ext uri="{FF2B5EF4-FFF2-40B4-BE49-F238E27FC236}">
                <a16:creationId xmlns:a16="http://schemas.microsoft.com/office/drawing/2014/main" id="{3E816477-50B7-9248-BE5F-B9062610CEEE}"/>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17" name="Rectangle 16">
            <a:extLst>
              <a:ext uri="{FF2B5EF4-FFF2-40B4-BE49-F238E27FC236}">
                <a16:creationId xmlns:a16="http://schemas.microsoft.com/office/drawing/2014/main" id="{AA1B5F83-A93D-544C-8DB4-B164DBF2F72D}"/>
              </a:ext>
              <a:ext uri="{C183D7F6-B498-43B3-948B-1728B52AA6E4}">
                <adec:decorative xmlns:adec="http://schemas.microsoft.com/office/drawing/2017/decorative" val="1"/>
              </a:ext>
            </a:extLst>
          </p:cNvPr>
          <p:cNvSpPr/>
          <p:nvPr userDrawn="1"/>
        </p:nvSpPr>
        <p:spPr>
          <a:xfrm>
            <a:off x="592865" y="2484176"/>
            <a:ext cx="5238974" cy="45719"/>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18" name="Rectangle 17">
            <a:extLst>
              <a:ext uri="{FF2B5EF4-FFF2-40B4-BE49-F238E27FC236}">
                <a16:creationId xmlns:a16="http://schemas.microsoft.com/office/drawing/2014/main" id="{417D4F8B-2025-D14C-A41E-9C0B401DE6B0}"/>
              </a:ext>
              <a:ext uri="{C183D7F6-B498-43B3-948B-1728B52AA6E4}">
                <adec:decorative xmlns:adec="http://schemas.microsoft.com/office/drawing/2017/decorative" val="1"/>
              </a:ext>
            </a:extLst>
          </p:cNvPr>
          <p:cNvSpPr/>
          <p:nvPr userDrawn="1"/>
        </p:nvSpPr>
        <p:spPr>
          <a:xfrm>
            <a:off x="6365191" y="2484176"/>
            <a:ext cx="5238974" cy="45719"/>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a:p>
            <a:pPr algn="ctr">
              <a:spcAft>
                <a:spcPts val="600"/>
              </a:spcAft>
            </a:pPr>
            <a:endParaRPr lang="en-US" sz="1200">
              <a:solidFill>
                <a:schemeClr val="bg1"/>
              </a:solidFill>
            </a:endParaRPr>
          </a:p>
        </p:txBody>
      </p:sp>
      <p:sp>
        <p:nvSpPr>
          <p:cNvPr id="19" name="page number">
            <a:extLst>
              <a:ext uri="{FF2B5EF4-FFF2-40B4-BE49-F238E27FC236}">
                <a16:creationId xmlns:a16="http://schemas.microsoft.com/office/drawing/2014/main" id="{3E816477-50B7-9248-BE5F-B9062610CEEE}"/>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Tree>
    <p:extLst>
      <p:ext uri="{BB962C8B-B14F-4D97-AF65-F5344CB8AC3E}">
        <p14:creationId xmlns:p14="http://schemas.microsoft.com/office/powerpoint/2010/main" val="120162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p:cSld name="Three-Content Comparison">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5F2C94F-DA57-4BDB-8E5C-E4A0C7522314}"/>
              </a:ext>
            </a:extLst>
          </p:cNvPr>
          <p:cNvSpPr>
            <a:spLocks noGrp="1"/>
          </p:cNvSpPr>
          <p:nvPr>
            <p:ph type="title" hasCustomPrompt="1"/>
          </p:nvPr>
        </p:nvSpPr>
        <p:spPr/>
        <p:txBody>
          <a:bodyPr/>
          <a:lstStyle>
            <a:lvl1pPr>
              <a:defRPr>
                <a:solidFill>
                  <a:schemeClr val="tx1"/>
                </a:solidFill>
              </a:defRPr>
            </a:lvl1pPr>
          </a:lstStyle>
          <a:p>
            <a:r>
              <a:rPr lang="en-US"/>
              <a:t>Three-content Layout – Three Horizontal Text Boxes</a:t>
            </a:r>
          </a:p>
        </p:txBody>
      </p:sp>
      <p:sp>
        <p:nvSpPr>
          <p:cNvPr id="13" name="Subtitle 2">
            <a:extLst>
              <a:ext uri="{FF2B5EF4-FFF2-40B4-BE49-F238E27FC236}">
                <a16:creationId xmlns:a16="http://schemas.microsoft.com/office/drawing/2014/main" id="{FC59F98B-A991-4DEC-A409-289E778CB84A}"/>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subtitle</a:t>
            </a:r>
          </a:p>
        </p:txBody>
      </p:sp>
      <p:sp>
        <p:nvSpPr>
          <p:cNvPr id="24" name="Text Placeholder 3">
            <a:extLst>
              <a:ext uri="{FF2B5EF4-FFF2-40B4-BE49-F238E27FC236}">
                <a16:creationId xmlns:a16="http://schemas.microsoft.com/office/drawing/2014/main" id="{E0956C27-3D46-7745-A4A9-42842784C100}"/>
              </a:ext>
            </a:extLst>
          </p:cNvPr>
          <p:cNvSpPr>
            <a:spLocks noGrp="1"/>
          </p:cNvSpPr>
          <p:nvPr>
            <p:ph type="body" sz="quarter" idx="28" hasCustomPrompt="1"/>
          </p:nvPr>
        </p:nvSpPr>
        <p:spPr>
          <a:xfrm>
            <a:off x="592866" y="1600200"/>
            <a:ext cx="3593592" cy="914400"/>
          </a:xfrm>
          <a:noFill/>
        </p:spPr>
        <p:txBody>
          <a:bodyPr lIns="0" tIns="91440" rIns="182880" bIns="91440" anchor="b"/>
          <a:lstStyle>
            <a:lvl1pPr>
              <a:defRPr sz="1800">
                <a:solidFill>
                  <a:schemeClr val="accent3"/>
                </a:solidFill>
              </a:defRPr>
            </a:lvl1pPr>
            <a:lvl2pPr marL="0" indent="0">
              <a:buFont typeface="Arial" panose="020B0604020202020204" pitchFamily="34" charset="0"/>
              <a:buChar char="​"/>
              <a:defRPr sz="1800">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header</a:t>
            </a:r>
          </a:p>
        </p:txBody>
      </p:sp>
      <p:sp>
        <p:nvSpPr>
          <p:cNvPr id="27" name="Rectangle 26">
            <a:extLst>
              <a:ext uri="{FF2B5EF4-FFF2-40B4-BE49-F238E27FC236}">
                <a16:creationId xmlns:a16="http://schemas.microsoft.com/office/drawing/2014/main" id="{B164666E-28C9-844E-91D8-ECA2F1E57595}"/>
              </a:ext>
              <a:ext uri="{C183D7F6-B498-43B3-948B-1728B52AA6E4}">
                <adec:decorative xmlns:adec="http://schemas.microsoft.com/office/drawing/2017/decorative" val="1"/>
              </a:ext>
            </a:extLst>
          </p:cNvPr>
          <p:cNvSpPr/>
          <p:nvPr/>
        </p:nvSpPr>
        <p:spPr>
          <a:xfrm>
            <a:off x="592866" y="2511744"/>
            <a:ext cx="3593592" cy="45719"/>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30" name="Text Placeholder 15">
            <a:extLst>
              <a:ext uri="{FF2B5EF4-FFF2-40B4-BE49-F238E27FC236}">
                <a16:creationId xmlns:a16="http://schemas.microsoft.com/office/drawing/2014/main" id="{088F3A7B-ECB7-0E49-B754-464BE3E44868}"/>
              </a:ext>
            </a:extLst>
          </p:cNvPr>
          <p:cNvSpPr>
            <a:spLocks noGrp="1"/>
          </p:cNvSpPr>
          <p:nvPr>
            <p:ph type="body" sz="quarter" idx="27" hasCustomPrompt="1"/>
          </p:nvPr>
        </p:nvSpPr>
        <p:spPr>
          <a:xfrm>
            <a:off x="592866" y="2546329"/>
            <a:ext cx="3593592" cy="3627773"/>
          </a:xfrm>
          <a:noFill/>
          <a:ln>
            <a:noFill/>
          </a:ln>
        </p:spPr>
        <p:txBody>
          <a:bodyPr lIns="0" tIns="182880" rIns="182880" bIns="182880"/>
          <a:lstStyle>
            <a:lvl1pPr>
              <a:defRPr sz="1600">
                <a:solidFill>
                  <a:schemeClr val="tx1"/>
                </a:solidFill>
              </a:defRPr>
            </a:lvl1pPr>
          </a:lstStyle>
          <a:p>
            <a:r>
              <a:rPr lang="en-US" dirty="0"/>
              <a:t>Click to add text</a:t>
            </a:r>
          </a:p>
          <a:p>
            <a:r>
              <a:rPr lang="en-US" dirty="0"/>
              <a:t>Click to add text</a:t>
            </a:r>
          </a:p>
          <a:p>
            <a:r>
              <a:rPr lang="en-US" dirty="0"/>
              <a:t>Click to add text</a:t>
            </a:r>
          </a:p>
          <a:p>
            <a:r>
              <a:rPr lang="en-US" dirty="0"/>
              <a:t>Click to add text</a:t>
            </a:r>
          </a:p>
          <a:p>
            <a:endParaRPr lang="en-US" dirty="0"/>
          </a:p>
        </p:txBody>
      </p:sp>
      <p:sp>
        <p:nvSpPr>
          <p:cNvPr id="26" name="Text Placeholder 3">
            <a:extLst>
              <a:ext uri="{FF2B5EF4-FFF2-40B4-BE49-F238E27FC236}">
                <a16:creationId xmlns:a16="http://schemas.microsoft.com/office/drawing/2014/main" id="{88975597-2DC5-4748-87A2-37C22D522B0B}"/>
              </a:ext>
            </a:extLst>
          </p:cNvPr>
          <p:cNvSpPr>
            <a:spLocks noGrp="1"/>
          </p:cNvSpPr>
          <p:nvPr>
            <p:ph type="body" sz="quarter" idx="26" hasCustomPrompt="1"/>
          </p:nvPr>
        </p:nvSpPr>
        <p:spPr>
          <a:xfrm>
            <a:off x="4300806" y="1600200"/>
            <a:ext cx="3593592" cy="914400"/>
          </a:xfrm>
          <a:noFill/>
        </p:spPr>
        <p:txBody>
          <a:bodyPr lIns="0" tIns="91440" rIns="182880" bIns="91440" anchor="b"/>
          <a:lstStyle>
            <a:lvl1pPr>
              <a:defRPr sz="1800">
                <a:solidFill>
                  <a:schemeClr val="accent4"/>
                </a:solidFill>
              </a:defRPr>
            </a:lvl1pPr>
            <a:lvl2pPr marL="0" indent="0">
              <a:buFont typeface="Arial" panose="020B0604020202020204" pitchFamily="34" charset="0"/>
              <a:buChar char="​"/>
              <a:defRPr sz="1800">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header</a:t>
            </a:r>
          </a:p>
        </p:txBody>
      </p:sp>
      <p:sp>
        <p:nvSpPr>
          <p:cNvPr id="28" name="Rectangle 27">
            <a:extLst>
              <a:ext uri="{FF2B5EF4-FFF2-40B4-BE49-F238E27FC236}">
                <a16:creationId xmlns:a16="http://schemas.microsoft.com/office/drawing/2014/main" id="{53DE0F89-6066-984A-B5C6-BC57894C3396}"/>
              </a:ext>
              <a:ext uri="{C183D7F6-B498-43B3-948B-1728B52AA6E4}">
                <adec:decorative xmlns:adec="http://schemas.microsoft.com/office/drawing/2017/decorative" val="1"/>
              </a:ext>
            </a:extLst>
          </p:cNvPr>
          <p:cNvSpPr/>
          <p:nvPr/>
        </p:nvSpPr>
        <p:spPr>
          <a:xfrm>
            <a:off x="4300806" y="2511744"/>
            <a:ext cx="3593592" cy="45719"/>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31" name="Text Placeholder 13">
            <a:extLst>
              <a:ext uri="{FF2B5EF4-FFF2-40B4-BE49-F238E27FC236}">
                <a16:creationId xmlns:a16="http://schemas.microsoft.com/office/drawing/2014/main" id="{44EE5778-B7AD-374C-B107-63971E570839}"/>
              </a:ext>
            </a:extLst>
          </p:cNvPr>
          <p:cNvSpPr>
            <a:spLocks noGrp="1"/>
          </p:cNvSpPr>
          <p:nvPr>
            <p:ph type="body" sz="quarter" idx="25" hasCustomPrompt="1"/>
          </p:nvPr>
        </p:nvSpPr>
        <p:spPr>
          <a:xfrm>
            <a:off x="4300806" y="2546329"/>
            <a:ext cx="3593592" cy="3627773"/>
          </a:xfrm>
          <a:noFill/>
          <a:ln>
            <a:noFill/>
          </a:ln>
        </p:spPr>
        <p:txBody>
          <a:bodyPr lIns="0" tIns="182880" rIns="182880" bIns="182880"/>
          <a:lstStyle>
            <a:lvl1pPr>
              <a:defRPr sz="1600">
                <a:solidFill>
                  <a:schemeClr val="tx1"/>
                </a:solidFill>
              </a:defRPr>
            </a:lvl1pPr>
          </a:lstStyle>
          <a:p>
            <a:r>
              <a:rPr lang="en-US"/>
              <a:t>Click to add text</a:t>
            </a:r>
          </a:p>
          <a:p>
            <a:r>
              <a:rPr lang="en-US"/>
              <a:t>Click to add text</a:t>
            </a:r>
          </a:p>
          <a:p>
            <a:r>
              <a:rPr lang="en-US"/>
              <a:t>Click to add text</a:t>
            </a:r>
          </a:p>
          <a:p>
            <a:r>
              <a:rPr lang="en-US"/>
              <a:t>Click to add text</a:t>
            </a:r>
          </a:p>
          <a:p>
            <a:endParaRPr lang="en-US"/>
          </a:p>
        </p:txBody>
      </p:sp>
      <p:sp>
        <p:nvSpPr>
          <p:cNvPr id="25" name="Text Placeholder 3">
            <a:extLst>
              <a:ext uri="{FF2B5EF4-FFF2-40B4-BE49-F238E27FC236}">
                <a16:creationId xmlns:a16="http://schemas.microsoft.com/office/drawing/2014/main" id="{F48BF931-C509-8F46-8576-3656F9F4BA19}"/>
              </a:ext>
            </a:extLst>
          </p:cNvPr>
          <p:cNvSpPr>
            <a:spLocks noGrp="1"/>
          </p:cNvSpPr>
          <p:nvPr>
            <p:ph type="body" sz="quarter" idx="23" hasCustomPrompt="1"/>
          </p:nvPr>
        </p:nvSpPr>
        <p:spPr>
          <a:xfrm>
            <a:off x="8008746" y="1600200"/>
            <a:ext cx="3593592" cy="914400"/>
          </a:xfrm>
          <a:noFill/>
        </p:spPr>
        <p:txBody>
          <a:bodyPr lIns="0" tIns="91440" rIns="182880" bIns="91440" anchor="b"/>
          <a:lstStyle>
            <a:lvl1pPr>
              <a:defRPr sz="1800">
                <a:solidFill>
                  <a:schemeClr val="accent6"/>
                </a:solidFill>
              </a:defRPr>
            </a:lvl1pPr>
            <a:lvl2pPr marL="0" indent="0">
              <a:buFont typeface="Arial" panose="020B0604020202020204" pitchFamily="34" charset="0"/>
              <a:buChar char="​"/>
              <a:defRPr sz="1800">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header</a:t>
            </a:r>
          </a:p>
        </p:txBody>
      </p:sp>
      <p:sp>
        <p:nvSpPr>
          <p:cNvPr id="29" name="Rectangle 28">
            <a:extLst>
              <a:ext uri="{FF2B5EF4-FFF2-40B4-BE49-F238E27FC236}">
                <a16:creationId xmlns:a16="http://schemas.microsoft.com/office/drawing/2014/main" id="{97B963A1-3810-7A40-8918-6D6D68B4A836}"/>
              </a:ext>
              <a:ext uri="{C183D7F6-B498-43B3-948B-1728B52AA6E4}">
                <adec:decorative xmlns:adec="http://schemas.microsoft.com/office/drawing/2017/decorative" val="1"/>
              </a:ext>
            </a:extLst>
          </p:cNvPr>
          <p:cNvSpPr/>
          <p:nvPr/>
        </p:nvSpPr>
        <p:spPr>
          <a:xfrm>
            <a:off x="8008746" y="2509480"/>
            <a:ext cx="3593592" cy="50246"/>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32" name="Text Placeholder 12">
            <a:extLst>
              <a:ext uri="{FF2B5EF4-FFF2-40B4-BE49-F238E27FC236}">
                <a16:creationId xmlns:a16="http://schemas.microsoft.com/office/drawing/2014/main" id="{7C6F38D2-AD30-AE4E-B0AD-4BAFB463F8B5}"/>
              </a:ext>
            </a:extLst>
          </p:cNvPr>
          <p:cNvSpPr>
            <a:spLocks noGrp="1"/>
          </p:cNvSpPr>
          <p:nvPr>
            <p:ph type="body" sz="quarter" idx="24" hasCustomPrompt="1"/>
          </p:nvPr>
        </p:nvSpPr>
        <p:spPr>
          <a:xfrm>
            <a:off x="8008746" y="2546329"/>
            <a:ext cx="3593592" cy="3627773"/>
          </a:xfrm>
          <a:noFill/>
          <a:ln>
            <a:noFill/>
          </a:ln>
        </p:spPr>
        <p:txBody>
          <a:bodyPr lIns="0" tIns="182880" rIns="182880" bIns="182880"/>
          <a:lstStyle>
            <a:lvl1pPr>
              <a:defRPr sz="1600">
                <a:solidFill>
                  <a:schemeClr val="tx1"/>
                </a:solidFill>
              </a:defRPr>
            </a:lvl1pPr>
          </a:lstStyle>
          <a:p>
            <a:r>
              <a:rPr lang="en-US"/>
              <a:t>Click to add text</a:t>
            </a:r>
          </a:p>
          <a:p>
            <a:r>
              <a:rPr lang="en-US"/>
              <a:t>Click to add text</a:t>
            </a:r>
          </a:p>
          <a:p>
            <a:r>
              <a:rPr lang="en-US"/>
              <a:t>Click to add text</a:t>
            </a:r>
          </a:p>
          <a:p>
            <a:r>
              <a:rPr lang="en-US"/>
              <a:t>Click to add text</a:t>
            </a:r>
          </a:p>
          <a:p>
            <a:endParaRPr lang="en-US"/>
          </a:p>
        </p:txBody>
      </p:sp>
      <p:sp>
        <p:nvSpPr>
          <p:cNvPr id="15" name="page number">
            <a:extLst>
              <a:ext uri="{FF2B5EF4-FFF2-40B4-BE49-F238E27FC236}">
                <a16:creationId xmlns:a16="http://schemas.microsoft.com/office/drawing/2014/main" id="{7788490C-B63E-8E46-A9C1-9CF865F7FA57}"/>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14" name="Rectangle 13">
            <a:extLst>
              <a:ext uri="{FF2B5EF4-FFF2-40B4-BE49-F238E27FC236}">
                <a16:creationId xmlns:a16="http://schemas.microsoft.com/office/drawing/2014/main" id="{B164666E-28C9-844E-91D8-ECA2F1E57595}"/>
              </a:ext>
              <a:ext uri="{C183D7F6-B498-43B3-948B-1728B52AA6E4}">
                <adec:decorative xmlns:adec="http://schemas.microsoft.com/office/drawing/2017/decorative" val="1"/>
              </a:ext>
            </a:extLst>
          </p:cNvPr>
          <p:cNvSpPr/>
          <p:nvPr userDrawn="1"/>
        </p:nvSpPr>
        <p:spPr>
          <a:xfrm>
            <a:off x="592866" y="2511744"/>
            <a:ext cx="3593592" cy="45719"/>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16" name="Rectangle 15">
            <a:extLst>
              <a:ext uri="{FF2B5EF4-FFF2-40B4-BE49-F238E27FC236}">
                <a16:creationId xmlns:a16="http://schemas.microsoft.com/office/drawing/2014/main" id="{53DE0F89-6066-984A-B5C6-BC57894C3396}"/>
              </a:ext>
              <a:ext uri="{C183D7F6-B498-43B3-948B-1728B52AA6E4}">
                <adec:decorative xmlns:adec="http://schemas.microsoft.com/office/drawing/2017/decorative" val="1"/>
              </a:ext>
            </a:extLst>
          </p:cNvPr>
          <p:cNvSpPr/>
          <p:nvPr userDrawn="1"/>
        </p:nvSpPr>
        <p:spPr>
          <a:xfrm>
            <a:off x="4300806" y="2511744"/>
            <a:ext cx="3593592" cy="45719"/>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17" name="Rectangle 16">
            <a:extLst>
              <a:ext uri="{FF2B5EF4-FFF2-40B4-BE49-F238E27FC236}">
                <a16:creationId xmlns:a16="http://schemas.microsoft.com/office/drawing/2014/main" id="{97B963A1-3810-7A40-8918-6D6D68B4A836}"/>
              </a:ext>
              <a:ext uri="{C183D7F6-B498-43B3-948B-1728B52AA6E4}">
                <adec:decorative xmlns:adec="http://schemas.microsoft.com/office/drawing/2017/decorative" val="1"/>
              </a:ext>
            </a:extLst>
          </p:cNvPr>
          <p:cNvSpPr/>
          <p:nvPr userDrawn="1"/>
        </p:nvSpPr>
        <p:spPr>
          <a:xfrm>
            <a:off x="8008746" y="2509480"/>
            <a:ext cx="3593592" cy="50246"/>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18" name="page number">
            <a:extLst>
              <a:ext uri="{FF2B5EF4-FFF2-40B4-BE49-F238E27FC236}">
                <a16:creationId xmlns:a16="http://schemas.microsoft.com/office/drawing/2014/main" id="{7788490C-B63E-8E46-A9C1-9CF865F7FA57}"/>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Tree>
    <p:extLst>
      <p:ext uri="{BB962C8B-B14F-4D97-AF65-F5344CB8AC3E}">
        <p14:creationId xmlns:p14="http://schemas.microsoft.com/office/powerpoint/2010/main" val="24963177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p:cSld name="Two Content Dynamic – Lef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346AD2E-9306-49E7-A98B-7D26E458C2B2}"/>
              </a:ext>
            </a:extLst>
          </p:cNvPr>
          <p:cNvSpPr>
            <a:spLocks noGrp="1"/>
          </p:cNvSpPr>
          <p:nvPr>
            <p:ph type="title" hasCustomPrompt="1"/>
          </p:nvPr>
        </p:nvSpPr>
        <p:spPr/>
        <p:txBody>
          <a:bodyPr wrap="none"/>
          <a:lstStyle>
            <a:lvl1pPr>
              <a:defRPr>
                <a:solidFill>
                  <a:schemeClr val="tx1"/>
                </a:solidFill>
              </a:defRPr>
            </a:lvl1pPr>
          </a:lstStyle>
          <a:p>
            <a:r>
              <a:rPr lang="en-US"/>
              <a:t>Two-content Layout – Highlight Text on Left, Text/Graphic on Right</a:t>
            </a:r>
          </a:p>
        </p:txBody>
      </p:sp>
      <p:sp>
        <p:nvSpPr>
          <p:cNvPr id="14" name="Subtitle 2">
            <a:extLst>
              <a:ext uri="{FF2B5EF4-FFF2-40B4-BE49-F238E27FC236}">
                <a16:creationId xmlns:a16="http://schemas.microsoft.com/office/drawing/2014/main" id="{551435C2-3F7C-4835-8DB0-71E2C00537CF}"/>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add subtitle</a:t>
            </a:r>
          </a:p>
        </p:txBody>
      </p:sp>
      <p:sp>
        <p:nvSpPr>
          <p:cNvPr id="7" name="Rectangle 6">
            <a:extLst>
              <a:ext uri="{FF2B5EF4-FFF2-40B4-BE49-F238E27FC236}">
                <a16:creationId xmlns:a16="http://schemas.microsoft.com/office/drawing/2014/main" id="{D864AC6E-1611-244C-BA28-696924BAB259}"/>
              </a:ext>
              <a:ext uri="{C183D7F6-B498-43B3-948B-1728B52AA6E4}">
                <adec:decorative xmlns:adec="http://schemas.microsoft.com/office/drawing/2017/decorative" val="1"/>
              </a:ext>
            </a:extLst>
          </p:cNvPr>
          <p:cNvSpPr/>
          <p:nvPr/>
        </p:nvSpPr>
        <p:spPr>
          <a:xfrm flipV="1">
            <a:off x="0" y="1589925"/>
            <a:ext cx="2894012" cy="54864"/>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a:p>
            <a:pPr algn="ctr">
              <a:spcAft>
                <a:spcPts val="600"/>
              </a:spcAft>
            </a:pPr>
            <a:endParaRPr lang="en-US" sz="1200">
              <a:solidFill>
                <a:schemeClr val="bg1"/>
              </a:solidFill>
            </a:endParaRPr>
          </a:p>
        </p:txBody>
      </p:sp>
      <p:sp>
        <p:nvSpPr>
          <p:cNvPr id="4" name="Text Placeholder 3">
            <a:extLst>
              <a:ext uri="{FF2B5EF4-FFF2-40B4-BE49-F238E27FC236}">
                <a16:creationId xmlns:a16="http://schemas.microsoft.com/office/drawing/2014/main" id="{830FD232-93CB-4B54-A933-93C11B099F7A}"/>
              </a:ext>
            </a:extLst>
          </p:cNvPr>
          <p:cNvSpPr>
            <a:spLocks noGrp="1"/>
          </p:cNvSpPr>
          <p:nvPr>
            <p:ph type="body" sz="quarter" idx="20" hasCustomPrompt="1"/>
          </p:nvPr>
        </p:nvSpPr>
        <p:spPr>
          <a:xfrm>
            <a:off x="0" y="1644789"/>
            <a:ext cx="2894013" cy="4527410"/>
          </a:xfrm>
          <a:solidFill>
            <a:schemeClr val="bg1">
              <a:alpha val="20000"/>
            </a:schemeClr>
          </a:solidFill>
        </p:spPr>
        <p:txBody>
          <a:bodyPr vert="horz" lIns="457200" tIns="457200" rIns="457200" bIns="457200" rtlCol="0">
            <a:noAutofit/>
          </a:bodyPr>
          <a:lstStyle>
            <a:lvl1pPr>
              <a:defRPr lang="en-US" sz="1800" dirty="0">
                <a:solidFill>
                  <a:schemeClr val="tx1"/>
                </a:solidFill>
              </a:defRPr>
            </a:lvl1pPr>
            <a:lvl2pPr>
              <a:defRPr lang="en-US" sz="1600" dirty="0" smtClean="0">
                <a:solidFill>
                  <a:schemeClr val="tx1"/>
                </a:solidFill>
              </a:defRPr>
            </a:lvl2pPr>
            <a:lvl3pPr>
              <a:defRPr lang="en-US" sz="1400" dirty="0" smtClean="0">
                <a:solidFill>
                  <a:schemeClr val="tx1"/>
                </a:solidFill>
              </a:defRPr>
            </a:lvl3pPr>
            <a:lvl4pPr>
              <a:defRPr lang="en-US" sz="1200" dirty="0" smtClean="0">
                <a:solidFill>
                  <a:schemeClr val="tx1"/>
                </a:solidFill>
              </a:defRPr>
            </a:lvl4pPr>
            <a:lvl5pPr>
              <a:defRPr lang="en-US" sz="1200" dirty="0">
                <a:solidFill>
                  <a:schemeClr val="tx1"/>
                </a:solidFill>
              </a:defRPr>
            </a:lvl5pPr>
          </a:lstStyle>
          <a:p>
            <a:pPr lvl="0">
              <a:spcBef>
                <a:spcPts val="1200"/>
              </a:spcBef>
            </a:pPr>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11" name="Content Placeholder 10">
            <a:extLst>
              <a:ext uri="{FF2B5EF4-FFF2-40B4-BE49-F238E27FC236}">
                <a16:creationId xmlns:a16="http://schemas.microsoft.com/office/drawing/2014/main" id="{577AE2CA-1B34-4F04-BD7F-F624F20E94FB}"/>
              </a:ext>
            </a:extLst>
          </p:cNvPr>
          <p:cNvSpPr>
            <a:spLocks noGrp="1"/>
          </p:cNvSpPr>
          <p:nvPr>
            <p:ph sz="quarter" idx="19" hasCustomPrompt="1"/>
          </p:nvPr>
        </p:nvSpPr>
        <p:spPr>
          <a:xfrm>
            <a:off x="3351213" y="1600200"/>
            <a:ext cx="8229600" cy="4572000"/>
          </a:xfrm>
        </p:spPr>
        <p:txBody>
          <a:bodyPr vert="horz" lIns="0" tIns="457200" rIns="0" bIns="0" rtlCol="0">
            <a:noAutofit/>
          </a:bodyPr>
          <a:lstStyle>
            <a:lvl1pPr>
              <a:defRPr lang="en-US" dirty="0" smtClean="0">
                <a:solidFill>
                  <a:schemeClr val="tx1"/>
                </a:solidFill>
              </a:defRPr>
            </a:lvl1pPr>
            <a:lvl2pPr>
              <a:defRPr lang="en-US" dirty="0" smtClean="0">
                <a:solidFill>
                  <a:schemeClr val="tx1"/>
                </a:solidFill>
              </a:defRPr>
            </a:lvl2pPr>
            <a:lvl3pPr>
              <a:defRPr lang="en-US" dirty="0" smtClean="0">
                <a:solidFill>
                  <a:schemeClr val="tx1"/>
                </a:solidFill>
              </a:defRPr>
            </a:lvl3pPr>
            <a:lvl4pPr>
              <a:defRPr lang="en-US" dirty="0" smtClean="0">
                <a:solidFill>
                  <a:schemeClr val="tx1"/>
                </a:solidFill>
              </a:defRPr>
            </a:lvl4pPr>
            <a:lvl5pPr>
              <a:defRPr lang="en-US" dirty="0" smtClean="0">
                <a:solidFill>
                  <a:schemeClr val="tx1"/>
                </a:solidFill>
              </a:defRPr>
            </a:lvl5pPr>
            <a:lvl6pPr>
              <a:defRPr lang="en-US" dirty="0" smtClean="0">
                <a:solidFill>
                  <a:schemeClr val="tx1"/>
                </a:solidFill>
              </a:defRPr>
            </a:lvl6pPr>
            <a:lvl7pPr>
              <a:defRPr lang="en-US" dirty="0" smtClean="0">
                <a:solidFill>
                  <a:schemeClr val="tx1"/>
                </a:solidFill>
              </a:defRPr>
            </a:lvl7pPr>
            <a:lvl8pPr>
              <a:defRPr lang="en-US" dirty="0">
                <a:solidFill>
                  <a:schemeClr val="tx1"/>
                </a:solidFill>
              </a:defRPr>
            </a:lvl8pPr>
          </a:lstStyle>
          <a:p>
            <a:pPr lvl="0"/>
            <a:r>
              <a:rPr lang="en-US" dirty="0"/>
              <a:t>Click to add text </a:t>
            </a:r>
          </a:p>
          <a:p>
            <a:pPr lvl="1"/>
            <a:r>
              <a:rPr lang="en-US" dirty="0"/>
              <a:t>Second level</a:t>
            </a:r>
          </a:p>
          <a:p>
            <a:pPr lvl="2"/>
            <a:r>
              <a:rPr lang="en-US" dirty="0"/>
              <a:t>Third level</a:t>
            </a:r>
          </a:p>
          <a:p>
            <a:pPr lvl="3"/>
            <a:r>
              <a:rPr lang="en-US" dirty="0"/>
              <a:t>Fourth level</a:t>
            </a:r>
          </a:p>
          <a:p>
            <a:pPr lvl="4"/>
            <a:r>
              <a:rPr lang="en-US" dirty="0"/>
              <a:t>Fifth level</a:t>
            </a:r>
          </a:p>
          <a:p>
            <a:pPr marL="1270000" lvl="5" indent="-117475"/>
            <a:r>
              <a:rPr lang="en-US" dirty="0"/>
              <a:t>Sixth level</a:t>
            </a:r>
          </a:p>
          <a:p>
            <a:pPr marL="1438275" lvl="6" indent="-117475"/>
            <a:r>
              <a:rPr lang="en-US" dirty="0"/>
              <a:t>Seventh level</a:t>
            </a:r>
          </a:p>
          <a:p>
            <a:pPr marL="1554163" lvl="7" indent="-115888">
              <a:lnSpc>
                <a:spcPct val="90000"/>
              </a:lnSpc>
            </a:pPr>
            <a:r>
              <a:rPr lang="en-US" dirty="0"/>
              <a:t>Ninth level</a:t>
            </a:r>
          </a:p>
        </p:txBody>
      </p:sp>
      <p:sp>
        <p:nvSpPr>
          <p:cNvPr id="8" name="page number">
            <a:extLst>
              <a:ext uri="{FF2B5EF4-FFF2-40B4-BE49-F238E27FC236}">
                <a16:creationId xmlns:a16="http://schemas.microsoft.com/office/drawing/2014/main" id="{1A93E906-C928-C345-B032-1F5C677FAEDD}"/>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9" name="Rectangle 8">
            <a:extLst>
              <a:ext uri="{FF2B5EF4-FFF2-40B4-BE49-F238E27FC236}">
                <a16:creationId xmlns:a16="http://schemas.microsoft.com/office/drawing/2014/main" id="{D864AC6E-1611-244C-BA28-696924BAB259}"/>
              </a:ext>
              <a:ext uri="{C183D7F6-B498-43B3-948B-1728B52AA6E4}">
                <adec:decorative xmlns:adec="http://schemas.microsoft.com/office/drawing/2017/decorative" val="1"/>
              </a:ext>
            </a:extLst>
          </p:cNvPr>
          <p:cNvSpPr/>
          <p:nvPr userDrawn="1"/>
        </p:nvSpPr>
        <p:spPr>
          <a:xfrm flipV="1">
            <a:off x="0" y="1589925"/>
            <a:ext cx="2894012" cy="54864"/>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a:p>
            <a:pPr algn="ctr">
              <a:spcAft>
                <a:spcPts val="600"/>
              </a:spcAft>
            </a:pPr>
            <a:endParaRPr lang="en-US" sz="1200">
              <a:solidFill>
                <a:schemeClr val="bg1"/>
              </a:solidFill>
            </a:endParaRPr>
          </a:p>
        </p:txBody>
      </p:sp>
      <p:sp>
        <p:nvSpPr>
          <p:cNvPr id="10" name="page number">
            <a:extLst>
              <a:ext uri="{FF2B5EF4-FFF2-40B4-BE49-F238E27FC236}">
                <a16:creationId xmlns:a16="http://schemas.microsoft.com/office/drawing/2014/main" id="{1A93E906-C928-C345-B032-1F5C677FAEDD}"/>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Tree>
    <p:extLst>
      <p:ext uri="{BB962C8B-B14F-4D97-AF65-F5344CB8AC3E}">
        <p14:creationId xmlns:p14="http://schemas.microsoft.com/office/powerpoint/2010/main" val="25410844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p:cSld name="Two Content Dynamic – Righ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92A934A-AC6B-460C-9C93-B13CF6B6263F}"/>
              </a:ext>
            </a:extLst>
          </p:cNvPr>
          <p:cNvSpPr>
            <a:spLocks noGrp="1"/>
          </p:cNvSpPr>
          <p:nvPr>
            <p:ph type="title" hasCustomPrompt="1"/>
          </p:nvPr>
        </p:nvSpPr>
        <p:spPr/>
        <p:txBody>
          <a:bodyPr wrap="none"/>
          <a:lstStyle>
            <a:lvl1pPr>
              <a:defRPr>
                <a:solidFill>
                  <a:schemeClr val="tx1"/>
                </a:solidFill>
              </a:defRPr>
            </a:lvl1pPr>
          </a:lstStyle>
          <a:p>
            <a:r>
              <a:rPr lang="en-US"/>
              <a:t>Two-content Layout – Highlight Text on Right, Text/Graphic on Left</a:t>
            </a:r>
          </a:p>
        </p:txBody>
      </p:sp>
      <p:sp>
        <p:nvSpPr>
          <p:cNvPr id="14" name="Subtitle 2">
            <a:extLst>
              <a:ext uri="{FF2B5EF4-FFF2-40B4-BE49-F238E27FC236}">
                <a16:creationId xmlns:a16="http://schemas.microsoft.com/office/drawing/2014/main" id="{F6F5131D-84AE-4294-83A1-243FE1C81A8A}"/>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subtitle</a:t>
            </a:r>
          </a:p>
        </p:txBody>
      </p:sp>
      <p:sp>
        <p:nvSpPr>
          <p:cNvPr id="8" name="Content Placeholder 7">
            <a:extLst>
              <a:ext uri="{FF2B5EF4-FFF2-40B4-BE49-F238E27FC236}">
                <a16:creationId xmlns:a16="http://schemas.microsoft.com/office/drawing/2014/main" id="{7460DEEA-0331-45ED-8943-6F9E74884092}"/>
              </a:ext>
            </a:extLst>
          </p:cNvPr>
          <p:cNvSpPr>
            <a:spLocks noGrp="1"/>
          </p:cNvSpPr>
          <p:nvPr>
            <p:ph sz="quarter" idx="19" hasCustomPrompt="1"/>
          </p:nvPr>
        </p:nvSpPr>
        <p:spPr>
          <a:xfrm>
            <a:off x="608013" y="1600200"/>
            <a:ext cx="8229600" cy="4572000"/>
          </a:xfrm>
        </p:spPr>
        <p:txBody>
          <a:bodyPr tIns="457200"/>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lvl="0"/>
            <a:r>
              <a:rPr lang="en-US"/>
              <a:t>Click to add graph, diagram or text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7"/>
            <a:r>
              <a:rPr lang="en-US" dirty="0"/>
              <a:t>Eighth level</a:t>
            </a:r>
          </a:p>
          <a:p>
            <a:pPr lvl="8"/>
            <a:r>
              <a:rPr lang="en-US" dirty="0"/>
              <a:t>Nineth level</a:t>
            </a:r>
          </a:p>
        </p:txBody>
      </p:sp>
      <p:sp>
        <p:nvSpPr>
          <p:cNvPr id="7" name="Rectangle 6">
            <a:extLst>
              <a:ext uri="{FF2B5EF4-FFF2-40B4-BE49-F238E27FC236}">
                <a16:creationId xmlns:a16="http://schemas.microsoft.com/office/drawing/2014/main" id="{B12C22B1-5B53-F148-8D4A-31CCDD16E170}"/>
              </a:ext>
              <a:ext uri="{C183D7F6-B498-43B3-948B-1728B52AA6E4}">
                <adec:decorative xmlns:adec="http://schemas.microsoft.com/office/drawing/2017/decorative" val="1"/>
              </a:ext>
            </a:extLst>
          </p:cNvPr>
          <p:cNvSpPr/>
          <p:nvPr/>
        </p:nvSpPr>
        <p:spPr>
          <a:xfrm flipV="1">
            <a:off x="9285149" y="1589924"/>
            <a:ext cx="2903676" cy="60905"/>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tx1"/>
              </a:solidFill>
            </a:endParaRPr>
          </a:p>
          <a:p>
            <a:pPr algn="ctr">
              <a:spcAft>
                <a:spcPts val="600"/>
              </a:spcAft>
            </a:pPr>
            <a:endParaRPr lang="en-US" sz="1200">
              <a:solidFill>
                <a:schemeClr val="tx1"/>
              </a:solidFill>
            </a:endParaRPr>
          </a:p>
        </p:txBody>
      </p:sp>
      <p:sp>
        <p:nvSpPr>
          <p:cNvPr id="5" name="Text Placeholder 4">
            <a:extLst>
              <a:ext uri="{FF2B5EF4-FFF2-40B4-BE49-F238E27FC236}">
                <a16:creationId xmlns:a16="http://schemas.microsoft.com/office/drawing/2014/main" id="{8197ED16-D162-4BF7-B635-2F70E10855A0}"/>
              </a:ext>
            </a:extLst>
          </p:cNvPr>
          <p:cNvSpPr>
            <a:spLocks noGrp="1"/>
          </p:cNvSpPr>
          <p:nvPr>
            <p:ph type="body" sz="quarter" idx="20" hasCustomPrompt="1"/>
          </p:nvPr>
        </p:nvSpPr>
        <p:spPr>
          <a:xfrm>
            <a:off x="9326880" y="1644788"/>
            <a:ext cx="2894012" cy="4527411"/>
          </a:xfrm>
          <a:solidFill>
            <a:schemeClr val="bg1">
              <a:alpha val="20000"/>
            </a:schemeClr>
          </a:solidFill>
        </p:spPr>
        <p:txBody>
          <a:bodyPr vert="horz" lIns="274320" tIns="457200" rIns="457200" bIns="457200" rtlCol="0">
            <a:noAutofit/>
          </a:bodyPr>
          <a:lstStyle>
            <a:lvl1pPr>
              <a:spcAft>
                <a:spcPts val="1200"/>
              </a:spcAft>
              <a:defRPr lang="en-US" sz="1800" dirty="0">
                <a:solidFill>
                  <a:schemeClr val="tx1"/>
                </a:solidFill>
              </a:defRPr>
            </a:lvl1pPr>
            <a:lvl2pPr>
              <a:spcAft>
                <a:spcPts val="1200"/>
              </a:spcAft>
              <a:defRPr lang="en-US" sz="1600" dirty="0">
                <a:solidFill>
                  <a:schemeClr val="tx1"/>
                </a:solidFill>
              </a:defRPr>
            </a:lvl2pPr>
            <a:lvl3pPr>
              <a:spcAft>
                <a:spcPts val="1200"/>
              </a:spcAft>
              <a:defRPr lang="en-US" sz="1400" dirty="0">
                <a:solidFill>
                  <a:schemeClr val="tx1"/>
                </a:solidFill>
              </a:defRPr>
            </a:lvl3pPr>
            <a:lvl4pPr>
              <a:spcAft>
                <a:spcPts val="1200"/>
              </a:spcAft>
              <a:defRPr lang="en-US" sz="1200" dirty="0">
                <a:solidFill>
                  <a:schemeClr val="tx1"/>
                </a:solidFill>
              </a:defRPr>
            </a:lvl4pPr>
            <a:lvl5pPr>
              <a:spcAft>
                <a:spcPts val="1200"/>
              </a:spcAft>
              <a:defRPr lang="en-US" sz="1200" dirty="0">
                <a:solidFill>
                  <a:schemeClr val="tx1"/>
                </a:solidFill>
              </a:defRPr>
            </a:lvl5pPr>
          </a:lstStyle>
          <a:p>
            <a:pPr lvl="0">
              <a:spcBef>
                <a:spcPts val="1200"/>
              </a:spcBef>
            </a:pPr>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page number">
            <a:extLst>
              <a:ext uri="{FF2B5EF4-FFF2-40B4-BE49-F238E27FC236}">
                <a16:creationId xmlns:a16="http://schemas.microsoft.com/office/drawing/2014/main" id="{EA3FFB13-8625-D245-BD64-AAC7CCCB5B64}"/>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10" name="Rectangle 9">
            <a:extLst>
              <a:ext uri="{FF2B5EF4-FFF2-40B4-BE49-F238E27FC236}">
                <a16:creationId xmlns:a16="http://schemas.microsoft.com/office/drawing/2014/main" id="{B12C22B1-5B53-F148-8D4A-31CCDD16E170}"/>
              </a:ext>
              <a:ext uri="{C183D7F6-B498-43B3-948B-1728B52AA6E4}">
                <adec:decorative xmlns:adec="http://schemas.microsoft.com/office/drawing/2017/decorative" val="1"/>
              </a:ext>
            </a:extLst>
          </p:cNvPr>
          <p:cNvSpPr/>
          <p:nvPr userDrawn="1"/>
        </p:nvSpPr>
        <p:spPr>
          <a:xfrm flipV="1">
            <a:off x="9285149" y="1589924"/>
            <a:ext cx="2903676" cy="60905"/>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tx1"/>
              </a:solidFill>
            </a:endParaRPr>
          </a:p>
          <a:p>
            <a:pPr algn="ctr">
              <a:spcAft>
                <a:spcPts val="600"/>
              </a:spcAft>
            </a:pPr>
            <a:endParaRPr lang="en-US" sz="1200">
              <a:solidFill>
                <a:schemeClr val="tx1"/>
              </a:solidFill>
            </a:endParaRPr>
          </a:p>
        </p:txBody>
      </p:sp>
      <p:sp>
        <p:nvSpPr>
          <p:cNvPr id="11" name="page number">
            <a:extLst>
              <a:ext uri="{FF2B5EF4-FFF2-40B4-BE49-F238E27FC236}">
                <a16:creationId xmlns:a16="http://schemas.microsoft.com/office/drawing/2014/main" id="{EA3FFB13-8625-D245-BD64-AAC7CCCB5B64}"/>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Tree>
    <p:extLst>
      <p:ext uri="{BB962C8B-B14F-4D97-AF65-F5344CB8AC3E}">
        <p14:creationId xmlns:p14="http://schemas.microsoft.com/office/powerpoint/2010/main" val="26738473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p:cSld name="Diagram with Content on Righ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157BCD9-063B-4ED4-B68C-092EC2C342E6}"/>
              </a:ext>
            </a:extLst>
          </p:cNvPr>
          <p:cNvSpPr>
            <a:spLocks noGrp="1"/>
          </p:cNvSpPr>
          <p:nvPr>
            <p:ph type="title" hasCustomPrompt="1"/>
          </p:nvPr>
        </p:nvSpPr>
        <p:spPr/>
        <p:txBody>
          <a:bodyPr wrap="none"/>
          <a:lstStyle>
            <a:lvl1pPr>
              <a:defRPr>
                <a:solidFill>
                  <a:schemeClr val="tx1"/>
                </a:solidFill>
              </a:defRPr>
            </a:lvl1pPr>
          </a:lstStyle>
          <a:p>
            <a:r>
              <a:rPr lang="en-US"/>
              <a:t>Diagram with Content</a:t>
            </a:r>
          </a:p>
        </p:txBody>
      </p:sp>
      <p:sp>
        <p:nvSpPr>
          <p:cNvPr id="9" name="Subtitle 2">
            <a:extLst>
              <a:ext uri="{FF2B5EF4-FFF2-40B4-BE49-F238E27FC236}">
                <a16:creationId xmlns:a16="http://schemas.microsoft.com/office/drawing/2014/main" id="{A0D276D7-17CD-46AB-99B2-97FD34FEEFFA}"/>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subtitle</a:t>
            </a:r>
          </a:p>
        </p:txBody>
      </p:sp>
      <p:sp>
        <p:nvSpPr>
          <p:cNvPr id="8" name="Content Placeholder 17">
            <a:extLst>
              <a:ext uri="{FF2B5EF4-FFF2-40B4-BE49-F238E27FC236}">
                <a16:creationId xmlns:a16="http://schemas.microsoft.com/office/drawing/2014/main" id="{73A8AFF7-683B-9045-8B6E-5867DABAE588}"/>
              </a:ext>
            </a:extLst>
          </p:cNvPr>
          <p:cNvSpPr>
            <a:spLocks noGrp="1"/>
          </p:cNvSpPr>
          <p:nvPr>
            <p:ph sz="quarter" idx="14" hasCustomPrompt="1"/>
          </p:nvPr>
        </p:nvSpPr>
        <p:spPr bwMode="ltGray">
          <a:xfrm>
            <a:off x="595424" y="1600201"/>
            <a:ext cx="7410892" cy="4572000"/>
          </a:xfrm>
          <a:noFill/>
        </p:spPr>
        <p:txBody>
          <a:bodyPr vert="horz" lIns="457200" tIns="457200" rIns="457200" bIns="457200" rtlCol="0">
            <a:noAutofit/>
          </a:bodyPr>
          <a:lstStyle>
            <a:lvl1pPr algn="ctr">
              <a:spcBef>
                <a:spcPts val="1200"/>
              </a:spcBef>
              <a:defRPr lang="en-US" sz="1200" dirty="0">
                <a:solidFill>
                  <a:schemeClr val="tx1"/>
                </a:solidFill>
              </a:defRPr>
            </a:lvl1pPr>
            <a:lvl2pPr>
              <a:buClr>
                <a:schemeClr val="bg1"/>
              </a:buClr>
              <a:defRPr lang="en-US" sz="1600" dirty="0">
                <a:solidFill>
                  <a:schemeClr val="bg1"/>
                </a:solidFill>
              </a:defRPr>
            </a:lvl2pPr>
            <a:lvl3pPr>
              <a:buClr>
                <a:schemeClr val="bg1"/>
              </a:buClr>
              <a:defRPr lang="en-US" sz="1400" dirty="0">
                <a:solidFill>
                  <a:schemeClr val="bg1"/>
                </a:solidFill>
              </a:defRPr>
            </a:lvl3pPr>
            <a:lvl4pPr>
              <a:buClr>
                <a:schemeClr val="bg1"/>
              </a:buClr>
              <a:defRPr lang="en-US" sz="1200" dirty="0">
                <a:solidFill>
                  <a:schemeClr val="bg1"/>
                </a:solidFill>
              </a:defRPr>
            </a:lvl4pPr>
            <a:lvl5pPr>
              <a:buClr>
                <a:schemeClr val="bg1"/>
              </a:buClr>
              <a:defRPr lang="en-US" sz="1200" dirty="0">
                <a:solidFill>
                  <a:schemeClr val="bg1"/>
                </a:solidFill>
              </a:defRPr>
            </a:lvl5pPr>
            <a:lvl6pPr>
              <a:buClrTx/>
              <a:defRPr sz="1800">
                <a:solidFill>
                  <a:schemeClr val="bg1"/>
                </a:solidFill>
              </a:defRPr>
            </a:lvl6pPr>
            <a:lvl7pPr>
              <a:buClrTx/>
              <a:defRPr sz="1400">
                <a:solidFill>
                  <a:schemeClr val="bg1"/>
                </a:solidFill>
              </a:defRPr>
            </a:lvl7pPr>
            <a:lvl8pPr>
              <a:buClrTx/>
              <a:defRPr sz="1200">
                <a:solidFill>
                  <a:schemeClr val="bg1"/>
                </a:solidFill>
              </a:defRPr>
            </a:lvl8pPr>
            <a:lvl9pPr>
              <a:buClrTx/>
              <a:defRPr sz="1800">
                <a:solidFill>
                  <a:schemeClr val="bg1"/>
                </a:solidFill>
              </a:defRPr>
            </a:lvl9pPr>
          </a:lstStyle>
          <a:p>
            <a:pPr lvl="0"/>
            <a:r>
              <a:rPr lang="en-US"/>
              <a:t>Click to add a graphic. Note intended for text. </a:t>
            </a:r>
            <a:br>
              <a:rPr lang="en-US"/>
            </a:br>
            <a:r>
              <a:rPr lang="en-US"/>
              <a:t>Please use 2 content dynamic layout for text layouts</a:t>
            </a:r>
          </a:p>
        </p:txBody>
      </p:sp>
      <p:sp>
        <p:nvSpPr>
          <p:cNvPr id="5" name="Text Placeholder 4">
            <a:extLst>
              <a:ext uri="{FF2B5EF4-FFF2-40B4-BE49-F238E27FC236}">
                <a16:creationId xmlns:a16="http://schemas.microsoft.com/office/drawing/2014/main" id="{7F7496CC-9DD2-4299-850C-005958FB65CC}"/>
              </a:ext>
            </a:extLst>
          </p:cNvPr>
          <p:cNvSpPr>
            <a:spLocks noGrp="1"/>
          </p:cNvSpPr>
          <p:nvPr>
            <p:ph type="body" sz="quarter" idx="17" hasCustomPrompt="1"/>
          </p:nvPr>
        </p:nvSpPr>
        <p:spPr>
          <a:xfrm>
            <a:off x="8380413" y="1600200"/>
            <a:ext cx="3808412" cy="4572000"/>
          </a:xfrm>
          <a:noFill/>
        </p:spPr>
        <p:txBody>
          <a:bodyPr tIns="457200" rIns="594360" bIns="457200"/>
          <a:lstStyle>
            <a:lvl1pPr>
              <a:defRPr sz="1600">
                <a:solidFill>
                  <a:schemeClr val="tx1"/>
                </a:solidFill>
              </a:defRPr>
            </a:lvl1pPr>
            <a:lvl2pPr>
              <a:defRPr sz="1400">
                <a:solidFill>
                  <a:schemeClr val="tx1"/>
                </a:solidFill>
              </a:defRPr>
            </a:lvl2pPr>
            <a:lvl3pPr>
              <a:defRPr sz="1200">
                <a:solidFill>
                  <a:schemeClr val="tx1"/>
                </a:solidFill>
              </a:defRPr>
            </a:lvl3pPr>
            <a:lvl4pPr>
              <a:defRPr sz="1100">
                <a:solidFill>
                  <a:schemeClr val="tx1"/>
                </a:solidFill>
              </a:defRPr>
            </a:lvl4pPr>
            <a:lvl5pPr>
              <a:defRPr sz="1100">
                <a:solidFill>
                  <a:schemeClr val="tx1"/>
                </a:solidFill>
              </a:defRPr>
            </a:lvl5pPr>
            <a:lvl6pPr>
              <a:defRPr sz="1100">
                <a:solidFill>
                  <a:schemeClr val="tx1"/>
                </a:solidFill>
              </a:defRPr>
            </a:lvl6pPr>
            <a:lvl7pPr>
              <a:defRPr sz="1100">
                <a:solidFill>
                  <a:schemeClr val="tx1"/>
                </a:solidFill>
              </a:defRPr>
            </a:lvl7pPr>
            <a:lvl8pPr>
              <a:defRPr sz="1100">
                <a:solidFill>
                  <a:schemeClr val="tx1"/>
                </a:solidFill>
              </a:defRPr>
            </a:lvl8pPr>
            <a:lvl9pPr>
              <a:defRPr sz="1100">
                <a:solidFill>
                  <a:schemeClr val="tx1"/>
                </a:solidFill>
              </a:defRPr>
            </a:lvl9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7"/>
            <a:r>
              <a:rPr lang="en-US" dirty="0"/>
              <a:t>Eighth level</a:t>
            </a:r>
          </a:p>
          <a:p>
            <a:pPr lvl="8"/>
            <a:r>
              <a:rPr lang="en-US" dirty="0"/>
              <a:t>Ninth level</a:t>
            </a:r>
          </a:p>
        </p:txBody>
      </p:sp>
      <p:sp>
        <p:nvSpPr>
          <p:cNvPr id="11" name="page number">
            <a:extLst>
              <a:ext uri="{FF2B5EF4-FFF2-40B4-BE49-F238E27FC236}">
                <a16:creationId xmlns:a16="http://schemas.microsoft.com/office/drawing/2014/main" id="{0D34A4A0-0C07-994F-9539-A07F4B06F184}"/>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7" name="Rectangle 6">
            <a:extLst>
              <a:ext uri="{FF2B5EF4-FFF2-40B4-BE49-F238E27FC236}">
                <a16:creationId xmlns:a16="http://schemas.microsoft.com/office/drawing/2014/main" id="{F7E2C737-3A4D-924A-88B5-FA4D5C8A07C7}"/>
              </a:ext>
              <a:ext uri="{C183D7F6-B498-43B3-948B-1728B52AA6E4}">
                <adec:decorative xmlns:adec="http://schemas.microsoft.com/office/drawing/2017/decorative" val="1"/>
              </a:ext>
            </a:extLst>
          </p:cNvPr>
          <p:cNvSpPr/>
          <p:nvPr/>
        </p:nvSpPr>
        <p:spPr>
          <a:xfrm flipV="1">
            <a:off x="8380072" y="1589923"/>
            <a:ext cx="3808754" cy="82618"/>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tx1"/>
              </a:solidFill>
            </a:endParaRPr>
          </a:p>
          <a:p>
            <a:pPr algn="ctr">
              <a:spcAft>
                <a:spcPts val="600"/>
              </a:spcAft>
            </a:pPr>
            <a:endParaRPr lang="en-US" sz="1200">
              <a:solidFill>
                <a:schemeClr val="tx1"/>
              </a:solidFill>
            </a:endParaRPr>
          </a:p>
        </p:txBody>
      </p:sp>
      <p:sp>
        <p:nvSpPr>
          <p:cNvPr id="10" name="page number">
            <a:extLst>
              <a:ext uri="{FF2B5EF4-FFF2-40B4-BE49-F238E27FC236}">
                <a16:creationId xmlns:a16="http://schemas.microsoft.com/office/drawing/2014/main" id="{0D34A4A0-0C07-994F-9539-A07F4B06F184}"/>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12" name="Rectangle 11">
            <a:extLst>
              <a:ext uri="{FF2B5EF4-FFF2-40B4-BE49-F238E27FC236}">
                <a16:creationId xmlns:a16="http://schemas.microsoft.com/office/drawing/2014/main" id="{F7E2C737-3A4D-924A-88B5-FA4D5C8A07C7}"/>
              </a:ext>
              <a:ext uri="{C183D7F6-B498-43B3-948B-1728B52AA6E4}">
                <adec:decorative xmlns:adec="http://schemas.microsoft.com/office/drawing/2017/decorative" val="1"/>
              </a:ext>
            </a:extLst>
          </p:cNvPr>
          <p:cNvSpPr/>
          <p:nvPr userDrawn="1"/>
        </p:nvSpPr>
        <p:spPr>
          <a:xfrm flipV="1">
            <a:off x="8380072" y="1589923"/>
            <a:ext cx="3808754" cy="82618"/>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tx1"/>
              </a:solidFill>
            </a:endParaRPr>
          </a:p>
          <a:p>
            <a:pPr algn="ctr">
              <a:spcAft>
                <a:spcPts val="600"/>
              </a:spcAft>
            </a:pPr>
            <a:endParaRPr lang="en-US" sz="1200">
              <a:solidFill>
                <a:schemeClr val="tx1"/>
              </a:solidFill>
            </a:endParaRPr>
          </a:p>
        </p:txBody>
      </p:sp>
    </p:spTree>
    <p:extLst>
      <p:ext uri="{BB962C8B-B14F-4D97-AF65-F5344CB8AC3E}">
        <p14:creationId xmlns:p14="http://schemas.microsoft.com/office/powerpoint/2010/main" val="29644551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p:cSld name="Diagram with Outcome, Benefi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E15888C-CFB4-4BEC-9B94-46E698DFC481}"/>
              </a:ext>
            </a:extLst>
          </p:cNvPr>
          <p:cNvSpPr>
            <a:spLocks noGrp="1"/>
          </p:cNvSpPr>
          <p:nvPr>
            <p:ph type="title" hasCustomPrompt="1"/>
          </p:nvPr>
        </p:nvSpPr>
        <p:spPr/>
        <p:txBody>
          <a:bodyPr wrap="none"/>
          <a:lstStyle>
            <a:lvl1pPr>
              <a:defRPr>
                <a:solidFill>
                  <a:schemeClr val="tx1"/>
                </a:solidFill>
              </a:defRPr>
            </a:lvl1pPr>
          </a:lstStyle>
          <a:p>
            <a:r>
              <a:rPr lang="en-US"/>
              <a:t>Diagram with Outcome/Benefit Content</a:t>
            </a:r>
          </a:p>
        </p:txBody>
      </p:sp>
      <p:sp>
        <p:nvSpPr>
          <p:cNvPr id="19" name="Subtitle 2">
            <a:extLst>
              <a:ext uri="{FF2B5EF4-FFF2-40B4-BE49-F238E27FC236}">
                <a16:creationId xmlns:a16="http://schemas.microsoft.com/office/drawing/2014/main" id="{E9D6A872-88BD-4DFC-AFFD-1E9BEEB6533B}"/>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subtitle</a:t>
            </a:r>
          </a:p>
        </p:txBody>
      </p:sp>
      <p:sp>
        <p:nvSpPr>
          <p:cNvPr id="11" name="Content Placeholder 17">
            <a:extLst>
              <a:ext uri="{FF2B5EF4-FFF2-40B4-BE49-F238E27FC236}">
                <a16:creationId xmlns:a16="http://schemas.microsoft.com/office/drawing/2014/main" id="{DAEEA46F-682F-5A4F-8E4D-B4CA754E0724}"/>
              </a:ext>
            </a:extLst>
          </p:cNvPr>
          <p:cNvSpPr>
            <a:spLocks noGrp="1"/>
          </p:cNvSpPr>
          <p:nvPr>
            <p:ph sz="quarter" idx="14" hasCustomPrompt="1"/>
          </p:nvPr>
        </p:nvSpPr>
        <p:spPr bwMode="ltGray">
          <a:xfrm>
            <a:off x="595424" y="1600201"/>
            <a:ext cx="7410892" cy="4572000"/>
          </a:xfrm>
          <a:noFill/>
        </p:spPr>
        <p:txBody>
          <a:bodyPr vert="horz" lIns="457200" tIns="457200" rIns="457200" bIns="457200" rtlCol="0">
            <a:noAutofit/>
          </a:bodyPr>
          <a:lstStyle>
            <a:lvl1pPr marL="171450" indent="-171450" algn="ctr">
              <a:spcBef>
                <a:spcPts val="1200"/>
              </a:spcBef>
              <a:defRPr lang="en-US" sz="1200" kern="1200" dirty="0">
                <a:solidFill>
                  <a:schemeClr val="tx1"/>
                </a:solidFill>
                <a:latin typeface="+mn-lt"/>
                <a:ea typeface="+mn-ea"/>
                <a:cs typeface="+mn-cs"/>
              </a:defRPr>
            </a:lvl1pPr>
            <a:lvl2pPr>
              <a:buClr>
                <a:schemeClr val="bg1"/>
              </a:buClr>
              <a:defRPr lang="en-US" sz="1600" dirty="0">
                <a:solidFill>
                  <a:schemeClr val="bg1"/>
                </a:solidFill>
              </a:defRPr>
            </a:lvl2pPr>
            <a:lvl3pPr>
              <a:buClr>
                <a:schemeClr val="bg1"/>
              </a:buClr>
              <a:defRPr lang="en-US" sz="1400" dirty="0">
                <a:solidFill>
                  <a:schemeClr val="bg1"/>
                </a:solidFill>
              </a:defRPr>
            </a:lvl3pPr>
            <a:lvl4pPr>
              <a:buClr>
                <a:schemeClr val="bg1"/>
              </a:buClr>
              <a:defRPr lang="en-US" sz="1200" dirty="0">
                <a:solidFill>
                  <a:schemeClr val="bg1"/>
                </a:solidFill>
              </a:defRPr>
            </a:lvl4pPr>
            <a:lvl5pPr>
              <a:buClr>
                <a:schemeClr val="bg1"/>
              </a:buClr>
              <a:defRPr lang="en-US" sz="1200" dirty="0">
                <a:solidFill>
                  <a:schemeClr val="bg1"/>
                </a:solidFill>
              </a:defRPr>
            </a:lvl5pPr>
            <a:lvl6pPr>
              <a:buClrTx/>
              <a:defRPr sz="1800">
                <a:solidFill>
                  <a:schemeClr val="bg1"/>
                </a:solidFill>
              </a:defRPr>
            </a:lvl6pPr>
            <a:lvl7pPr>
              <a:buClrTx/>
              <a:defRPr sz="1400">
                <a:solidFill>
                  <a:schemeClr val="bg1"/>
                </a:solidFill>
              </a:defRPr>
            </a:lvl7pPr>
            <a:lvl8pPr>
              <a:buClrTx/>
              <a:defRPr sz="1200">
                <a:solidFill>
                  <a:schemeClr val="bg1"/>
                </a:solidFill>
              </a:defRPr>
            </a:lvl8pPr>
            <a:lvl9pPr>
              <a:buClrTx/>
              <a:defRPr sz="1800">
                <a:solidFill>
                  <a:schemeClr val="bg1"/>
                </a:solidFill>
              </a:defRPr>
            </a:lvl9pPr>
          </a:lstStyle>
          <a:p>
            <a:pPr marL="0" marR="0" lvl="0" indent="0" algn="ctr" defTabSz="914400" rtl="0" eaLnBrk="1" fontAlgn="auto" latinLnBrk="0" hangingPunct="1">
              <a:lnSpc>
                <a:spcPct val="100000"/>
              </a:lnSpc>
              <a:spcBef>
                <a:spcPts val="1200"/>
              </a:spcBef>
              <a:spcAft>
                <a:spcPts val="0"/>
              </a:spcAft>
              <a:buClr>
                <a:schemeClr val="tx1">
                  <a:lumMod val="60000"/>
                  <a:lumOff val="40000"/>
                </a:schemeClr>
              </a:buClr>
              <a:buSzPct val="90000"/>
              <a:buFont typeface="Arial" panose="020B0604020202020204" pitchFamily="34" charset="0"/>
              <a:buChar char="​"/>
              <a:tabLst/>
              <a:defRPr/>
            </a:pPr>
            <a:r>
              <a:rPr lang="en-US"/>
              <a:t>Click to add a graphic. Note intended for text. </a:t>
            </a:r>
            <a:br>
              <a:rPr lang="en-US"/>
            </a:br>
            <a:r>
              <a:rPr lang="en-US"/>
              <a:t>Please use 2 content dynamic layout for text layouts</a:t>
            </a:r>
          </a:p>
          <a:p>
            <a:pPr marL="0" lvl="0" indent="0" algn="ctr" defTabSz="914400" rtl="0" eaLnBrk="1" latinLnBrk="0" hangingPunct="1">
              <a:lnSpc>
                <a:spcPct val="100000"/>
              </a:lnSpc>
              <a:spcBef>
                <a:spcPts val="1200"/>
              </a:spcBef>
              <a:buClr>
                <a:schemeClr val="tx1">
                  <a:lumMod val="60000"/>
                  <a:lumOff val="40000"/>
                </a:schemeClr>
              </a:buClr>
              <a:buSzPct val="90000"/>
              <a:buFont typeface="Arial" panose="020B0604020202020204" pitchFamily="34" charset="0"/>
              <a:buChar char="​"/>
            </a:pPr>
            <a:endParaRPr lang="en-US"/>
          </a:p>
        </p:txBody>
      </p:sp>
      <p:cxnSp>
        <p:nvCxnSpPr>
          <p:cNvPr id="138" name="Straight Connector 137">
            <a:extLst>
              <a:ext uri="{FF2B5EF4-FFF2-40B4-BE49-F238E27FC236}">
                <a16:creationId xmlns:a16="http://schemas.microsoft.com/office/drawing/2014/main" id="{56D4D92B-574E-4F63-A5BA-8F7282B54C27}"/>
              </a:ext>
              <a:ext uri="{C183D7F6-B498-43B3-948B-1728B52AA6E4}">
                <adec:decorative xmlns:adec="http://schemas.microsoft.com/office/drawing/2017/decorative" val="1"/>
              </a:ext>
            </a:extLst>
          </p:cNvPr>
          <p:cNvCxnSpPr>
            <a:cxnSpLocks/>
          </p:cNvCxnSpPr>
          <p:nvPr/>
        </p:nvCxnSpPr>
        <p:spPr>
          <a:xfrm>
            <a:off x="8380413" y="1608668"/>
            <a:ext cx="3808412" cy="0"/>
          </a:xfrm>
          <a:prstGeom prst="line">
            <a:avLst/>
          </a:prstGeom>
          <a:ln w="25400">
            <a:solidFill>
              <a:schemeClr val="accent3"/>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 name="Text Placeholder 6">
            <a:extLst>
              <a:ext uri="{FF2B5EF4-FFF2-40B4-BE49-F238E27FC236}">
                <a16:creationId xmlns:a16="http://schemas.microsoft.com/office/drawing/2014/main" id="{9005EB21-86C3-42EF-BFE7-549D9EA3645A}"/>
              </a:ext>
            </a:extLst>
          </p:cNvPr>
          <p:cNvSpPr>
            <a:spLocks noGrp="1"/>
          </p:cNvSpPr>
          <p:nvPr>
            <p:ph type="body" sz="quarter" idx="17" hasCustomPrompt="1"/>
          </p:nvPr>
        </p:nvSpPr>
        <p:spPr>
          <a:xfrm>
            <a:off x="8380413" y="1699688"/>
            <a:ext cx="2006600" cy="298450"/>
          </a:xfrm>
        </p:spPr>
        <p:txBody>
          <a:bodyPr anchor="b"/>
          <a:lstStyle>
            <a:lvl1pPr>
              <a:defRPr sz="1800">
                <a:solidFill>
                  <a:schemeClr val="accent3"/>
                </a:solidFill>
              </a:defRPr>
            </a:lvl1pPr>
            <a:lvl5pPr>
              <a:defRPr/>
            </a:lvl5pPr>
          </a:lstStyle>
          <a:p>
            <a:pPr lvl="0"/>
            <a:r>
              <a:rPr lang="en-US"/>
              <a:t>Outcome</a:t>
            </a:r>
          </a:p>
        </p:txBody>
      </p:sp>
      <p:sp>
        <p:nvSpPr>
          <p:cNvPr id="4" name="Text Placeholder 3">
            <a:extLst>
              <a:ext uri="{FF2B5EF4-FFF2-40B4-BE49-F238E27FC236}">
                <a16:creationId xmlns:a16="http://schemas.microsoft.com/office/drawing/2014/main" id="{A8781D19-2DDB-4D83-983D-3D159A7DE7C0}"/>
              </a:ext>
            </a:extLst>
          </p:cNvPr>
          <p:cNvSpPr>
            <a:spLocks noGrp="1"/>
          </p:cNvSpPr>
          <p:nvPr>
            <p:ph type="body" sz="quarter" idx="20" hasCustomPrompt="1"/>
          </p:nvPr>
        </p:nvSpPr>
        <p:spPr>
          <a:xfrm>
            <a:off x="8378825" y="2063048"/>
            <a:ext cx="3201988" cy="1600200"/>
          </a:xfrm>
        </p:spPr>
        <p:txBody>
          <a:bodyPr/>
          <a:lstStyle>
            <a:lvl1pPr>
              <a:defRPr sz="1600">
                <a:solidFill>
                  <a:schemeClr val="tx1"/>
                </a:solidFill>
              </a:defRPr>
            </a:lvl1pPr>
            <a:lvl2pPr>
              <a:defRPr sz="1400">
                <a:solidFill>
                  <a:schemeClr val="tx1"/>
                </a:solidFill>
              </a:defRPr>
            </a:lvl2pPr>
            <a:lvl3pPr>
              <a:defRPr sz="1400">
                <a:solidFill>
                  <a:schemeClr val="tx1"/>
                </a:solidFill>
              </a:defRPr>
            </a:lvl3pPr>
          </a:lstStyle>
          <a:p>
            <a:pPr lvl="0"/>
            <a:r>
              <a:rPr lang="en-US" dirty="0"/>
              <a:t>Click to add text</a:t>
            </a:r>
          </a:p>
          <a:p>
            <a:pPr lvl="1"/>
            <a:r>
              <a:rPr lang="en-US" dirty="0"/>
              <a:t>Second level</a:t>
            </a:r>
          </a:p>
          <a:p>
            <a:pPr lvl="2"/>
            <a:r>
              <a:rPr lang="en-US" dirty="0"/>
              <a:t>Third level</a:t>
            </a:r>
          </a:p>
        </p:txBody>
      </p:sp>
      <p:cxnSp>
        <p:nvCxnSpPr>
          <p:cNvPr id="75" name="Straight Connector 74">
            <a:extLst>
              <a:ext uri="{FF2B5EF4-FFF2-40B4-BE49-F238E27FC236}">
                <a16:creationId xmlns:a16="http://schemas.microsoft.com/office/drawing/2014/main" id="{F789B473-DDE6-4450-A111-3761F341AAE3}"/>
              </a:ext>
              <a:ext uri="{C183D7F6-B498-43B3-948B-1728B52AA6E4}">
                <adec:decorative xmlns:adec="http://schemas.microsoft.com/office/drawing/2017/decorative" val="1"/>
              </a:ext>
            </a:extLst>
          </p:cNvPr>
          <p:cNvCxnSpPr>
            <a:cxnSpLocks/>
          </p:cNvCxnSpPr>
          <p:nvPr/>
        </p:nvCxnSpPr>
        <p:spPr>
          <a:xfrm>
            <a:off x="8380413" y="3872441"/>
            <a:ext cx="3808412" cy="0"/>
          </a:xfrm>
          <a:prstGeom prst="line">
            <a:avLst/>
          </a:prstGeom>
          <a:ln w="25400">
            <a:solidFill>
              <a:schemeClr val="accent4"/>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6" name="Text Placeholder 6">
            <a:extLst>
              <a:ext uri="{FF2B5EF4-FFF2-40B4-BE49-F238E27FC236}">
                <a16:creationId xmlns:a16="http://schemas.microsoft.com/office/drawing/2014/main" id="{0D0977FA-A4CA-4F1F-8109-D7498D165EDD}"/>
              </a:ext>
            </a:extLst>
          </p:cNvPr>
          <p:cNvSpPr>
            <a:spLocks noGrp="1"/>
          </p:cNvSpPr>
          <p:nvPr>
            <p:ph type="body" sz="quarter" idx="19" hasCustomPrompt="1"/>
          </p:nvPr>
        </p:nvSpPr>
        <p:spPr>
          <a:xfrm>
            <a:off x="8380413" y="3972469"/>
            <a:ext cx="2006600" cy="298450"/>
          </a:xfrm>
        </p:spPr>
        <p:txBody>
          <a:bodyPr anchor="b"/>
          <a:lstStyle>
            <a:lvl1pPr>
              <a:defRPr sz="1800">
                <a:solidFill>
                  <a:schemeClr val="accent4"/>
                </a:solidFill>
              </a:defRPr>
            </a:lvl1pPr>
            <a:lvl5pPr>
              <a:defRPr/>
            </a:lvl5pPr>
          </a:lstStyle>
          <a:p>
            <a:pPr lvl="0"/>
            <a:r>
              <a:rPr lang="en-US"/>
              <a:t>Benefit</a:t>
            </a:r>
          </a:p>
        </p:txBody>
      </p:sp>
      <p:sp>
        <p:nvSpPr>
          <p:cNvPr id="16" name="Text Placeholder 3">
            <a:extLst>
              <a:ext uri="{FF2B5EF4-FFF2-40B4-BE49-F238E27FC236}">
                <a16:creationId xmlns:a16="http://schemas.microsoft.com/office/drawing/2014/main" id="{BB1458BF-96C1-46C6-A67F-AD0FB4B4E5C0}"/>
              </a:ext>
            </a:extLst>
          </p:cNvPr>
          <p:cNvSpPr>
            <a:spLocks noGrp="1"/>
          </p:cNvSpPr>
          <p:nvPr>
            <p:ph type="body" sz="quarter" idx="21" hasCustomPrompt="1"/>
          </p:nvPr>
        </p:nvSpPr>
        <p:spPr>
          <a:xfrm>
            <a:off x="8378825" y="4347904"/>
            <a:ext cx="3201988" cy="1600200"/>
          </a:xfrm>
        </p:spPr>
        <p:txBody>
          <a:bodyPr/>
          <a:lstStyle>
            <a:lvl1pPr>
              <a:defRPr sz="1600">
                <a:solidFill>
                  <a:schemeClr val="tx1"/>
                </a:solidFill>
              </a:defRPr>
            </a:lvl1pPr>
            <a:lvl2pPr>
              <a:defRPr sz="1400">
                <a:solidFill>
                  <a:schemeClr val="tx1"/>
                </a:solidFill>
              </a:defRPr>
            </a:lvl2pPr>
            <a:lvl3pPr>
              <a:defRPr sz="1400">
                <a:solidFill>
                  <a:schemeClr val="tx1"/>
                </a:solidFill>
              </a:defRPr>
            </a:lvl3pPr>
          </a:lstStyle>
          <a:p>
            <a:pPr lvl="0"/>
            <a:r>
              <a:rPr lang="en-US" dirty="0"/>
              <a:t>Click to add text</a:t>
            </a:r>
          </a:p>
          <a:p>
            <a:pPr lvl="1"/>
            <a:r>
              <a:rPr lang="en-US" dirty="0"/>
              <a:t>Second level</a:t>
            </a:r>
          </a:p>
          <a:p>
            <a:pPr lvl="2"/>
            <a:r>
              <a:rPr lang="en-US" dirty="0"/>
              <a:t>Third level</a:t>
            </a:r>
          </a:p>
        </p:txBody>
      </p:sp>
      <p:sp>
        <p:nvSpPr>
          <p:cNvPr id="13" name="page number">
            <a:extLst>
              <a:ext uri="{FF2B5EF4-FFF2-40B4-BE49-F238E27FC236}">
                <a16:creationId xmlns:a16="http://schemas.microsoft.com/office/drawing/2014/main" id="{2520CB7B-27A1-0749-95BA-681D8A0535D2}"/>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cxnSp>
        <p:nvCxnSpPr>
          <p:cNvPr id="12" name="Straight Connector 11">
            <a:extLst>
              <a:ext uri="{FF2B5EF4-FFF2-40B4-BE49-F238E27FC236}">
                <a16:creationId xmlns:a16="http://schemas.microsoft.com/office/drawing/2014/main" id="{56D4D92B-574E-4F63-A5BA-8F7282B54C27}"/>
              </a:ext>
              <a:ext uri="{C183D7F6-B498-43B3-948B-1728B52AA6E4}">
                <adec:decorative xmlns:adec="http://schemas.microsoft.com/office/drawing/2017/decorative" val="1"/>
              </a:ext>
            </a:extLst>
          </p:cNvPr>
          <p:cNvCxnSpPr>
            <a:cxnSpLocks/>
          </p:cNvCxnSpPr>
          <p:nvPr userDrawn="1"/>
        </p:nvCxnSpPr>
        <p:spPr>
          <a:xfrm>
            <a:off x="8380413" y="1608668"/>
            <a:ext cx="3808412" cy="0"/>
          </a:xfrm>
          <a:prstGeom prst="line">
            <a:avLst/>
          </a:prstGeom>
          <a:ln w="25400">
            <a:solidFill>
              <a:schemeClr val="accent3"/>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F789B473-DDE6-4450-A111-3761F341AAE3}"/>
              </a:ext>
              <a:ext uri="{C183D7F6-B498-43B3-948B-1728B52AA6E4}">
                <adec:decorative xmlns:adec="http://schemas.microsoft.com/office/drawing/2017/decorative" val="1"/>
              </a:ext>
            </a:extLst>
          </p:cNvPr>
          <p:cNvCxnSpPr>
            <a:cxnSpLocks/>
          </p:cNvCxnSpPr>
          <p:nvPr userDrawn="1"/>
        </p:nvCxnSpPr>
        <p:spPr>
          <a:xfrm>
            <a:off x="8380413" y="3872441"/>
            <a:ext cx="3808412" cy="0"/>
          </a:xfrm>
          <a:prstGeom prst="line">
            <a:avLst/>
          </a:prstGeom>
          <a:ln w="25400">
            <a:solidFill>
              <a:schemeClr val="accent4"/>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5" name="page number">
            <a:extLst>
              <a:ext uri="{FF2B5EF4-FFF2-40B4-BE49-F238E27FC236}">
                <a16:creationId xmlns:a16="http://schemas.microsoft.com/office/drawing/2014/main" id="{2520CB7B-27A1-0749-95BA-681D8A0535D2}"/>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Tree>
    <p:extLst>
      <p:ext uri="{BB962C8B-B14F-4D97-AF65-F5344CB8AC3E}">
        <p14:creationId xmlns:p14="http://schemas.microsoft.com/office/powerpoint/2010/main" val="1609041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p:cSld name="Customer Success">
    <p:spTree>
      <p:nvGrpSpPr>
        <p:cNvPr id="1" name=""/>
        <p:cNvGrpSpPr/>
        <p:nvPr/>
      </p:nvGrpSpPr>
      <p:grpSpPr>
        <a:xfrm>
          <a:off x="0" y="0"/>
          <a:ext cx="0" cy="0"/>
          <a:chOff x="0" y="0"/>
          <a:chExt cx="0" cy="0"/>
        </a:xfrm>
      </p:grpSpPr>
      <p:sp>
        <p:nvSpPr>
          <p:cNvPr id="53" name="Title 1">
            <a:extLst>
              <a:ext uri="{FF2B5EF4-FFF2-40B4-BE49-F238E27FC236}">
                <a16:creationId xmlns:a16="http://schemas.microsoft.com/office/drawing/2014/main" id="{05E46EAA-9D16-0D47-AF18-92C449033DAC}"/>
              </a:ext>
            </a:extLst>
          </p:cNvPr>
          <p:cNvSpPr>
            <a:spLocks noGrp="1"/>
          </p:cNvSpPr>
          <p:nvPr>
            <p:ph type="title" hasCustomPrompt="1"/>
          </p:nvPr>
        </p:nvSpPr>
        <p:spPr>
          <a:xfrm>
            <a:off x="579809" y="412751"/>
            <a:ext cx="11001004" cy="381000"/>
          </a:xfrm>
        </p:spPr>
        <p:txBody>
          <a:bodyPr/>
          <a:lstStyle>
            <a:lvl1pPr>
              <a:defRPr>
                <a:solidFill>
                  <a:schemeClr val="tx1"/>
                </a:solidFill>
              </a:defRPr>
            </a:lvl1pPr>
          </a:lstStyle>
          <a:p>
            <a:r>
              <a:rPr lang="en-US"/>
              <a:t>Customer Success – add Company Name here</a:t>
            </a:r>
          </a:p>
        </p:txBody>
      </p:sp>
      <p:sp>
        <p:nvSpPr>
          <p:cNvPr id="52" name="Subtitle 2">
            <a:extLst>
              <a:ext uri="{FF2B5EF4-FFF2-40B4-BE49-F238E27FC236}">
                <a16:creationId xmlns:a16="http://schemas.microsoft.com/office/drawing/2014/main" id="{CEFD99AC-6466-F04E-8E45-7EEEEA01BA6C}"/>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the highlighted business impact</a:t>
            </a:r>
          </a:p>
        </p:txBody>
      </p:sp>
      <p:cxnSp>
        <p:nvCxnSpPr>
          <p:cNvPr id="30" name="Straight Connector 29">
            <a:extLst>
              <a:ext uri="{FF2B5EF4-FFF2-40B4-BE49-F238E27FC236}">
                <a16:creationId xmlns:a16="http://schemas.microsoft.com/office/drawing/2014/main" id="{14F46384-B6E3-0D43-924E-874DEC2344B1}"/>
              </a:ext>
              <a:ext uri="{C183D7F6-B498-43B3-948B-1728B52AA6E4}">
                <adec:decorative xmlns:adec="http://schemas.microsoft.com/office/drawing/2017/decorative" val="1"/>
              </a:ext>
            </a:extLst>
          </p:cNvPr>
          <p:cNvCxnSpPr>
            <a:cxnSpLocks/>
          </p:cNvCxnSpPr>
          <p:nvPr/>
        </p:nvCxnSpPr>
        <p:spPr>
          <a:xfrm>
            <a:off x="609600" y="1552248"/>
            <a:ext cx="3471746" cy="0"/>
          </a:xfrm>
          <a:prstGeom prst="line">
            <a:avLst/>
          </a:prstGeom>
          <a:ln w="22225">
            <a:solidFill>
              <a:schemeClr val="accent3"/>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1" name="Text Placeholder 6">
            <a:extLst>
              <a:ext uri="{FF2B5EF4-FFF2-40B4-BE49-F238E27FC236}">
                <a16:creationId xmlns:a16="http://schemas.microsoft.com/office/drawing/2014/main" id="{40CB7868-5ADF-4E42-9BA5-758DD5ADEBC0}"/>
              </a:ext>
            </a:extLst>
          </p:cNvPr>
          <p:cNvSpPr>
            <a:spLocks noGrp="1"/>
          </p:cNvSpPr>
          <p:nvPr>
            <p:ph type="body" sz="quarter" idx="17" hasCustomPrompt="1"/>
          </p:nvPr>
        </p:nvSpPr>
        <p:spPr>
          <a:xfrm>
            <a:off x="613093" y="1564006"/>
            <a:ext cx="2006600" cy="227454"/>
          </a:xfrm>
        </p:spPr>
        <p:txBody>
          <a:bodyPr anchor="b"/>
          <a:lstStyle>
            <a:lvl1pPr>
              <a:lnSpc>
                <a:spcPct val="100000"/>
              </a:lnSpc>
              <a:spcBef>
                <a:spcPts val="0"/>
              </a:spcBef>
              <a:defRPr sz="1200" cap="all" baseline="0">
                <a:solidFill>
                  <a:schemeClr val="tx1"/>
                </a:solidFill>
              </a:defRPr>
            </a:lvl1pPr>
            <a:lvl5pPr>
              <a:defRPr/>
            </a:lvl5pPr>
          </a:lstStyle>
          <a:p>
            <a:pPr lvl="0"/>
            <a:r>
              <a:rPr lang="en-US"/>
              <a:t>ABOUT</a:t>
            </a:r>
          </a:p>
        </p:txBody>
      </p:sp>
      <p:sp>
        <p:nvSpPr>
          <p:cNvPr id="50" name="Content Placeholder 17">
            <a:extLst>
              <a:ext uri="{FF2B5EF4-FFF2-40B4-BE49-F238E27FC236}">
                <a16:creationId xmlns:a16="http://schemas.microsoft.com/office/drawing/2014/main" id="{767C0863-B9D1-344E-A978-CD49E9400F6F}"/>
              </a:ext>
            </a:extLst>
          </p:cNvPr>
          <p:cNvSpPr>
            <a:spLocks noGrp="1"/>
          </p:cNvSpPr>
          <p:nvPr>
            <p:ph sz="quarter" idx="16" hasCustomPrompt="1"/>
          </p:nvPr>
        </p:nvSpPr>
        <p:spPr>
          <a:xfrm>
            <a:off x="611645" y="1901093"/>
            <a:ext cx="3201848" cy="1214595"/>
          </a:xfrm>
          <a:noFill/>
        </p:spPr>
        <p:txBody>
          <a:bodyPr vert="horz" lIns="0" tIns="0" rIns="0" bIns="457200" rtlCol="0">
            <a:noAutofit/>
          </a:bodyPr>
          <a:lstStyle>
            <a:lvl1pPr>
              <a:lnSpc>
                <a:spcPct val="100000"/>
              </a:lnSpc>
              <a:spcBef>
                <a:spcPts val="0"/>
              </a:spcBef>
              <a:defRPr lang="en-US" sz="1050" dirty="0">
                <a:solidFill>
                  <a:schemeClr val="tx1"/>
                </a:solidFill>
              </a:defRPr>
            </a:lvl1pPr>
            <a:lvl2pPr marL="114300" indent="-114300">
              <a:lnSpc>
                <a:spcPct val="100000"/>
              </a:lnSpc>
              <a:spcBef>
                <a:spcPts val="0"/>
              </a:spcBef>
              <a:defRPr lang="en-US" sz="1000" dirty="0">
                <a:solidFill>
                  <a:schemeClr val="tx1"/>
                </a:solidFill>
              </a:defRPr>
            </a:lvl2pPr>
            <a:lvl3pPr>
              <a:defRPr lang="en-US" sz="1400" dirty="0">
                <a:solidFill>
                  <a:schemeClr val="tx2"/>
                </a:solidFill>
              </a:defRPr>
            </a:lvl3pPr>
            <a:lvl4pPr>
              <a:defRPr lang="en-US" sz="1200" dirty="0">
                <a:solidFill>
                  <a:schemeClr val="tx2"/>
                </a:solidFill>
              </a:defRPr>
            </a:lvl4pPr>
            <a:lvl5pPr>
              <a:defRPr lang="en-US" sz="1200" dirty="0">
                <a:solidFill>
                  <a:schemeClr val="tx2"/>
                </a:solidFill>
              </a:defRPr>
            </a:lvl5pPr>
          </a:lstStyle>
          <a:p>
            <a:pPr lvl="0"/>
            <a:r>
              <a:rPr lang="en-US"/>
              <a:t>Click to add text</a:t>
            </a:r>
          </a:p>
          <a:p>
            <a:pPr lvl="1"/>
            <a:r>
              <a:rPr lang="en-US"/>
              <a:t>Second level</a:t>
            </a:r>
          </a:p>
        </p:txBody>
      </p:sp>
      <p:cxnSp>
        <p:nvCxnSpPr>
          <p:cNvPr id="39" name="Straight Connector 38">
            <a:extLst>
              <a:ext uri="{FF2B5EF4-FFF2-40B4-BE49-F238E27FC236}">
                <a16:creationId xmlns:a16="http://schemas.microsoft.com/office/drawing/2014/main" id="{33526770-8F35-FB4A-8638-521D0DA87F6C}"/>
              </a:ext>
              <a:ext uri="{C183D7F6-B498-43B3-948B-1728B52AA6E4}">
                <adec:decorative xmlns:adec="http://schemas.microsoft.com/office/drawing/2017/decorative" val="1"/>
              </a:ext>
            </a:extLst>
          </p:cNvPr>
          <p:cNvCxnSpPr>
            <a:cxnSpLocks/>
          </p:cNvCxnSpPr>
          <p:nvPr/>
        </p:nvCxnSpPr>
        <p:spPr>
          <a:xfrm>
            <a:off x="4412165" y="1552248"/>
            <a:ext cx="3471746" cy="0"/>
          </a:xfrm>
          <a:prstGeom prst="line">
            <a:avLst/>
          </a:prstGeom>
          <a:ln w="22225">
            <a:solidFill>
              <a:schemeClr val="accent3"/>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4" name="Text Placeholder 6">
            <a:extLst>
              <a:ext uri="{FF2B5EF4-FFF2-40B4-BE49-F238E27FC236}">
                <a16:creationId xmlns:a16="http://schemas.microsoft.com/office/drawing/2014/main" id="{5A3D06D5-FD3F-BA4E-8627-B3D253D001EB}"/>
              </a:ext>
            </a:extLst>
          </p:cNvPr>
          <p:cNvSpPr>
            <a:spLocks noGrp="1"/>
          </p:cNvSpPr>
          <p:nvPr>
            <p:ph type="body" sz="quarter" idx="39" hasCustomPrompt="1"/>
          </p:nvPr>
        </p:nvSpPr>
        <p:spPr>
          <a:xfrm>
            <a:off x="4418012" y="1564006"/>
            <a:ext cx="2006600" cy="227454"/>
          </a:xfrm>
        </p:spPr>
        <p:txBody>
          <a:bodyPr anchor="b"/>
          <a:lstStyle>
            <a:lvl1pPr>
              <a:lnSpc>
                <a:spcPct val="100000"/>
              </a:lnSpc>
              <a:spcBef>
                <a:spcPts val="0"/>
              </a:spcBef>
              <a:defRPr sz="1200" cap="all" baseline="0">
                <a:solidFill>
                  <a:schemeClr val="tx1"/>
                </a:solidFill>
              </a:defRPr>
            </a:lvl1pPr>
            <a:lvl5pPr>
              <a:defRPr/>
            </a:lvl5pPr>
          </a:lstStyle>
          <a:p>
            <a:pPr lvl="0"/>
            <a:r>
              <a:rPr lang="en-US"/>
              <a:t>SOLUTION</a:t>
            </a:r>
          </a:p>
        </p:txBody>
      </p:sp>
      <p:sp>
        <p:nvSpPr>
          <p:cNvPr id="47" name="Content Placeholder 17">
            <a:extLst>
              <a:ext uri="{FF2B5EF4-FFF2-40B4-BE49-F238E27FC236}">
                <a16:creationId xmlns:a16="http://schemas.microsoft.com/office/drawing/2014/main" id="{A2B343CF-FF49-7E4F-A7C9-0593553254F3}"/>
              </a:ext>
            </a:extLst>
          </p:cNvPr>
          <p:cNvSpPr>
            <a:spLocks noGrp="1"/>
          </p:cNvSpPr>
          <p:nvPr>
            <p:ph sz="quarter" idx="20" hasCustomPrompt="1"/>
          </p:nvPr>
        </p:nvSpPr>
        <p:spPr>
          <a:xfrm>
            <a:off x="4414210" y="1901094"/>
            <a:ext cx="3201848" cy="1225566"/>
          </a:xfrm>
          <a:noFill/>
        </p:spPr>
        <p:txBody>
          <a:bodyPr vert="horz" lIns="0" tIns="0" rIns="0" bIns="457200" rtlCol="0">
            <a:noAutofit/>
          </a:bodyPr>
          <a:lstStyle>
            <a:lvl1pPr>
              <a:lnSpc>
                <a:spcPct val="100000"/>
              </a:lnSpc>
              <a:spcBef>
                <a:spcPts val="0"/>
              </a:spcBef>
              <a:defRPr lang="en-US" sz="1050" dirty="0">
                <a:solidFill>
                  <a:schemeClr val="tx1"/>
                </a:solidFill>
              </a:defRPr>
            </a:lvl1pPr>
            <a:lvl2pPr marL="114300" indent="-114300">
              <a:lnSpc>
                <a:spcPct val="100000"/>
              </a:lnSpc>
              <a:spcBef>
                <a:spcPts val="0"/>
              </a:spcBef>
              <a:defRPr lang="en-US" sz="1000" dirty="0">
                <a:solidFill>
                  <a:schemeClr val="tx1"/>
                </a:solidFill>
              </a:defRPr>
            </a:lvl2pPr>
            <a:lvl3pPr>
              <a:defRPr lang="en-US" sz="1400" dirty="0">
                <a:solidFill>
                  <a:schemeClr val="tx2"/>
                </a:solidFill>
              </a:defRPr>
            </a:lvl3pPr>
            <a:lvl4pPr>
              <a:defRPr lang="en-US" sz="1200" dirty="0">
                <a:solidFill>
                  <a:schemeClr val="tx2"/>
                </a:solidFill>
              </a:defRPr>
            </a:lvl4pPr>
            <a:lvl5pPr>
              <a:defRPr lang="en-US" sz="1200" dirty="0">
                <a:solidFill>
                  <a:schemeClr val="tx2"/>
                </a:solidFill>
              </a:defRPr>
            </a:lvl5pPr>
          </a:lstStyle>
          <a:p>
            <a:pPr lvl="0"/>
            <a:r>
              <a:rPr lang="en-US"/>
              <a:t>Click to add text</a:t>
            </a:r>
          </a:p>
          <a:p>
            <a:pPr lvl="1"/>
            <a:r>
              <a:rPr lang="en-US"/>
              <a:t>Second level</a:t>
            </a:r>
          </a:p>
        </p:txBody>
      </p:sp>
      <p:cxnSp>
        <p:nvCxnSpPr>
          <p:cNvPr id="31" name="Straight Connector 30">
            <a:extLst>
              <a:ext uri="{FF2B5EF4-FFF2-40B4-BE49-F238E27FC236}">
                <a16:creationId xmlns:a16="http://schemas.microsoft.com/office/drawing/2014/main" id="{73C08A52-2522-8C40-B8B1-C98FEBB888F7}"/>
              </a:ext>
              <a:ext uri="{C183D7F6-B498-43B3-948B-1728B52AA6E4}">
                <adec:decorative xmlns:adec="http://schemas.microsoft.com/office/drawing/2017/decorative" val="1"/>
              </a:ext>
            </a:extLst>
          </p:cNvPr>
          <p:cNvCxnSpPr>
            <a:cxnSpLocks/>
          </p:cNvCxnSpPr>
          <p:nvPr/>
        </p:nvCxnSpPr>
        <p:spPr>
          <a:xfrm>
            <a:off x="609600" y="3325372"/>
            <a:ext cx="3471746" cy="0"/>
          </a:xfrm>
          <a:prstGeom prst="line">
            <a:avLst/>
          </a:prstGeom>
          <a:ln w="22225">
            <a:solidFill>
              <a:schemeClr val="accent4"/>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9" name="Text Placeholder 6">
            <a:extLst>
              <a:ext uri="{FF2B5EF4-FFF2-40B4-BE49-F238E27FC236}">
                <a16:creationId xmlns:a16="http://schemas.microsoft.com/office/drawing/2014/main" id="{68B03587-93C7-A44F-A27D-84877C6A912A}"/>
              </a:ext>
            </a:extLst>
          </p:cNvPr>
          <p:cNvSpPr>
            <a:spLocks noGrp="1"/>
          </p:cNvSpPr>
          <p:nvPr>
            <p:ph type="body" sz="quarter" idx="19" hasCustomPrompt="1"/>
          </p:nvPr>
        </p:nvSpPr>
        <p:spPr>
          <a:xfrm>
            <a:off x="613093" y="3345364"/>
            <a:ext cx="2006600" cy="227454"/>
          </a:xfrm>
        </p:spPr>
        <p:txBody>
          <a:bodyPr anchor="b"/>
          <a:lstStyle>
            <a:lvl1pPr>
              <a:lnSpc>
                <a:spcPct val="100000"/>
              </a:lnSpc>
              <a:spcBef>
                <a:spcPts val="0"/>
              </a:spcBef>
              <a:defRPr sz="1200" cap="all" baseline="0">
                <a:solidFill>
                  <a:schemeClr val="tx1"/>
                </a:solidFill>
              </a:defRPr>
            </a:lvl1pPr>
            <a:lvl5pPr>
              <a:defRPr/>
            </a:lvl5pPr>
          </a:lstStyle>
          <a:p>
            <a:pPr lvl="0"/>
            <a:r>
              <a:rPr lang="en-US"/>
              <a:t>CHALLENGES</a:t>
            </a:r>
          </a:p>
        </p:txBody>
      </p:sp>
      <p:sp>
        <p:nvSpPr>
          <p:cNvPr id="48" name="Content Placeholder 17">
            <a:extLst>
              <a:ext uri="{FF2B5EF4-FFF2-40B4-BE49-F238E27FC236}">
                <a16:creationId xmlns:a16="http://schemas.microsoft.com/office/drawing/2014/main" id="{65BA7F3E-AD8D-A54C-B026-DAA8FC9C0540}"/>
              </a:ext>
            </a:extLst>
          </p:cNvPr>
          <p:cNvSpPr>
            <a:spLocks noGrp="1"/>
          </p:cNvSpPr>
          <p:nvPr>
            <p:ph sz="quarter" idx="18" hasCustomPrompt="1"/>
          </p:nvPr>
        </p:nvSpPr>
        <p:spPr>
          <a:xfrm>
            <a:off x="611645" y="3693430"/>
            <a:ext cx="3201848" cy="1110049"/>
          </a:xfrm>
          <a:noFill/>
        </p:spPr>
        <p:txBody>
          <a:bodyPr vert="horz" lIns="0" tIns="0" rIns="0" bIns="457200" rtlCol="0">
            <a:noAutofit/>
          </a:bodyPr>
          <a:lstStyle>
            <a:lvl1pPr>
              <a:lnSpc>
                <a:spcPct val="100000"/>
              </a:lnSpc>
              <a:spcBef>
                <a:spcPts val="0"/>
              </a:spcBef>
              <a:defRPr lang="en-US" sz="1050" dirty="0">
                <a:solidFill>
                  <a:schemeClr val="tx1"/>
                </a:solidFill>
              </a:defRPr>
            </a:lvl1pPr>
            <a:lvl2pPr marL="114300" indent="-114300">
              <a:lnSpc>
                <a:spcPct val="100000"/>
              </a:lnSpc>
              <a:spcBef>
                <a:spcPts val="0"/>
              </a:spcBef>
              <a:defRPr lang="en-US" sz="1000" dirty="0">
                <a:solidFill>
                  <a:schemeClr val="tx1"/>
                </a:solidFill>
              </a:defRPr>
            </a:lvl2pPr>
            <a:lvl3pPr>
              <a:defRPr lang="en-US" sz="1400" dirty="0">
                <a:solidFill>
                  <a:schemeClr val="tx2"/>
                </a:solidFill>
              </a:defRPr>
            </a:lvl3pPr>
            <a:lvl4pPr>
              <a:defRPr lang="en-US" sz="1200" dirty="0">
                <a:solidFill>
                  <a:schemeClr val="tx2"/>
                </a:solidFill>
              </a:defRPr>
            </a:lvl4pPr>
            <a:lvl5pPr>
              <a:defRPr lang="en-US" sz="1200" dirty="0">
                <a:solidFill>
                  <a:schemeClr val="tx2"/>
                </a:solidFill>
              </a:defRPr>
            </a:lvl5pPr>
          </a:lstStyle>
          <a:p>
            <a:pPr lvl="0"/>
            <a:r>
              <a:rPr lang="en-US"/>
              <a:t>Click to add text</a:t>
            </a:r>
          </a:p>
          <a:p>
            <a:pPr lvl="1"/>
            <a:r>
              <a:rPr lang="en-US"/>
              <a:t>Second level</a:t>
            </a:r>
          </a:p>
        </p:txBody>
      </p:sp>
      <p:cxnSp>
        <p:nvCxnSpPr>
          <p:cNvPr id="40" name="Straight Connector 39">
            <a:extLst>
              <a:ext uri="{FF2B5EF4-FFF2-40B4-BE49-F238E27FC236}">
                <a16:creationId xmlns:a16="http://schemas.microsoft.com/office/drawing/2014/main" id="{9B57CCC6-06B1-7342-99B0-BC7C8FBE5E73}"/>
              </a:ext>
              <a:ext uri="{C183D7F6-B498-43B3-948B-1728B52AA6E4}">
                <adec:decorative xmlns:adec="http://schemas.microsoft.com/office/drawing/2017/decorative" val="1"/>
              </a:ext>
            </a:extLst>
          </p:cNvPr>
          <p:cNvCxnSpPr>
            <a:cxnSpLocks/>
          </p:cNvCxnSpPr>
          <p:nvPr/>
        </p:nvCxnSpPr>
        <p:spPr>
          <a:xfrm>
            <a:off x="4412165" y="3325372"/>
            <a:ext cx="3471746" cy="0"/>
          </a:xfrm>
          <a:prstGeom prst="line">
            <a:avLst/>
          </a:prstGeom>
          <a:ln w="22225">
            <a:solidFill>
              <a:schemeClr val="accent4"/>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9" name="Text Placeholder 33">
            <a:extLst>
              <a:ext uri="{FF2B5EF4-FFF2-40B4-BE49-F238E27FC236}">
                <a16:creationId xmlns:a16="http://schemas.microsoft.com/office/drawing/2014/main" id="{12DEAF9A-D0A2-3A4B-B37B-FD530909C5D1}"/>
              </a:ext>
            </a:extLst>
          </p:cNvPr>
          <p:cNvSpPr>
            <a:spLocks noGrp="1"/>
          </p:cNvSpPr>
          <p:nvPr>
            <p:ph type="body" sz="quarter" idx="23" hasCustomPrompt="1"/>
          </p:nvPr>
        </p:nvSpPr>
        <p:spPr>
          <a:xfrm>
            <a:off x="4426811" y="3345364"/>
            <a:ext cx="2006600" cy="227454"/>
          </a:xfrm>
        </p:spPr>
        <p:txBody>
          <a:bodyPr anchor="b" anchorCtr="0"/>
          <a:lstStyle>
            <a:lvl1pPr>
              <a:defRPr sz="1200" cap="all" baseline="0">
                <a:solidFill>
                  <a:schemeClr val="tx1"/>
                </a:solidFill>
              </a:defRPr>
            </a:lvl1pPr>
          </a:lstStyle>
          <a:p>
            <a:r>
              <a:rPr lang="en-US"/>
              <a:t>IMPACT</a:t>
            </a:r>
          </a:p>
        </p:txBody>
      </p:sp>
      <p:sp>
        <p:nvSpPr>
          <p:cNvPr id="46" name="Content Placeholder 17">
            <a:extLst>
              <a:ext uri="{FF2B5EF4-FFF2-40B4-BE49-F238E27FC236}">
                <a16:creationId xmlns:a16="http://schemas.microsoft.com/office/drawing/2014/main" id="{3265790D-1104-8D4D-A8C6-F7A7E77F664C}"/>
              </a:ext>
            </a:extLst>
          </p:cNvPr>
          <p:cNvSpPr>
            <a:spLocks noGrp="1"/>
          </p:cNvSpPr>
          <p:nvPr>
            <p:ph sz="quarter" idx="22" hasCustomPrompt="1"/>
          </p:nvPr>
        </p:nvSpPr>
        <p:spPr>
          <a:xfrm>
            <a:off x="4414210" y="3693430"/>
            <a:ext cx="3201848" cy="1132351"/>
          </a:xfrm>
          <a:noFill/>
        </p:spPr>
        <p:txBody>
          <a:bodyPr vert="horz" lIns="0" tIns="0" rIns="0" bIns="457200" rtlCol="0">
            <a:noAutofit/>
          </a:bodyPr>
          <a:lstStyle>
            <a:lvl1pPr>
              <a:lnSpc>
                <a:spcPct val="100000"/>
              </a:lnSpc>
              <a:spcBef>
                <a:spcPts val="0"/>
              </a:spcBef>
              <a:defRPr lang="en-US" sz="1050" dirty="0">
                <a:solidFill>
                  <a:schemeClr val="tx1"/>
                </a:solidFill>
              </a:defRPr>
            </a:lvl1pPr>
            <a:lvl2pPr marL="114300" indent="-114300">
              <a:lnSpc>
                <a:spcPct val="100000"/>
              </a:lnSpc>
              <a:spcBef>
                <a:spcPts val="0"/>
              </a:spcBef>
              <a:defRPr lang="en-US" sz="1000" dirty="0">
                <a:solidFill>
                  <a:schemeClr val="tx1"/>
                </a:solidFill>
              </a:defRPr>
            </a:lvl2pPr>
            <a:lvl3pPr>
              <a:defRPr lang="en-US" sz="1400" dirty="0">
                <a:solidFill>
                  <a:schemeClr val="tx2"/>
                </a:solidFill>
              </a:defRPr>
            </a:lvl3pPr>
            <a:lvl4pPr>
              <a:defRPr lang="en-US" sz="1200" dirty="0">
                <a:solidFill>
                  <a:schemeClr val="tx2"/>
                </a:solidFill>
              </a:defRPr>
            </a:lvl4pPr>
            <a:lvl5pPr>
              <a:defRPr lang="en-US" sz="1200" dirty="0">
                <a:solidFill>
                  <a:schemeClr val="tx2"/>
                </a:solidFill>
              </a:defRPr>
            </a:lvl5pPr>
          </a:lstStyle>
          <a:p>
            <a:pPr lvl="0"/>
            <a:r>
              <a:rPr lang="en-US"/>
              <a:t>Click to add text</a:t>
            </a:r>
          </a:p>
          <a:p>
            <a:pPr lvl="1"/>
            <a:r>
              <a:rPr lang="en-US"/>
              <a:t>Second level</a:t>
            </a:r>
          </a:p>
        </p:txBody>
      </p:sp>
      <p:cxnSp>
        <p:nvCxnSpPr>
          <p:cNvPr id="55" name="Straight Connector 54">
            <a:extLst>
              <a:ext uri="{FF2B5EF4-FFF2-40B4-BE49-F238E27FC236}">
                <a16:creationId xmlns:a16="http://schemas.microsoft.com/office/drawing/2014/main" id="{23C87E7C-5ED2-214E-8A38-ED05177A65DC}"/>
              </a:ext>
              <a:ext uri="{C183D7F6-B498-43B3-948B-1728B52AA6E4}">
                <adec:decorative xmlns:adec="http://schemas.microsoft.com/office/drawing/2017/decorative" val="1"/>
              </a:ext>
            </a:extLst>
          </p:cNvPr>
          <p:cNvCxnSpPr>
            <a:cxnSpLocks/>
          </p:cNvCxnSpPr>
          <p:nvPr/>
        </p:nvCxnSpPr>
        <p:spPr>
          <a:xfrm>
            <a:off x="608739" y="5023689"/>
            <a:ext cx="3472607" cy="0"/>
          </a:xfrm>
          <a:prstGeom prst="line">
            <a:avLst/>
          </a:prstGeom>
          <a:ln w="22225">
            <a:solidFill>
              <a:schemeClr val="accent6"/>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4" name="Text Placeholder 6">
            <a:extLst>
              <a:ext uri="{FF2B5EF4-FFF2-40B4-BE49-F238E27FC236}">
                <a16:creationId xmlns:a16="http://schemas.microsoft.com/office/drawing/2014/main" id="{EF15C3B0-3307-FF46-8C6D-169079865548}"/>
              </a:ext>
            </a:extLst>
          </p:cNvPr>
          <p:cNvSpPr>
            <a:spLocks noGrp="1"/>
          </p:cNvSpPr>
          <p:nvPr>
            <p:ph type="body" sz="quarter" idx="29" hasCustomPrompt="1"/>
          </p:nvPr>
        </p:nvSpPr>
        <p:spPr>
          <a:xfrm>
            <a:off x="613093" y="5039275"/>
            <a:ext cx="3200400" cy="227454"/>
          </a:xfrm>
        </p:spPr>
        <p:txBody>
          <a:bodyPr anchor="b"/>
          <a:lstStyle>
            <a:lvl1pPr algn="l">
              <a:lnSpc>
                <a:spcPct val="100000"/>
              </a:lnSpc>
              <a:spcBef>
                <a:spcPts val="0"/>
              </a:spcBef>
              <a:defRPr sz="1200" cap="all" baseline="0">
                <a:solidFill>
                  <a:schemeClr val="tx1"/>
                </a:solidFill>
              </a:defRPr>
            </a:lvl1pPr>
            <a:lvl5pPr>
              <a:defRPr/>
            </a:lvl5pPr>
          </a:lstStyle>
          <a:p>
            <a:pPr lvl="0"/>
            <a:r>
              <a:rPr lang="en-US"/>
              <a:t>PRODUCTS</a:t>
            </a:r>
          </a:p>
        </p:txBody>
      </p:sp>
      <p:sp>
        <p:nvSpPr>
          <p:cNvPr id="56" name="Text Placeholder 6">
            <a:extLst>
              <a:ext uri="{FF2B5EF4-FFF2-40B4-BE49-F238E27FC236}">
                <a16:creationId xmlns:a16="http://schemas.microsoft.com/office/drawing/2014/main" id="{F0EFE66F-363C-804E-BABD-F54C3E33FDEA}"/>
              </a:ext>
            </a:extLst>
          </p:cNvPr>
          <p:cNvSpPr>
            <a:spLocks noGrp="1"/>
          </p:cNvSpPr>
          <p:nvPr>
            <p:ph type="body" sz="quarter" idx="31" hasCustomPrompt="1"/>
          </p:nvPr>
        </p:nvSpPr>
        <p:spPr>
          <a:xfrm>
            <a:off x="613093" y="5326736"/>
            <a:ext cx="3200400" cy="227454"/>
          </a:xfrm>
        </p:spPr>
        <p:txBody>
          <a:bodyPr anchor="b"/>
          <a:lstStyle>
            <a:lvl1pPr algn="l">
              <a:lnSpc>
                <a:spcPct val="100000"/>
              </a:lnSpc>
              <a:spcBef>
                <a:spcPts val="0"/>
              </a:spcBef>
              <a:defRPr sz="1000">
                <a:solidFill>
                  <a:schemeClr val="tx1"/>
                </a:solidFill>
              </a:defRPr>
            </a:lvl1pPr>
            <a:lvl5pPr>
              <a:defRPr/>
            </a:lvl5pPr>
          </a:lstStyle>
          <a:p>
            <a:pPr lvl="0"/>
            <a:r>
              <a:rPr lang="en-US"/>
              <a:t>Product One</a:t>
            </a:r>
          </a:p>
        </p:txBody>
      </p:sp>
      <p:sp>
        <p:nvSpPr>
          <p:cNvPr id="57" name="Text Placeholder 6">
            <a:extLst>
              <a:ext uri="{FF2B5EF4-FFF2-40B4-BE49-F238E27FC236}">
                <a16:creationId xmlns:a16="http://schemas.microsoft.com/office/drawing/2014/main" id="{0166C751-50F5-8B4F-9A97-B83901E78B00}"/>
              </a:ext>
            </a:extLst>
          </p:cNvPr>
          <p:cNvSpPr>
            <a:spLocks noGrp="1"/>
          </p:cNvSpPr>
          <p:nvPr>
            <p:ph type="body" sz="quarter" idx="33" hasCustomPrompt="1"/>
          </p:nvPr>
        </p:nvSpPr>
        <p:spPr>
          <a:xfrm>
            <a:off x="613093" y="5576118"/>
            <a:ext cx="3200400" cy="227454"/>
          </a:xfrm>
        </p:spPr>
        <p:txBody>
          <a:bodyPr anchor="b"/>
          <a:lstStyle>
            <a:lvl1pPr algn="l">
              <a:lnSpc>
                <a:spcPct val="100000"/>
              </a:lnSpc>
              <a:spcBef>
                <a:spcPts val="0"/>
              </a:spcBef>
              <a:defRPr sz="1000">
                <a:solidFill>
                  <a:schemeClr val="tx1"/>
                </a:solidFill>
              </a:defRPr>
            </a:lvl1pPr>
            <a:lvl5pPr>
              <a:defRPr/>
            </a:lvl5pPr>
          </a:lstStyle>
          <a:p>
            <a:pPr lvl="0"/>
            <a:r>
              <a:rPr lang="en-US"/>
              <a:t>Product Two</a:t>
            </a:r>
          </a:p>
        </p:txBody>
      </p:sp>
      <p:sp>
        <p:nvSpPr>
          <p:cNvPr id="58" name="Text Placeholder 6">
            <a:extLst>
              <a:ext uri="{FF2B5EF4-FFF2-40B4-BE49-F238E27FC236}">
                <a16:creationId xmlns:a16="http://schemas.microsoft.com/office/drawing/2014/main" id="{0D57825D-E522-644D-8F4A-0B77A7036EBF}"/>
              </a:ext>
            </a:extLst>
          </p:cNvPr>
          <p:cNvSpPr>
            <a:spLocks noGrp="1"/>
          </p:cNvSpPr>
          <p:nvPr>
            <p:ph type="body" sz="quarter" idx="35" hasCustomPrompt="1"/>
          </p:nvPr>
        </p:nvSpPr>
        <p:spPr>
          <a:xfrm>
            <a:off x="613093" y="5807027"/>
            <a:ext cx="3200400" cy="227454"/>
          </a:xfrm>
        </p:spPr>
        <p:txBody>
          <a:bodyPr anchor="b"/>
          <a:lstStyle>
            <a:lvl1pPr algn="l">
              <a:lnSpc>
                <a:spcPct val="100000"/>
              </a:lnSpc>
              <a:spcBef>
                <a:spcPts val="0"/>
              </a:spcBef>
              <a:defRPr sz="1000">
                <a:solidFill>
                  <a:schemeClr val="tx1"/>
                </a:solidFill>
              </a:defRPr>
            </a:lvl1pPr>
            <a:lvl5pPr>
              <a:defRPr/>
            </a:lvl5pPr>
          </a:lstStyle>
          <a:p>
            <a:pPr lvl="0"/>
            <a:r>
              <a:rPr lang="en-US"/>
              <a:t>Product Three</a:t>
            </a:r>
          </a:p>
        </p:txBody>
      </p:sp>
      <p:sp>
        <p:nvSpPr>
          <p:cNvPr id="65" name="Text Placeholder 6">
            <a:extLst>
              <a:ext uri="{FF2B5EF4-FFF2-40B4-BE49-F238E27FC236}">
                <a16:creationId xmlns:a16="http://schemas.microsoft.com/office/drawing/2014/main" id="{715C6E1C-FC70-6A4E-8F12-8EFEDFF99F5A}"/>
              </a:ext>
            </a:extLst>
          </p:cNvPr>
          <p:cNvSpPr>
            <a:spLocks noGrp="1"/>
          </p:cNvSpPr>
          <p:nvPr>
            <p:ph type="body" sz="quarter" idx="40" hasCustomPrompt="1"/>
          </p:nvPr>
        </p:nvSpPr>
        <p:spPr>
          <a:xfrm>
            <a:off x="4393597" y="5039274"/>
            <a:ext cx="3200400" cy="227454"/>
          </a:xfrm>
        </p:spPr>
        <p:txBody>
          <a:bodyPr anchor="b"/>
          <a:lstStyle>
            <a:lvl1pPr algn="l">
              <a:lnSpc>
                <a:spcPct val="100000"/>
              </a:lnSpc>
              <a:spcBef>
                <a:spcPts val="0"/>
              </a:spcBef>
              <a:defRPr sz="1200" cap="all" baseline="0">
                <a:solidFill>
                  <a:schemeClr val="tx1"/>
                </a:solidFill>
              </a:defRPr>
            </a:lvl1pPr>
            <a:lvl5pPr>
              <a:defRPr/>
            </a:lvl5pPr>
          </a:lstStyle>
          <a:p>
            <a:pPr lvl="0"/>
            <a:r>
              <a:rPr lang="en-US"/>
              <a:t>STRATEGIC PRIORITIES</a:t>
            </a:r>
          </a:p>
        </p:txBody>
      </p:sp>
      <p:sp>
        <p:nvSpPr>
          <p:cNvPr id="61" name="Text Placeholder 6">
            <a:extLst>
              <a:ext uri="{FF2B5EF4-FFF2-40B4-BE49-F238E27FC236}">
                <a16:creationId xmlns:a16="http://schemas.microsoft.com/office/drawing/2014/main" id="{EBAAD5C6-0007-A84B-A2C2-FCC2F00B4295}"/>
              </a:ext>
            </a:extLst>
          </p:cNvPr>
          <p:cNvSpPr>
            <a:spLocks noGrp="1"/>
          </p:cNvSpPr>
          <p:nvPr>
            <p:ph type="body" sz="quarter" idx="36" hasCustomPrompt="1"/>
          </p:nvPr>
        </p:nvSpPr>
        <p:spPr>
          <a:xfrm>
            <a:off x="4400790" y="5327336"/>
            <a:ext cx="3200400" cy="227454"/>
          </a:xfrm>
        </p:spPr>
        <p:txBody>
          <a:bodyPr anchor="b"/>
          <a:lstStyle>
            <a:lvl1pPr algn="l">
              <a:lnSpc>
                <a:spcPct val="100000"/>
              </a:lnSpc>
              <a:spcBef>
                <a:spcPts val="0"/>
              </a:spcBef>
              <a:defRPr sz="1000">
                <a:solidFill>
                  <a:schemeClr val="tx1"/>
                </a:solidFill>
              </a:defRPr>
            </a:lvl1pPr>
            <a:lvl5pPr>
              <a:defRPr/>
            </a:lvl5pPr>
          </a:lstStyle>
          <a:p>
            <a:pPr lvl="0"/>
            <a:r>
              <a:rPr lang="en-US"/>
              <a:t>Priority One</a:t>
            </a:r>
          </a:p>
        </p:txBody>
      </p:sp>
      <p:sp>
        <p:nvSpPr>
          <p:cNvPr id="62" name="Text Placeholder 6">
            <a:extLst>
              <a:ext uri="{FF2B5EF4-FFF2-40B4-BE49-F238E27FC236}">
                <a16:creationId xmlns:a16="http://schemas.microsoft.com/office/drawing/2014/main" id="{A8B7A6ED-D85B-2E4C-BCD6-D130232A3F76}"/>
              </a:ext>
            </a:extLst>
          </p:cNvPr>
          <p:cNvSpPr>
            <a:spLocks noGrp="1"/>
          </p:cNvSpPr>
          <p:nvPr>
            <p:ph type="body" sz="quarter" idx="37" hasCustomPrompt="1"/>
          </p:nvPr>
        </p:nvSpPr>
        <p:spPr>
          <a:xfrm>
            <a:off x="4400790" y="5576718"/>
            <a:ext cx="3200400" cy="227454"/>
          </a:xfrm>
        </p:spPr>
        <p:txBody>
          <a:bodyPr anchor="b"/>
          <a:lstStyle>
            <a:lvl1pPr algn="l">
              <a:lnSpc>
                <a:spcPct val="100000"/>
              </a:lnSpc>
              <a:spcBef>
                <a:spcPts val="0"/>
              </a:spcBef>
              <a:defRPr sz="1000">
                <a:solidFill>
                  <a:schemeClr val="tx1"/>
                </a:solidFill>
              </a:defRPr>
            </a:lvl1pPr>
            <a:lvl5pPr>
              <a:defRPr/>
            </a:lvl5pPr>
          </a:lstStyle>
          <a:p>
            <a:pPr lvl="0"/>
            <a:r>
              <a:rPr lang="en-US"/>
              <a:t>Priority Two</a:t>
            </a:r>
          </a:p>
        </p:txBody>
      </p:sp>
      <p:sp>
        <p:nvSpPr>
          <p:cNvPr id="63" name="Text Placeholder 6">
            <a:extLst>
              <a:ext uri="{FF2B5EF4-FFF2-40B4-BE49-F238E27FC236}">
                <a16:creationId xmlns:a16="http://schemas.microsoft.com/office/drawing/2014/main" id="{C507BC1F-4225-8C48-9110-5D75D900FFC0}"/>
              </a:ext>
            </a:extLst>
          </p:cNvPr>
          <p:cNvSpPr>
            <a:spLocks noGrp="1"/>
          </p:cNvSpPr>
          <p:nvPr>
            <p:ph type="body" sz="quarter" idx="38" hasCustomPrompt="1"/>
          </p:nvPr>
        </p:nvSpPr>
        <p:spPr>
          <a:xfrm>
            <a:off x="4400790" y="5807627"/>
            <a:ext cx="3200400" cy="227454"/>
          </a:xfrm>
        </p:spPr>
        <p:txBody>
          <a:bodyPr anchor="b"/>
          <a:lstStyle>
            <a:lvl1pPr algn="l">
              <a:lnSpc>
                <a:spcPct val="100000"/>
              </a:lnSpc>
              <a:spcBef>
                <a:spcPts val="0"/>
              </a:spcBef>
              <a:defRPr sz="1000">
                <a:solidFill>
                  <a:schemeClr val="tx1"/>
                </a:solidFill>
              </a:defRPr>
            </a:lvl1pPr>
            <a:lvl5pPr>
              <a:defRPr/>
            </a:lvl5pPr>
          </a:lstStyle>
          <a:p>
            <a:pPr lvl="0"/>
            <a:r>
              <a:rPr lang="en-US"/>
              <a:t>Priority Three</a:t>
            </a:r>
          </a:p>
        </p:txBody>
      </p:sp>
      <p:sp>
        <p:nvSpPr>
          <p:cNvPr id="45" name="Picture Placeholder 8">
            <a:extLst>
              <a:ext uri="{FF2B5EF4-FFF2-40B4-BE49-F238E27FC236}">
                <a16:creationId xmlns:a16="http://schemas.microsoft.com/office/drawing/2014/main" id="{231A51E8-5046-A444-8DFA-A0B8E647C4F2}"/>
              </a:ext>
            </a:extLst>
          </p:cNvPr>
          <p:cNvSpPr>
            <a:spLocks noGrp="1"/>
          </p:cNvSpPr>
          <p:nvPr>
            <p:ph type="pic" sz="quarter" idx="25" hasCustomPrompt="1"/>
          </p:nvPr>
        </p:nvSpPr>
        <p:spPr>
          <a:xfrm>
            <a:off x="9207965" y="1600200"/>
            <a:ext cx="1841500" cy="660399"/>
          </a:xfrm>
        </p:spPr>
        <p:txBody>
          <a:bodyPr anchor="ctr"/>
          <a:lstStyle>
            <a:lvl1pPr algn="ctr">
              <a:lnSpc>
                <a:spcPct val="100000"/>
              </a:lnSpc>
              <a:spcBef>
                <a:spcPts val="0"/>
              </a:spcBef>
              <a:defRPr>
                <a:solidFill>
                  <a:schemeClr val="tx1"/>
                </a:solidFill>
              </a:defRPr>
            </a:lvl1pPr>
          </a:lstStyle>
          <a:p>
            <a:r>
              <a:rPr lang="en-US"/>
              <a:t>Insert Logo here</a:t>
            </a:r>
          </a:p>
        </p:txBody>
      </p:sp>
      <p:sp>
        <p:nvSpPr>
          <p:cNvPr id="44" name="Text Placeholder 10">
            <a:extLst>
              <a:ext uri="{FF2B5EF4-FFF2-40B4-BE49-F238E27FC236}">
                <a16:creationId xmlns:a16="http://schemas.microsoft.com/office/drawing/2014/main" id="{81E8E56D-8554-4E46-BBBC-E98827D1EE1F}"/>
              </a:ext>
            </a:extLst>
          </p:cNvPr>
          <p:cNvSpPr>
            <a:spLocks noGrp="1"/>
          </p:cNvSpPr>
          <p:nvPr>
            <p:ph type="body" sz="quarter" idx="27" hasCustomPrompt="1"/>
          </p:nvPr>
        </p:nvSpPr>
        <p:spPr>
          <a:xfrm>
            <a:off x="8509465" y="2347933"/>
            <a:ext cx="3206750" cy="241300"/>
          </a:xfrm>
        </p:spPr>
        <p:txBody>
          <a:bodyPr anchor="ctr"/>
          <a:lstStyle>
            <a:lvl1pPr algn="ctr">
              <a:lnSpc>
                <a:spcPct val="100000"/>
              </a:lnSpc>
              <a:spcBef>
                <a:spcPts val="0"/>
              </a:spcBef>
              <a:defRPr sz="1200">
                <a:solidFill>
                  <a:schemeClr val="tx1"/>
                </a:solidFill>
              </a:defRPr>
            </a:lvl1pPr>
            <a:lvl2pPr marL="0" indent="0" algn="ctr">
              <a:buFont typeface="Arial" panose="020B0604020202020204" pitchFamily="34" charset="0"/>
              <a:buChar char="​"/>
              <a:defRPr sz="1200">
                <a:solidFill>
                  <a:schemeClr val="accent1"/>
                </a:solidFill>
              </a:defRPr>
            </a:lvl2pPr>
            <a:lvl3pPr marL="0" indent="0" algn="ctr">
              <a:buFont typeface="Arial" panose="020B0604020202020204" pitchFamily="34" charset="0"/>
              <a:buChar char="​"/>
              <a:defRPr sz="1200">
                <a:solidFill>
                  <a:schemeClr val="accent1"/>
                </a:solidFill>
              </a:defRPr>
            </a:lvl3pPr>
            <a:lvl4pPr marL="0" indent="0" algn="ctr">
              <a:buFont typeface="Arial" panose="020B0604020202020204" pitchFamily="34" charset="0"/>
              <a:buChar char="​"/>
              <a:defRPr sz="1200">
                <a:solidFill>
                  <a:schemeClr val="accent1"/>
                </a:solidFill>
              </a:defRPr>
            </a:lvl4pPr>
            <a:lvl5pPr marL="0" indent="0" algn="ctr">
              <a:buFont typeface="Arial" panose="020B0604020202020204" pitchFamily="34" charset="0"/>
              <a:buChar char="​"/>
              <a:defRPr sz="1200">
                <a:solidFill>
                  <a:schemeClr val="accent1"/>
                </a:solidFill>
              </a:defRPr>
            </a:lvl5pPr>
          </a:lstStyle>
          <a:p>
            <a:pPr lvl="0"/>
            <a:r>
              <a:rPr lang="en-US"/>
              <a:t>Location</a:t>
            </a:r>
          </a:p>
        </p:txBody>
      </p:sp>
      <p:sp>
        <p:nvSpPr>
          <p:cNvPr id="43" name="Text Placeholder 10">
            <a:extLst>
              <a:ext uri="{FF2B5EF4-FFF2-40B4-BE49-F238E27FC236}">
                <a16:creationId xmlns:a16="http://schemas.microsoft.com/office/drawing/2014/main" id="{59903D24-0D11-174E-9765-B2914D00A88C}"/>
              </a:ext>
            </a:extLst>
          </p:cNvPr>
          <p:cNvSpPr>
            <a:spLocks noGrp="1"/>
          </p:cNvSpPr>
          <p:nvPr>
            <p:ph type="body" sz="quarter" idx="28" hasCustomPrompt="1"/>
          </p:nvPr>
        </p:nvSpPr>
        <p:spPr>
          <a:xfrm>
            <a:off x="8509465" y="2647290"/>
            <a:ext cx="3206750" cy="241300"/>
          </a:xfrm>
        </p:spPr>
        <p:txBody>
          <a:bodyPr anchor="ctr"/>
          <a:lstStyle>
            <a:lvl1pPr algn="ctr">
              <a:lnSpc>
                <a:spcPct val="100000"/>
              </a:lnSpc>
              <a:spcBef>
                <a:spcPts val="0"/>
              </a:spcBef>
              <a:defRPr sz="1200">
                <a:solidFill>
                  <a:schemeClr val="tx1"/>
                </a:solidFill>
              </a:defRPr>
            </a:lvl1pPr>
            <a:lvl2pPr marL="0" indent="0" algn="ctr">
              <a:buFont typeface="Arial" panose="020B0604020202020204" pitchFamily="34" charset="0"/>
              <a:buChar char="​"/>
              <a:defRPr sz="1200">
                <a:solidFill>
                  <a:schemeClr val="accent1"/>
                </a:solidFill>
              </a:defRPr>
            </a:lvl2pPr>
            <a:lvl3pPr marL="0" indent="0" algn="ctr">
              <a:buFont typeface="Arial" panose="020B0604020202020204" pitchFamily="34" charset="0"/>
              <a:buChar char="​"/>
              <a:defRPr sz="1200">
                <a:solidFill>
                  <a:schemeClr val="accent1"/>
                </a:solidFill>
              </a:defRPr>
            </a:lvl3pPr>
            <a:lvl4pPr marL="0" indent="0" algn="ctr">
              <a:buFont typeface="Arial" panose="020B0604020202020204" pitchFamily="34" charset="0"/>
              <a:buChar char="​"/>
              <a:defRPr sz="1200">
                <a:solidFill>
                  <a:schemeClr val="accent1"/>
                </a:solidFill>
              </a:defRPr>
            </a:lvl4pPr>
            <a:lvl5pPr marL="0" indent="0" algn="ctr">
              <a:buFont typeface="Arial" panose="020B0604020202020204" pitchFamily="34" charset="0"/>
              <a:buChar char="​"/>
              <a:defRPr sz="1200">
                <a:solidFill>
                  <a:schemeClr val="accent1"/>
                </a:solidFill>
              </a:defRPr>
            </a:lvl5pPr>
          </a:lstStyle>
          <a:p>
            <a:pPr lvl="0"/>
            <a:r>
              <a:rPr lang="en-US"/>
              <a:t>Industry</a:t>
            </a:r>
          </a:p>
        </p:txBody>
      </p:sp>
      <p:sp>
        <p:nvSpPr>
          <p:cNvPr id="42" name="Picture Placeholder 5">
            <a:extLst>
              <a:ext uri="{FF2B5EF4-FFF2-40B4-BE49-F238E27FC236}">
                <a16:creationId xmlns:a16="http://schemas.microsoft.com/office/drawing/2014/main" id="{2EDE5296-3D34-0C47-A404-38FF5A22C6D8}"/>
              </a:ext>
            </a:extLst>
          </p:cNvPr>
          <p:cNvSpPr>
            <a:spLocks noGrp="1"/>
          </p:cNvSpPr>
          <p:nvPr>
            <p:ph type="pic" sz="quarter" idx="24"/>
          </p:nvPr>
        </p:nvSpPr>
        <p:spPr>
          <a:xfrm>
            <a:off x="8515815" y="2971800"/>
            <a:ext cx="3194050" cy="1828800"/>
          </a:xfrm>
        </p:spPr>
        <p:txBody>
          <a:bodyPr/>
          <a:lstStyle>
            <a:lvl1pPr>
              <a:lnSpc>
                <a:spcPct val="100000"/>
              </a:lnSpc>
              <a:spcBef>
                <a:spcPts val="0"/>
              </a:spcBef>
              <a:defRPr>
                <a:solidFill>
                  <a:schemeClr val="tx1"/>
                </a:solidFill>
              </a:defRPr>
            </a:lvl1pPr>
          </a:lstStyle>
          <a:p>
            <a:r>
              <a:rPr lang="en-US"/>
              <a:t>Click icon to add picture</a:t>
            </a:r>
          </a:p>
        </p:txBody>
      </p:sp>
      <p:sp>
        <p:nvSpPr>
          <p:cNvPr id="41" name="Text Placeholder 10">
            <a:extLst>
              <a:ext uri="{FF2B5EF4-FFF2-40B4-BE49-F238E27FC236}">
                <a16:creationId xmlns:a16="http://schemas.microsoft.com/office/drawing/2014/main" id="{C7B1EDB8-ADF5-9C41-B4C4-26AA9C0B9D24}"/>
              </a:ext>
            </a:extLst>
          </p:cNvPr>
          <p:cNvSpPr>
            <a:spLocks noGrp="1"/>
          </p:cNvSpPr>
          <p:nvPr>
            <p:ph type="body" sz="quarter" idx="26" hasCustomPrompt="1"/>
          </p:nvPr>
        </p:nvSpPr>
        <p:spPr>
          <a:xfrm>
            <a:off x="8515815" y="5022214"/>
            <a:ext cx="3200400" cy="1153795"/>
          </a:xfrm>
        </p:spPr>
        <p:txBody>
          <a:bodyPr/>
          <a:lstStyle>
            <a:lvl1pPr algn="ctr">
              <a:lnSpc>
                <a:spcPct val="100000"/>
              </a:lnSpc>
              <a:spcBef>
                <a:spcPts val="0"/>
              </a:spcBef>
              <a:defRPr sz="1400">
                <a:solidFill>
                  <a:schemeClr val="tx1"/>
                </a:solidFill>
              </a:defRPr>
            </a:lvl1pPr>
            <a:lvl2pPr marL="0" indent="0" algn="ctr">
              <a:lnSpc>
                <a:spcPct val="100000"/>
              </a:lnSpc>
              <a:spcBef>
                <a:spcPts val="0"/>
              </a:spcBef>
              <a:buFont typeface="Arial" panose="020B0604020202020204" pitchFamily="34" charset="0"/>
              <a:buChar char="​"/>
              <a:defRPr sz="1200">
                <a:solidFill>
                  <a:schemeClr val="tx1"/>
                </a:solidFill>
              </a:defRPr>
            </a:lvl2pPr>
            <a:lvl3pPr marL="0" indent="0" algn="ctr">
              <a:buFont typeface="Arial" panose="020B0604020202020204" pitchFamily="34" charset="0"/>
              <a:buNone/>
              <a:defRPr sz="1200">
                <a:solidFill>
                  <a:schemeClr val="accent1"/>
                </a:solidFill>
              </a:defRPr>
            </a:lvl3pPr>
            <a:lvl4pPr marL="0" indent="0" algn="ctr">
              <a:buFont typeface="Arial" panose="020B0604020202020204" pitchFamily="34" charset="0"/>
              <a:buChar char="​"/>
              <a:defRPr sz="1200">
                <a:solidFill>
                  <a:schemeClr val="accent1"/>
                </a:solidFill>
              </a:defRPr>
            </a:lvl4pPr>
            <a:lvl5pPr marL="0" indent="0" algn="ctr">
              <a:buFont typeface="Arial" panose="020B0604020202020204" pitchFamily="34" charset="0"/>
              <a:buChar char="​"/>
              <a:defRPr sz="1200">
                <a:solidFill>
                  <a:schemeClr val="accent1"/>
                </a:solidFill>
              </a:defRPr>
            </a:lvl5pPr>
          </a:lstStyle>
          <a:p>
            <a:pPr lvl="0"/>
            <a:r>
              <a:rPr lang="en-US"/>
              <a:t>Click to add text</a:t>
            </a:r>
          </a:p>
          <a:p>
            <a:pPr lvl="1"/>
            <a:r>
              <a:rPr lang="en-US"/>
              <a:t>Second level</a:t>
            </a:r>
          </a:p>
        </p:txBody>
      </p:sp>
      <p:sp>
        <p:nvSpPr>
          <p:cNvPr id="33" name="page number">
            <a:extLst>
              <a:ext uri="{FF2B5EF4-FFF2-40B4-BE49-F238E27FC236}">
                <a16:creationId xmlns:a16="http://schemas.microsoft.com/office/drawing/2014/main" id="{CB20449E-0760-3743-8E7C-7D6BA7165F7F}"/>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cxnSp>
        <p:nvCxnSpPr>
          <p:cNvPr id="3" name="Straight Connector 2">
            <a:extLst>
              <a:ext uri="{FF2B5EF4-FFF2-40B4-BE49-F238E27FC236}">
                <a16:creationId xmlns:a16="http://schemas.microsoft.com/office/drawing/2014/main" id="{D35F47B4-23F1-B9FD-9FC0-4D2A8FB45EAF}"/>
              </a:ext>
              <a:ext uri="{C183D7F6-B498-43B3-948B-1728B52AA6E4}">
                <adec:decorative xmlns:adec="http://schemas.microsoft.com/office/drawing/2017/decorative" val="1"/>
              </a:ext>
            </a:extLst>
          </p:cNvPr>
          <p:cNvCxnSpPr>
            <a:cxnSpLocks/>
          </p:cNvCxnSpPr>
          <p:nvPr/>
        </p:nvCxnSpPr>
        <p:spPr>
          <a:xfrm>
            <a:off x="4387095" y="5019911"/>
            <a:ext cx="3472607" cy="0"/>
          </a:xfrm>
          <a:prstGeom prst="line">
            <a:avLst/>
          </a:prstGeom>
          <a:ln w="22225">
            <a:solidFill>
              <a:schemeClr val="accent6"/>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14F46384-B6E3-0D43-924E-874DEC2344B1}"/>
              </a:ext>
              <a:ext uri="{C183D7F6-B498-43B3-948B-1728B52AA6E4}">
                <adec:decorative xmlns:adec="http://schemas.microsoft.com/office/drawing/2017/decorative" val="1"/>
              </a:ext>
            </a:extLst>
          </p:cNvPr>
          <p:cNvCxnSpPr>
            <a:cxnSpLocks/>
          </p:cNvCxnSpPr>
          <p:nvPr userDrawn="1"/>
        </p:nvCxnSpPr>
        <p:spPr>
          <a:xfrm>
            <a:off x="609600" y="1552248"/>
            <a:ext cx="3471746" cy="0"/>
          </a:xfrm>
          <a:prstGeom prst="line">
            <a:avLst/>
          </a:prstGeom>
          <a:ln w="22225">
            <a:solidFill>
              <a:schemeClr val="accent3"/>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33526770-8F35-FB4A-8638-521D0DA87F6C}"/>
              </a:ext>
              <a:ext uri="{C183D7F6-B498-43B3-948B-1728B52AA6E4}">
                <adec:decorative xmlns:adec="http://schemas.microsoft.com/office/drawing/2017/decorative" val="1"/>
              </a:ext>
            </a:extLst>
          </p:cNvPr>
          <p:cNvCxnSpPr>
            <a:cxnSpLocks/>
          </p:cNvCxnSpPr>
          <p:nvPr userDrawn="1"/>
        </p:nvCxnSpPr>
        <p:spPr>
          <a:xfrm>
            <a:off x="4412165" y="1552248"/>
            <a:ext cx="3471746" cy="0"/>
          </a:xfrm>
          <a:prstGeom prst="line">
            <a:avLst/>
          </a:prstGeom>
          <a:ln w="22225">
            <a:solidFill>
              <a:schemeClr val="accent3"/>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73C08A52-2522-8C40-B8B1-C98FEBB888F7}"/>
              </a:ext>
              <a:ext uri="{C183D7F6-B498-43B3-948B-1728B52AA6E4}">
                <adec:decorative xmlns:adec="http://schemas.microsoft.com/office/drawing/2017/decorative" val="1"/>
              </a:ext>
            </a:extLst>
          </p:cNvPr>
          <p:cNvCxnSpPr>
            <a:cxnSpLocks/>
          </p:cNvCxnSpPr>
          <p:nvPr userDrawn="1"/>
        </p:nvCxnSpPr>
        <p:spPr>
          <a:xfrm>
            <a:off x="609600" y="3325372"/>
            <a:ext cx="3471746" cy="0"/>
          </a:xfrm>
          <a:prstGeom prst="line">
            <a:avLst/>
          </a:prstGeom>
          <a:ln w="22225">
            <a:solidFill>
              <a:schemeClr val="accent4"/>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9B57CCC6-06B1-7342-99B0-BC7C8FBE5E73}"/>
              </a:ext>
              <a:ext uri="{C183D7F6-B498-43B3-948B-1728B52AA6E4}">
                <adec:decorative xmlns:adec="http://schemas.microsoft.com/office/drawing/2017/decorative" val="1"/>
              </a:ext>
            </a:extLst>
          </p:cNvPr>
          <p:cNvCxnSpPr>
            <a:cxnSpLocks/>
          </p:cNvCxnSpPr>
          <p:nvPr userDrawn="1"/>
        </p:nvCxnSpPr>
        <p:spPr>
          <a:xfrm>
            <a:off x="4412165" y="3325372"/>
            <a:ext cx="3471746" cy="0"/>
          </a:xfrm>
          <a:prstGeom prst="line">
            <a:avLst/>
          </a:prstGeom>
          <a:ln w="22225">
            <a:solidFill>
              <a:schemeClr val="accent4"/>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23C87E7C-5ED2-214E-8A38-ED05177A65DC}"/>
              </a:ext>
              <a:ext uri="{C183D7F6-B498-43B3-948B-1728B52AA6E4}">
                <adec:decorative xmlns:adec="http://schemas.microsoft.com/office/drawing/2017/decorative" val="1"/>
              </a:ext>
            </a:extLst>
          </p:cNvPr>
          <p:cNvCxnSpPr>
            <a:cxnSpLocks/>
          </p:cNvCxnSpPr>
          <p:nvPr userDrawn="1"/>
        </p:nvCxnSpPr>
        <p:spPr>
          <a:xfrm>
            <a:off x="608739" y="5023689"/>
            <a:ext cx="3472607" cy="0"/>
          </a:xfrm>
          <a:prstGeom prst="line">
            <a:avLst/>
          </a:prstGeom>
          <a:ln w="22225">
            <a:solidFill>
              <a:schemeClr val="accent6"/>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8" name="page number">
            <a:extLst>
              <a:ext uri="{FF2B5EF4-FFF2-40B4-BE49-F238E27FC236}">
                <a16:creationId xmlns:a16="http://schemas.microsoft.com/office/drawing/2014/main" id="{CB20449E-0760-3743-8E7C-7D6BA7165F7F}"/>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cxnSp>
        <p:nvCxnSpPr>
          <p:cNvPr id="60" name="Straight Connector 59">
            <a:extLst>
              <a:ext uri="{FF2B5EF4-FFF2-40B4-BE49-F238E27FC236}">
                <a16:creationId xmlns:a16="http://schemas.microsoft.com/office/drawing/2014/main" id="{D35F47B4-23F1-B9FD-9FC0-4D2A8FB45EAF}"/>
              </a:ext>
              <a:ext uri="{C183D7F6-B498-43B3-948B-1728B52AA6E4}">
                <adec:decorative xmlns:adec="http://schemas.microsoft.com/office/drawing/2017/decorative" val="1"/>
              </a:ext>
            </a:extLst>
          </p:cNvPr>
          <p:cNvCxnSpPr>
            <a:cxnSpLocks/>
          </p:cNvCxnSpPr>
          <p:nvPr userDrawn="1"/>
        </p:nvCxnSpPr>
        <p:spPr>
          <a:xfrm>
            <a:off x="4387095" y="5019911"/>
            <a:ext cx="3472607" cy="0"/>
          </a:xfrm>
          <a:prstGeom prst="line">
            <a:avLst/>
          </a:prstGeom>
          <a:ln w="22225">
            <a:solidFill>
              <a:schemeClr val="accent6"/>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715566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p:cSld name="Three Icon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4C5A99F-0678-4DC4-A266-1AD031E9C8E4}"/>
              </a:ext>
            </a:extLst>
          </p:cNvPr>
          <p:cNvSpPr>
            <a:spLocks noGrp="1"/>
          </p:cNvSpPr>
          <p:nvPr>
            <p:ph type="title" hasCustomPrompt="1"/>
          </p:nvPr>
        </p:nvSpPr>
        <p:spPr/>
        <p:txBody>
          <a:bodyPr/>
          <a:lstStyle>
            <a:lvl1pPr>
              <a:defRPr>
                <a:solidFill>
                  <a:schemeClr val="tx1"/>
                </a:solidFill>
              </a:defRPr>
            </a:lvl1pPr>
          </a:lstStyle>
          <a:p>
            <a:r>
              <a:rPr lang="en-US"/>
              <a:t>Three Icon Placeholders with Text Descriptions</a:t>
            </a:r>
          </a:p>
        </p:txBody>
      </p:sp>
      <p:sp>
        <p:nvSpPr>
          <p:cNvPr id="12" name="Subtitle 2">
            <a:extLst>
              <a:ext uri="{FF2B5EF4-FFF2-40B4-BE49-F238E27FC236}">
                <a16:creationId xmlns:a16="http://schemas.microsoft.com/office/drawing/2014/main" id="{4EBF1472-E940-4CC7-B5D3-349346A425A8}"/>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subtitle</a:t>
            </a:r>
          </a:p>
        </p:txBody>
      </p:sp>
      <p:sp>
        <p:nvSpPr>
          <p:cNvPr id="23" name="Oval 22">
            <a:extLst>
              <a:ext uri="{FF2B5EF4-FFF2-40B4-BE49-F238E27FC236}">
                <a16:creationId xmlns:a16="http://schemas.microsoft.com/office/drawing/2014/main" id="{6FECF9D0-D7A8-43DD-B38D-E1090C0B322F}"/>
              </a:ext>
              <a:ext uri="{C183D7F6-B498-43B3-948B-1728B52AA6E4}">
                <adec:decorative xmlns:adec="http://schemas.microsoft.com/office/drawing/2017/decorative" val="1"/>
              </a:ext>
            </a:extLst>
          </p:cNvPr>
          <p:cNvSpPr/>
          <p:nvPr/>
        </p:nvSpPr>
        <p:spPr bwMode="gray">
          <a:xfrm>
            <a:off x="1981877" y="2055429"/>
            <a:ext cx="1828959" cy="1828959"/>
          </a:xfrm>
          <a:prstGeom prst="ellipse">
            <a:avLst/>
          </a:prstGeom>
          <a:noFill/>
          <a:ln w="38100">
            <a:solidFill>
              <a:schemeClr val="accent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tx1"/>
              </a:solidFill>
            </a:endParaRPr>
          </a:p>
        </p:txBody>
      </p:sp>
      <p:sp>
        <p:nvSpPr>
          <p:cNvPr id="13" name="Text Placeholder 3">
            <a:extLst>
              <a:ext uri="{FF2B5EF4-FFF2-40B4-BE49-F238E27FC236}">
                <a16:creationId xmlns:a16="http://schemas.microsoft.com/office/drawing/2014/main" id="{83C9F48F-8CFB-DD45-AE7E-6A5DE26F9510}"/>
              </a:ext>
            </a:extLst>
          </p:cNvPr>
          <p:cNvSpPr>
            <a:spLocks noGrp="1"/>
          </p:cNvSpPr>
          <p:nvPr>
            <p:ph type="body" sz="quarter" idx="21" hasCustomPrompt="1"/>
          </p:nvPr>
        </p:nvSpPr>
        <p:spPr>
          <a:xfrm>
            <a:off x="2188103" y="2419650"/>
            <a:ext cx="1396669" cy="1100516"/>
          </a:xfrm>
        </p:spPr>
        <p:txBody>
          <a:bodyPr anchor="ctr" anchorCtr="0"/>
          <a:lstStyle>
            <a:lvl1pPr algn="ctr">
              <a:lnSpc>
                <a:spcPct val="100000"/>
              </a:lnSpc>
              <a:spcBef>
                <a:spcPts val="600"/>
              </a:spcBef>
              <a:defRPr sz="1800">
                <a:solidFill>
                  <a:schemeClr val="tx1"/>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4" name="Text Placeholder 3">
            <a:extLst>
              <a:ext uri="{FF2B5EF4-FFF2-40B4-BE49-F238E27FC236}">
                <a16:creationId xmlns:a16="http://schemas.microsoft.com/office/drawing/2014/main" id="{B9CC9B40-9AF4-4EF7-8384-2ACE79EA95C9}"/>
              </a:ext>
            </a:extLst>
          </p:cNvPr>
          <p:cNvSpPr>
            <a:spLocks noGrp="1"/>
          </p:cNvSpPr>
          <p:nvPr>
            <p:ph type="body" sz="quarter" idx="18" hasCustomPrompt="1"/>
          </p:nvPr>
        </p:nvSpPr>
        <p:spPr>
          <a:xfrm>
            <a:off x="1525905" y="4267940"/>
            <a:ext cx="2744788" cy="1458912"/>
          </a:xfrm>
        </p:spPr>
        <p:txBody>
          <a:bodyPr/>
          <a:lstStyle>
            <a:lvl1pPr algn="ctr">
              <a:lnSpc>
                <a:spcPct val="100000"/>
              </a:lnSpc>
              <a:spcBef>
                <a:spcPts val="600"/>
              </a:spcBef>
              <a:defRPr sz="2400">
                <a:solidFill>
                  <a:schemeClr val="tx1"/>
                </a:solidFill>
              </a:defRPr>
            </a:lvl1pPr>
            <a:lvl2pPr marL="0" indent="0" algn="ctr">
              <a:lnSpc>
                <a:spcPct val="100000"/>
              </a:lnSpc>
              <a:spcBef>
                <a:spcPts val="600"/>
              </a:spcBef>
              <a:buFont typeface="Arial" panose="020B0604020202020204" pitchFamily="34" charset="0"/>
              <a:buChar char="​"/>
              <a:defRPr>
                <a:solidFill>
                  <a:schemeClr val="tx1"/>
                </a:solidFill>
              </a:defRPr>
            </a:lvl2pPr>
          </a:lstStyle>
          <a:p>
            <a:pPr lvl="0"/>
            <a:r>
              <a:rPr lang="en-US"/>
              <a:t>Click to add text here</a:t>
            </a:r>
          </a:p>
          <a:p>
            <a:pPr lvl="1"/>
            <a:r>
              <a:rPr lang="en-US"/>
              <a:t>Second level</a:t>
            </a:r>
          </a:p>
        </p:txBody>
      </p:sp>
      <p:sp>
        <p:nvSpPr>
          <p:cNvPr id="21" name="Oval 20">
            <a:extLst>
              <a:ext uri="{FF2B5EF4-FFF2-40B4-BE49-F238E27FC236}">
                <a16:creationId xmlns:a16="http://schemas.microsoft.com/office/drawing/2014/main" id="{B1C210DC-5DBB-4F0D-875F-CD8AAAB938CE}"/>
              </a:ext>
              <a:ext uri="{C183D7F6-B498-43B3-948B-1728B52AA6E4}">
                <adec:decorative xmlns:adec="http://schemas.microsoft.com/office/drawing/2017/decorative" val="1"/>
              </a:ext>
            </a:extLst>
          </p:cNvPr>
          <p:cNvSpPr/>
          <p:nvPr/>
        </p:nvSpPr>
        <p:spPr bwMode="gray">
          <a:xfrm>
            <a:off x="5184924" y="2055429"/>
            <a:ext cx="1828959" cy="1828959"/>
          </a:xfrm>
          <a:prstGeom prst="ellipse">
            <a:avLst/>
          </a:prstGeom>
          <a:noFill/>
          <a:ln w="381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tx1"/>
              </a:solidFill>
            </a:endParaRPr>
          </a:p>
        </p:txBody>
      </p:sp>
      <p:sp>
        <p:nvSpPr>
          <p:cNvPr id="16" name="Text Placeholder 3">
            <a:extLst>
              <a:ext uri="{FF2B5EF4-FFF2-40B4-BE49-F238E27FC236}">
                <a16:creationId xmlns:a16="http://schemas.microsoft.com/office/drawing/2014/main" id="{04DBEFEC-821B-4F4E-8D5E-E6843BF1AEAD}"/>
              </a:ext>
            </a:extLst>
          </p:cNvPr>
          <p:cNvSpPr>
            <a:spLocks noGrp="1"/>
          </p:cNvSpPr>
          <p:nvPr>
            <p:ph type="body" sz="quarter" idx="22" hasCustomPrompt="1"/>
          </p:nvPr>
        </p:nvSpPr>
        <p:spPr>
          <a:xfrm>
            <a:off x="5408612" y="2419650"/>
            <a:ext cx="1396669" cy="1100516"/>
          </a:xfrm>
        </p:spPr>
        <p:txBody>
          <a:bodyPr anchor="ctr" anchorCtr="0"/>
          <a:lstStyle>
            <a:lvl1pPr algn="ctr">
              <a:lnSpc>
                <a:spcPct val="100000"/>
              </a:lnSpc>
              <a:spcBef>
                <a:spcPts val="600"/>
              </a:spcBef>
              <a:defRPr sz="1800">
                <a:solidFill>
                  <a:schemeClr val="tx1"/>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14" name="Text Placeholder 3">
            <a:extLst>
              <a:ext uri="{FF2B5EF4-FFF2-40B4-BE49-F238E27FC236}">
                <a16:creationId xmlns:a16="http://schemas.microsoft.com/office/drawing/2014/main" id="{D69CA39A-E967-4A68-A944-35C345A456D5}"/>
              </a:ext>
            </a:extLst>
          </p:cNvPr>
          <p:cNvSpPr>
            <a:spLocks noGrp="1"/>
          </p:cNvSpPr>
          <p:nvPr>
            <p:ph type="body" sz="quarter" idx="19" hasCustomPrompt="1"/>
          </p:nvPr>
        </p:nvSpPr>
        <p:spPr>
          <a:xfrm>
            <a:off x="4721225" y="4267940"/>
            <a:ext cx="2744788" cy="1458912"/>
          </a:xfrm>
        </p:spPr>
        <p:txBody>
          <a:bodyPr/>
          <a:lstStyle>
            <a:lvl1pPr algn="ctr">
              <a:lnSpc>
                <a:spcPct val="100000"/>
              </a:lnSpc>
              <a:spcBef>
                <a:spcPts val="600"/>
              </a:spcBef>
              <a:defRPr sz="2400">
                <a:solidFill>
                  <a:schemeClr val="tx1"/>
                </a:solidFill>
              </a:defRPr>
            </a:lvl1pPr>
            <a:lvl2pPr marL="0" indent="0" algn="ctr">
              <a:lnSpc>
                <a:spcPct val="100000"/>
              </a:lnSpc>
              <a:spcBef>
                <a:spcPts val="600"/>
              </a:spcBef>
              <a:buFont typeface="Arial" panose="020B0604020202020204" pitchFamily="34" charset="0"/>
              <a:buChar char="​"/>
              <a:defRPr>
                <a:solidFill>
                  <a:schemeClr val="tx1"/>
                </a:solidFill>
              </a:defRPr>
            </a:lvl2pPr>
          </a:lstStyle>
          <a:p>
            <a:pPr lvl="0"/>
            <a:r>
              <a:rPr lang="en-US"/>
              <a:t>Click to add text here</a:t>
            </a:r>
          </a:p>
          <a:p>
            <a:pPr lvl="1"/>
            <a:r>
              <a:rPr lang="en-US"/>
              <a:t>Second level</a:t>
            </a:r>
          </a:p>
        </p:txBody>
      </p:sp>
      <p:sp>
        <p:nvSpPr>
          <p:cNvPr id="22" name="Oval 21">
            <a:extLst>
              <a:ext uri="{FF2B5EF4-FFF2-40B4-BE49-F238E27FC236}">
                <a16:creationId xmlns:a16="http://schemas.microsoft.com/office/drawing/2014/main" id="{446F04B0-7860-407F-85B7-42E38FAFE34B}"/>
              </a:ext>
              <a:ext uri="{C183D7F6-B498-43B3-948B-1728B52AA6E4}">
                <adec:decorative xmlns:adec="http://schemas.microsoft.com/office/drawing/2017/decorative" val="1"/>
              </a:ext>
            </a:extLst>
          </p:cNvPr>
          <p:cNvSpPr/>
          <p:nvPr/>
        </p:nvSpPr>
        <p:spPr bwMode="gray">
          <a:xfrm>
            <a:off x="8389301" y="2055429"/>
            <a:ext cx="1828959" cy="1828959"/>
          </a:xfrm>
          <a:prstGeom prst="ellipse">
            <a:avLst/>
          </a:prstGeom>
          <a:noFill/>
          <a:ln w="38100">
            <a:solidFill>
              <a:schemeClr val="accent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tx1"/>
              </a:solidFill>
            </a:endParaRPr>
          </a:p>
        </p:txBody>
      </p:sp>
      <p:sp>
        <p:nvSpPr>
          <p:cNvPr id="15" name="Text Placeholder 3">
            <a:extLst>
              <a:ext uri="{FF2B5EF4-FFF2-40B4-BE49-F238E27FC236}">
                <a16:creationId xmlns:a16="http://schemas.microsoft.com/office/drawing/2014/main" id="{41A16A22-350B-4B24-A3CD-4D5DE470DEEB}"/>
              </a:ext>
            </a:extLst>
          </p:cNvPr>
          <p:cNvSpPr>
            <a:spLocks noGrp="1"/>
          </p:cNvSpPr>
          <p:nvPr>
            <p:ph type="body" sz="quarter" idx="20" hasCustomPrompt="1"/>
          </p:nvPr>
        </p:nvSpPr>
        <p:spPr>
          <a:xfrm>
            <a:off x="7923213" y="4267940"/>
            <a:ext cx="2744788" cy="1458912"/>
          </a:xfrm>
        </p:spPr>
        <p:txBody>
          <a:bodyPr/>
          <a:lstStyle>
            <a:lvl1pPr algn="ctr">
              <a:lnSpc>
                <a:spcPct val="100000"/>
              </a:lnSpc>
              <a:spcBef>
                <a:spcPts val="600"/>
              </a:spcBef>
              <a:defRPr sz="2400">
                <a:solidFill>
                  <a:schemeClr val="tx1"/>
                </a:solidFill>
              </a:defRPr>
            </a:lvl1pPr>
            <a:lvl2pPr marL="0" indent="0" algn="ctr">
              <a:lnSpc>
                <a:spcPct val="100000"/>
              </a:lnSpc>
              <a:spcBef>
                <a:spcPts val="600"/>
              </a:spcBef>
              <a:buFont typeface="Arial" panose="020B0604020202020204" pitchFamily="34" charset="0"/>
              <a:buChar char="​"/>
              <a:defRPr>
                <a:solidFill>
                  <a:schemeClr val="tx1"/>
                </a:solidFill>
              </a:defRPr>
            </a:lvl2pPr>
          </a:lstStyle>
          <a:p>
            <a:pPr lvl="0"/>
            <a:r>
              <a:rPr lang="en-US"/>
              <a:t>Click to add text here</a:t>
            </a:r>
          </a:p>
          <a:p>
            <a:pPr lvl="1"/>
            <a:r>
              <a:rPr lang="en-US"/>
              <a:t>Second level</a:t>
            </a:r>
          </a:p>
        </p:txBody>
      </p:sp>
      <p:sp>
        <p:nvSpPr>
          <p:cNvPr id="17" name="Text Placeholder 3">
            <a:extLst>
              <a:ext uri="{FF2B5EF4-FFF2-40B4-BE49-F238E27FC236}">
                <a16:creationId xmlns:a16="http://schemas.microsoft.com/office/drawing/2014/main" id="{0545A424-E307-E14F-A89B-1A531D114FD0}"/>
              </a:ext>
            </a:extLst>
          </p:cNvPr>
          <p:cNvSpPr>
            <a:spLocks noGrp="1"/>
          </p:cNvSpPr>
          <p:nvPr>
            <p:ph type="body" sz="quarter" idx="23" hasCustomPrompt="1"/>
          </p:nvPr>
        </p:nvSpPr>
        <p:spPr>
          <a:xfrm>
            <a:off x="8609012" y="2419650"/>
            <a:ext cx="1396669" cy="1100516"/>
          </a:xfrm>
        </p:spPr>
        <p:txBody>
          <a:bodyPr anchor="ctr" anchorCtr="0"/>
          <a:lstStyle>
            <a:lvl1pPr algn="ctr">
              <a:lnSpc>
                <a:spcPct val="100000"/>
              </a:lnSpc>
              <a:spcBef>
                <a:spcPts val="600"/>
              </a:spcBef>
              <a:defRPr sz="1800">
                <a:solidFill>
                  <a:schemeClr val="tx1"/>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19" name="page number">
            <a:extLst>
              <a:ext uri="{FF2B5EF4-FFF2-40B4-BE49-F238E27FC236}">
                <a16:creationId xmlns:a16="http://schemas.microsoft.com/office/drawing/2014/main" id="{6122FC91-666D-7A42-9D21-9800CF4E3706}"/>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18" name="Oval 17">
            <a:extLst>
              <a:ext uri="{FF2B5EF4-FFF2-40B4-BE49-F238E27FC236}">
                <a16:creationId xmlns:a16="http://schemas.microsoft.com/office/drawing/2014/main" id="{6FECF9D0-D7A8-43DD-B38D-E1090C0B322F}"/>
              </a:ext>
              <a:ext uri="{C183D7F6-B498-43B3-948B-1728B52AA6E4}">
                <adec:decorative xmlns:adec="http://schemas.microsoft.com/office/drawing/2017/decorative" val="1"/>
              </a:ext>
            </a:extLst>
          </p:cNvPr>
          <p:cNvSpPr/>
          <p:nvPr userDrawn="1"/>
        </p:nvSpPr>
        <p:spPr bwMode="gray">
          <a:xfrm>
            <a:off x="1981877" y="2055429"/>
            <a:ext cx="1828959" cy="1828959"/>
          </a:xfrm>
          <a:prstGeom prst="ellipse">
            <a:avLst/>
          </a:prstGeom>
          <a:noFill/>
          <a:ln w="38100">
            <a:solidFill>
              <a:schemeClr val="accent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tx1"/>
              </a:solidFill>
            </a:endParaRPr>
          </a:p>
        </p:txBody>
      </p:sp>
      <p:sp>
        <p:nvSpPr>
          <p:cNvPr id="20" name="Oval 19">
            <a:extLst>
              <a:ext uri="{FF2B5EF4-FFF2-40B4-BE49-F238E27FC236}">
                <a16:creationId xmlns:a16="http://schemas.microsoft.com/office/drawing/2014/main" id="{B1C210DC-5DBB-4F0D-875F-CD8AAAB938CE}"/>
              </a:ext>
              <a:ext uri="{C183D7F6-B498-43B3-948B-1728B52AA6E4}">
                <adec:decorative xmlns:adec="http://schemas.microsoft.com/office/drawing/2017/decorative" val="1"/>
              </a:ext>
            </a:extLst>
          </p:cNvPr>
          <p:cNvSpPr/>
          <p:nvPr userDrawn="1"/>
        </p:nvSpPr>
        <p:spPr bwMode="gray">
          <a:xfrm>
            <a:off x="5184924" y="2055429"/>
            <a:ext cx="1828959" cy="1828959"/>
          </a:xfrm>
          <a:prstGeom prst="ellipse">
            <a:avLst/>
          </a:prstGeom>
          <a:noFill/>
          <a:ln w="381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tx1"/>
              </a:solidFill>
            </a:endParaRPr>
          </a:p>
        </p:txBody>
      </p:sp>
      <p:sp>
        <p:nvSpPr>
          <p:cNvPr id="24" name="Oval 23">
            <a:extLst>
              <a:ext uri="{FF2B5EF4-FFF2-40B4-BE49-F238E27FC236}">
                <a16:creationId xmlns:a16="http://schemas.microsoft.com/office/drawing/2014/main" id="{446F04B0-7860-407F-85B7-42E38FAFE34B}"/>
              </a:ext>
              <a:ext uri="{C183D7F6-B498-43B3-948B-1728B52AA6E4}">
                <adec:decorative xmlns:adec="http://schemas.microsoft.com/office/drawing/2017/decorative" val="1"/>
              </a:ext>
            </a:extLst>
          </p:cNvPr>
          <p:cNvSpPr/>
          <p:nvPr userDrawn="1"/>
        </p:nvSpPr>
        <p:spPr bwMode="gray">
          <a:xfrm>
            <a:off x="8389301" y="2055429"/>
            <a:ext cx="1828959" cy="1828959"/>
          </a:xfrm>
          <a:prstGeom prst="ellipse">
            <a:avLst/>
          </a:prstGeom>
          <a:noFill/>
          <a:ln w="38100">
            <a:solidFill>
              <a:schemeClr val="accent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tx1"/>
              </a:solidFill>
            </a:endParaRPr>
          </a:p>
        </p:txBody>
      </p:sp>
      <p:sp>
        <p:nvSpPr>
          <p:cNvPr id="25" name="page number">
            <a:extLst>
              <a:ext uri="{FF2B5EF4-FFF2-40B4-BE49-F238E27FC236}">
                <a16:creationId xmlns:a16="http://schemas.microsoft.com/office/drawing/2014/main" id="{6122FC91-666D-7A42-9D21-9800CF4E3706}"/>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Tree>
    <p:extLst>
      <p:ext uri="{BB962C8B-B14F-4D97-AF65-F5344CB8AC3E}">
        <p14:creationId xmlns:p14="http://schemas.microsoft.com/office/powerpoint/2010/main" val="34696463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p:cSld name="Four Icon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A6ED71B-2619-4816-B753-5E850ED08FBC}"/>
              </a:ext>
            </a:extLst>
          </p:cNvPr>
          <p:cNvSpPr>
            <a:spLocks noGrp="1"/>
          </p:cNvSpPr>
          <p:nvPr>
            <p:ph type="title" hasCustomPrompt="1"/>
          </p:nvPr>
        </p:nvSpPr>
        <p:spPr/>
        <p:txBody>
          <a:bodyPr/>
          <a:lstStyle>
            <a:lvl1pPr>
              <a:defRPr>
                <a:solidFill>
                  <a:schemeClr val="tx1"/>
                </a:solidFill>
              </a:defRPr>
            </a:lvl1pPr>
          </a:lstStyle>
          <a:p>
            <a:r>
              <a:rPr lang="en-US"/>
              <a:t>Four Icon Placeholders with Text Descriptions</a:t>
            </a:r>
          </a:p>
        </p:txBody>
      </p:sp>
      <p:sp>
        <p:nvSpPr>
          <p:cNvPr id="14" name="Subtitle 2">
            <a:extLst>
              <a:ext uri="{FF2B5EF4-FFF2-40B4-BE49-F238E27FC236}">
                <a16:creationId xmlns:a16="http://schemas.microsoft.com/office/drawing/2014/main" id="{BB679D5C-AEFA-4052-96E3-7DF67D7C105A}"/>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subtitle</a:t>
            </a:r>
          </a:p>
        </p:txBody>
      </p:sp>
      <p:sp>
        <p:nvSpPr>
          <p:cNvPr id="87" name="Oval 86">
            <a:extLst>
              <a:ext uri="{FF2B5EF4-FFF2-40B4-BE49-F238E27FC236}">
                <a16:creationId xmlns:a16="http://schemas.microsoft.com/office/drawing/2014/main" id="{45D908EF-1F96-4808-A8DB-F55AB9E8E436}"/>
              </a:ext>
              <a:ext uri="{C183D7F6-B498-43B3-948B-1728B52AA6E4}">
                <adec:decorative xmlns:adec="http://schemas.microsoft.com/office/drawing/2017/decorative" val="1"/>
              </a:ext>
            </a:extLst>
          </p:cNvPr>
          <p:cNvSpPr/>
          <p:nvPr/>
        </p:nvSpPr>
        <p:spPr bwMode="gray">
          <a:xfrm>
            <a:off x="1065749" y="2060872"/>
            <a:ext cx="1828959" cy="1828959"/>
          </a:xfrm>
          <a:prstGeom prst="ellipse">
            <a:avLst/>
          </a:prstGeom>
          <a:noFill/>
          <a:ln w="38100">
            <a:solidFill>
              <a:schemeClr val="accent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a:solidFill>
                <a:schemeClr val="tx1"/>
              </a:solidFill>
            </a:endParaRPr>
          </a:p>
        </p:txBody>
      </p:sp>
      <p:sp>
        <p:nvSpPr>
          <p:cNvPr id="13" name="Text Placeholder 3">
            <a:extLst>
              <a:ext uri="{FF2B5EF4-FFF2-40B4-BE49-F238E27FC236}">
                <a16:creationId xmlns:a16="http://schemas.microsoft.com/office/drawing/2014/main" id="{372EA9D9-DD59-0A4A-94D5-AC136E79CD72}"/>
              </a:ext>
            </a:extLst>
          </p:cNvPr>
          <p:cNvSpPr>
            <a:spLocks noGrp="1"/>
          </p:cNvSpPr>
          <p:nvPr>
            <p:ph type="body" sz="quarter" idx="23" hasCustomPrompt="1"/>
          </p:nvPr>
        </p:nvSpPr>
        <p:spPr>
          <a:xfrm>
            <a:off x="1273703" y="2425093"/>
            <a:ext cx="1396669" cy="1100516"/>
          </a:xfrm>
        </p:spPr>
        <p:txBody>
          <a:bodyPr anchor="ctr" anchorCtr="0"/>
          <a:lstStyle>
            <a:lvl1pPr algn="ctr">
              <a:lnSpc>
                <a:spcPct val="100000"/>
              </a:lnSpc>
              <a:spcBef>
                <a:spcPts val="600"/>
              </a:spcBef>
              <a:defRPr sz="1800">
                <a:solidFill>
                  <a:schemeClr val="tx1"/>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15" name="Text Placeholder 3">
            <a:extLst>
              <a:ext uri="{FF2B5EF4-FFF2-40B4-BE49-F238E27FC236}">
                <a16:creationId xmlns:a16="http://schemas.microsoft.com/office/drawing/2014/main" id="{83A73281-E5F0-4C3B-BE4E-A12D56CC1003}"/>
              </a:ext>
            </a:extLst>
          </p:cNvPr>
          <p:cNvSpPr>
            <a:spLocks noGrp="1"/>
          </p:cNvSpPr>
          <p:nvPr>
            <p:ph type="body" sz="quarter" idx="19" hasCustomPrompt="1"/>
          </p:nvPr>
        </p:nvSpPr>
        <p:spPr>
          <a:xfrm>
            <a:off x="842673" y="4269508"/>
            <a:ext cx="2286000" cy="1458912"/>
          </a:xfrm>
        </p:spPr>
        <p:txBody>
          <a:bodyPr/>
          <a:lstStyle>
            <a:lvl1pPr algn="ctr">
              <a:lnSpc>
                <a:spcPct val="100000"/>
              </a:lnSpc>
              <a:spcBef>
                <a:spcPts val="600"/>
              </a:spcBef>
              <a:defRPr sz="2400">
                <a:solidFill>
                  <a:schemeClr val="tx1"/>
                </a:solidFill>
              </a:defRPr>
            </a:lvl1pPr>
            <a:lvl2pPr marL="0" indent="0" algn="ctr">
              <a:lnSpc>
                <a:spcPct val="100000"/>
              </a:lnSpc>
              <a:spcBef>
                <a:spcPts val="600"/>
              </a:spcBef>
              <a:buFont typeface="Arial" panose="020B0604020202020204" pitchFamily="34" charset="0"/>
              <a:buChar char="​"/>
              <a:defRPr>
                <a:solidFill>
                  <a:schemeClr val="tx1"/>
                </a:solidFill>
              </a:defRPr>
            </a:lvl2pPr>
          </a:lstStyle>
          <a:p>
            <a:pPr lvl="0"/>
            <a:r>
              <a:rPr lang="en-US"/>
              <a:t>Click to add text</a:t>
            </a:r>
          </a:p>
          <a:p>
            <a:pPr lvl="1"/>
            <a:r>
              <a:rPr lang="en-US"/>
              <a:t>Second level</a:t>
            </a:r>
          </a:p>
        </p:txBody>
      </p:sp>
      <p:sp>
        <p:nvSpPr>
          <p:cNvPr id="84" name="Oval 83">
            <a:extLst>
              <a:ext uri="{FF2B5EF4-FFF2-40B4-BE49-F238E27FC236}">
                <a16:creationId xmlns:a16="http://schemas.microsoft.com/office/drawing/2014/main" id="{085441A7-EBA5-4ABB-8D29-CE4338F0F9B5}"/>
              </a:ext>
              <a:ext uri="{C183D7F6-B498-43B3-948B-1728B52AA6E4}">
                <adec:decorative xmlns:adec="http://schemas.microsoft.com/office/drawing/2017/decorative" val="1"/>
              </a:ext>
            </a:extLst>
          </p:cNvPr>
          <p:cNvSpPr/>
          <p:nvPr/>
        </p:nvSpPr>
        <p:spPr bwMode="gray">
          <a:xfrm>
            <a:off x="3806932" y="2060872"/>
            <a:ext cx="1828959" cy="1828959"/>
          </a:xfrm>
          <a:prstGeom prst="ellipse">
            <a:avLst/>
          </a:prstGeom>
          <a:noFill/>
          <a:ln w="381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tx1"/>
              </a:solidFill>
            </a:endParaRPr>
          </a:p>
        </p:txBody>
      </p:sp>
      <p:sp>
        <p:nvSpPr>
          <p:cNvPr id="16" name="Text Placeholder 3">
            <a:extLst>
              <a:ext uri="{FF2B5EF4-FFF2-40B4-BE49-F238E27FC236}">
                <a16:creationId xmlns:a16="http://schemas.microsoft.com/office/drawing/2014/main" id="{F7F1E977-D1E8-7040-8576-578BD8CB8424}"/>
              </a:ext>
            </a:extLst>
          </p:cNvPr>
          <p:cNvSpPr>
            <a:spLocks noGrp="1"/>
          </p:cNvSpPr>
          <p:nvPr>
            <p:ph type="body" sz="quarter" idx="24" hasCustomPrompt="1"/>
          </p:nvPr>
        </p:nvSpPr>
        <p:spPr>
          <a:xfrm>
            <a:off x="4000597" y="2425093"/>
            <a:ext cx="1396669" cy="1100516"/>
          </a:xfrm>
        </p:spPr>
        <p:txBody>
          <a:bodyPr anchor="ctr" anchorCtr="0"/>
          <a:lstStyle>
            <a:lvl1pPr algn="ctr">
              <a:lnSpc>
                <a:spcPct val="100000"/>
              </a:lnSpc>
              <a:spcBef>
                <a:spcPts val="600"/>
              </a:spcBef>
              <a:defRPr sz="1800">
                <a:solidFill>
                  <a:schemeClr val="tx1"/>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21" name="Text Placeholder 3">
            <a:extLst>
              <a:ext uri="{FF2B5EF4-FFF2-40B4-BE49-F238E27FC236}">
                <a16:creationId xmlns:a16="http://schemas.microsoft.com/office/drawing/2014/main" id="{70078EAE-661A-4C72-917B-F0225239F68A}"/>
              </a:ext>
            </a:extLst>
          </p:cNvPr>
          <p:cNvSpPr>
            <a:spLocks noGrp="1"/>
          </p:cNvSpPr>
          <p:nvPr>
            <p:ph type="body" sz="quarter" idx="20" hasCustomPrompt="1"/>
          </p:nvPr>
        </p:nvSpPr>
        <p:spPr>
          <a:xfrm>
            <a:off x="3579813" y="4269508"/>
            <a:ext cx="2286000" cy="1458912"/>
          </a:xfrm>
        </p:spPr>
        <p:txBody>
          <a:bodyPr/>
          <a:lstStyle>
            <a:lvl1pPr algn="ctr">
              <a:lnSpc>
                <a:spcPct val="100000"/>
              </a:lnSpc>
              <a:spcBef>
                <a:spcPts val="600"/>
              </a:spcBef>
              <a:defRPr sz="2400">
                <a:solidFill>
                  <a:schemeClr val="tx1"/>
                </a:solidFill>
              </a:defRPr>
            </a:lvl1pPr>
            <a:lvl2pPr marL="0" indent="0" algn="ctr">
              <a:lnSpc>
                <a:spcPct val="100000"/>
              </a:lnSpc>
              <a:spcBef>
                <a:spcPts val="600"/>
              </a:spcBef>
              <a:buFont typeface="Arial" panose="020B0604020202020204" pitchFamily="34" charset="0"/>
              <a:buChar char="​"/>
              <a:defRPr>
                <a:solidFill>
                  <a:schemeClr val="tx1"/>
                </a:solidFill>
              </a:defRPr>
            </a:lvl2pPr>
          </a:lstStyle>
          <a:p>
            <a:pPr lvl="0"/>
            <a:r>
              <a:rPr lang="en-US"/>
              <a:t>Click to add text</a:t>
            </a:r>
          </a:p>
          <a:p>
            <a:pPr lvl="1"/>
            <a:r>
              <a:rPr lang="en-US"/>
              <a:t>Second level</a:t>
            </a:r>
          </a:p>
        </p:txBody>
      </p:sp>
      <p:sp>
        <p:nvSpPr>
          <p:cNvPr id="86" name="Oval 85">
            <a:extLst>
              <a:ext uri="{FF2B5EF4-FFF2-40B4-BE49-F238E27FC236}">
                <a16:creationId xmlns:a16="http://schemas.microsoft.com/office/drawing/2014/main" id="{5670C03F-6336-45E3-A9F4-0CD130D80D1B}"/>
              </a:ext>
              <a:ext uri="{C183D7F6-B498-43B3-948B-1728B52AA6E4}">
                <adec:decorative xmlns:adec="http://schemas.microsoft.com/office/drawing/2017/decorative" val="1"/>
              </a:ext>
            </a:extLst>
          </p:cNvPr>
          <p:cNvSpPr/>
          <p:nvPr/>
        </p:nvSpPr>
        <p:spPr bwMode="gray">
          <a:xfrm>
            <a:off x="6562100" y="2060872"/>
            <a:ext cx="1828959" cy="1828959"/>
          </a:xfrm>
          <a:prstGeom prst="ellipse">
            <a:avLst/>
          </a:prstGeom>
          <a:noFill/>
          <a:ln w="38100">
            <a:solidFill>
              <a:schemeClr val="accent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a:solidFill>
                <a:schemeClr val="tx1"/>
              </a:solidFill>
            </a:endParaRPr>
          </a:p>
        </p:txBody>
      </p:sp>
      <p:sp>
        <p:nvSpPr>
          <p:cNvPr id="17" name="Text Placeholder 3">
            <a:extLst>
              <a:ext uri="{FF2B5EF4-FFF2-40B4-BE49-F238E27FC236}">
                <a16:creationId xmlns:a16="http://schemas.microsoft.com/office/drawing/2014/main" id="{6B608689-50E6-784F-8AFD-D13D124BAA5B}"/>
              </a:ext>
            </a:extLst>
          </p:cNvPr>
          <p:cNvSpPr>
            <a:spLocks noGrp="1"/>
          </p:cNvSpPr>
          <p:nvPr>
            <p:ph type="body" sz="quarter" idx="25" hasCustomPrompt="1"/>
          </p:nvPr>
        </p:nvSpPr>
        <p:spPr>
          <a:xfrm>
            <a:off x="6772120" y="2425093"/>
            <a:ext cx="1396669" cy="1100516"/>
          </a:xfrm>
        </p:spPr>
        <p:txBody>
          <a:bodyPr anchor="ctr" anchorCtr="0"/>
          <a:lstStyle>
            <a:lvl1pPr algn="ctr">
              <a:lnSpc>
                <a:spcPct val="100000"/>
              </a:lnSpc>
              <a:spcBef>
                <a:spcPts val="600"/>
              </a:spcBef>
              <a:defRPr sz="1800">
                <a:solidFill>
                  <a:schemeClr val="tx1"/>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22" name="Text Placeholder 3">
            <a:extLst>
              <a:ext uri="{FF2B5EF4-FFF2-40B4-BE49-F238E27FC236}">
                <a16:creationId xmlns:a16="http://schemas.microsoft.com/office/drawing/2014/main" id="{566D6B40-9CB0-4B56-A3E1-9A7F945F094A}"/>
              </a:ext>
            </a:extLst>
          </p:cNvPr>
          <p:cNvSpPr>
            <a:spLocks noGrp="1"/>
          </p:cNvSpPr>
          <p:nvPr>
            <p:ph type="body" sz="quarter" idx="21" hasCustomPrompt="1"/>
          </p:nvPr>
        </p:nvSpPr>
        <p:spPr>
          <a:xfrm>
            <a:off x="6323013" y="4269508"/>
            <a:ext cx="2286000" cy="1458912"/>
          </a:xfrm>
        </p:spPr>
        <p:txBody>
          <a:bodyPr/>
          <a:lstStyle>
            <a:lvl1pPr algn="ctr">
              <a:lnSpc>
                <a:spcPct val="100000"/>
              </a:lnSpc>
              <a:spcBef>
                <a:spcPts val="600"/>
              </a:spcBef>
              <a:defRPr sz="2400">
                <a:solidFill>
                  <a:schemeClr val="tx1"/>
                </a:solidFill>
              </a:defRPr>
            </a:lvl1pPr>
            <a:lvl2pPr marL="0" indent="0" algn="ctr">
              <a:lnSpc>
                <a:spcPct val="100000"/>
              </a:lnSpc>
              <a:spcBef>
                <a:spcPts val="600"/>
              </a:spcBef>
              <a:buFont typeface="Arial" panose="020B0604020202020204" pitchFamily="34" charset="0"/>
              <a:buChar char="​"/>
              <a:defRPr>
                <a:solidFill>
                  <a:schemeClr val="tx1"/>
                </a:solidFill>
              </a:defRPr>
            </a:lvl2pPr>
          </a:lstStyle>
          <a:p>
            <a:pPr lvl="0"/>
            <a:r>
              <a:rPr lang="en-US"/>
              <a:t>Click to add text</a:t>
            </a:r>
          </a:p>
          <a:p>
            <a:pPr lvl="1"/>
            <a:r>
              <a:rPr lang="en-US"/>
              <a:t>Second level</a:t>
            </a:r>
          </a:p>
        </p:txBody>
      </p:sp>
      <p:sp>
        <p:nvSpPr>
          <p:cNvPr id="85" name="Oval 84">
            <a:extLst>
              <a:ext uri="{FF2B5EF4-FFF2-40B4-BE49-F238E27FC236}">
                <a16:creationId xmlns:a16="http://schemas.microsoft.com/office/drawing/2014/main" id="{3019BB56-AE7C-42CA-A8FF-432F4F176B8B}"/>
              </a:ext>
              <a:ext uri="{C183D7F6-B498-43B3-948B-1728B52AA6E4}">
                <adec:decorative xmlns:adec="http://schemas.microsoft.com/office/drawing/2017/decorative" val="1"/>
              </a:ext>
            </a:extLst>
          </p:cNvPr>
          <p:cNvSpPr/>
          <p:nvPr/>
        </p:nvSpPr>
        <p:spPr bwMode="gray">
          <a:xfrm>
            <a:off x="9302132" y="2060872"/>
            <a:ext cx="1828959" cy="1828959"/>
          </a:xfrm>
          <a:prstGeom prst="ellipse">
            <a:avLst/>
          </a:prstGeom>
          <a:noFill/>
          <a:ln w="381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tx1"/>
              </a:solidFill>
            </a:endParaRPr>
          </a:p>
        </p:txBody>
      </p:sp>
      <p:sp>
        <p:nvSpPr>
          <p:cNvPr id="18" name="Text Placeholder 3">
            <a:extLst>
              <a:ext uri="{FF2B5EF4-FFF2-40B4-BE49-F238E27FC236}">
                <a16:creationId xmlns:a16="http://schemas.microsoft.com/office/drawing/2014/main" id="{290217BC-3881-DF41-A8F3-900AF04F1B7D}"/>
              </a:ext>
            </a:extLst>
          </p:cNvPr>
          <p:cNvSpPr>
            <a:spLocks noGrp="1"/>
          </p:cNvSpPr>
          <p:nvPr>
            <p:ph type="body" sz="quarter" idx="26" hasCustomPrompt="1"/>
          </p:nvPr>
        </p:nvSpPr>
        <p:spPr>
          <a:xfrm>
            <a:off x="9538248" y="2425093"/>
            <a:ext cx="1396669" cy="1100516"/>
          </a:xfrm>
        </p:spPr>
        <p:txBody>
          <a:bodyPr anchor="ctr" anchorCtr="0"/>
          <a:lstStyle>
            <a:lvl1pPr algn="ctr">
              <a:lnSpc>
                <a:spcPct val="100000"/>
              </a:lnSpc>
              <a:spcBef>
                <a:spcPts val="600"/>
              </a:spcBef>
              <a:defRPr sz="1800">
                <a:solidFill>
                  <a:schemeClr val="tx1"/>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23" name="Text Placeholder 3">
            <a:extLst>
              <a:ext uri="{FF2B5EF4-FFF2-40B4-BE49-F238E27FC236}">
                <a16:creationId xmlns:a16="http://schemas.microsoft.com/office/drawing/2014/main" id="{16F5CA9C-E491-4F70-B6EE-A50641060112}"/>
              </a:ext>
            </a:extLst>
          </p:cNvPr>
          <p:cNvSpPr>
            <a:spLocks noGrp="1"/>
          </p:cNvSpPr>
          <p:nvPr>
            <p:ph type="body" sz="quarter" idx="22" hasCustomPrompt="1"/>
          </p:nvPr>
        </p:nvSpPr>
        <p:spPr>
          <a:xfrm>
            <a:off x="9066213" y="4269508"/>
            <a:ext cx="2286000" cy="1458912"/>
          </a:xfrm>
        </p:spPr>
        <p:txBody>
          <a:bodyPr/>
          <a:lstStyle>
            <a:lvl1pPr algn="ctr">
              <a:lnSpc>
                <a:spcPct val="100000"/>
              </a:lnSpc>
              <a:spcBef>
                <a:spcPts val="600"/>
              </a:spcBef>
              <a:defRPr sz="2400">
                <a:solidFill>
                  <a:schemeClr val="tx1"/>
                </a:solidFill>
              </a:defRPr>
            </a:lvl1pPr>
            <a:lvl2pPr marL="0" indent="0" algn="ctr">
              <a:lnSpc>
                <a:spcPct val="100000"/>
              </a:lnSpc>
              <a:spcBef>
                <a:spcPts val="600"/>
              </a:spcBef>
              <a:buFont typeface="Arial" panose="020B0604020202020204" pitchFamily="34" charset="0"/>
              <a:buChar char="​"/>
              <a:defRPr>
                <a:solidFill>
                  <a:schemeClr val="tx1"/>
                </a:solidFill>
              </a:defRPr>
            </a:lvl2pPr>
          </a:lstStyle>
          <a:p>
            <a:pPr lvl="0"/>
            <a:r>
              <a:rPr lang="en-US"/>
              <a:t>Click to add text</a:t>
            </a:r>
          </a:p>
          <a:p>
            <a:pPr lvl="1"/>
            <a:r>
              <a:rPr lang="en-US"/>
              <a:t>Second level</a:t>
            </a:r>
          </a:p>
        </p:txBody>
      </p:sp>
      <p:sp>
        <p:nvSpPr>
          <p:cNvPr id="20" name="page number">
            <a:extLst>
              <a:ext uri="{FF2B5EF4-FFF2-40B4-BE49-F238E27FC236}">
                <a16:creationId xmlns:a16="http://schemas.microsoft.com/office/drawing/2014/main" id="{1D45AB97-9B77-2244-B7BA-E18EA4CD43EA}"/>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19" name="Oval 18">
            <a:extLst>
              <a:ext uri="{FF2B5EF4-FFF2-40B4-BE49-F238E27FC236}">
                <a16:creationId xmlns:a16="http://schemas.microsoft.com/office/drawing/2014/main" id="{45D908EF-1F96-4808-A8DB-F55AB9E8E436}"/>
              </a:ext>
              <a:ext uri="{C183D7F6-B498-43B3-948B-1728B52AA6E4}">
                <adec:decorative xmlns:adec="http://schemas.microsoft.com/office/drawing/2017/decorative" val="1"/>
              </a:ext>
            </a:extLst>
          </p:cNvPr>
          <p:cNvSpPr/>
          <p:nvPr userDrawn="1"/>
        </p:nvSpPr>
        <p:spPr bwMode="gray">
          <a:xfrm>
            <a:off x="1065749" y="2060872"/>
            <a:ext cx="1828959" cy="1828959"/>
          </a:xfrm>
          <a:prstGeom prst="ellipse">
            <a:avLst/>
          </a:prstGeom>
          <a:noFill/>
          <a:ln w="38100">
            <a:solidFill>
              <a:schemeClr val="accent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a:solidFill>
                <a:schemeClr val="tx1"/>
              </a:solidFill>
            </a:endParaRPr>
          </a:p>
        </p:txBody>
      </p:sp>
      <p:sp>
        <p:nvSpPr>
          <p:cNvPr id="24" name="Oval 23">
            <a:extLst>
              <a:ext uri="{FF2B5EF4-FFF2-40B4-BE49-F238E27FC236}">
                <a16:creationId xmlns:a16="http://schemas.microsoft.com/office/drawing/2014/main" id="{085441A7-EBA5-4ABB-8D29-CE4338F0F9B5}"/>
              </a:ext>
              <a:ext uri="{C183D7F6-B498-43B3-948B-1728B52AA6E4}">
                <adec:decorative xmlns:adec="http://schemas.microsoft.com/office/drawing/2017/decorative" val="1"/>
              </a:ext>
            </a:extLst>
          </p:cNvPr>
          <p:cNvSpPr/>
          <p:nvPr userDrawn="1"/>
        </p:nvSpPr>
        <p:spPr bwMode="gray">
          <a:xfrm>
            <a:off x="3806932" y="2060872"/>
            <a:ext cx="1828959" cy="1828959"/>
          </a:xfrm>
          <a:prstGeom prst="ellipse">
            <a:avLst/>
          </a:prstGeom>
          <a:noFill/>
          <a:ln w="381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tx1"/>
              </a:solidFill>
            </a:endParaRPr>
          </a:p>
        </p:txBody>
      </p:sp>
      <p:sp>
        <p:nvSpPr>
          <p:cNvPr id="25" name="Oval 24">
            <a:extLst>
              <a:ext uri="{FF2B5EF4-FFF2-40B4-BE49-F238E27FC236}">
                <a16:creationId xmlns:a16="http://schemas.microsoft.com/office/drawing/2014/main" id="{5670C03F-6336-45E3-A9F4-0CD130D80D1B}"/>
              </a:ext>
              <a:ext uri="{C183D7F6-B498-43B3-948B-1728B52AA6E4}">
                <adec:decorative xmlns:adec="http://schemas.microsoft.com/office/drawing/2017/decorative" val="1"/>
              </a:ext>
            </a:extLst>
          </p:cNvPr>
          <p:cNvSpPr/>
          <p:nvPr userDrawn="1"/>
        </p:nvSpPr>
        <p:spPr bwMode="gray">
          <a:xfrm>
            <a:off x="6562100" y="2060872"/>
            <a:ext cx="1828959" cy="1828959"/>
          </a:xfrm>
          <a:prstGeom prst="ellipse">
            <a:avLst/>
          </a:prstGeom>
          <a:noFill/>
          <a:ln w="38100">
            <a:solidFill>
              <a:schemeClr val="accent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a:solidFill>
                <a:schemeClr val="tx1"/>
              </a:solidFill>
            </a:endParaRPr>
          </a:p>
        </p:txBody>
      </p:sp>
      <p:sp>
        <p:nvSpPr>
          <p:cNvPr id="26" name="Oval 25">
            <a:extLst>
              <a:ext uri="{FF2B5EF4-FFF2-40B4-BE49-F238E27FC236}">
                <a16:creationId xmlns:a16="http://schemas.microsoft.com/office/drawing/2014/main" id="{3019BB56-AE7C-42CA-A8FF-432F4F176B8B}"/>
              </a:ext>
              <a:ext uri="{C183D7F6-B498-43B3-948B-1728B52AA6E4}">
                <adec:decorative xmlns:adec="http://schemas.microsoft.com/office/drawing/2017/decorative" val="1"/>
              </a:ext>
            </a:extLst>
          </p:cNvPr>
          <p:cNvSpPr/>
          <p:nvPr userDrawn="1"/>
        </p:nvSpPr>
        <p:spPr bwMode="gray">
          <a:xfrm>
            <a:off x="9302132" y="2060872"/>
            <a:ext cx="1828959" cy="1828959"/>
          </a:xfrm>
          <a:prstGeom prst="ellipse">
            <a:avLst/>
          </a:prstGeom>
          <a:noFill/>
          <a:ln w="381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tx1"/>
              </a:solidFill>
            </a:endParaRPr>
          </a:p>
        </p:txBody>
      </p:sp>
      <p:sp>
        <p:nvSpPr>
          <p:cNvPr id="27" name="page number">
            <a:extLst>
              <a:ext uri="{FF2B5EF4-FFF2-40B4-BE49-F238E27FC236}">
                <a16:creationId xmlns:a16="http://schemas.microsoft.com/office/drawing/2014/main" id="{1D45AB97-9B77-2244-B7BA-E18EA4CD43EA}"/>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Tree>
    <p:extLst>
      <p:ext uri="{BB962C8B-B14F-4D97-AF65-F5344CB8AC3E}">
        <p14:creationId xmlns:p14="http://schemas.microsoft.com/office/powerpoint/2010/main" val="30988951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p:cSld name="Five Icon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BA8A47F-2243-412F-A1A8-FA8E3475F5E1}"/>
              </a:ext>
            </a:extLst>
          </p:cNvPr>
          <p:cNvSpPr>
            <a:spLocks noGrp="1"/>
          </p:cNvSpPr>
          <p:nvPr>
            <p:ph type="title" hasCustomPrompt="1"/>
          </p:nvPr>
        </p:nvSpPr>
        <p:spPr/>
        <p:txBody>
          <a:bodyPr/>
          <a:lstStyle>
            <a:lvl1pPr>
              <a:defRPr>
                <a:solidFill>
                  <a:schemeClr val="tx1"/>
                </a:solidFill>
              </a:defRPr>
            </a:lvl1pPr>
          </a:lstStyle>
          <a:p>
            <a:r>
              <a:rPr lang="en-US" dirty="0"/>
              <a:t>Five Icon Placeholders with Text Descriptions</a:t>
            </a:r>
          </a:p>
        </p:txBody>
      </p:sp>
      <p:sp>
        <p:nvSpPr>
          <p:cNvPr id="16" name="Subtitle 2">
            <a:extLst>
              <a:ext uri="{FF2B5EF4-FFF2-40B4-BE49-F238E27FC236}">
                <a16:creationId xmlns:a16="http://schemas.microsoft.com/office/drawing/2014/main" id="{EEA64E97-C31D-49B1-B8E1-20E5F404F516}"/>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25" name="Oval 24">
            <a:extLst>
              <a:ext uri="{FF2B5EF4-FFF2-40B4-BE49-F238E27FC236}">
                <a16:creationId xmlns:a16="http://schemas.microsoft.com/office/drawing/2014/main" id="{AF79E162-3D8F-4829-A4AD-02A03597B11A}"/>
              </a:ext>
              <a:ext uri="{C183D7F6-B498-43B3-948B-1728B52AA6E4}">
                <adec:decorative xmlns:adec="http://schemas.microsoft.com/office/drawing/2017/decorative" val="1"/>
              </a:ext>
            </a:extLst>
          </p:cNvPr>
          <p:cNvSpPr/>
          <p:nvPr/>
        </p:nvSpPr>
        <p:spPr bwMode="gray">
          <a:xfrm>
            <a:off x="609800" y="2064663"/>
            <a:ext cx="1828959" cy="1828959"/>
          </a:xfrm>
          <a:prstGeom prst="ellipse">
            <a:avLst/>
          </a:prstGeom>
          <a:noFill/>
          <a:ln w="38100">
            <a:solidFill>
              <a:schemeClr val="accent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a:solidFill>
                <a:schemeClr val="tx1"/>
              </a:solidFill>
            </a:endParaRPr>
          </a:p>
        </p:txBody>
      </p:sp>
      <p:sp>
        <p:nvSpPr>
          <p:cNvPr id="15" name="Text Placeholder 3">
            <a:extLst>
              <a:ext uri="{FF2B5EF4-FFF2-40B4-BE49-F238E27FC236}">
                <a16:creationId xmlns:a16="http://schemas.microsoft.com/office/drawing/2014/main" id="{AE3C6552-FD35-F64A-AB25-15819DA5EE24}"/>
              </a:ext>
            </a:extLst>
          </p:cNvPr>
          <p:cNvSpPr>
            <a:spLocks noGrp="1"/>
          </p:cNvSpPr>
          <p:nvPr>
            <p:ph type="body" sz="quarter" idx="24" hasCustomPrompt="1"/>
          </p:nvPr>
        </p:nvSpPr>
        <p:spPr>
          <a:xfrm>
            <a:off x="820549" y="2428884"/>
            <a:ext cx="1396669" cy="1100516"/>
          </a:xfrm>
        </p:spPr>
        <p:txBody>
          <a:bodyPr anchor="ctr" anchorCtr="0"/>
          <a:lstStyle>
            <a:lvl1pPr algn="ctr">
              <a:lnSpc>
                <a:spcPct val="100000"/>
              </a:lnSpc>
              <a:spcBef>
                <a:spcPts val="600"/>
              </a:spcBef>
              <a:defRPr sz="1800">
                <a:solidFill>
                  <a:schemeClr val="tx1"/>
                </a:solidFill>
              </a:defRPr>
            </a:lvl1pPr>
            <a:lvl2pPr marL="0" indent="0" algn="ctr">
              <a:lnSpc>
                <a:spcPct val="100000"/>
              </a:lnSpc>
              <a:spcBef>
                <a:spcPts val="600"/>
              </a:spcBef>
              <a:buFont typeface="Arial" panose="020B0604020202020204" pitchFamily="34" charset="0"/>
              <a:buChar char="​"/>
              <a:defRPr/>
            </a:lvl2pPr>
          </a:lstStyle>
          <a:p>
            <a:pPr lvl="0"/>
            <a:r>
              <a:rPr lang="en-US" dirty="0"/>
              <a:t>add icon</a:t>
            </a:r>
            <a:br>
              <a:rPr lang="en-US" dirty="0"/>
            </a:br>
            <a:r>
              <a:rPr lang="en-US" dirty="0"/>
              <a:t>or text</a:t>
            </a:r>
          </a:p>
        </p:txBody>
      </p:sp>
      <p:sp>
        <p:nvSpPr>
          <p:cNvPr id="17" name="Text Placeholder 3">
            <a:extLst>
              <a:ext uri="{FF2B5EF4-FFF2-40B4-BE49-F238E27FC236}">
                <a16:creationId xmlns:a16="http://schemas.microsoft.com/office/drawing/2014/main" id="{2E201879-B985-4ADE-8AD6-6C3E14CE0AFE}"/>
              </a:ext>
            </a:extLst>
          </p:cNvPr>
          <p:cNvSpPr>
            <a:spLocks noGrp="1"/>
          </p:cNvSpPr>
          <p:nvPr>
            <p:ph type="body" sz="quarter" idx="19" hasCustomPrompt="1"/>
          </p:nvPr>
        </p:nvSpPr>
        <p:spPr>
          <a:xfrm>
            <a:off x="610850" y="4282873"/>
            <a:ext cx="1828800" cy="1458912"/>
          </a:xfrm>
        </p:spPr>
        <p:txBody>
          <a:bodyPr/>
          <a:lstStyle>
            <a:lvl1pPr algn="ctr">
              <a:lnSpc>
                <a:spcPct val="100000"/>
              </a:lnSpc>
              <a:spcBef>
                <a:spcPts val="600"/>
              </a:spcBef>
              <a:defRPr sz="2000">
                <a:solidFill>
                  <a:schemeClr val="tx1"/>
                </a:solidFill>
              </a:defRPr>
            </a:lvl1pPr>
            <a:lvl2pPr marL="0" indent="0" algn="ctr">
              <a:lnSpc>
                <a:spcPct val="100000"/>
              </a:lnSpc>
              <a:spcBef>
                <a:spcPts val="600"/>
              </a:spcBef>
              <a:buFont typeface="Arial" panose="020B0604020202020204" pitchFamily="34" charset="0"/>
              <a:buChar char="​"/>
              <a:defRPr sz="1600">
                <a:solidFill>
                  <a:schemeClr val="tx1"/>
                </a:solidFill>
              </a:defRPr>
            </a:lvl2pPr>
          </a:lstStyle>
          <a:p>
            <a:pPr lvl="0"/>
            <a:r>
              <a:rPr lang="en-US"/>
              <a:t>Click to add text</a:t>
            </a:r>
          </a:p>
          <a:p>
            <a:pPr lvl="1"/>
            <a:r>
              <a:rPr lang="en-US"/>
              <a:t>Second level</a:t>
            </a:r>
          </a:p>
        </p:txBody>
      </p:sp>
      <p:sp>
        <p:nvSpPr>
          <p:cNvPr id="22" name="Oval 21">
            <a:extLst>
              <a:ext uri="{FF2B5EF4-FFF2-40B4-BE49-F238E27FC236}">
                <a16:creationId xmlns:a16="http://schemas.microsoft.com/office/drawing/2014/main" id="{A1FDF9D3-5B68-4A75-97BF-2C5113CFAA66}"/>
              </a:ext>
              <a:ext uri="{C183D7F6-B498-43B3-948B-1728B52AA6E4}">
                <adec:decorative xmlns:adec="http://schemas.microsoft.com/office/drawing/2017/decorative" val="1"/>
              </a:ext>
            </a:extLst>
          </p:cNvPr>
          <p:cNvSpPr/>
          <p:nvPr/>
        </p:nvSpPr>
        <p:spPr bwMode="gray">
          <a:xfrm>
            <a:off x="2892452" y="2064663"/>
            <a:ext cx="1828959" cy="1828959"/>
          </a:xfrm>
          <a:prstGeom prst="ellipse">
            <a:avLst/>
          </a:prstGeom>
          <a:noFill/>
          <a:ln w="381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tx1"/>
              </a:solidFill>
            </a:endParaRPr>
          </a:p>
        </p:txBody>
      </p:sp>
      <p:sp>
        <p:nvSpPr>
          <p:cNvPr id="18" name="Text Placeholder 3">
            <a:extLst>
              <a:ext uri="{FF2B5EF4-FFF2-40B4-BE49-F238E27FC236}">
                <a16:creationId xmlns:a16="http://schemas.microsoft.com/office/drawing/2014/main" id="{F6390E06-1436-004E-875E-AAE40E05D76F}"/>
              </a:ext>
            </a:extLst>
          </p:cNvPr>
          <p:cNvSpPr>
            <a:spLocks noGrp="1"/>
          </p:cNvSpPr>
          <p:nvPr>
            <p:ph type="body" sz="quarter" idx="25" hasCustomPrompt="1"/>
          </p:nvPr>
        </p:nvSpPr>
        <p:spPr>
          <a:xfrm>
            <a:off x="3110473" y="2428884"/>
            <a:ext cx="1396669" cy="1100516"/>
          </a:xfrm>
        </p:spPr>
        <p:txBody>
          <a:bodyPr anchor="ctr" anchorCtr="0"/>
          <a:lstStyle>
            <a:lvl1pPr algn="ctr">
              <a:lnSpc>
                <a:spcPct val="100000"/>
              </a:lnSpc>
              <a:spcBef>
                <a:spcPts val="600"/>
              </a:spcBef>
              <a:defRPr sz="1800">
                <a:solidFill>
                  <a:schemeClr val="tx1"/>
                </a:solidFill>
              </a:defRPr>
            </a:lvl1pPr>
            <a:lvl2pPr marL="0" indent="0" algn="ctr">
              <a:lnSpc>
                <a:spcPct val="100000"/>
              </a:lnSpc>
              <a:spcBef>
                <a:spcPts val="600"/>
              </a:spcBef>
              <a:buFont typeface="Arial" panose="020B0604020202020204" pitchFamily="34" charset="0"/>
              <a:buChar char="​"/>
              <a:defRPr/>
            </a:lvl2pPr>
          </a:lstStyle>
          <a:p>
            <a:pPr lvl="0"/>
            <a:r>
              <a:rPr lang="en-US" dirty="0"/>
              <a:t>add icon</a:t>
            </a:r>
            <a:br>
              <a:rPr lang="en-US" dirty="0"/>
            </a:br>
            <a:r>
              <a:rPr lang="en-US" dirty="0"/>
              <a:t>or text</a:t>
            </a:r>
          </a:p>
        </p:txBody>
      </p:sp>
      <p:sp>
        <p:nvSpPr>
          <p:cNvPr id="28" name="Text Placeholder 3">
            <a:extLst>
              <a:ext uri="{FF2B5EF4-FFF2-40B4-BE49-F238E27FC236}">
                <a16:creationId xmlns:a16="http://schemas.microsoft.com/office/drawing/2014/main" id="{9495BAAB-E860-4075-9DA3-ABA7C32D235E}"/>
              </a:ext>
            </a:extLst>
          </p:cNvPr>
          <p:cNvSpPr>
            <a:spLocks noGrp="1"/>
          </p:cNvSpPr>
          <p:nvPr>
            <p:ph type="body" sz="quarter" idx="20" hasCustomPrompt="1"/>
          </p:nvPr>
        </p:nvSpPr>
        <p:spPr>
          <a:xfrm>
            <a:off x="2894013" y="4282873"/>
            <a:ext cx="1828800" cy="1458912"/>
          </a:xfrm>
        </p:spPr>
        <p:txBody>
          <a:bodyPr/>
          <a:lstStyle>
            <a:lvl1pPr algn="ctr">
              <a:lnSpc>
                <a:spcPct val="100000"/>
              </a:lnSpc>
              <a:spcBef>
                <a:spcPts val="600"/>
              </a:spcBef>
              <a:defRPr sz="2000">
                <a:solidFill>
                  <a:schemeClr val="tx1"/>
                </a:solidFill>
              </a:defRPr>
            </a:lvl1pPr>
            <a:lvl2pPr marL="0" indent="0" algn="ctr">
              <a:lnSpc>
                <a:spcPct val="100000"/>
              </a:lnSpc>
              <a:spcBef>
                <a:spcPts val="600"/>
              </a:spcBef>
              <a:buFont typeface="Arial" panose="020B0604020202020204" pitchFamily="34" charset="0"/>
              <a:buChar char="​"/>
              <a:defRPr sz="1600">
                <a:solidFill>
                  <a:schemeClr val="tx1"/>
                </a:solidFill>
              </a:defRPr>
            </a:lvl2pPr>
          </a:lstStyle>
          <a:p>
            <a:pPr lvl="0"/>
            <a:r>
              <a:rPr lang="en-US"/>
              <a:t>Click to add text</a:t>
            </a:r>
          </a:p>
          <a:p>
            <a:pPr lvl="1"/>
            <a:r>
              <a:rPr lang="en-US"/>
              <a:t>Second level</a:t>
            </a:r>
          </a:p>
        </p:txBody>
      </p:sp>
      <p:sp>
        <p:nvSpPr>
          <p:cNvPr id="24" name="Oval 23">
            <a:extLst>
              <a:ext uri="{FF2B5EF4-FFF2-40B4-BE49-F238E27FC236}">
                <a16:creationId xmlns:a16="http://schemas.microsoft.com/office/drawing/2014/main" id="{C551C90A-573F-4E4A-9359-5C7B0F546BF9}"/>
              </a:ext>
              <a:ext uri="{C183D7F6-B498-43B3-948B-1728B52AA6E4}">
                <adec:decorative xmlns:adec="http://schemas.microsoft.com/office/drawing/2017/decorative" val="1"/>
              </a:ext>
            </a:extLst>
          </p:cNvPr>
          <p:cNvSpPr/>
          <p:nvPr/>
        </p:nvSpPr>
        <p:spPr bwMode="gray">
          <a:xfrm>
            <a:off x="5201380" y="2064663"/>
            <a:ext cx="1828959" cy="1828959"/>
          </a:xfrm>
          <a:prstGeom prst="ellipse">
            <a:avLst/>
          </a:prstGeom>
          <a:noFill/>
          <a:ln w="38100">
            <a:solidFill>
              <a:schemeClr val="accent3"/>
            </a:solidFill>
          </a:ln>
          <a:effectLst/>
        </p:spPr>
        <p:txBody>
          <a:bodyPr vert="horz" wrap="square" lIns="0" tIns="0" rIns="0" bIns="0" numCol="1" anchor="ctr" anchorCtr="0" compatLnSpc="1">
            <a:prstTxWarp prst="textNoShape">
              <a:avLst/>
            </a:prstTxWarp>
          </a:bodyPr>
          <a:lstStyle/>
          <a:p>
            <a:pPr lvl="0" algn="ctr"/>
            <a:endParaRPr lang="en-US">
              <a:solidFill>
                <a:schemeClr val="tx1"/>
              </a:solidFill>
            </a:endParaRPr>
          </a:p>
        </p:txBody>
      </p:sp>
      <p:sp>
        <p:nvSpPr>
          <p:cNvPr id="19" name="Text Placeholder 3">
            <a:extLst>
              <a:ext uri="{FF2B5EF4-FFF2-40B4-BE49-F238E27FC236}">
                <a16:creationId xmlns:a16="http://schemas.microsoft.com/office/drawing/2014/main" id="{C54AA791-D396-204E-9DF4-50E16614DD73}"/>
              </a:ext>
            </a:extLst>
          </p:cNvPr>
          <p:cNvSpPr>
            <a:spLocks noGrp="1"/>
          </p:cNvSpPr>
          <p:nvPr>
            <p:ph type="body" sz="quarter" idx="26" hasCustomPrompt="1"/>
          </p:nvPr>
        </p:nvSpPr>
        <p:spPr>
          <a:xfrm>
            <a:off x="5412658" y="2428884"/>
            <a:ext cx="1396669" cy="1100516"/>
          </a:xfrm>
        </p:spPr>
        <p:txBody>
          <a:bodyPr anchor="ctr" anchorCtr="0"/>
          <a:lstStyle>
            <a:lvl1pPr algn="ctr">
              <a:lnSpc>
                <a:spcPct val="100000"/>
              </a:lnSpc>
              <a:spcBef>
                <a:spcPts val="600"/>
              </a:spcBef>
              <a:defRPr sz="1800">
                <a:solidFill>
                  <a:schemeClr val="tx1"/>
                </a:solidFill>
              </a:defRPr>
            </a:lvl1pPr>
            <a:lvl2pPr marL="0" indent="0" algn="ctr">
              <a:lnSpc>
                <a:spcPct val="100000"/>
              </a:lnSpc>
              <a:spcBef>
                <a:spcPts val="600"/>
              </a:spcBef>
              <a:buFont typeface="Arial" panose="020B0604020202020204" pitchFamily="34" charset="0"/>
              <a:buChar char="​"/>
              <a:defRPr/>
            </a:lvl2pPr>
          </a:lstStyle>
          <a:p>
            <a:pPr lvl="0"/>
            <a:r>
              <a:rPr lang="en-US" dirty="0"/>
              <a:t>add icon</a:t>
            </a:r>
            <a:br>
              <a:rPr lang="en-US" dirty="0"/>
            </a:br>
            <a:r>
              <a:rPr lang="en-US" dirty="0"/>
              <a:t>or text</a:t>
            </a:r>
          </a:p>
        </p:txBody>
      </p:sp>
      <p:sp>
        <p:nvSpPr>
          <p:cNvPr id="29" name="Text Placeholder 3">
            <a:extLst>
              <a:ext uri="{FF2B5EF4-FFF2-40B4-BE49-F238E27FC236}">
                <a16:creationId xmlns:a16="http://schemas.microsoft.com/office/drawing/2014/main" id="{62D3946B-F2F1-42AF-8E89-00761A7745D4}"/>
              </a:ext>
            </a:extLst>
          </p:cNvPr>
          <p:cNvSpPr>
            <a:spLocks noGrp="1"/>
          </p:cNvSpPr>
          <p:nvPr>
            <p:ph type="body" sz="quarter" idx="21" hasCustomPrompt="1"/>
          </p:nvPr>
        </p:nvSpPr>
        <p:spPr>
          <a:xfrm>
            <a:off x="5185093" y="4282873"/>
            <a:ext cx="1828800" cy="1458912"/>
          </a:xfrm>
        </p:spPr>
        <p:txBody>
          <a:bodyPr/>
          <a:lstStyle>
            <a:lvl1pPr algn="ctr">
              <a:lnSpc>
                <a:spcPct val="100000"/>
              </a:lnSpc>
              <a:spcBef>
                <a:spcPts val="600"/>
              </a:spcBef>
              <a:defRPr sz="2000">
                <a:solidFill>
                  <a:schemeClr val="tx1"/>
                </a:solidFill>
              </a:defRPr>
            </a:lvl1pPr>
            <a:lvl2pPr marL="0" indent="0" algn="ctr">
              <a:lnSpc>
                <a:spcPct val="100000"/>
              </a:lnSpc>
              <a:spcBef>
                <a:spcPts val="600"/>
              </a:spcBef>
              <a:buFont typeface="Arial" panose="020B0604020202020204" pitchFamily="34" charset="0"/>
              <a:buChar char="​"/>
              <a:defRPr sz="1600">
                <a:solidFill>
                  <a:schemeClr val="tx1"/>
                </a:solidFill>
              </a:defRPr>
            </a:lvl2pPr>
          </a:lstStyle>
          <a:p>
            <a:pPr lvl="0"/>
            <a:r>
              <a:rPr lang="en-US" dirty="0"/>
              <a:t>Click to add text</a:t>
            </a:r>
          </a:p>
          <a:p>
            <a:pPr lvl="1"/>
            <a:r>
              <a:rPr lang="en-US" dirty="0"/>
              <a:t>Second level</a:t>
            </a:r>
          </a:p>
        </p:txBody>
      </p:sp>
      <p:sp>
        <p:nvSpPr>
          <p:cNvPr id="93" name="Oval 92">
            <a:extLst>
              <a:ext uri="{FF2B5EF4-FFF2-40B4-BE49-F238E27FC236}">
                <a16:creationId xmlns:a16="http://schemas.microsoft.com/office/drawing/2014/main" id="{026B9B36-08E7-4664-970C-13123F24C793}"/>
              </a:ext>
              <a:ext uri="{C183D7F6-B498-43B3-948B-1728B52AA6E4}">
                <adec:decorative xmlns:adec="http://schemas.microsoft.com/office/drawing/2017/decorative" val="1"/>
              </a:ext>
            </a:extLst>
          </p:cNvPr>
          <p:cNvSpPr/>
          <p:nvPr/>
        </p:nvSpPr>
        <p:spPr bwMode="gray">
          <a:xfrm>
            <a:off x="7464921" y="2064663"/>
            <a:ext cx="1828959" cy="1828959"/>
          </a:xfrm>
          <a:prstGeom prst="ellipse">
            <a:avLst/>
          </a:prstGeom>
          <a:noFill/>
          <a:ln w="381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a:solidFill>
                <a:schemeClr val="tx1"/>
              </a:solidFill>
            </a:endParaRPr>
          </a:p>
        </p:txBody>
      </p:sp>
      <p:sp>
        <p:nvSpPr>
          <p:cNvPr id="20" name="Text Placeholder 3">
            <a:extLst>
              <a:ext uri="{FF2B5EF4-FFF2-40B4-BE49-F238E27FC236}">
                <a16:creationId xmlns:a16="http://schemas.microsoft.com/office/drawing/2014/main" id="{D673B6CF-B10C-8742-A91F-672EAD5163E0}"/>
              </a:ext>
            </a:extLst>
          </p:cNvPr>
          <p:cNvSpPr>
            <a:spLocks noGrp="1"/>
          </p:cNvSpPr>
          <p:nvPr>
            <p:ph type="body" sz="quarter" idx="27" hasCustomPrompt="1"/>
          </p:nvPr>
        </p:nvSpPr>
        <p:spPr>
          <a:xfrm>
            <a:off x="7677080" y="2428884"/>
            <a:ext cx="1396669" cy="1100516"/>
          </a:xfrm>
        </p:spPr>
        <p:txBody>
          <a:bodyPr anchor="ctr" anchorCtr="0"/>
          <a:lstStyle>
            <a:lvl1pPr algn="ctr">
              <a:lnSpc>
                <a:spcPct val="100000"/>
              </a:lnSpc>
              <a:spcBef>
                <a:spcPts val="600"/>
              </a:spcBef>
              <a:defRPr sz="1800">
                <a:solidFill>
                  <a:schemeClr val="tx1"/>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30" name="Text Placeholder 3">
            <a:extLst>
              <a:ext uri="{FF2B5EF4-FFF2-40B4-BE49-F238E27FC236}">
                <a16:creationId xmlns:a16="http://schemas.microsoft.com/office/drawing/2014/main" id="{22F84664-2E68-46AE-AE2C-E8D2B6C9A1DD}"/>
              </a:ext>
            </a:extLst>
          </p:cNvPr>
          <p:cNvSpPr>
            <a:spLocks noGrp="1"/>
          </p:cNvSpPr>
          <p:nvPr>
            <p:ph type="body" sz="quarter" idx="22" hasCustomPrompt="1"/>
          </p:nvPr>
        </p:nvSpPr>
        <p:spPr>
          <a:xfrm>
            <a:off x="7470001" y="4282873"/>
            <a:ext cx="1894336" cy="1458912"/>
          </a:xfrm>
        </p:spPr>
        <p:txBody>
          <a:bodyPr/>
          <a:lstStyle>
            <a:lvl1pPr algn="ctr">
              <a:lnSpc>
                <a:spcPct val="100000"/>
              </a:lnSpc>
              <a:spcBef>
                <a:spcPts val="600"/>
              </a:spcBef>
              <a:defRPr sz="2000">
                <a:solidFill>
                  <a:schemeClr val="tx1"/>
                </a:solidFill>
              </a:defRPr>
            </a:lvl1pPr>
            <a:lvl2pPr marL="0" indent="0" algn="ctr">
              <a:lnSpc>
                <a:spcPct val="100000"/>
              </a:lnSpc>
              <a:spcBef>
                <a:spcPts val="600"/>
              </a:spcBef>
              <a:buFont typeface="Arial" panose="020B0604020202020204" pitchFamily="34" charset="0"/>
              <a:buChar char="​"/>
              <a:defRPr sz="1600">
                <a:solidFill>
                  <a:schemeClr val="tx1"/>
                </a:solidFill>
              </a:defRPr>
            </a:lvl2pPr>
          </a:lstStyle>
          <a:p>
            <a:pPr lvl="0"/>
            <a:r>
              <a:rPr lang="en-US"/>
              <a:t>Click to add text</a:t>
            </a:r>
          </a:p>
          <a:p>
            <a:pPr lvl="1"/>
            <a:r>
              <a:rPr lang="en-US"/>
              <a:t>Second level</a:t>
            </a:r>
          </a:p>
        </p:txBody>
      </p:sp>
      <p:sp>
        <p:nvSpPr>
          <p:cNvPr id="23" name="Oval 22">
            <a:extLst>
              <a:ext uri="{FF2B5EF4-FFF2-40B4-BE49-F238E27FC236}">
                <a16:creationId xmlns:a16="http://schemas.microsoft.com/office/drawing/2014/main" id="{7EAB1992-E472-4489-8A4E-A8FE45DE10CF}"/>
              </a:ext>
              <a:ext uri="{C183D7F6-B498-43B3-948B-1728B52AA6E4}">
                <adec:decorative xmlns:adec="http://schemas.microsoft.com/office/drawing/2017/decorative" val="1"/>
              </a:ext>
            </a:extLst>
          </p:cNvPr>
          <p:cNvSpPr/>
          <p:nvPr/>
        </p:nvSpPr>
        <p:spPr bwMode="gray">
          <a:xfrm>
            <a:off x="9744473" y="2064663"/>
            <a:ext cx="1828959" cy="1828959"/>
          </a:xfrm>
          <a:prstGeom prst="ellipse">
            <a:avLst/>
          </a:prstGeom>
          <a:noFill/>
          <a:ln w="381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tx1"/>
              </a:solidFill>
            </a:endParaRPr>
          </a:p>
        </p:txBody>
      </p:sp>
      <p:sp>
        <p:nvSpPr>
          <p:cNvPr id="21" name="Text Placeholder 3">
            <a:extLst>
              <a:ext uri="{FF2B5EF4-FFF2-40B4-BE49-F238E27FC236}">
                <a16:creationId xmlns:a16="http://schemas.microsoft.com/office/drawing/2014/main" id="{FF3DA55F-C9CF-8945-A9DE-F606579BFE23}"/>
              </a:ext>
            </a:extLst>
          </p:cNvPr>
          <p:cNvSpPr>
            <a:spLocks noGrp="1"/>
          </p:cNvSpPr>
          <p:nvPr>
            <p:ph type="body" sz="quarter" idx="28" hasCustomPrompt="1"/>
          </p:nvPr>
        </p:nvSpPr>
        <p:spPr>
          <a:xfrm>
            <a:off x="9980612" y="2428884"/>
            <a:ext cx="1396669" cy="1100516"/>
          </a:xfrm>
        </p:spPr>
        <p:txBody>
          <a:bodyPr anchor="ctr" anchorCtr="0"/>
          <a:lstStyle>
            <a:lvl1pPr algn="ctr">
              <a:lnSpc>
                <a:spcPct val="100000"/>
              </a:lnSpc>
              <a:spcBef>
                <a:spcPts val="600"/>
              </a:spcBef>
              <a:defRPr sz="1800">
                <a:solidFill>
                  <a:schemeClr val="tx1"/>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32" name="Text Placeholder 3">
            <a:extLst>
              <a:ext uri="{FF2B5EF4-FFF2-40B4-BE49-F238E27FC236}">
                <a16:creationId xmlns:a16="http://schemas.microsoft.com/office/drawing/2014/main" id="{CDC9B65E-8BAA-4676-9F32-44EC3772D342}"/>
              </a:ext>
            </a:extLst>
          </p:cNvPr>
          <p:cNvSpPr>
            <a:spLocks noGrp="1"/>
          </p:cNvSpPr>
          <p:nvPr>
            <p:ph type="body" sz="quarter" idx="23" hasCustomPrompt="1"/>
          </p:nvPr>
        </p:nvSpPr>
        <p:spPr>
          <a:xfrm>
            <a:off x="9752013" y="4282873"/>
            <a:ext cx="1828800" cy="1458912"/>
          </a:xfrm>
        </p:spPr>
        <p:txBody>
          <a:bodyPr/>
          <a:lstStyle>
            <a:lvl1pPr algn="ctr">
              <a:lnSpc>
                <a:spcPct val="100000"/>
              </a:lnSpc>
              <a:spcBef>
                <a:spcPts val="600"/>
              </a:spcBef>
              <a:defRPr sz="2000">
                <a:solidFill>
                  <a:schemeClr val="tx1"/>
                </a:solidFill>
              </a:defRPr>
            </a:lvl1pPr>
            <a:lvl2pPr marL="0" indent="0" algn="ctr">
              <a:lnSpc>
                <a:spcPct val="100000"/>
              </a:lnSpc>
              <a:spcBef>
                <a:spcPts val="600"/>
              </a:spcBef>
              <a:buFont typeface="Arial" panose="020B0604020202020204" pitchFamily="34" charset="0"/>
              <a:buChar char="​"/>
              <a:defRPr sz="1600">
                <a:solidFill>
                  <a:schemeClr val="tx1"/>
                </a:solidFill>
              </a:defRPr>
            </a:lvl2pPr>
          </a:lstStyle>
          <a:p>
            <a:pPr lvl="0"/>
            <a:r>
              <a:rPr lang="en-US"/>
              <a:t>Click to add text</a:t>
            </a:r>
          </a:p>
          <a:p>
            <a:pPr lvl="1"/>
            <a:r>
              <a:rPr lang="en-US"/>
              <a:t>Second level</a:t>
            </a:r>
          </a:p>
        </p:txBody>
      </p:sp>
      <p:sp>
        <p:nvSpPr>
          <p:cNvPr id="27" name="page number">
            <a:extLst>
              <a:ext uri="{FF2B5EF4-FFF2-40B4-BE49-F238E27FC236}">
                <a16:creationId xmlns:a16="http://schemas.microsoft.com/office/drawing/2014/main" id="{6D94DD40-25D8-6A48-98B5-B2B0FB64FDAB}"/>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26" name="Oval 25">
            <a:extLst>
              <a:ext uri="{FF2B5EF4-FFF2-40B4-BE49-F238E27FC236}">
                <a16:creationId xmlns:a16="http://schemas.microsoft.com/office/drawing/2014/main" id="{AF79E162-3D8F-4829-A4AD-02A03597B11A}"/>
              </a:ext>
              <a:ext uri="{C183D7F6-B498-43B3-948B-1728B52AA6E4}">
                <adec:decorative xmlns:adec="http://schemas.microsoft.com/office/drawing/2017/decorative" val="1"/>
              </a:ext>
            </a:extLst>
          </p:cNvPr>
          <p:cNvSpPr/>
          <p:nvPr userDrawn="1"/>
        </p:nvSpPr>
        <p:spPr bwMode="gray">
          <a:xfrm>
            <a:off x="609800" y="2064663"/>
            <a:ext cx="1828959" cy="1828959"/>
          </a:xfrm>
          <a:prstGeom prst="ellipse">
            <a:avLst/>
          </a:prstGeom>
          <a:noFill/>
          <a:ln w="38100">
            <a:solidFill>
              <a:schemeClr val="accent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a:solidFill>
                <a:schemeClr val="tx1"/>
              </a:solidFill>
            </a:endParaRPr>
          </a:p>
        </p:txBody>
      </p:sp>
      <p:sp>
        <p:nvSpPr>
          <p:cNvPr id="31" name="Oval 30">
            <a:extLst>
              <a:ext uri="{FF2B5EF4-FFF2-40B4-BE49-F238E27FC236}">
                <a16:creationId xmlns:a16="http://schemas.microsoft.com/office/drawing/2014/main" id="{A1FDF9D3-5B68-4A75-97BF-2C5113CFAA66}"/>
              </a:ext>
              <a:ext uri="{C183D7F6-B498-43B3-948B-1728B52AA6E4}">
                <adec:decorative xmlns:adec="http://schemas.microsoft.com/office/drawing/2017/decorative" val="1"/>
              </a:ext>
            </a:extLst>
          </p:cNvPr>
          <p:cNvSpPr/>
          <p:nvPr userDrawn="1"/>
        </p:nvSpPr>
        <p:spPr bwMode="gray">
          <a:xfrm>
            <a:off x="2892452" y="2064663"/>
            <a:ext cx="1828959" cy="1828959"/>
          </a:xfrm>
          <a:prstGeom prst="ellipse">
            <a:avLst/>
          </a:prstGeom>
          <a:noFill/>
          <a:ln w="381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tx1"/>
              </a:solidFill>
            </a:endParaRPr>
          </a:p>
        </p:txBody>
      </p:sp>
      <p:sp>
        <p:nvSpPr>
          <p:cNvPr id="33" name="Oval 32">
            <a:extLst>
              <a:ext uri="{FF2B5EF4-FFF2-40B4-BE49-F238E27FC236}">
                <a16:creationId xmlns:a16="http://schemas.microsoft.com/office/drawing/2014/main" id="{C551C90A-573F-4E4A-9359-5C7B0F546BF9}"/>
              </a:ext>
              <a:ext uri="{C183D7F6-B498-43B3-948B-1728B52AA6E4}">
                <adec:decorative xmlns:adec="http://schemas.microsoft.com/office/drawing/2017/decorative" val="1"/>
              </a:ext>
            </a:extLst>
          </p:cNvPr>
          <p:cNvSpPr/>
          <p:nvPr userDrawn="1"/>
        </p:nvSpPr>
        <p:spPr bwMode="gray">
          <a:xfrm>
            <a:off x="5201380" y="2064663"/>
            <a:ext cx="1828959" cy="1828959"/>
          </a:xfrm>
          <a:prstGeom prst="ellipse">
            <a:avLst/>
          </a:prstGeom>
          <a:noFill/>
          <a:ln w="38100">
            <a:solidFill>
              <a:schemeClr val="accent3"/>
            </a:solidFill>
          </a:ln>
          <a:effectLst/>
        </p:spPr>
        <p:txBody>
          <a:bodyPr vert="horz" wrap="square" lIns="0" tIns="0" rIns="0" bIns="0" numCol="1" anchor="ctr" anchorCtr="0" compatLnSpc="1">
            <a:prstTxWarp prst="textNoShape">
              <a:avLst/>
            </a:prstTxWarp>
          </a:bodyPr>
          <a:lstStyle/>
          <a:p>
            <a:pPr lvl="0" algn="ctr"/>
            <a:endParaRPr lang="en-US">
              <a:solidFill>
                <a:schemeClr val="tx1"/>
              </a:solidFill>
            </a:endParaRPr>
          </a:p>
        </p:txBody>
      </p:sp>
      <p:sp>
        <p:nvSpPr>
          <p:cNvPr id="34" name="Oval 33">
            <a:extLst>
              <a:ext uri="{FF2B5EF4-FFF2-40B4-BE49-F238E27FC236}">
                <a16:creationId xmlns:a16="http://schemas.microsoft.com/office/drawing/2014/main" id="{026B9B36-08E7-4664-970C-13123F24C793}"/>
              </a:ext>
              <a:ext uri="{C183D7F6-B498-43B3-948B-1728B52AA6E4}">
                <adec:decorative xmlns:adec="http://schemas.microsoft.com/office/drawing/2017/decorative" val="1"/>
              </a:ext>
            </a:extLst>
          </p:cNvPr>
          <p:cNvSpPr/>
          <p:nvPr userDrawn="1"/>
        </p:nvSpPr>
        <p:spPr bwMode="gray">
          <a:xfrm>
            <a:off x="7464921" y="2064663"/>
            <a:ext cx="1828959" cy="1828959"/>
          </a:xfrm>
          <a:prstGeom prst="ellipse">
            <a:avLst/>
          </a:prstGeom>
          <a:noFill/>
          <a:ln w="381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a:solidFill>
                <a:schemeClr val="tx1"/>
              </a:solidFill>
            </a:endParaRPr>
          </a:p>
        </p:txBody>
      </p:sp>
      <p:sp>
        <p:nvSpPr>
          <p:cNvPr id="35" name="Oval 34">
            <a:extLst>
              <a:ext uri="{FF2B5EF4-FFF2-40B4-BE49-F238E27FC236}">
                <a16:creationId xmlns:a16="http://schemas.microsoft.com/office/drawing/2014/main" id="{7EAB1992-E472-4489-8A4E-A8FE45DE10CF}"/>
              </a:ext>
              <a:ext uri="{C183D7F6-B498-43B3-948B-1728B52AA6E4}">
                <adec:decorative xmlns:adec="http://schemas.microsoft.com/office/drawing/2017/decorative" val="1"/>
              </a:ext>
            </a:extLst>
          </p:cNvPr>
          <p:cNvSpPr/>
          <p:nvPr userDrawn="1"/>
        </p:nvSpPr>
        <p:spPr bwMode="gray">
          <a:xfrm>
            <a:off x="9744473" y="2064663"/>
            <a:ext cx="1828959" cy="1828959"/>
          </a:xfrm>
          <a:prstGeom prst="ellipse">
            <a:avLst/>
          </a:prstGeom>
          <a:noFill/>
          <a:ln w="381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tx1"/>
              </a:solidFill>
            </a:endParaRPr>
          </a:p>
        </p:txBody>
      </p:sp>
      <p:sp>
        <p:nvSpPr>
          <p:cNvPr id="36" name="page number">
            <a:extLst>
              <a:ext uri="{FF2B5EF4-FFF2-40B4-BE49-F238E27FC236}">
                <a16:creationId xmlns:a16="http://schemas.microsoft.com/office/drawing/2014/main" id="{6D94DD40-25D8-6A48-98B5-B2B0FB64FDAB}"/>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Tree>
    <p:extLst>
      <p:ext uri="{BB962C8B-B14F-4D97-AF65-F5344CB8AC3E}">
        <p14:creationId xmlns:p14="http://schemas.microsoft.com/office/powerpoint/2010/main" val="1300090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p:cSld name="Five Numbered ">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52EE46A-2B6A-D0CE-D67A-E39C4516F8BB}"/>
              </a:ext>
            </a:extLst>
          </p:cNvPr>
          <p:cNvSpPr/>
          <p:nvPr/>
        </p:nvSpPr>
        <p:spPr>
          <a:xfrm>
            <a:off x="2894013" y="2529075"/>
            <a:ext cx="1828800" cy="2871263"/>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5" name="Rectangle 4">
            <a:extLst>
              <a:ext uri="{FF2B5EF4-FFF2-40B4-BE49-F238E27FC236}">
                <a16:creationId xmlns:a16="http://schemas.microsoft.com/office/drawing/2014/main" id="{1DC9EA80-9EA8-343E-F517-1CAD885879D6}"/>
              </a:ext>
            </a:extLst>
          </p:cNvPr>
          <p:cNvSpPr/>
          <p:nvPr/>
        </p:nvSpPr>
        <p:spPr>
          <a:xfrm>
            <a:off x="5185093" y="2529075"/>
            <a:ext cx="1828800" cy="2871263"/>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6" name="Rectangle 5">
            <a:extLst>
              <a:ext uri="{FF2B5EF4-FFF2-40B4-BE49-F238E27FC236}">
                <a16:creationId xmlns:a16="http://schemas.microsoft.com/office/drawing/2014/main" id="{A8D23D95-E4CC-0B03-48A9-0EC81B2368E5}"/>
              </a:ext>
            </a:extLst>
          </p:cNvPr>
          <p:cNvSpPr/>
          <p:nvPr/>
        </p:nvSpPr>
        <p:spPr>
          <a:xfrm>
            <a:off x="7470001" y="2529075"/>
            <a:ext cx="1828800" cy="2871263"/>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7" name="Rectangle 6">
            <a:extLst>
              <a:ext uri="{FF2B5EF4-FFF2-40B4-BE49-F238E27FC236}">
                <a16:creationId xmlns:a16="http://schemas.microsoft.com/office/drawing/2014/main" id="{3737E5D6-04BF-01BC-A221-0F1D603C51D8}"/>
              </a:ext>
            </a:extLst>
          </p:cNvPr>
          <p:cNvSpPr/>
          <p:nvPr/>
        </p:nvSpPr>
        <p:spPr>
          <a:xfrm>
            <a:off x="9752013" y="2529075"/>
            <a:ext cx="1828800" cy="2871263"/>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2" name="Rectangle 1">
            <a:extLst>
              <a:ext uri="{FF2B5EF4-FFF2-40B4-BE49-F238E27FC236}">
                <a16:creationId xmlns:a16="http://schemas.microsoft.com/office/drawing/2014/main" id="{65142366-F01F-D56A-11BB-7D669E9AD2B4}"/>
              </a:ext>
            </a:extLst>
          </p:cNvPr>
          <p:cNvSpPr/>
          <p:nvPr/>
        </p:nvSpPr>
        <p:spPr>
          <a:xfrm>
            <a:off x="610851" y="2529075"/>
            <a:ext cx="1828800" cy="2871263"/>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3" name="Title 2">
            <a:extLst>
              <a:ext uri="{FF2B5EF4-FFF2-40B4-BE49-F238E27FC236}">
                <a16:creationId xmlns:a16="http://schemas.microsoft.com/office/drawing/2014/main" id="{CBA8A47F-2243-412F-A1A8-FA8E3475F5E1}"/>
              </a:ext>
            </a:extLst>
          </p:cNvPr>
          <p:cNvSpPr>
            <a:spLocks noGrp="1"/>
          </p:cNvSpPr>
          <p:nvPr>
            <p:ph type="title" hasCustomPrompt="1"/>
          </p:nvPr>
        </p:nvSpPr>
        <p:spPr/>
        <p:txBody>
          <a:bodyPr/>
          <a:lstStyle>
            <a:lvl1pPr>
              <a:defRPr>
                <a:solidFill>
                  <a:schemeClr val="tx1"/>
                </a:solidFill>
              </a:defRPr>
            </a:lvl1pPr>
          </a:lstStyle>
          <a:p>
            <a:r>
              <a:rPr lang="en-US" dirty="0"/>
              <a:t>Five Column Text with Number Icons Click to Add Title</a:t>
            </a:r>
          </a:p>
        </p:txBody>
      </p:sp>
      <p:sp>
        <p:nvSpPr>
          <p:cNvPr id="16" name="Subtitle 2">
            <a:extLst>
              <a:ext uri="{FF2B5EF4-FFF2-40B4-BE49-F238E27FC236}">
                <a16:creationId xmlns:a16="http://schemas.microsoft.com/office/drawing/2014/main" id="{EEA64E97-C31D-49B1-B8E1-20E5F404F516}"/>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cxnSp>
        <p:nvCxnSpPr>
          <p:cNvPr id="18" name="Straight Connector 17">
            <a:extLst>
              <a:ext uri="{FF2B5EF4-FFF2-40B4-BE49-F238E27FC236}">
                <a16:creationId xmlns:a16="http://schemas.microsoft.com/office/drawing/2014/main" id="{903341DC-DE80-5E4C-A4C9-C984D7074760}"/>
              </a:ext>
            </a:extLst>
          </p:cNvPr>
          <p:cNvCxnSpPr/>
          <p:nvPr/>
        </p:nvCxnSpPr>
        <p:spPr bwMode="gray">
          <a:xfrm>
            <a:off x="610850" y="2512464"/>
            <a:ext cx="1828800" cy="0"/>
          </a:xfrm>
          <a:prstGeom prst="line">
            <a:avLst/>
          </a:prstGeom>
          <a:ln w="25400">
            <a:solidFill>
              <a:schemeClr val="accent6"/>
            </a:solidFill>
            <a:miter lim="800000"/>
            <a:tailEnd type="none"/>
          </a:ln>
        </p:spPr>
        <p:style>
          <a:lnRef idx="1">
            <a:schemeClr val="accent1"/>
          </a:lnRef>
          <a:fillRef idx="0">
            <a:schemeClr val="accent1"/>
          </a:fillRef>
          <a:effectRef idx="0">
            <a:schemeClr val="accent1"/>
          </a:effectRef>
          <a:fontRef idx="minor">
            <a:schemeClr val="tx1"/>
          </a:fontRef>
        </p:style>
      </p:cxnSp>
      <p:sp>
        <p:nvSpPr>
          <p:cNvPr id="17" name="Text Placeholder 3">
            <a:extLst>
              <a:ext uri="{FF2B5EF4-FFF2-40B4-BE49-F238E27FC236}">
                <a16:creationId xmlns:a16="http://schemas.microsoft.com/office/drawing/2014/main" id="{2E201879-B985-4ADE-8AD6-6C3E14CE0AFE}"/>
              </a:ext>
            </a:extLst>
          </p:cNvPr>
          <p:cNvSpPr>
            <a:spLocks noGrp="1"/>
          </p:cNvSpPr>
          <p:nvPr>
            <p:ph type="body" sz="quarter" idx="19" hasCustomPrompt="1"/>
          </p:nvPr>
        </p:nvSpPr>
        <p:spPr>
          <a:xfrm>
            <a:off x="610851" y="2529075"/>
            <a:ext cx="1828800" cy="2871263"/>
          </a:xfrm>
          <a:noFill/>
          <a:ln>
            <a:noFill/>
          </a:ln>
        </p:spPr>
        <p:txBody>
          <a:bodyPr lIns="182880" tIns="548640" rIns="182880" bIns="182880"/>
          <a:lstStyle>
            <a:lvl1pPr algn="ctr">
              <a:lnSpc>
                <a:spcPct val="90000"/>
              </a:lnSpc>
              <a:spcBef>
                <a:spcPts val="600"/>
              </a:spcBef>
              <a:buNone/>
              <a:defRPr sz="2000">
                <a:solidFill>
                  <a:schemeClr val="tx1"/>
                </a:solidFill>
              </a:defRPr>
            </a:lvl1pPr>
            <a:lvl2pPr marL="0" indent="0" algn="ctr">
              <a:lnSpc>
                <a:spcPct val="100000"/>
              </a:lnSpc>
              <a:spcBef>
                <a:spcPts val="600"/>
              </a:spcBef>
              <a:buFont typeface="Arial" panose="020B0604020202020204" pitchFamily="34" charset="0"/>
              <a:buChar char="​"/>
              <a:defRPr sz="1600">
                <a:solidFill>
                  <a:schemeClr val="tx1"/>
                </a:solidFill>
              </a:defRPr>
            </a:lvl2pPr>
          </a:lstStyle>
          <a:p>
            <a:pPr lvl="0"/>
            <a:r>
              <a:rPr lang="en-US"/>
              <a:t>Click to add text</a:t>
            </a:r>
          </a:p>
          <a:p>
            <a:pPr lvl="1"/>
            <a:r>
              <a:rPr lang="en-US"/>
              <a:t>Second level</a:t>
            </a:r>
          </a:p>
        </p:txBody>
      </p:sp>
      <p:cxnSp>
        <p:nvCxnSpPr>
          <p:cNvPr id="15" name="Straight Connector 14">
            <a:extLst>
              <a:ext uri="{FF2B5EF4-FFF2-40B4-BE49-F238E27FC236}">
                <a16:creationId xmlns:a16="http://schemas.microsoft.com/office/drawing/2014/main" id="{182EA033-41AE-6148-A260-889FF59E41C9}"/>
              </a:ext>
            </a:extLst>
          </p:cNvPr>
          <p:cNvCxnSpPr/>
          <p:nvPr/>
        </p:nvCxnSpPr>
        <p:spPr bwMode="gray">
          <a:xfrm>
            <a:off x="2894013" y="2512464"/>
            <a:ext cx="1828800" cy="0"/>
          </a:xfrm>
          <a:prstGeom prst="line">
            <a:avLst/>
          </a:prstGeom>
          <a:ln w="25400">
            <a:solidFill>
              <a:schemeClr val="accent4"/>
            </a:solidFill>
            <a:miter lim="800000"/>
            <a:tailEnd type="none"/>
          </a:ln>
        </p:spPr>
        <p:style>
          <a:lnRef idx="1">
            <a:schemeClr val="accent1"/>
          </a:lnRef>
          <a:fillRef idx="0">
            <a:schemeClr val="accent1"/>
          </a:fillRef>
          <a:effectRef idx="0">
            <a:schemeClr val="accent1"/>
          </a:effectRef>
          <a:fontRef idx="minor">
            <a:schemeClr val="tx1"/>
          </a:fontRef>
        </p:style>
      </p:cxnSp>
      <p:sp>
        <p:nvSpPr>
          <p:cNvPr id="28" name="Text Placeholder 3">
            <a:extLst>
              <a:ext uri="{FF2B5EF4-FFF2-40B4-BE49-F238E27FC236}">
                <a16:creationId xmlns:a16="http://schemas.microsoft.com/office/drawing/2014/main" id="{9495BAAB-E860-4075-9DA3-ABA7C32D235E}"/>
              </a:ext>
            </a:extLst>
          </p:cNvPr>
          <p:cNvSpPr>
            <a:spLocks noGrp="1"/>
          </p:cNvSpPr>
          <p:nvPr>
            <p:ph type="body" sz="quarter" idx="20" hasCustomPrompt="1"/>
          </p:nvPr>
        </p:nvSpPr>
        <p:spPr>
          <a:xfrm>
            <a:off x="2894013" y="2529075"/>
            <a:ext cx="1828800" cy="2871263"/>
          </a:xfrm>
          <a:noFill/>
          <a:ln>
            <a:noFill/>
          </a:ln>
        </p:spPr>
        <p:txBody>
          <a:bodyPr lIns="182880" tIns="548640" rIns="182880" bIns="182880"/>
          <a:lstStyle>
            <a:lvl1pPr algn="ctr">
              <a:lnSpc>
                <a:spcPct val="90000"/>
              </a:lnSpc>
              <a:spcBef>
                <a:spcPts val="600"/>
              </a:spcBef>
              <a:buNone/>
              <a:defRPr sz="2000">
                <a:solidFill>
                  <a:schemeClr val="tx1"/>
                </a:solidFill>
              </a:defRPr>
            </a:lvl1pPr>
            <a:lvl2pPr marL="0" indent="0" algn="ctr">
              <a:lnSpc>
                <a:spcPct val="100000"/>
              </a:lnSpc>
              <a:spcBef>
                <a:spcPts val="600"/>
              </a:spcBef>
              <a:buFont typeface="Arial" panose="020B0604020202020204" pitchFamily="34" charset="0"/>
              <a:buChar char="​"/>
              <a:defRPr sz="1600">
                <a:solidFill>
                  <a:schemeClr val="tx1"/>
                </a:solidFill>
              </a:defRPr>
            </a:lvl2pPr>
          </a:lstStyle>
          <a:p>
            <a:pPr lvl="0"/>
            <a:r>
              <a:rPr lang="en-US"/>
              <a:t>Click to add text</a:t>
            </a:r>
          </a:p>
          <a:p>
            <a:pPr lvl="1"/>
            <a:r>
              <a:rPr lang="en-US"/>
              <a:t>Second level</a:t>
            </a:r>
          </a:p>
        </p:txBody>
      </p:sp>
      <p:cxnSp>
        <p:nvCxnSpPr>
          <p:cNvPr id="19" name="Straight Connector 18">
            <a:extLst>
              <a:ext uri="{FF2B5EF4-FFF2-40B4-BE49-F238E27FC236}">
                <a16:creationId xmlns:a16="http://schemas.microsoft.com/office/drawing/2014/main" id="{662FF207-1B75-1940-91E1-2692254C727F}"/>
              </a:ext>
            </a:extLst>
          </p:cNvPr>
          <p:cNvCxnSpPr/>
          <p:nvPr/>
        </p:nvCxnSpPr>
        <p:spPr bwMode="gray">
          <a:xfrm>
            <a:off x="5185093" y="2512464"/>
            <a:ext cx="1828800" cy="0"/>
          </a:xfrm>
          <a:prstGeom prst="line">
            <a:avLst/>
          </a:prstGeom>
          <a:ln w="25400">
            <a:solidFill>
              <a:schemeClr val="accent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29" name="Text Placeholder 3">
            <a:extLst>
              <a:ext uri="{FF2B5EF4-FFF2-40B4-BE49-F238E27FC236}">
                <a16:creationId xmlns:a16="http://schemas.microsoft.com/office/drawing/2014/main" id="{62D3946B-F2F1-42AF-8E89-00761A7745D4}"/>
              </a:ext>
            </a:extLst>
          </p:cNvPr>
          <p:cNvSpPr>
            <a:spLocks noGrp="1"/>
          </p:cNvSpPr>
          <p:nvPr>
            <p:ph type="body" sz="quarter" idx="21" hasCustomPrompt="1"/>
          </p:nvPr>
        </p:nvSpPr>
        <p:spPr>
          <a:xfrm>
            <a:off x="5185093" y="2529075"/>
            <a:ext cx="1828800" cy="2871263"/>
          </a:xfrm>
          <a:noFill/>
          <a:ln>
            <a:noFill/>
          </a:ln>
        </p:spPr>
        <p:txBody>
          <a:bodyPr lIns="182880" tIns="548640" rIns="182880" bIns="182880"/>
          <a:lstStyle>
            <a:lvl1pPr algn="ctr">
              <a:lnSpc>
                <a:spcPct val="90000"/>
              </a:lnSpc>
              <a:spcBef>
                <a:spcPts val="600"/>
              </a:spcBef>
              <a:defRPr sz="2000">
                <a:solidFill>
                  <a:schemeClr val="tx1"/>
                </a:solidFill>
              </a:defRPr>
            </a:lvl1pPr>
            <a:lvl2pPr marL="0" indent="0" algn="ctr">
              <a:lnSpc>
                <a:spcPct val="100000"/>
              </a:lnSpc>
              <a:spcBef>
                <a:spcPts val="600"/>
              </a:spcBef>
              <a:buFont typeface="Arial" panose="020B0604020202020204" pitchFamily="34" charset="0"/>
              <a:buChar char="​"/>
              <a:defRPr sz="1600">
                <a:solidFill>
                  <a:schemeClr val="tx1"/>
                </a:solidFill>
              </a:defRPr>
            </a:lvl2pPr>
          </a:lstStyle>
          <a:p>
            <a:pPr lvl="0"/>
            <a:r>
              <a:rPr lang="en-US"/>
              <a:t>Click to add text</a:t>
            </a:r>
          </a:p>
          <a:p>
            <a:pPr lvl="1"/>
            <a:r>
              <a:rPr lang="en-US"/>
              <a:t>Second level</a:t>
            </a:r>
          </a:p>
        </p:txBody>
      </p:sp>
      <p:cxnSp>
        <p:nvCxnSpPr>
          <p:cNvPr id="20" name="Straight Connector 19">
            <a:extLst>
              <a:ext uri="{FF2B5EF4-FFF2-40B4-BE49-F238E27FC236}">
                <a16:creationId xmlns:a16="http://schemas.microsoft.com/office/drawing/2014/main" id="{128E238A-DE09-DD4F-A6F3-2F244E7301C3}"/>
              </a:ext>
            </a:extLst>
          </p:cNvPr>
          <p:cNvCxnSpPr/>
          <p:nvPr/>
        </p:nvCxnSpPr>
        <p:spPr bwMode="gray">
          <a:xfrm>
            <a:off x="7470001" y="2512464"/>
            <a:ext cx="1828800" cy="0"/>
          </a:xfrm>
          <a:prstGeom prst="line">
            <a:avLst/>
          </a:prstGeom>
          <a:ln w="25400">
            <a:solidFill>
              <a:schemeClr val="accent5"/>
            </a:solidFill>
            <a:miter lim="800000"/>
            <a:tailEnd type="none"/>
          </a:ln>
        </p:spPr>
        <p:style>
          <a:lnRef idx="1">
            <a:schemeClr val="accent1"/>
          </a:lnRef>
          <a:fillRef idx="0">
            <a:schemeClr val="accent1"/>
          </a:fillRef>
          <a:effectRef idx="0">
            <a:schemeClr val="accent1"/>
          </a:effectRef>
          <a:fontRef idx="minor">
            <a:schemeClr val="tx1"/>
          </a:fontRef>
        </p:style>
      </p:cxnSp>
      <p:sp>
        <p:nvSpPr>
          <p:cNvPr id="30" name="Text Placeholder 3">
            <a:extLst>
              <a:ext uri="{FF2B5EF4-FFF2-40B4-BE49-F238E27FC236}">
                <a16:creationId xmlns:a16="http://schemas.microsoft.com/office/drawing/2014/main" id="{22F84664-2E68-46AE-AE2C-E8D2B6C9A1DD}"/>
              </a:ext>
            </a:extLst>
          </p:cNvPr>
          <p:cNvSpPr>
            <a:spLocks noGrp="1"/>
          </p:cNvSpPr>
          <p:nvPr>
            <p:ph type="body" sz="quarter" idx="22" hasCustomPrompt="1"/>
          </p:nvPr>
        </p:nvSpPr>
        <p:spPr>
          <a:xfrm>
            <a:off x="7470001" y="2529075"/>
            <a:ext cx="1828800" cy="2871263"/>
          </a:xfrm>
          <a:noFill/>
          <a:ln>
            <a:noFill/>
          </a:ln>
        </p:spPr>
        <p:txBody>
          <a:bodyPr lIns="182880" tIns="548640" rIns="182880" bIns="182880"/>
          <a:lstStyle>
            <a:lvl1pPr algn="ctr">
              <a:lnSpc>
                <a:spcPct val="90000"/>
              </a:lnSpc>
              <a:spcBef>
                <a:spcPts val="600"/>
              </a:spcBef>
              <a:buNone/>
              <a:defRPr sz="2000">
                <a:solidFill>
                  <a:schemeClr val="tx1"/>
                </a:solidFill>
              </a:defRPr>
            </a:lvl1pPr>
            <a:lvl2pPr marL="0" indent="0" algn="ctr">
              <a:lnSpc>
                <a:spcPct val="100000"/>
              </a:lnSpc>
              <a:spcBef>
                <a:spcPts val="600"/>
              </a:spcBef>
              <a:buFont typeface="Arial" panose="020B0604020202020204" pitchFamily="34" charset="0"/>
              <a:buChar char="​"/>
              <a:defRPr sz="1600">
                <a:solidFill>
                  <a:schemeClr val="tx1"/>
                </a:solidFill>
              </a:defRPr>
            </a:lvl2pPr>
          </a:lstStyle>
          <a:p>
            <a:pPr lvl="0"/>
            <a:r>
              <a:rPr lang="en-US"/>
              <a:t>Click to add text</a:t>
            </a:r>
          </a:p>
          <a:p>
            <a:pPr lvl="1"/>
            <a:r>
              <a:rPr lang="en-US"/>
              <a:t>Second level</a:t>
            </a:r>
          </a:p>
        </p:txBody>
      </p:sp>
      <p:cxnSp>
        <p:nvCxnSpPr>
          <p:cNvPr id="21" name="Straight Connector 20">
            <a:extLst>
              <a:ext uri="{FF2B5EF4-FFF2-40B4-BE49-F238E27FC236}">
                <a16:creationId xmlns:a16="http://schemas.microsoft.com/office/drawing/2014/main" id="{E8B64954-CA3A-494E-B70D-3405C9F592D8}"/>
              </a:ext>
            </a:extLst>
          </p:cNvPr>
          <p:cNvCxnSpPr/>
          <p:nvPr/>
        </p:nvCxnSpPr>
        <p:spPr bwMode="gray">
          <a:xfrm>
            <a:off x="9752013" y="2512464"/>
            <a:ext cx="1828800" cy="0"/>
          </a:xfrm>
          <a:prstGeom prst="line">
            <a:avLst/>
          </a:prstGeom>
          <a:ln w="25400">
            <a:solidFill>
              <a:schemeClr val="tx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32" name="Text Placeholder 3">
            <a:extLst>
              <a:ext uri="{FF2B5EF4-FFF2-40B4-BE49-F238E27FC236}">
                <a16:creationId xmlns:a16="http://schemas.microsoft.com/office/drawing/2014/main" id="{CDC9B65E-8BAA-4676-9F32-44EC3772D342}"/>
              </a:ext>
            </a:extLst>
          </p:cNvPr>
          <p:cNvSpPr>
            <a:spLocks noGrp="1"/>
          </p:cNvSpPr>
          <p:nvPr>
            <p:ph type="body" sz="quarter" idx="23" hasCustomPrompt="1"/>
          </p:nvPr>
        </p:nvSpPr>
        <p:spPr>
          <a:xfrm>
            <a:off x="9752013" y="2529075"/>
            <a:ext cx="1828800" cy="2871263"/>
          </a:xfrm>
          <a:noFill/>
          <a:ln>
            <a:noFill/>
          </a:ln>
        </p:spPr>
        <p:txBody>
          <a:bodyPr lIns="182880" tIns="548640" rIns="182880" bIns="182880"/>
          <a:lstStyle>
            <a:lvl1pPr algn="ctr">
              <a:lnSpc>
                <a:spcPct val="90000"/>
              </a:lnSpc>
              <a:spcBef>
                <a:spcPts val="600"/>
              </a:spcBef>
              <a:buNone/>
              <a:defRPr sz="2000">
                <a:solidFill>
                  <a:schemeClr val="tx1"/>
                </a:solidFill>
              </a:defRPr>
            </a:lvl1pPr>
            <a:lvl2pPr marL="0" indent="0" algn="ctr">
              <a:lnSpc>
                <a:spcPct val="100000"/>
              </a:lnSpc>
              <a:spcBef>
                <a:spcPts val="600"/>
              </a:spcBef>
              <a:buFont typeface="Arial" panose="020B0604020202020204" pitchFamily="34" charset="0"/>
              <a:buChar char="​"/>
              <a:defRPr sz="1600">
                <a:solidFill>
                  <a:schemeClr val="tx1"/>
                </a:solidFill>
              </a:defRPr>
            </a:lvl2pPr>
          </a:lstStyle>
          <a:p>
            <a:pPr lvl="0"/>
            <a:r>
              <a:rPr lang="en-US"/>
              <a:t>Click to add text</a:t>
            </a:r>
          </a:p>
          <a:p>
            <a:pPr lvl="1"/>
            <a:r>
              <a:rPr lang="en-US"/>
              <a:t>Second level</a:t>
            </a:r>
          </a:p>
        </p:txBody>
      </p:sp>
      <p:sp>
        <p:nvSpPr>
          <p:cNvPr id="23" name="page number">
            <a:extLst>
              <a:ext uri="{FF2B5EF4-FFF2-40B4-BE49-F238E27FC236}">
                <a16:creationId xmlns:a16="http://schemas.microsoft.com/office/drawing/2014/main" id="{778B9E91-325F-BB46-BB33-20219DF70C9B}"/>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a:p>
        </p:txBody>
      </p:sp>
      <p:sp>
        <p:nvSpPr>
          <p:cNvPr id="38" name="Oval 37">
            <a:extLst>
              <a:ext uri="{FF2B5EF4-FFF2-40B4-BE49-F238E27FC236}">
                <a16:creationId xmlns:a16="http://schemas.microsoft.com/office/drawing/2014/main" id="{5B0E1473-AF0F-7C48-8FAF-3848C1B61D3D}"/>
              </a:ext>
              <a:ext uri="{C183D7F6-B498-43B3-948B-1728B52AA6E4}">
                <adec:decorative xmlns:adec="http://schemas.microsoft.com/office/drawing/2017/decorative" val="1"/>
              </a:ext>
            </a:extLst>
          </p:cNvPr>
          <p:cNvSpPr/>
          <p:nvPr/>
        </p:nvSpPr>
        <p:spPr bwMode="gray">
          <a:xfrm>
            <a:off x="1131007" y="2118221"/>
            <a:ext cx="788487" cy="788487"/>
          </a:xfrm>
          <a:prstGeom prst="ellipse">
            <a:avLst/>
          </a:prstGeom>
          <a:solidFill>
            <a:schemeClr val="bg2"/>
          </a:solidFill>
          <a:ln w="25400">
            <a:solidFill>
              <a:schemeClr val="accent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r>
              <a:rPr lang="en-US">
                <a:solidFill>
                  <a:schemeClr val="tx1"/>
                </a:solidFill>
              </a:rPr>
              <a:t>1</a:t>
            </a:r>
          </a:p>
        </p:txBody>
      </p:sp>
      <p:sp>
        <p:nvSpPr>
          <p:cNvPr id="37" name="Oval 36">
            <a:extLst>
              <a:ext uri="{FF2B5EF4-FFF2-40B4-BE49-F238E27FC236}">
                <a16:creationId xmlns:a16="http://schemas.microsoft.com/office/drawing/2014/main" id="{FF6B89BA-DE17-014A-9ED8-790359ADE9FE}"/>
              </a:ext>
              <a:ext uri="{C183D7F6-B498-43B3-948B-1728B52AA6E4}">
                <adec:decorative xmlns:adec="http://schemas.microsoft.com/office/drawing/2017/decorative" val="1"/>
              </a:ext>
            </a:extLst>
          </p:cNvPr>
          <p:cNvSpPr/>
          <p:nvPr/>
        </p:nvSpPr>
        <p:spPr bwMode="gray">
          <a:xfrm>
            <a:off x="3414170" y="2118221"/>
            <a:ext cx="788487" cy="788487"/>
          </a:xfrm>
          <a:prstGeom prst="ellipse">
            <a:avLst/>
          </a:prstGeom>
          <a:solidFill>
            <a:schemeClr val="bg2"/>
          </a:solidFill>
          <a:ln w="254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solidFill>
                  <a:schemeClr val="tx1"/>
                </a:solidFill>
              </a:rPr>
              <a:t>2</a:t>
            </a:r>
          </a:p>
        </p:txBody>
      </p:sp>
      <p:sp>
        <p:nvSpPr>
          <p:cNvPr id="39" name="Oval 38">
            <a:extLst>
              <a:ext uri="{FF2B5EF4-FFF2-40B4-BE49-F238E27FC236}">
                <a16:creationId xmlns:a16="http://schemas.microsoft.com/office/drawing/2014/main" id="{C609A2D8-18F0-8A47-BD8C-DD1AF0B615E1}"/>
              </a:ext>
              <a:ext uri="{C183D7F6-B498-43B3-948B-1728B52AA6E4}">
                <adec:decorative xmlns:adec="http://schemas.microsoft.com/office/drawing/2017/decorative" val="1"/>
              </a:ext>
            </a:extLst>
          </p:cNvPr>
          <p:cNvSpPr/>
          <p:nvPr/>
        </p:nvSpPr>
        <p:spPr bwMode="gray">
          <a:xfrm>
            <a:off x="5705250" y="2118221"/>
            <a:ext cx="788487" cy="788487"/>
          </a:xfrm>
          <a:prstGeom prst="ellipse">
            <a:avLst/>
          </a:prstGeom>
          <a:solidFill>
            <a:schemeClr val="bg2"/>
          </a:solidFill>
          <a:ln w="25400">
            <a:solidFill>
              <a:schemeClr val="accent3"/>
            </a:solidFill>
          </a:ln>
          <a:effectLst/>
        </p:spPr>
        <p:txBody>
          <a:bodyPr vert="horz" wrap="square" lIns="0" tIns="0" rIns="0" bIns="0" numCol="1" anchor="ctr" anchorCtr="0" compatLnSpc="1">
            <a:prstTxWarp prst="textNoShape">
              <a:avLst/>
            </a:prstTxWarp>
          </a:bodyPr>
          <a:lstStyle/>
          <a:p>
            <a:pPr lvl="0" algn="ctr"/>
            <a:r>
              <a:rPr lang="en-US">
                <a:solidFill>
                  <a:schemeClr val="tx1"/>
                </a:solidFill>
              </a:rPr>
              <a:t>3</a:t>
            </a:r>
          </a:p>
        </p:txBody>
      </p:sp>
      <p:sp>
        <p:nvSpPr>
          <p:cNvPr id="40" name="Oval 39">
            <a:extLst>
              <a:ext uri="{FF2B5EF4-FFF2-40B4-BE49-F238E27FC236}">
                <a16:creationId xmlns:a16="http://schemas.microsoft.com/office/drawing/2014/main" id="{E4E1A06A-E5D9-064B-85F4-74B463C7BDD3}"/>
              </a:ext>
              <a:ext uri="{C183D7F6-B498-43B3-948B-1728B52AA6E4}">
                <adec:decorative xmlns:adec="http://schemas.microsoft.com/office/drawing/2017/decorative" val="1"/>
              </a:ext>
            </a:extLst>
          </p:cNvPr>
          <p:cNvSpPr/>
          <p:nvPr/>
        </p:nvSpPr>
        <p:spPr bwMode="gray">
          <a:xfrm>
            <a:off x="7990158" y="2118221"/>
            <a:ext cx="788487" cy="788487"/>
          </a:xfrm>
          <a:prstGeom prst="ellipse">
            <a:avLst/>
          </a:prstGeom>
          <a:solidFill>
            <a:schemeClr val="bg2"/>
          </a:solidFill>
          <a:ln w="254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r>
              <a:rPr lang="en-US">
                <a:solidFill>
                  <a:schemeClr val="tx1"/>
                </a:solidFill>
              </a:rPr>
              <a:t>4</a:t>
            </a:r>
          </a:p>
        </p:txBody>
      </p:sp>
      <p:sp>
        <p:nvSpPr>
          <p:cNvPr id="41" name="Oval 40">
            <a:extLst>
              <a:ext uri="{FF2B5EF4-FFF2-40B4-BE49-F238E27FC236}">
                <a16:creationId xmlns:a16="http://schemas.microsoft.com/office/drawing/2014/main" id="{B7824627-50AB-F94E-9519-EADC5841F8D3}"/>
              </a:ext>
              <a:ext uri="{C183D7F6-B498-43B3-948B-1728B52AA6E4}">
                <adec:decorative xmlns:adec="http://schemas.microsoft.com/office/drawing/2017/decorative" val="1"/>
              </a:ext>
            </a:extLst>
          </p:cNvPr>
          <p:cNvSpPr/>
          <p:nvPr/>
        </p:nvSpPr>
        <p:spPr bwMode="gray">
          <a:xfrm>
            <a:off x="10272170" y="2118221"/>
            <a:ext cx="788487" cy="788487"/>
          </a:xfrm>
          <a:prstGeom prst="ellipse">
            <a:avLst/>
          </a:prstGeom>
          <a:solidFill>
            <a:schemeClr val="bg2"/>
          </a:solid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solidFill>
                  <a:schemeClr val="tx1"/>
                </a:solidFill>
              </a:rPr>
              <a:t>5</a:t>
            </a:r>
          </a:p>
        </p:txBody>
      </p:sp>
      <p:sp>
        <p:nvSpPr>
          <p:cNvPr id="25" name="Rectangle 24">
            <a:extLst>
              <a:ext uri="{FF2B5EF4-FFF2-40B4-BE49-F238E27FC236}">
                <a16:creationId xmlns:a16="http://schemas.microsoft.com/office/drawing/2014/main" id="{C52EE46A-2B6A-D0CE-D67A-E39C4516F8BB}"/>
              </a:ext>
            </a:extLst>
          </p:cNvPr>
          <p:cNvSpPr/>
          <p:nvPr userDrawn="1"/>
        </p:nvSpPr>
        <p:spPr>
          <a:xfrm>
            <a:off x="2894013" y="2529075"/>
            <a:ext cx="1828800" cy="2871263"/>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26" name="Rectangle 25">
            <a:extLst>
              <a:ext uri="{FF2B5EF4-FFF2-40B4-BE49-F238E27FC236}">
                <a16:creationId xmlns:a16="http://schemas.microsoft.com/office/drawing/2014/main" id="{1DC9EA80-9EA8-343E-F517-1CAD885879D6}"/>
              </a:ext>
            </a:extLst>
          </p:cNvPr>
          <p:cNvSpPr/>
          <p:nvPr userDrawn="1"/>
        </p:nvSpPr>
        <p:spPr>
          <a:xfrm>
            <a:off x="5185093" y="2529075"/>
            <a:ext cx="1828800" cy="2871263"/>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27" name="Rectangle 26">
            <a:extLst>
              <a:ext uri="{FF2B5EF4-FFF2-40B4-BE49-F238E27FC236}">
                <a16:creationId xmlns:a16="http://schemas.microsoft.com/office/drawing/2014/main" id="{A8D23D95-E4CC-0B03-48A9-0EC81B2368E5}"/>
              </a:ext>
            </a:extLst>
          </p:cNvPr>
          <p:cNvSpPr/>
          <p:nvPr userDrawn="1"/>
        </p:nvSpPr>
        <p:spPr>
          <a:xfrm>
            <a:off x="7470001" y="2529075"/>
            <a:ext cx="1828800" cy="2871263"/>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31" name="Rectangle 30">
            <a:extLst>
              <a:ext uri="{FF2B5EF4-FFF2-40B4-BE49-F238E27FC236}">
                <a16:creationId xmlns:a16="http://schemas.microsoft.com/office/drawing/2014/main" id="{3737E5D6-04BF-01BC-A221-0F1D603C51D8}"/>
              </a:ext>
            </a:extLst>
          </p:cNvPr>
          <p:cNvSpPr/>
          <p:nvPr userDrawn="1"/>
        </p:nvSpPr>
        <p:spPr>
          <a:xfrm>
            <a:off x="9752013" y="2529075"/>
            <a:ext cx="1828800" cy="2871263"/>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33" name="Rectangle 32">
            <a:extLst>
              <a:ext uri="{FF2B5EF4-FFF2-40B4-BE49-F238E27FC236}">
                <a16:creationId xmlns:a16="http://schemas.microsoft.com/office/drawing/2014/main" id="{65142366-F01F-D56A-11BB-7D669E9AD2B4}"/>
              </a:ext>
            </a:extLst>
          </p:cNvPr>
          <p:cNvSpPr/>
          <p:nvPr userDrawn="1"/>
        </p:nvSpPr>
        <p:spPr>
          <a:xfrm>
            <a:off x="610851" y="2529075"/>
            <a:ext cx="1828800" cy="2871263"/>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cxnSp>
        <p:nvCxnSpPr>
          <p:cNvPr id="34" name="Straight Connector 33">
            <a:extLst>
              <a:ext uri="{FF2B5EF4-FFF2-40B4-BE49-F238E27FC236}">
                <a16:creationId xmlns:a16="http://schemas.microsoft.com/office/drawing/2014/main" id="{903341DC-DE80-5E4C-A4C9-C984D7074760}"/>
              </a:ext>
            </a:extLst>
          </p:cNvPr>
          <p:cNvCxnSpPr/>
          <p:nvPr userDrawn="1"/>
        </p:nvCxnSpPr>
        <p:spPr bwMode="gray">
          <a:xfrm>
            <a:off x="610850" y="2512464"/>
            <a:ext cx="1828800" cy="0"/>
          </a:xfrm>
          <a:prstGeom prst="line">
            <a:avLst/>
          </a:prstGeom>
          <a:ln w="25400">
            <a:solidFill>
              <a:schemeClr val="accent6"/>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182EA033-41AE-6148-A260-889FF59E41C9}"/>
              </a:ext>
            </a:extLst>
          </p:cNvPr>
          <p:cNvCxnSpPr/>
          <p:nvPr userDrawn="1"/>
        </p:nvCxnSpPr>
        <p:spPr bwMode="gray">
          <a:xfrm>
            <a:off x="2894013" y="2512464"/>
            <a:ext cx="1828800" cy="0"/>
          </a:xfrm>
          <a:prstGeom prst="line">
            <a:avLst/>
          </a:prstGeom>
          <a:ln w="25400">
            <a:solidFill>
              <a:schemeClr val="accent4"/>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662FF207-1B75-1940-91E1-2692254C727F}"/>
              </a:ext>
            </a:extLst>
          </p:cNvPr>
          <p:cNvCxnSpPr/>
          <p:nvPr userDrawn="1"/>
        </p:nvCxnSpPr>
        <p:spPr bwMode="gray">
          <a:xfrm>
            <a:off x="5185093" y="2512464"/>
            <a:ext cx="1828800" cy="0"/>
          </a:xfrm>
          <a:prstGeom prst="line">
            <a:avLst/>
          </a:prstGeom>
          <a:ln w="25400">
            <a:solidFill>
              <a:schemeClr val="accent3"/>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128E238A-DE09-DD4F-A6F3-2F244E7301C3}"/>
              </a:ext>
            </a:extLst>
          </p:cNvPr>
          <p:cNvCxnSpPr/>
          <p:nvPr userDrawn="1"/>
        </p:nvCxnSpPr>
        <p:spPr bwMode="gray">
          <a:xfrm>
            <a:off x="7470001" y="2512464"/>
            <a:ext cx="1828800" cy="0"/>
          </a:xfrm>
          <a:prstGeom prst="line">
            <a:avLst/>
          </a:prstGeom>
          <a:ln w="25400">
            <a:solidFill>
              <a:schemeClr val="accent5"/>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E8B64954-CA3A-494E-B70D-3405C9F592D8}"/>
              </a:ext>
            </a:extLst>
          </p:cNvPr>
          <p:cNvCxnSpPr/>
          <p:nvPr userDrawn="1"/>
        </p:nvCxnSpPr>
        <p:spPr bwMode="gray">
          <a:xfrm>
            <a:off x="9752013" y="2512464"/>
            <a:ext cx="1828800" cy="0"/>
          </a:xfrm>
          <a:prstGeom prst="line">
            <a:avLst/>
          </a:prstGeom>
          <a:ln w="25400">
            <a:solidFill>
              <a:schemeClr val="tx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44" name="page number">
            <a:extLst>
              <a:ext uri="{FF2B5EF4-FFF2-40B4-BE49-F238E27FC236}">
                <a16:creationId xmlns:a16="http://schemas.microsoft.com/office/drawing/2014/main" id="{778B9E91-325F-BB46-BB33-20219DF70C9B}"/>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a:p>
        </p:txBody>
      </p:sp>
      <p:sp>
        <p:nvSpPr>
          <p:cNvPr id="45" name="Oval 44">
            <a:extLst>
              <a:ext uri="{FF2B5EF4-FFF2-40B4-BE49-F238E27FC236}">
                <a16:creationId xmlns:a16="http://schemas.microsoft.com/office/drawing/2014/main" id="{5B0E1473-AF0F-7C48-8FAF-3848C1B61D3D}"/>
              </a:ext>
              <a:ext uri="{C183D7F6-B498-43B3-948B-1728B52AA6E4}">
                <adec:decorative xmlns:adec="http://schemas.microsoft.com/office/drawing/2017/decorative" val="1"/>
              </a:ext>
            </a:extLst>
          </p:cNvPr>
          <p:cNvSpPr/>
          <p:nvPr userDrawn="1"/>
        </p:nvSpPr>
        <p:spPr bwMode="gray">
          <a:xfrm>
            <a:off x="1131007" y="2118221"/>
            <a:ext cx="788487" cy="788487"/>
          </a:xfrm>
          <a:prstGeom prst="ellipse">
            <a:avLst/>
          </a:prstGeom>
          <a:solidFill>
            <a:schemeClr val="bg2"/>
          </a:solidFill>
          <a:ln w="25400">
            <a:solidFill>
              <a:schemeClr val="accent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r>
              <a:rPr lang="en-US" dirty="0">
                <a:solidFill>
                  <a:schemeClr val="tx1"/>
                </a:solidFill>
              </a:rPr>
              <a:t>1</a:t>
            </a:r>
          </a:p>
        </p:txBody>
      </p:sp>
      <p:sp>
        <p:nvSpPr>
          <p:cNvPr id="46" name="Oval 45">
            <a:extLst>
              <a:ext uri="{FF2B5EF4-FFF2-40B4-BE49-F238E27FC236}">
                <a16:creationId xmlns:a16="http://schemas.microsoft.com/office/drawing/2014/main" id="{FF6B89BA-DE17-014A-9ED8-790359ADE9FE}"/>
              </a:ext>
              <a:ext uri="{C183D7F6-B498-43B3-948B-1728B52AA6E4}">
                <adec:decorative xmlns:adec="http://schemas.microsoft.com/office/drawing/2017/decorative" val="1"/>
              </a:ext>
            </a:extLst>
          </p:cNvPr>
          <p:cNvSpPr/>
          <p:nvPr userDrawn="1"/>
        </p:nvSpPr>
        <p:spPr bwMode="gray">
          <a:xfrm>
            <a:off x="3414170" y="2118221"/>
            <a:ext cx="788487" cy="788487"/>
          </a:xfrm>
          <a:prstGeom prst="ellipse">
            <a:avLst/>
          </a:prstGeom>
          <a:solidFill>
            <a:schemeClr val="bg2"/>
          </a:solidFill>
          <a:ln w="254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solidFill>
                  <a:schemeClr val="tx1"/>
                </a:solidFill>
              </a:rPr>
              <a:t>2</a:t>
            </a:r>
          </a:p>
        </p:txBody>
      </p:sp>
      <p:sp>
        <p:nvSpPr>
          <p:cNvPr id="47" name="Oval 46">
            <a:extLst>
              <a:ext uri="{FF2B5EF4-FFF2-40B4-BE49-F238E27FC236}">
                <a16:creationId xmlns:a16="http://schemas.microsoft.com/office/drawing/2014/main" id="{C609A2D8-18F0-8A47-BD8C-DD1AF0B615E1}"/>
              </a:ext>
              <a:ext uri="{C183D7F6-B498-43B3-948B-1728B52AA6E4}">
                <adec:decorative xmlns:adec="http://schemas.microsoft.com/office/drawing/2017/decorative" val="1"/>
              </a:ext>
            </a:extLst>
          </p:cNvPr>
          <p:cNvSpPr/>
          <p:nvPr userDrawn="1"/>
        </p:nvSpPr>
        <p:spPr bwMode="gray">
          <a:xfrm>
            <a:off x="5705250" y="2118221"/>
            <a:ext cx="788487" cy="788487"/>
          </a:xfrm>
          <a:prstGeom prst="ellipse">
            <a:avLst/>
          </a:prstGeom>
          <a:solidFill>
            <a:schemeClr val="bg2"/>
          </a:solidFill>
          <a:ln w="25400">
            <a:solidFill>
              <a:schemeClr val="accent3"/>
            </a:solidFill>
          </a:ln>
          <a:effectLst/>
        </p:spPr>
        <p:txBody>
          <a:bodyPr vert="horz" wrap="square" lIns="0" tIns="0" rIns="0" bIns="0" numCol="1" anchor="ctr" anchorCtr="0" compatLnSpc="1">
            <a:prstTxWarp prst="textNoShape">
              <a:avLst/>
            </a:prstTxWarp>
          </a:bodyPr>
          <a:lstStyle/>
          <a:p>
            <a:pPr lvl="0" algn="ctr"/>
            <a:r>
              <a:rPr lang="en-US">
                <a:solidFill>
                  <a:schemeClr val="tx1"/>
                </a:solidFill>
              </a:rPr>
              <a:t>3</a:t>
            </a:r>
          </a:p>
        </p:txBody>
      </p:sp>
      <p:sp>
        <p:nvSpPr>
          <p:cNvPr id="48" name="Oval 47">
            <a:extLst>
              <a:ext uri="{FF2B5EF4-FFF2-40B4-BE49-F238E27FC236}">
                <a16:creationId xmlns:a16="http://schemas.microsoft.com/office/drawing/2014/main" id="{E4E1A06A-E5D9-064B-85F4-74B463C7BDD3}"/>
              </a:ext>
              <a:ext uri="{C183D7F6-B498-43B3-948B-1728B52AA6E4}">
                <adec:decorative xmlns:adec="http://schemas.microsoft.com/office/drawing/2017/decorative" val="1"/>
              </a:ext>
            </a:extLst>
          </p:cNvPr>
          <p:cNvSpPr/>
          <p:nvPr userDrawn="1"/>
        </p:nvSpPr>
        <p:spPr bwMode="gray">
          <a:xfrm>
            <a:off x="7990158" y="2118221"/>
            <a:ext cx="788487" cy="788487"/>
          </a:xfrm>
          <a:prstGeom prst="ellipse">
            <a:avLst/>
          </a:prstGeom>
          <a:solidFill>
            <a:schemeClr val="bg2"/>
          </a:solidFill>
          <a:ln w="254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r>
              <a:rPr lang="en-US">
                <a:solidFill>
                  <a:schemeClr val="tx1"/>
                </a:solidFill>
              </a:rPr>
              <a:t>4</a:t>
            </a:r>
          </a:p>
        </p:txBody>
      </p:sp>
      <p:sp>
        <p:nvSpPr>
          <p:cNvPr id="49" name="Oval 48">
            <a:extLst>
              <a:ext uri="{FF2B5EF4-FFF2-40B4-BE49-F238E27FC236}">
                <a16:creationId xmlns:a16="http://schemas.microsoft.com/office/drawing/2014/main" id="{B7824627-50AB-F94E-9519-EADC5841F8D3}"/>
              </a:ext>
              <a:ext uri="{C183D7F6-B498-43B3-948B-1728B52AA6E4}">
                <adec:decorative xmlns:adec="http://schemas.microsoft.com/office/drawing/2017/decorative" val="1"/>
              </a:ext>
            </a:extLst>
          </p:cNvPr>
          <p:cNvSpPr/>
          <p:nvPr userDrawn="1"/>
        </p:nvSpPr>
        <p:spPr bwMode="gray">
          <a:xfrm>
            <a:off x="10272170" y="2118221"/>
            <a:ext cx="788487" cy="788487"/>
          </a:xfrm>
          <a:prstGeom prst="ellipse">
            <a:avLst/>
          </a:prstGeom>
          <a:solidFill>
            <a:schemeClr val="bg2"/>
          </a:solid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solidFill>
                  <a:schemeClr val="tx1"/>
                </a:solidFill>
              </a:rPr>
              <a:t>5</a:t>
            </a:r>
          </a:p>
        </p:txBody>
      </p:sp>
    </p:spTree>
    <p:extLst>
      <p:ext uri="{BB962C8B-B14F-4D97-AF65-F5344CB8AC3E}">
        <p14:creationId xmlns:p14="http://schemas.microsoft.com/office/powerpoint/2010/main" val="39733809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p:cSld name="Char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BA8A47F-2243-412F-A1A8-FA8E3475F5E1}"/>
              </a:ext>
            </a:extLst>
          </p:cNvPr>
          <p:cNvSpPr>
            <a:spLocks noGrp="1"/>
          </p:cNvSpPr>
          <p:nvPr>
            <p:ph type="title" hasCustomPrompt="1"/>
          </p:nvPr>
        </p:nvSpPr>
        <p:spPr/>
        <p:txBody>
          <a:bodyPr/>
          <a:lstStyle>
            <a:lvl1pPr>
              <a:defRPr>
                <a:solidFill>
                  <a:schemeClr val="tx1"/>
                </a:solidFill>
              </a:defRPr>
            </a:lvl1pPr>
          </a:lstStyle>
          <a:p>
            <a:r>
              <a:rPr lang="en-US" dirty="0"/>
              <a:t>Sample Chart Layout for Text – Click to Add a Title</a:t>
            </a:r>
          </a:p>
        </p:txBody>
      </p:sp>
      <p:sp>
        <p:nvSpPr>
          <p:cNvPr id="16" name="Subtitle 2">
            <a:extLst>
              <a:ext uri="{FF2B5EF4-FFF2-40B4-BE49-F238E27FC236}">
                <a16:creationId xmlns:a16="http://schemas.microsoft.com/office/drawing/2014/main" id="{EEA64E97-C31D-49B1-B8E1-20E5F404F516}"/>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35" name="Text Placeholder 3" descr="Row 1 label">
            <a:extLst>
              <a:ext uri="{FF2B5EF4-FFF2-40B4-BE49-F238E27FC236}">
                <a16:creationId xmlns:a16="http://schemas.microsoft.com/office/drawing/2014/main" id="{7077ED63-7149-B64F-804C-21E2E59DF7DB}"/>
              </a:ext>
            </a:extLst>
          </p:cNvPr>
          <p:cNvSpPr>
            <a:spLocks noGrp="1"/>
          </p:cNvSpPr>
          <p:nvPr>
            <p:ph type="body" sz="quarter" idx="30" hasCustomPrompt="1"/>
          </p:nvPr>
        </p:nvSpPr>
        <p:spPr>
          <a:xfrm>
            <a:off x="271464" y="1546789"/>
            <a:ext cx="574570" cy="439174"/>
          </a:xfrm>
          <a:noFill/>
          <a:ln w="12700">
            <a:noFill/>
          </a:ln>
        </p:spPr>
        <p:txBody>
          <a:bodyPr tIns="91440"/>
          <a:lstStyle>
            <a:lvl1pPr algn="ctr">
              <a:lnSpc>
                <a:spcPct val="100000"/>
              </a:lnSpc>
              <a:spcBef>
                <a:spcPts val="600"/>
              </a:spcBef>
              <a:buNone/>
              <a:defRPr sz="1000">
                <a:solidFill>
                  <a:schemeClr val="tx1"/>
                </a:solidFill>
              </a:defRPr>
            </a:lvl1pPr>
            <a:lvl2pPr marL="0" indent="0" algn="ctr">
              <a:lnSpc>
                <a:spcPct val="100000"/>
              </a:lnSpc>
              <a:spcBef>
                <a:spcPts val="600"/>
              </a:spcBef>
              <a:buFont typeface="Arial" panose="020B0604020202020204" pitchFamily="34" charset="0"/>
              <a:buChar char="​"/>
              <a:defRPr sz="1400"/>
            </a:lvl2pPr>
          </a:lstStyle>
          <a:p>
            <a:pPr lvl="0"/>
            <a:r>
              <a:rPr lang="en-US" dirty="0"/>
              <a:t>Click to add text</a:t>
            </a:r>
          </a:p>
        </p:txBody>
      </p:sp>
      <p:sp>
        <p:nvSpPr>
          <p:cNvPr id="34" name="Text Placeholder 3" descr="Row 1 text box is a long horizontal box the width of the slide acting as a header. ">
            <a:extLst>
              <a:ext uri="{FF2B5EF4-FFF2-40B4-BE49-F238E27FC236}">
                <a16:creationId xmlns:a16="http://schemas.microsoft.com/office/drawing/2014/main" id="{03CB2304-DD0F-674C-91F7-863CDF3757FC}"/>
              </a:ext>
            </a:extLst>
          </p:cNvPr>
          <p:cNvSpPr>
            <a:spLocks noGrp="1"/>
          </p:cNvSpPr>
          <p:nvPr>
            <p:ph type="body" sz="quarter" idx="29" hasCustomPrompt="1"/>
          </p:nvPr>
        </p:nvSpPr>
        <p:spPr>
          <a:xfrm>
            <a:off x="1034040" y="1561701"/>
            <a:ext cx="10630969" cy="429469"/>
          </a:xfrm>
          <a:noFill/>
          <a:ln w="12700">
            <a:solidFill>
              <a:schemeClr val="accent3">
                <a:alpha val="25000"/>
              </a:schemeClr>
            </a:solidFill>
          </a:ln>
        </p:spPr>
        <p:txBody>
          <a:bodyPr tIns="91440"/>
          <a:lstStyle>
            <a:lvl1pPr algn="ctr">
              <a:lnSpc>
                <a:spcPct val="100000"/>
              </a:lnSpc>
              <a:spcBef>
                <a:spcPts val="600"/>
              </a:spcBef>
              <a:buNone/>
              <a:defRPr sz="1600">
                <a:solidFill>
                  <a:schemeClr val="tx1"/>
                </a:solidFill>
              </a:defRPr>
            </a:lvl1pPr>
            <a:lvl2pPr marL="0" indent="0" algn="ctr">
              <a:lnSpc>
                <a:spcPct val="100000"/>
              </a:lnSpc>
              <a:spcBef>
                <a:spcPts val="600"/>
              </a:spcBef>
              <a:buFont typeface="Arial" panose="020B0604020202020204" pitchFamily="34" charset="0"/>
              <a:buChar char="​"/>
              <a:defRPr sz="1400"/>
            </a:lvl2pPr>
          </a:lstStyle>
          <a:p>
            <a:pPr lvl="0"/>
            <a:r>
              <a:rPr lang="en-US" dirty="0"/>
              <a:t>Click to add text</a:t>
            </a:r>
          </a:p>
        </p:txBody>
      </p:sp>
      <p:sp>
        <p:nvSpPr>
          <p:cNvPr id="36" name="Text Placeholder 3" descr="Row 2 label; this row shows 4 content boxes labeled A through D, each is a different color and holds text.">
            <a:extLst>
              <a:ext uri="{FF2B5EF4-FFF2-40B4-BE49-F238E27FC236}">
                <a16:creationId xmlns:a16="http://schemas.microsoft.com/office/drawing/2014/main" id="{3E62FD32-E978-1A49-AA98-60CD14AE003D}"/>
              </a:ext>
            </a:extLst>
          </p:cNvPr>
          <p:cNvSpPr>
            <a:spLocks noGrp="1"/>
          </p:cNvSpPr>
          <p:nvPr>
            <p:ph type="body" sz="quarter" idx="31" hasCustomPrompt="1"/>
          </p:nvPr>
        </p:nvSpPr>
        <p:spPr>
          <a:xfrm>
            <a:off x="285750" y="3304775"/>
            <a:ext cx="560283" cy="658026"/>
          </a:xfrm>
          <a:noFill/>
          <a:ln w="12700">
            <a:noFill/>
          </a:ln>
        </p:spPr>
        <p:txBody>
          <a:bodyPr tIns="91440"/>
          <a:lstStyle>
            <a:lvl1pPr algn="ctr">
              <a:lnSpc>
                <a:spcPct val="100000"/>
              </a:lnSpc>
              <a:spcBef>
                <a:spcPts val="600"/>
              </a:spcBef>
              <a:buNone/>
              <a:defRPr sz="1000">
                <a:solidFill>
                  <a:schemeClr val="tx1"/>
                </a:solidFill>
              </a:defRPr>
            </a:lvl1pPr>
            <a:lvl2pPr marL="0" indent="0" algn="ctr">
              <a:lnSpc>
                <a:spcPct val="100000"/>
              </a:lnSpc>
              <a:spcBef>
                <a:spcPts val="600"/>
              </a:spcBef>
              <a:buFont typeface="Arial" panose="020B0604020202020204" pitchFamily="34" charset="0"/>
              <a:buChar char="​"/>
              <a:defRPr sz="1400"/>
            </a:lvl2pPr>
          </a:lstStyle>
          <a:p>
            <a:pPr lvl="0"/>
            <a:r>
              <a:rPr lang="en-US" dirty="0"/>
              <a:t>Click to add text</a:t>
            </a:r>
          </a:p>
        </p:txBody>
      </p:sp>
      <p:cxnSp>
        <p:nvCxnSpPr>
          <p:cNvPr id="25" name="Straight Connector 24">
            <a:extLst>
              <a:ext uri="{FF2B5EF4-FFF2-40B4-BE49-F238E27FC236}">
                <a16:creationId xmlns:a16="http://schemas.microsoft.com/office/drawing/2014/main" id="{1AEFB321-2C32-7945-A5C9-A9F00AE58896}"/>
              </a:ext>
              <a:ext uri="{C183D7F6-B498-43B3-948B-1728B52AA6E4}">
                <adec:decorative xmlns:adec="http://schemas.microsoft.com/office/drawing/2017/decorative" val="1"/>
              </a:ext>
            </a:extLst>
          </p:cNvPr>
          <p:cNvCxnSpPr/>
          <p:nvPr/>
        </p:nvCxnSpPr>
        <p:spPr bwMode="gray">
          <a:xfrm>
            <a:off x="1093076" y="2680138"/>
            <a:ext cx="2459421" cy="0"/>
          </a:xfrm>
          <a:prstGeom prst="line">
            <a:avLst/>
          </a:prstGeom>
          <a:ln w="25400">
            <a:solidFill>
              <a:schemeClr val="accent6"/>
            </a:solidFill>
            <a:miter lim="800000"/>
            <a:tailEnd type="none"/>
          </a:ln>
        </p:spPr>
        <p:style>
          <a:lnRef idx="1">
            <a:schemeClr val="accent1"/>
          </a:lnRef>
          <a:fillRef idx="0">
            <a:schemeClr val="accent1"/>
          </a:fillRef>
          <a:effectRef idx="0">
            <a:schemeClr val="accent1"/>
          </a:effectRef>
          <a:fontRef idx="minor">
            <a:schemeClr val="tx1"/>
          </a:fontRef>
        </p:style>
      </p:cxnSp>
      <p:sp>
        <p:nvSpPr>
          <p:cNvPr id="17" name="Text Placeholder 3" descr="Row 2, box 1: text in plum">
            <a:extLst>
              <a:ext uri="{FF2B5EF4-FFF2-40B4-BE49-F238E27FC236}">
                <a16:creationId xmlns:a16="http://schemas.microsoft.com/office/drawing/2014/main" id="{2E201879-B985-4ADE-8AD6-6C3E14CE0AFE}"/>
              </a:ext>
            </a:extLst>
          </p:cNvPr>
          <p:cNvSpPr>
            <a:spLocks noGrp="1"/>
          </p:cNvSpPr>
          <p:nvPr>
            <p:ph type="body" sz="quarter" idx="19" hasCustomPrompt="1"/>
          </p:nvPr>
        </p:nvSpPr>
        <p:spPr>
          <a:xfrm>
            <a:off x="1102407" y="2699834"/>
            <a:ext cx="2430126" cy="1949198"/>
          </a:xfrm>
          <a:noFill/>
          <a:ln w="15875">
            <a:noFill/>
          </a:ln>
        </p:spPr>
        <p:txBody>
          <a:bodyPr tIns="365760"/>
          <a:lstStyle>
            <a:lvl1pPr algn="ctr">
              <a:lnSpc>
                <a:spcPct val="100000"/>
              </a:lnSpc>
              <a:spcBef>
                <a:spcPts val="600"/>
              </a:spcBef>
              <a:buNone/>
              <a:defRPr sz="1800">
                <a:solidFill>
                  <a:schemeClr val="tx1"/>
                </a:solidFill>
              </a:defRPr>
            </a:lvl1pPr>
            <a:lvl2pPr marL="0" indent="0" algn="ctr">
              <a:lnSpc>
                <a:spcPct val="100000"/>
              </a:lnSpc>
              <a:spcBef>
                <a:spcPts val="600"/>
              </a:spcBef>
              <a:buFont typeface="Arial" panose="020B0604020202020204" pitchFamily="34" charset="0"/>
              <a:buChar char="​"/>
              <a:defRPr sz="1400">
                <a:solidFill>
                  <a:schemeClr val="tx1"/>
                </a:solidFill>
              </a:defRPr>
            </a:lvl2pPr>
          </a:lstStyle>
          <a:p>
            <a:pPr lvl="0"/>
            <a:r>
              <a:rPr lang="en-US" dirty="0"/>
              <a:t>Click to add text</a:t>
            </a:r>
          </a:p>
          <a:p>
            <a:pPr lvl="1"/>
            <a:r>
              <a:rPr lang="en-US" dirty="0"/>
              <a:t>Second level</a:t>
            </a:r>
          </a:p>
        </p:txBody>
      </p:sp>
      <p:cxnSp>
        <p:nvCxnSpPr>
          <p:cNvPr id="4" name="Straight Connector 3">
            <a:extLst>
              <a:ext uri="{FF2B5EF4-FFF2-40B4-BE49-F238E27FC236}">
                <a16:creationId xmlns:a16="http://schemas.microsoft.com/office/drawing/2014/main" id="{7E322B01-8AA4-6B48-98B8-90F64F16E3E4}"/>
              </a:ext>
              <a:ext uri="{C183D7F6-B498-43B3-948B-1728B52AA6E4}">
                <adec:decorative xmlns:adec="http://schemas.microsoft.com/office/drawing/2017/decorative" val="1"/>
              </a:ext>
            </a:extLst>
          </p:cNvPr>
          <p:cNvCxnSpPr/>
          <p:nvPr/>
        </p:nvCxnSpPr>
        <p:spPr bwMode="gray">
          <a:xfrm>
            <a:off x="3808412" y="2680138"/>
            <a:ext cx="2459421" cy="0"/>
          </a:xfrm>
          <a:prstGeom prst="line">
            <a:avLst/>
          </a:prstGeom>
          <a:ln w="25400">
            <a:solidFill>
              <a:schemeClr val="accent4"/>
            </a:solidFill>
            <a:miter lim="800000"/>
            <a:tailEnd type="none"/>
          </a:ln>
        </p:spPr>
        <p:style>
          <a:lnRef idx="1">
            <a:schemeClr val="accent1"/>
          </a:lnRef>
          <a:fillRef idx="0">
            <a:schemeClr val="accent1"/>
          </a:fillRef>
          <a:effectRef idx="0">
            <a:schemeClr val="accent1"/>
          </a:effectRef>
          <a:fontRef idx="minor">
            <a:schemeClr val="tx1"/>
          </a:fontRef>
        </p:style>
      </p:cxnSp>
      <p:sp>
        <p:nvSpPr>
          <p:cNvPr id="28" name="Text Placeholder 3" descr="Row 2, box 2: text in ocean">
            <a:extLst>
              <a:ext uri="{FF2B5EF4-FFF2-40B4-BE49-F238E27FC236}">
                <a16:creationId xmlns:a16="http://schemas.microsoft.com/office/drawing/2014/main" id="{9495BAAB-E860-4075-9DA3-ABA7C32D235E}"/>
              </a:ext>
            </a:extLst>
          </p:cNvPr>
          <p:cNvSpPr>
            <a:spLocks noGrp="1"/>
          </p:cNvSpPr>
          <p:nvPr>
            <p:ph type="body" sz="quarter" idx="20" hasCustomPrompt="1"/>
          </p:nvPr>
        </p:nvSpPr>
        <p:spPr>
          <a:xfrm>
            <a:off x="3816081" y="2699834"/>
            <a:ext cx="2430126" cy="1949198"/>
          </a:xfrm>
          <a:noFill/>
          <a:ln w="15875">
            <a:noFill/>
          </a:ln>
        </p:spPr>
        <p:txBody>
          <a:bodyPr tIns="365760"/>
          <a:lstStyle>
            <a:lvl1pPr algn="ctr">
              <a:lnSpc>
                <a:spcPct val="100000"/>
              </a:lnSpc>
              <a:spcBef>
                <a:spcPts val="600"/>
              </a:spcBef>
              <a:buNone/>
              <a:defRPr sz="1800">
                <a:solidFill>
                  <a:schemeClr val="tx1"/>
                </a:solidFill>
              </a:defRPr>
            </a:lvl1pPr>
            <a:lvl2pPr marL="0" indent="0" algn="ctr">
              <a:lnSpc>
                <a:spcPct val="100000"/>
              </a:lnSpc>
              <a:spcBef>
                <a:spcPts val="600"/>
              </a:spcBef>
              <a:buFont typeface="Arial" panose="020B0604020202020204" pitchFamily="34" charset="0"/>
              <a:buChar char="​"/>
              <a:defRPr sz="1400">
                <a:solidFill>
                  <a:schemeClr val="tx1"/>
                </a:solidFill>
              </a:defRPr>
            </a:lvl2pPr>
          </a:lstStyle>
          <a:p>
            <a:pPr lvl="0"/>
            <a:r>
              <a:rPr lang="en-US" dirty="0"/>
              <a:t>Click to add text</a:t>
            </a:r>
          </a:p>
          <a:p>
            <a:pPr lvl="1"/>
            <a:r>
              <a:rPr lang="en-US" dirty="0"/>
              <a:t>Second level</a:t>
            </a:r>
          </a:p>
        </p:txBody>
      </p:sp>
      <p:cxnSp>
        <p:nvCxnSpPr>
          <p:cNvPr id="32" name="Straight Connector 31">
            <a:extLst>
              <a:ext uri="{FF2B5EF4-FFF2-40B4-BE49-F238E27FC236}">
                <a16:creationId xmlns:a16="http://schemas.microsoft.com/office/drawing/2014/main" id="{65C97932-042E-C845-9300-586CA61AB8C0}"/>
              </a:ext>
              <a:ext uri="{C183D7F6-B498-43B3-948B-1728B52AA6E4}">
                <adec:decorative xmlns:adec="http://schemas.microsoft.com/office/drawing/2017/decorative" val="1"/>
              </a:ext>
            </a:extLst>
          </p:cNvPr>
          <p:cNvCxnSpPr/>
          <p:nvPr/>
        </p:nvCxnSpPr>
        <p:spPr bwMode="gray">
          <a:xfrm>
            <a:off x="6551612" y="2680138"/>
            <a:ext cx="2459421" cy="0"/>
          </a:xfrm>
          <a:prstGeom prst="line">
            <a:avLst/>
          </a:prstGeom>
          <a:ln w="25400">
            <a:solidFill>
              <a:schemeClr val="accent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29" name="Text Placeholder 3" descr="Row 2, box 3: text in indigo">
            <a:extLst>
              <a:ext uri="{FF2B5EF4-FFF2-40B4-BE49-F238E27FC236}">
                <a16:creationId xmlns:a16="http://schemas.microsoft.com/office/drawing/2014/main" id="{62D3946B-F2F1-42AF-8E89-00761A7745D4}"/>
              </a:ext>
            </a:extLst>
          </p:cNvPr>
          <p:cNvSpPr>
            <a:spLocks noGrp="1"/>
          </p:cNvSpPr>
          <p:nvPr>
            <p:ph type="body" sz="quarter" idx="21" hasCustomPrompt="1"/>
          </p:nvPr>
        </p:nvSpPr>
        <p:spPr>
          <a:xfrm>
            <a:off x="6529754" y="2699834"/>
            <a:ext cx="2477611" cy="1949198"/>
          </a:xfrm>
          <a:noFill/>
          <a:ln w="15875">
            <a:noFill/>
          </a:ln>
        </p:spPr>
        <p:txBody>
          <a:bodyPr tIns="365760"/>
          <a:lstStyle>
            <a:lvl1pPr algn="ctr">
              <a:lnSpc>
                <a:spcPct val="100000"/>
              </a:lnSpc>
              <a:spcBef>
                <a:spcPts val="600"/>
              </a:spcBef>
              <a:defRPr sz="1800">
                <a:solidFill>
                  <a:schemeClr val="tx1"/>
                </a:solidFill>
              </a:defRPr>
            </a:lvl1pPr>
            <a:lvl2pPr marL="0" indent="0" algn="ctr">
              <a:lnSpc>
                <a:spcPct val="100000"/>
              </a:lnSpc>
              <a:spcBef>
                <a:spcPts val="600"/>
              </a:spcBef>
              <a:buFont typeface="Arial" panose="020B0604020202020204" pitchFamily="34" charset="0"/>
              <a:buChar char="​"/>
              <a:defRPr sz="1400">
                <a:solidFill>
                  <a:schemeClr val="tx1"/>
                </a:solidFill>
              </a:defRPr>
            </a:lvl2pPr>
          </a:lstStyle>
          <a:p>
            <a:pPr lvl="0"/>
            <a:r>
              <a:rPr lang="en-US"/>
              <a:t>Click to add text</a:t>
            </a:r>
          </a:p>
          <a:p>
            <a:pPr lvl="1"/>
            <a:r>
              <a:rPr lang="en-US"/>
              <a:t>Second level</a:t>
            </a:r>
          </a:p>
        </p:txBody>
      </p:sp>
      <p:cxnSp>
        <p:nvCxnSpPr>
          <p:cNvPr id="38" name="Straight Connector 37">
            <a:extLst>
              <a:ext uri="{FF2B5EF4-FFF2-40B4-BE49-F238E27FC236}">
                <a16:creationId xmlns:a16="http://schemas.microsoft.com/office/drawing/2014/main" id="{D68A42CD-A1AD-9149-80A3-4BFE5D75E3AB}"/>
              </a:ext>
              <a:ext uri="{C183D7F6-B498-43B3-948B-1728B52AA6E4}">
                <adec:decorative xmlns:adec="http://schemas.microsoft.com/office/drawing/2017/decorative" val="1"/>
              </a:ext>
            </a:extLst>
          </p:cNvPr>
          <p:cNvCxnSpPr/>
          <p:nvPr/>
        </p:nvCxnSpPr>
        <p:spPr bwMode="gray">
          <a:xfrm>
            <a:off x="9229123" y="2680138"/>
            <a:ext cx="2459421" cy="0"/>
          </a:xfrm>
          <a:prstGeom prst="line">
            <a:avLst/>
          </a:prstGeom>
          <a:ln w="25400">
            <a:solidFill>
              <a:schemeClr val="accent5"/>
            </a:solidFill>
            <a:miter lim="800000"/>
            <a:tailEnd type="none"/>
          </a:ln>
        </p:spPr>
        <p:style>
          <a:lnRef idx="1">
            <a:schemeClr val="accent1"/>
          </a:lnRef>
          <a:fillRef idx="0">
            <a:schemeClr val="accent1"/>
          </a:fillRef>
          <a:effectRef idx="0">
            <a:schemeClr val="accent1"/>
          </a:effectRef>
          <a:fontRef idx="minor">
            <a:schemeClr val="tx1"/>
          </a:fontRef>
        </p:style>
      </p:cxnSp>
      <p:sp>
        <p:nvSpPr>
          <p:cNvPr id="30" name="Text Placeholder 3" descr="Row 2, box 4: text in dark green">
            <a:extLst>
              <a:ext uri="{FF2B5EF4-FFF2-40B4-BE49-F238E27FC236}">
                <a16:creationId xmlns:a16="http://schemas.microsoft.com/office/drawing/2014/main" id="{22F84664-2E68-46AE-AE2C-E8D2B6C9A1DD}"/>
              </a:ext>
            </a:extLst>
          </p:cNvPr>
          <p:cNvSpPr>
            <a:spLocks noGrp="1"/>
          </p:cNvSpPr>
          <p:nvPr>
            <p:ph type="body" sz="quarter" idx="22" hasCustomPrompt="1"/>
          </p:nvPr>
        </p:nvSpPr>
        <p:spPr>
          <a:xfrm>
            <a:off x="9243428" y="2699834"/>
            <a:ext cx="2454586" cy="1949198"/>
          </a:xfrm>
          <a:noFill/>
          <a:ln w="15875">
            <a:noFill/>
          </a:ln>
        </p:spPr>
        <p:txBody>
          <a:bodyPr tIns="365760"/>
          <a:lstStyle>
            <a:lvl1pPr algn="ctr">
              <a:lnSpc>
                <a:spcPct val="100000"/>
              </a:lnSpc>
              <a:spcBef>
                <a:spcPts val="600"/>
              </a:spcBef>
              <a:buNone/>
              <a:defRPr sz="1800">
                <a:solidFill>
                  <a:schemeClr val="tx1"/>
                </a:solidFill>
              </a:defRPr>
            </a:lvl1pPr>
            <a:lvl2pPr marL="0" indent="0" algn="ctr">
              <a:lnSpc>
                <a:spcPct val="100000"/>
              </a:lnSpc>
              <a:spcBef>
                <a:spcPts val="600"/>
              </a:spcBef>
              <a:buFont typeface="Arial" panose="020B0604020202020204" pitchFamily="34" charset="0"/>
              <a:buChar char="​"/>
              <a:defRPr sz="1400">
                <a:solidFill>
                  <a:schemeClr val="tx1"/>
                </a:solidFill>
              </a:defRPr>
            </a:lvl2pPr>
          </a:lstStyle>
          <a:p>
            <a:pPr lvl="0"/>
            <a:r>
              <a:rPr lang="en-US"/>
              <a:t>Click to add text</a:t>
            </a:r>
          </a:p>
          <a:p>
            <a:pPr lvl="1"/>
            <a:r>
              <a:rPr lang="en-US"/>
              <a:t>Second level</a:t>
            </a:r>
          </a:p>
        </p:txBody>
      </p:sp>
      <p:sp>
        <p:nvSpPr>
          <p:cNvPr id="37" name="Text Placeholder 3" descr="Row 3 label: this row shows six, small content boxes in a horiztonal row">
            <a:extLst>
              <a:ext uri="{FF2B5EF4-FFF2-40B4-BE49-F238E27FC236}">
                <a16:creationId xmlns:a16="http://schemas.microsoft.com/office/drawing/2014/main" id="{EF286E42-C44A-274D-B9C1-D21F1AD1DEB2}"/>
              </a:ext>
            </a:extLst>
          </p:cNvPr>
          <p:cNvSpPr>
            <a:spLocks noGrp="1"/>
          </p:cNvSpPr>
          <p:nvPr>
            <p:ph type="body" sz="quarter" idx="32" hasCustomPrompt="1"/>
          </p:nvPr>
        </p:nvSpPr>
        <p:spPr>
          <a:xfrm>
            <a:off x="300038" y="5065521"/>
            <a:ext cx="545995" cy="658026"/>
          </a:xfrm>
          <a:noFill/>
          <a:ln w="12700">
            <a:noFill/>
          </a:ln>
        </p:spPr>
        <p:txBody>
          <a:bodyPr tIns="91440"/>
          <a:lstStyle>
            <a:lvl1pPr algn="ctr">
              <a:lnSpc>
                <a:spcPct val="100000"/>
              </a:lnSpc>
              <a:spcBef>
                <a:spcPts val="600"/>
              </a:spcBef>
              <a:buNone/>
              <a:defRPr sz="1000">
                <a:solidFill>
                  <a:schemeClr val="tx1"/>
                </a:solidFill>
              </a:defRPr>
            </a:lvl1pPr>
            <a:lvl2pPr marL="0" indent="0" algn="ctr">
              <a:lnSpc>
                <a:spcPct val="100000"/>
              </a:lnSpc>
              <a:spcBef>
                <a:spcPts val="600"/>
              </a:spcBef>
              <a:buFont typeface="Arial" panose="020B0604020202020204" pitchFamily="34" charset="0"/>
              <a:buChar char="​"/>
              <a:defRPr sz="1400"/>
            </a:lvl2pPr>
          </a:lstStyle>
          <a:p>
            <a:pPr lvl="0"/>
            <a:r>
              <a:rPr lang="en-US" dirty="0"/>
              <a:t>Click to add text</a:t>
            </a:r>
          </a:p>
        </p:txBody>
      </p:sp>
      <p:sp>
        <p:nvSpPr>
          <p:cNvPr id="20" name="Text Placeholder 3" descr="Row 3, text box 1">
            <a:extLst>
              <a:ext uri="{FF2B5EF4-FFF2-40B4-BE49-F238E27FC236}">
                <a16:creationId xmlns:a16="http://schemas.microsoft.com/office/drawing/2014/main" id="{828E38C7-4E21-F24B-B372-9632EC441D7F}"/>
              </a:ext>
            </a:extLst>
          </p:cNvPr>
          <p:cNvSpPr>
            <a:spLocks noGrp="1"/>
          </p:cNvSpPr>
          <p:nvPr>
            <p:ph type="body" sz="quarter" idx="23" hasCustomPrompt="1"/>
          </p:nvPr>
        </p:nvSpPr>
        <p:spPr>
          <a:xfrm>
            <a:off x="1115051" y="4956561"/>
            <a:ext cx="1713607" cy="915157"/>
          </a:xfrm>
          <a:noFill/>
          <a:ln w="12700">
            <a:solidFill>
              <a:schemeClr val="accent3">
                <a:alpha val="25000"/>
              </a:schemeClr>
            </a:solidFill>
          </a:ln>
        </p:spPr>
        <p:txBody>
          <a:bodyPr wrap="square" tIns="182880"/>
          <a:lstStyle>
            <a:lvl1pPr algn="ctr">
              <a:lnSpc>
                <a:spcPct val="100000"/>
              </a:lnSpc>
              <a:spcBef>
                <a:spcPts val="600"/>
              </a:spcBef>
              <a:defRPr sz="1200">
                <a:solidFill>
                  <a:schemeClr val="tx1"/>
                </a:solidFill>
              </a:defRPr>
            </a:lvl1pPr>
            <a:lvl2pPr marL="0" indent="0" algn="ctr">
              <a:lnSpc>
                <a:spcPct val="100000"/>
              </a:lnSpc>
              <a:spcBef>
                <a:spcPts val="600"/>
              </a:spcBef>
              <a:buFont typeface="Arial" panose="020B0604020202020204" pitchFamily="34" charset="0"/>
              <a:buChar char="​"/>
              <a:defRPr sz="1000">
                <a:solidFill>
                  <a:schemeClr val="tx1"/>
                </a:solidFill>
              </a:defRPr>
            </a:lvl2pPr>
          </a:lstStyle>
          <a:p>
            <a:pPr lvl="0"/>
            <a:r>
              <a:rPr lang="en-US" dirty="0"/>
              <a:t>Click to add text</a:t>
            </a:r>
          </a:p>
          <a:p>
            <a:pPr lvl="1"/>
            <a:r>
              <a:rPr lang="en-US" dirty="0"/>
              <a:t>Second level</a:t>
            </a:r>
          </a:p>
        </p:txBody>
      </p:sp>
      <p:sp>
        <p:nvSpPr>
          <p:cNvPr id="21" name="Text Placeholder 3" descr="Row 3, text box 2">
            <a:extLst>
              <a:ext uri="{FF2B5EF4-FFF2-40B4-BE49-F238E27FC236}">
                <a16:creationId xmlns:a16="http://schemas.microsoft.com/office/drawing/2014/main" id="{8B2FDC15-7948-0244-83E4-0CDCDBC619B3}"/>
              </a:ext>
            </a:extLst>
          </p:cNvPr>
          <p:cNvSpPr>
            <a:spLocks noGrp="1"/>
          </p:cNvSpPr>
          <p:nvPr>
            <p:ph type="body" sz="quarter" idx="24" hasCustomPrompt="1"/>
          </p:nvPr>
        </p:nvSpPr>
        <p:spPr>
          <a:xfrm>
            <a:off x="2886312" y="4956561"/>
            <a:ext cx="1713607" cy="915157"/>
          </a:xfrm>
          <a:noFill/>
          <a:ln w="12700">
            <a:solidFill>
              <a:schemeClr val="accent3">
                <a:alpha val="25000"/>
              </a:schemeClr>
            </a:solidFill>
          </a:ln>
        </p:spPr>
        <p:txBody>
          <a:bodyPr wrap="square" tIns="182880"/>
          <a:lstStyle>
            <a:lvl1pPr algn="ctr">
              <a:lnSpc>
                <a:spcPct val="100000"/>
              </a:lnSpc>
              <a:spcBef>
                <a:spcPts val="600"/>
              </a:spcBef>
              <a:defRPr sz="1200">
                <a:solidFill>
                  <a:schemeClr val="tx1"/>
                </a:solidFill>
              </a:defRPr>
            </a:lvl1pPr>
            <a:lvl2pPr marL="0" indent="0" algn="ctr">
              <a:lnSpc>
                <a:spcPct val="100000"/>
              </a:lnSpc>
              <a:spcBef>
                <a:spcPts val="600"/>
              </a:spcBef>
              <a:buFont typeface="Arial" panose="020B0604020202020204" pitchFamily="34" charset="0"/>
              <a:buChar char="​"/>
              <a:defRPr sz="1000">
                <a:solidFill>
                  <a:schemeClr val="tx1"/>
                </a:solidFill>
              </a:defRPr>
            </a:lvl2pPr>
          </a:lstStyle>
          <a:p>
            <a:pPr lvl="0"/>
            <a:r>
              <a:rPr lang="en-US"/>
              <a:t>Click to add text</a:t>
            </a:r>
          </a:p>
          <a:p>
            <a:pPr lvl="1"/>
            <a:r>
              <a:rPr lang="en-US"/>
              <a:t>Second level</a:t>
            </a:r>
          </a:p>
        </p:txBody>
      </p:sp>
      <p:sp>
        <p:nvSpPr>
          <p:cNvPr id="26" name="Text Placeholder 3" descr="Row 3, text box 3">
            <a:extLst>
              <a:ext uri="{FF2B5EF4-FFF2-40B4-BE49-F238E27FC236}">
                <a16:creationId xmlns:a16="http://schemas.microsoft.com/office/drawing/2014/main" id="{E4B34A83-BA8A-6844-8A56-BBD517A5B6FD}"/>
              </a:ext>
            </a:extLst>
          </p:cNvPr>
          <p:cNvSpPr>
            <a:spLocks noGrp="1"/>
          </p:cNvSpPr>
          <p:nvPr>
            <p:ph type="body" sz="quarter" idx="25" hasCustomPrompt="1"/>
          </p:nvPr>
        </p:nvSpPr>
        <p:spPr>
          <a:xfrm>
            <a:off x="4657573" y="4956561"/>
            <a:ext cx="1713607" cy="915157"/>
          </a:xfrm>
          <a:noFill/>
          <a:ln w="12700">
            <a:solidFill>
              <a:schemeClr val="accent3">
                <a:alpha val="25000"/>
              </a:schemeClr>
            </a:solidFill>
          </a:ln>
        </p:spPr>
        <p:txBody>
          <a:bodyPr wrap="square" tIns="182880"/>
          <a:lstStyle>
            <a:lvl1pPr algn="ctr">
              <a:lnSpc>
                <a:spcPct val="100000"/>
              </a:lnSpc>
              <a:spcBef>
                <a:spcPts val="600"/>
              </a:spcBef>
              <a:defRPr sz="1200">
                <a:solidFill>
                  <a:schemeClr val="tx1"/>
                </a:solidFill>
              </a:defRPr>
            </a:lvl1pPr>
            <a:lvl2pPr marL="0" indent="0" algn="ctr">
              <a:lnSpc>
                <a:spcPct val="100000"/>
              </a:lnSpc>
              <a:spcBef>
                <a:spcPts val="600"/>
              </a:spcBef>
              <a:buFont typeface="Arial" panose="020B0604020202020204" pitchFamily="34" charset="0"/>
              <a:buChar char="​"/>
              <a:defRPr sz="1000">
                <a:solidFill>
                  <a:schemeClr val="tx1"/>
                </a:solidFill>
              </a:defRPr>
            </a:lvl2pPr>
          </a:lstStyle>
          <a:p>
            <a:pPr lvl="0"/>
            <a:r>
              <a:rPr lang="en-US"/>
              <a:t>Click to add text</a:t>
            </a:r>
          </a:p>
          <a:p>
            <a:pPr lvl="1"/>
            <a:r>
              <a:rPr lang="en-US"/>
              <a:t>Second level</a:t>
            </a:r>
          </a:p>
        </p:txBody>
      </p:sp>
      <p:sp>
        <p:nvSpPr>
          <p:cNvPr id="27" name="Text Placeholder 3" descr="Row 3, text box 4">
            <a:extLst>
              <a:ext uri="{FF2B5EF4-FFF2-40B4-BE49-F238E27FC236}">
                <a16:creationId xmlns:a16="http://schemas.microsoft.com/office/drawing/2014/main" id="{532716FA-3DC7-AF41-8C5F-F9D040A43930}"/>
              </a:ext>
            </a:extLst>
          </p:cNvPr>
          <p:cNvSpPr>
            <a:spLocks noGrp="1"/>
          </p:cNvSpPr>
          <p:nvPr>
            <p:ph type="body" sz="quarter" idx="26" hasCustomPrompt="1"/>
          </p:nvPr>
        </p:nvSpPr>
        <p:spPr>
          <a:xfrm>
            <a:off x="6428834" y="4956561"/>
            <a:ext cx="1713607" cy="915157"/>
          </a:xfrm>
          <a:noFill/>
          <a:ln w="12700">
            <a:solidFill>
              <a:schemeClr val="accent3">
                <a:alpha val="25000"/>
              </a:schemeClr>
            </a:solidFill>
          </a:ln>
        </p:spPr>
        <p:txBody>
          <a:bodyPr wrap="square" tIns="182880"/>
          <a:lstStyle>
            <a:lvl1pPr algn="ctr">
              <a:lnSpc>
                <a:spcPct val="100000"/>
              </a:lnSpc>
              <a:spcBef>
                <a:spcPts val="600"/>
              </a:spcBef>
              <a:defRPr sz="1200">
                <a:solidFill>
                  <a:schemeClr val="tx1"/>
                </a:solidFill>
              </a:defRPr>
            </a:lvl1pPr>
            <a:lvl2pPr marL="0" indent="0" algn="ctr">
              <a:lnSpc>
                <a:spcPct val="100000"/>
              </a:lnSpc>
              <a:spcBef>
                <a:spcPts val="600"/>
              </a:spcBef>
              <a:buFont typeface="Arial" panose="020B0604020202020204" pitchFamily="34" charset="0"/>
              <a:buChar char="​"/>
              <a:defRPr sz="1000">
                <a:solidFill>
                  <a:schemeClr val="tx1"/>
                </a:solidFill>
              </a:defRPr>
            </a:lvl2pPr>
          </a:lstStyle>
          <a:p>
            <a:pPr lvl="0"/>
            <a:r>
              <a:rPr lang="en-US"/>
              <a:t>Click to add text</a:t>
            </a:r>
          </a:p>
          <a:p>
            <a:pPr lvl="1"/>
            <a:r>
              <a:rPr lang="en-US"/>
              <a:t>Second level</a:t>
            </a:r>
          </a:p>
        </p:txBody>
      </p:sp>
      <p:sp>
        <p:nvSpPr>
          <p:cNvPr id="31" name="Text Placeholder 3" descr="Row 3, text box 5">
            <a:extLst>
              <a:ext uri="{FF2B5EF4-FFF2-40B4-BE49-F238E27FC236}">
                <a16:creationId xmlns:a16="http://schemas.microsoft.com/office/drawing/2014/main" id="{6EA6D41F-30CE-1443-9F1F-896A2907ECBD}"/>
              </a:ext>
            </a:extLst>
          </p:cNvPr>
          <p:cNvSpPr>
            <a:spLocks noGrp="1"/>
          </p:cNvSpPr>
          <p:nvPr>
            <p:ph type="body" sz="quarter" idx="27" hasCustomPrompt="1"/>
          </p:nvPr>
        </p:nvSpPr>
        <p:spPr>
          <a:xfrm>
            <a:off x="8200095" y="4956561"/>
            <a:ext cx="1713607" cy="915157"/>
          </a:xfrm>
          <a:noFill/>
          <a:ln w="12700">
            <a:solidFill>
              <a:schemeClr val="accent3">
                <a:alpha val="25000"/>
              </a:schemeClr>
            </a:solidFill>
          </a:ln>
        </p:spPr>
        <p:txBody>
          <a:bodyPr wrap="square" tIns="182880"/>
          <a:lstStyle>
            <a:lvl1pPr algn="ctr">
              <a:lnSpc>
                <a:spcPct val="100000"/>
              </a:lnSpc>
              <a:spcBef>
                <a:spcPts val="600"/>
              </a:spcBef>
              <a:defRPr sz="1200">
                <a:solidFill>
                  <a:schemeClr val="tx1"/>
                </a:solidFill>
              </a:defRPr>
            </a:lvl1pPr>
            <a:lvl2pPr marL="0" indent="0" algn="ctr">
              <a:lnSpc>
                <a:spcPct val="100000"/>
              </a:lnSpc>
              <a:spcBef>
                <a:spcPts val="600"/>
              </a:spcBef>
              <a:buFont typeface="Arial" panose="020B0604020202020204" pitchFamily="34" charset="0"/>
              <a:buChar char="​"/>
              <a:defRPr sz="1000">
                <a:solidFill>
                  <a:schemeClr val="tx1"/>
                </a:solidFill>
              </a:defRPr>
            </a:lvl2pPr>
          </a:lstStyle>
          <a:p>
            <a:pPr lvl="0"/>
            <a:r>
              <a:rPr lang="en-US"/>
              <a:t>Click to add text</a:t>
            </a:r>
          </a:p>
          <a:p>
            <a:pPr lvl="1"/>
            <a:r>
              <a:rPr lang="en-US"/>
              <a:t>Second level</a:t>
            </a:r>
          </a:p>
        </p:txBody>
      </p:sp>
      <p:sp>
        <p:nvSpPr>
          <p:cNvPr id="33" name="Text Placeholder 3" descr="Row 3, text box 6">
            <a:extLst>
              <a:ext uri="{FF2B5EF4-FFF2-40B4-BE49-F238E27FC236}">
                <a16:creationId xmlns:a16="http://schemas.microsoft.com/office/drawing/2014/main" id="{62388AAB-5BA2-4747-B0D0-B11DA9195125}"/>
              </a:ext>
            </a:extLst>
          </p:cNvPr>
          <p:cNvSpPr>
            <a:spLocks noGrp="1"/>
          </p:cNvSpPr>
          <p:nvPr>
            <p:ph type="body" sz="quarter" idx="28" hasCustomPrompt="1"/>
          </p:nvPr>
        </p:nvSpPr>
        <p:spPr>
          <a:xfrm>
            <a:off x="9971354" y="4956561"/>
            <a:ext cx="1713607" cy="915157"/>
          </a:xfrm>
          <a:noFill/>
          <a:ln w="12700">
            <a:solidFill>
              <a:schemeClr val="accent3">
                <a:alpha val="25000"/>
              </a:schemeClr>
            </a:solidFill>
          </a:ln>
        </p:spPr>
        <p:txBody>
          <a:bodyPr wrap="square" tIns="182880"/>
          <a:lstStyle>
            <a:lvl1pPr algn="ctr">
              <a:lnSpc>
                <a:spcPct val="100000"/>
              </a:lnSpc>
              <a:spcBef>
                <a:spcPts val="600"/>
              </a:spcBef>
              <a:defRPr sz="1200">
                <a:solidFill>
                  <a:schemeClr val="tx1"/>
                </a:solidFill>
              </a:defRPr>
            </a:lvl1pPr>
            <a:lvl2pPr marL="0" indent="0" algn="ctr">
              <a:lnSpc>
                <a:spcPct val="100000"/>
              </a:lnSpc>
              <a:spcBef>
                <a:spcPts val="600"/>
              </a:spcBef>
              <a:buFont typeface="Arial" panose="020B0604020202020204" pitchFamily="34" charset="0"/>
              <a:buChar char="​"/>
              <a:defRPr sz="1000">
                <a:solidFill>
                  <a:schemeClr val="tx1"/>
                </a:solidFill>
              </a:defRPr>
            </a:lvl2pPr>
          </a:lstStyle>
          <a:p>
            <a:pPr lvl="0"/>
            <a:r>
              <a:rPr lang="en-US"/>
              <a:t>Click to add text</a:t>
            </a:r>
          </a:p>
          <a:p>
            <a:pPr lvl="1"/>
            <a:r>
              <a:rPr lang="en-US"/>
              <a:t>Second level</a:t>
            </a:r>
          </a:p>
        </p:txBody>
      </p:sp>
      <p:sp>
        <p:nvSpPr>
          <p:cNvPr id="24" name="page number">
            <a:extLst>
              <a:ext uri="{FF2B5EF4-FFF2-40B4-BE49-F238E27FC236}">
                <a16:creationId xmlns:a16="http://schemas.microsoft.com/office/drawing/2014/main" id="{D09494D0-773E-A04D-BC5F-65AA87B8246F}"/>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cxnSp>
        <p:nvCxnSpPr>
          <p:cNvPr id="23" name="Straight Connector 22">
            <a:extLst>
              <a:ext uri="{FF2B5EF4-FFF2-40B4-BE49-F238E27FC236}">
                <a16:creationId xmlns:a16="http://schemas.microsoft.com/office/drawing/2014/main" id="{1AEFB321-2C32-7945-A5C9-A9F00AE58896}"/>
              </a:ext>
              <a:ext uri="{C183D7F6-B498-43B3-948B-1728B52AA6E4}">
                <adec:decorative xmlns:adec="http://schemas.microsoft.com/office/drawing/2017/decorative" val="1"/>
              </a:ext>
            </a:extLst>
          </p:cNvPr>
          <p:cNvCxnSpPr/>
          <p:nvPr userDrawn="1"/>
        </p:nvCxnSpPr>
        <p:spPr bwMode="gray">
          <a:xfrm>
            <a:off x="1093076" y="2680138"/>
            <a:ext cx="2459421" cy="0"/>
          </a:xfrm>
          <a:prstGeom prst="line">
            <a:avLst/>
          </a:prstGeom>
          <a:ln w="25400">
            <a:solidFill>
              <a:schemeClr val="accent6"/>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7E322B01-8AA4-6B48-98B8-90F64F16E3E4}"/>
              </a:ext>
              <a:ext uri="{C183D7F6-B498-43B3-948B-1728B52AA6E4}">
                <adec:decorative xmlns:adec="http://schemas.microsoft.com/office/drawing/2017/decorative" val="1"/>
              </a:ext>
            </a:extLst>
          </p:cNvPr>
          <p:cNvCxnSpPr/>
          <p:nvPr userDrawn="1"/>
        </p:nvCxnSpPr>
        <p:spPr bwMode="gray">
          <a:xfrm>
            <a:off x="3808412" y="2680138"/>
            <a:ext cx="2459421" cy="0"/>
          </a:xfrm>
          <a:prstGeom prst="line">
            <a:avLst/>
          </a:prstGeom>
          <a:ln w="25400">
            <a:solidFill>
              <a:schemeClr val="accent4"/>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65C97932-042E-C845-9300-586CA61AB8C0}"/>
              </a:ext>
              <a:ext uri="{C183D7F6-B498-43B3-948B-1728B52AA6E4}">
                <adec:decorative xmlns:adec="http://schemas.microsoft.com/office/drawing/2017/decorative" val="1"/>
              </a:ext>
            </a:extLst>
          </p:cNvPr>
          <p:cNvCxnSpPr/>
          <p:nvPr userDrawn="1"/>
        </p:nvCxnSpPr>
        <p:spPr bwMode="gray">
          <a:xfrm>
            <a:off x="6551612" y="2680138"/>
            <a:ext cx="2459421" cy="0"/>
          </a:xfrm>
          <a:prstGeom prst="line">
            <a:avLst/>
          </a:prstGeom>
          <a:ln w="25400">
            <a:solidFill>
              <a:schemeClr val="accent3"/>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D68A42CD-A1AD-9149-80A3-4BFE5D75E3AB}"/>
              </a:ext>
              <a:ext uri="{C183D7F6-B498-43B3-948B-1728B52AA6E4}">
                <adec:decorative xmlns:adec="http://schemas.microsoft.com/office/drawing/2017/decorative" val="1"/>
              </a:ext>
            </a:extLst>
          </p:cNvPr>
          <p:cNvCxnSpPr/>
          <p:nvPr userDrawn="1"/>
        </p:nvCxnSpPr>
        <p:spPr bwMode="gray">
          <a:xfrm>
            <a:off x="9229123" y="2680138"/>
            <a:ext cx="2459421" cy="0"/>
          </a:xfrm>
          <a:prstGeom prst="line">
            <a:avLst/>
          </a:prstGeom>
          <a:ln w="25400">
            <a:solidFill>
              <a:schemeClr val="accent5"/>
            </a:solidFill>
            <a:miter lim="800000"/>
            <a:tailEnd type="none"/>
          </a:ln>
        </p:spPr>
        <p:style>
          <a:lnRef idx="1">
            <a:schemeClr val="accent1"/>
          </a:lnRef>
          <a:fillRef idx="0">
            <a:schemeClr val="accent1"/>
          </a:fillRef>
          <a:effectRef idx="0">
            <a:schemeClr val="accent1"/>
          </a:effectRef>
          <a:fontRef idx="minor">
            <a:schemeClr val="tx1"/>
          </a:fontRef>
        </p:style>
      </p:cxnSp>
      <p:sp>
        <p:nvSpPr>
          <p:cNvPr id="42" name="page number">
            <a:extLst>
              <a:ext uri="{FF2B5EF4-FFF2-40B4-BE49-F238E27FC236}">
                <a16:creationId xmlns:a16="http://schemas.microsoft.com/office/drawing/2014/main" id="{D09494D0-773E-A04D-BC5F-65AA87B8246F}"/>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Tree>
    <p:extLst>
      <p:ext uri="{BB962C8B-B14F-4D97-AF65-F5344CB8AC3E}">
        <p14:creationId xmlns:p14="http://schemas.microsoft.com/office/powerpoint/2010/main" val="7157510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p:cSld name="Big Statement - Leaf">
    <p:spTree>
      <p:nvGrpSpPr>
        <p:cNvPr id="1" name=""/>
        <p:cNvGrpSpPr/>
        <p:nvPr/>
      </p:nvGrpSpPr>
      <p:grpSpPr>
        <a:xfrm>
          <a:off x="0" y="0"/>
          <a:ext cx="0" cy="0"/>
          <a:chOff x="0" y="0"/>
          <a:chExt cx="0" cy="0"/>
        </a:xfrm>
      </p:grpSpPr>
      <p:sp>
        <p:nvSpPr>
          <p:cNvPr id="15" name="page number">
            <a:extLst>
              <a:ext uri="{FF2B5EF4-FFF2-40B4-BE49-F238E27FC236}">
                <a16:creationId xmlns:a16="http://schemas.microsoft.com/office/drawing/2014/main" id="{55FF2E89-7A98-C14C-B802-9BBF588108E5}"/>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grpSp>
        <p:nvGrpSpPr>
          <p:cNvPr id="4" name="Group 3">
            <a:extLst>
              <a:ext uri="{FF2B5EF4-FFF2-40B4-BE49-F238E27FC236}">
                <a16:creationId xmlns:a16="http://schemas.microsoft.com/office/drawing/2014/main" id="{FC1F0186-3845-7382-86A6-5F5D4383F8F7}"/>
              </a:ext>
            </a:extLst>
          </p:cNvPr>
          <p:cNvGrpSpPr/>
          <p:nvPr/>
        </p:nvGrpSpPr>
        <p:grpSpPr>
          <a:xfrm>
            <a:off x="5111737" y="1408637"/>
            <a:ext cx="7077088" cy="4553747"/>
            <a:chOff x="5111737" y="1408637"/>
            <a:chExt cx="7077088" cy="4553747"/>
          </a:xfrm>
        </p:grpSpPr>
        <p:sp>
          <p:nvSpPr>
            <p:cNvPr id="5" name="Freeform: Shape 4">
              <a:extLst>
                <a:ext uri="{FF2B5EF4-FFF2-40B4-BE49-F238E27FC236}">
                  <a16:creationId xmlns:a16="http://schemas.microsoft.com/office/drawing/2014/main" id="{5CE73523-7E54-A36C-FD38-BF94183DD0EB}"/>
                </a:ext>
              </a:extLst>
            </p:cNvPr>
            <p:cNvSpPr/>
            <p:nvPr/>
          </p:nvSpPr>
          <p:spPr>
            <a:xfrm>
              <a:off x="9152842" y="1408637"/>
              <a:ext cx="3035983" cy="3162295"/>
            </a:xfrm>
            <a:custGeom>
              <a:avLst/>
              <a:gdLst>
                <a:gd name="connsiteX0" fmla="*/ 3035983 w 3035983"/>
                <a:gd name="connsiteY0" fmla="*/ 0 h 3162295"/>
                <a:gd name="connsiteX1" fmla="*/ 3035983 w 3035983"/>
                <a:gd name="connsiteY1" fmla="*/ 1627776 h 3162295"/>
                <a:gd name="connsiteX2" fmla="*/ 1779818 w 3035983"/>
                <a:gd name="connsiteY2" fmla="*/ 2883941 h 3162295"/>
                <a:gd name="connsiteX3" fmla="*/ 1107726 w 3035983"/>
                <a:gd name="connsiteY3" fmla="*/ 3162295 h 3162295"/>
                <a:gd name="connsiteX4" fmla="*/ 95248 w 3035983"/>
                <a:gd name="connsiteY4" fmla="*/ 3162295 h 3162295"/>
                <a:gd name="connsiteX5" fmla="*/ 28020 w 3035983"/>
                <a:gd name="connsiteY5" fmla="*/ 3000022 h 3162295"/>
                <a:gd name="connsiteX6" fmla="*/ 2991889 w 3035983"/>
                <a:gd name="connsiteY6" fmla="*/ 36153 h 31622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035983" h="3162295">
                  <a:moveTo>
                    <a:pt x="3035983" y="0"/>
                  </a:moveTo>
                  <a:lnTo>
                    <a:pt x="3035983" y="1627776"/>
                  </a:lnTo>
                  <a:lnTo>
                    <a:pt x="1779818" y="2883941"/>
                  </a:lnTo>
                  <a:cubicBezTo>
                    <a:pt x="1601578" y="3062182"/>
                    <a:pt x="1359848" y="3162295"/>
                    <a:pt x="1107726" y="3162295"/>
                  </a:cubicBezTo>
                  <a:lnTo>
                    <a:pt x="95248" y="3162295"/>
                  </a:lnTo>
                  <a:cubicBezTo>
                    <a:pt x="10595" y="3162295"/>
                    <a:pt x="-31858" y="3059901"/>
                    <a:pt x="28020" y="3000022"/>
                  </a:cubicBezTo>
                  <a:lnTo>
                    <a:pt x="2991889" y="36153"/>
                  </a:lnTo>
                  <a:close/>
                </a:path>
              </a:pathLst>
            </a:custGeom>
            <a:gradFill>
              <a:gsLst>
                <a:gs pos="5000">
                  <a:srgbClr val="61A30E"/>
                </a:gs>
                <a:gs pos="80000">
                  <a:srgbClr val="0095C4"/>
                </a:gs>
              </a:gsLst>
              <a:lin ang="18900033" scaled="1"/>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p>
          </p:txBody>
        </p:sp>
        <p:sp>
          <p:nvSpPr>
            <p:cNvPr id="6" name="Freeform: Shape 5">
              <a:extLst>
                <a:ext uri="{FF2B5EF4-FFF2-40B4-BE49-F238E27FC236}">
                  <a16:creationId xmlns:a16="http://schemas.microsoft.com/office/drawing/2014/main" id="{6BE9AFFF-4763-3B75-31C5-5DD8D812F069}"/>
                </a:ext>
              </a:extLst>
            </p:cNvPr>
            <p:cNvSpPr/>
            <p:nvPr/>
          </p:nvSpPr>
          <p:spPr>
            <a:xfrm>
              <a:off x="5111737" y="2041036"/>
              <a:ext cx="5910657" cy="3921348"/>
            </a:xfrm>
            <a:custGeom>
              <a:avLst/>
              <a:gdLst>
                <a:gd name="connsiteX0" fmla="*/ 1729824 w 5910657"/>
                <a:gd name="connsiteY0" fmla="*/ 3921349 h 3921348"/>
                <a:gd name="connsiteX1" fmla="*/ 95248 w 5910657"/>
                <a:gd name="connsiteY1" fmla="*/ 3921349 h 3921348"/>
                <a:gd name="connsiteX2" fmla="*/ 28020 w 5910657"/>
                <a:gd name="connsiteY2" fmla="*/ 3759076 h 3921348"/>
                <a:gd name="connsiteX3" fmla="*/ 3508742 w 5910657"/>
                <a:gd name="connsiteY3" fmla="*/ 278354 h 3921348"/>
                <a:gd name="connsiteX4" fmla="*/ 4180834 w 5910657"/>
                <a:gd name="connsiteY4" fmla="*/ 0 h 3921348"/>
                <a:gd name="connsiteX5" fmla="*/ 5815410 w 5910657"/>
                <a:gd name="connsiteY5" fmla="*/ 0 h 3921348"/>
                <a:gd name="connsiteX6" fmla="*/ 5882638 w 5910657"/>
                <a:gd name="connsiteY6" fmla="*/ 162273 h 3921348"/>
                <a:gd name="connsiteX7" fmla="*/ 2401916 w 5910657"/>
                <a:gd name="connsiteY7" fmla="*/ 3642994 h 3921348"/>
                <a:gd name="connsiteX8" fmla="*/ 1729824 w 5910657"/>
                <a:gd name="connsiteY8" fmla="*/ 3921349 h 3921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10657" h="3921348">
                  <a:moveTo>
                    <a:pt x="1729824" y="3921349"/>
                  </a:moveTo>
                  <a:lnTo>
                    <a:pt x="95248" y="3921349"/>
                  </a:lnTo>
                  <a:cubicBezTo>
                    <a:pt x="10595" y="3921349"/>
                    <a:pt x="-31858" y="3818954"/>
                    <a:pt x="28020" y="3759076"/>
                  </a:cubicBezTo>
                  <a:lnTo>
                    <a:pt x="3508742" y="278354"/>
                  </a:lnTo>
                  <a:cubicBezTo>
                    <a:pt x="3686982" y="100114"/>
                    <a:pt x="3928712" y="0"/>
                    <a:pt x="4180834" y="0"/>
                  </a:cubicBezTo>
                  <a:lnTo>
                    <a:pt x="5815410" y="0"/>
                  </a:lnTo>
                  <a:cubicBezTo>
                    <a:pt x="5900063" y="0"/>
                    <a:pt x="5942516" y="102395"/>
                    <a:pt x="5882638" y="162273"/>
                  </a:cubicBezTo>
                  <a:lnTo>
                    <a:pt x="2401916" y="3642994"/>
                  </a:lnTo>
                  <a:cubicBezTo>
                    <a:pt x="2223676" y="3821235"/>
                    <a:pt x="1981946" y="3921349"/>
                    <a:pt x="1729824" y="3921349"/>
                  </a:cubicBezTo>
                  <a:close/>
                </a:path>
              </a:pathLst>
            </a:custGeom>
            <a:gradFill>
              <a:gsLst>
                <a:gs pos="5000">
                  <a:srgbClr val="61A30E"/>
                </a:gs>
                <a:gs pos="80000">
                  <a:srgbClr val="0095C4"/>
                </a:gs>
              </a:gsLst>
              <a:lin ang="18900033" scaled="1"/>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p>
          </p:txBody>
        </p:sp>
      </p:grpSp>
      <p:sp>
        <p:nvSpPr>
          <p:cNvPr id="9" name="Text Placeholder 862">
            <a:extLst>
              <a:ext uri="{FF2B5EF4-FFF2-40B4-BE49-F238E27FC236}">
                <a16:creationId xmlns:a16="http://schemas.microsoft.com/office/drawing/2014/main" id="{65A5776C-9EB9-F84B-B0C4-411FA1106F62}"/>
              </a:ext>
            </a:extLst>
          </p:cNvPr>
          <p:cNvSpPr>
            <a:spLocks noGrp="1"/>
          </p:cNvSpPr>
          <p:nvPr>
            <p:ph type="body" sz="quarter" idx="12" hasCustomPrompt="1"/>
          </p:nvPr>
        </p:nvSpPr>
        <p:spPr>
          <a:xfrm>
            <a:off x="608013" y="2233670"/>
            <a:ext cx="6497867" cy="2285999"/>
          </a:xfrm>
        </p:spPr>
        <p:txBody>
          <a:bodyPr anchor="ctr"/>
          <a:lstStyle>
            <a:lvl1pPr>
              <a:lnSpc>
                <a:spcPct val="100000"/>
              </a:lnSpc>
              <a:spcBef>
                <a:spcPts val="0"/>
              </a:spcBef>
              <a:defRPr sz="3600">
                <a:solidFill>
                  <a:schemeClr val="tx1"/>
                </a:solidFill>
              </a:defRPr>
            </a:lvl1pPr>
            <a:lvl2pPr marL="273050" indent="0">
              <a:buNone/>
              <a:defRPr/>
            </a:lvl2pPr>
          </a:lstStyle>
          <a:p>
            <a:pPr lvl="0"/>
            <a:r>
              <a:rPr lang="en-US"/>
              <a:t>Slide with large text placeholder, green theme.</a:t>
            </a:r>
          </a:p>
        </p:txBody>
      </p:sp>
      <p:sp>
        <p:nvSpPr>
          <p:cNvPr id="7" name="page number">
            <a:extLst>
              <a:ext uri="{FF2B5EF4-FFF2-40B4-BE49-F238E27FC236}">
                <a16:creationId xmlns:a16="http://schemas.microsoft.com/office/drawing/2014/main" id="{55FF2E89-7A98-C14C-B802-9BBF588108E5}"/>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grpSp>
        <p:nvGrpSpPr>
          <p:cNvPr id="8" name="Group 7">
            <a:extLst>
              <a:ext uri="{FF2B5EF4-FFF2-40B4-BE49-F238E27FC236}">
                <a16:creationId xmlns:a16="http://schemas.microsoft.com/office/drawing/2014/main" id="{FC1F0186-3845-7382-86A6-5F5D4383F8F7}"/>
              </a:ext>
            </a:extLst>
          </p:cNvPr>
          <p:cNvGrpSpPr/>
          <p:nvPr userDrawn="1"/>
        </p:nvGrpSpPr>
        <p:grpSpPr>
          <a:xfrm>
            <a:off x="5111737" y="1408637"/>
            <a:ext cx="7077088" cy="4553747"/>
            <a:chOff x="5111737" y="1408637"/>
            <a:chExt cx="7077088" cy="4553747"/>
          </a:xfrm>
        </p:grpSpPr>
        <p:sp>
          <p:nvSpPr>
            <p:cNvPr id="10" name="Freeform: Shape 4">
              <a:extLst>
                <a:ext uri="{FF2B5EF4-FFF2-40B4-BE49-F238E27FC236}">
                  <a16:creationId xmlns:a16="http://schemas.microsoft.com/office/drawing/2014/main" id="{5CE73523-7E54-A36C-FD38-BF94183DD0EB}"/>
                </a:ext>
              </a:extLst>
            </p:cNvPr>
            <p:cNvSpPr/>
            <p:nvPr/>
          </p:nvSpPr>
          <p:spPr>
            <a:xfrm>
              <a:off x="9152842" y="1408637"/>
              <a:ext cx="3035983" cy="3162295"/>
            </a:xfrm>
            <a:custGeom>
              <a:avLst/>
              <a:gdLst>
                <a:gd name="connsiteX0" fmla="*/ 3035983 w 3035983"/>
                <a:gd name="connsiteY0" fmla="*/ 0 h 3162295"/>
                <a:gd name="connsiteX1" fmla="*/ 3035983 w 3035983"/>
                <a:gd name="connsiteY1" fmla="*/ 1627776 h 3162295"/>
                <a:gd name="connsiteX2" fmla="*/ 1779818 w 3035983"/>
                <a:gd name="connsiteY2" fmla="*/ 2883941 h 3162295"/>
                <a:gd name="connsiteX3" fmla="*/ 1107726 w 3035983"/>
                <a:gd name="connsiteY3" fmla="*/ 3162295 h 3162295"/>
                <a:gd name="connsiteX4" fmla="*/ 95248 w 3035983"/>
                <a:gd name="connsiteY4" fmla="*/ 3162295 h 3162295"/>
                <a:gd name="connsiteX5" fmla="*/ 28020 w 3035983"/>
                <a:gd name="connsiteY5" fmla="*/ 3000022 h 3162295"/>
                <a:gd name="connsiteX6" fmla="*/ 2991889 w 3035983"/>
                <a:gd name="connsiteY6" fmla="*/ 36153 h 31622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035983" h="3162295">
                  <a:moveTo>
                    <a:pt x="3035983" y="0"/>
                  </a:moveTo>
                  <a:lnTo>
                    <a:pt x="3035983" y="1627776"/>
                  </a:lnTo>
                  <a:lnTo>
                    <a:pt x="1779818" y="2883941"/>
                  </a:lnTo>
                  <a:cubicBezTo>
                    <a:pt x="1601578" y="3062182"/>
                    <a:pt x="1359848" y="3162295"/>
                    <a:pt x="1107726" y="3162295"/>
                  </a:cubicBezTo>
                  <a:lnTo>
                    <a:pt x="95248" y="3162295"/>
                  </a:lnTo>
                  <a:cubicBezTo>
                    <a:pt x="10595" y="3162295"/>
                    <a:pt x="-31858" y="3059901"/>
                    <a:pt x="28020" y="3000022"/>
                  </a:cubicBezTo>
                  <a:lnTo>
                    <a:pt x="2991889" y="36153"/>
                  </a:lnTo>
                  <a:close/>
                </a:path>
              </a:pathLst>
            </a:custGeom>
            <a:gradFill>
              <a:gsLst>
                <a:gs pos="5000">
                  <a:srgbClr val="61A30E"/>
                </a:gs>
                <a:gs pos="80000">
                  <a:srgbClr val="0095C4"/>
                </a:gs>
              </a:gsLst>
              <a:lin ang="18900033" scaled="1"/>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p>
          </p:txBody>
        </p:sp>
        <p:sp>
          <p:nvSpPr>
            <p:cNvPr id="11" name="Freeform: Shape 5">
              <a:extLst>
                <a:ext uri="{FF2B5EF4-FFF2-40B4-BE49-F238E27FC236}">
                  <a16:creationId xmlns:a16="http://schemas.microsoft.com/office/drawing/2014/main" id="{6BE9AFFF-4763-3B75-31C5-5DD8D812F069}"/>
                </a:ext>
              </a:extLst>
            </p:cNvPr>
            <p:cNvSpPr/>
            <p:nvPr/>
          </p:nvSpPr>
          <p:spPr>
            <a:xfrm>
              <a:off x="5111737" y="2041036"/>
              <a:ext cx="5910657" cy="3921348"/>
            </a:xfrm>
            <a:custGeom>
              <a:avLst/>
              <a:gdLst>
                <a:gd name="connsiteX0" fmla="*/ 1729824 w 5910657"/>
                <a:gd name="connsiteY0" fmla="*/ 3921349 h 3921348"/>
                <a:gd name="connsiteX1" fmla="*/ 95248 w 5910657"/>
                <a:gd name="connsiteY1" fmla="*/ 3921349 h 3921348"/>
                <a:gd name="connsiteX2" fmla="*/ 28020 w 5910657"/>
                <a:gd name="connsiteY2" fmla="*/ 3759076 h 3921348"/>
                <a:gd name="connsiteX3" fmla="*/ 3508742 w 5910657"/>
                <a:gd name="connsiteY3" fmla="*/ 278354 h 3921348"/>
                <a:gd name="connsiteX4" fmla="*/ 4180834 w 5910657"/>
                <a:gd name="connsiteY4" fmla="*/ 0 h 3921348"/>
                <a:gd name="connsiteX5" fmla="*/ 5815410 w 5910657"/>
                <a:gd name="connsiteY5" fmla="*/ 0 h 3921348"/>
                <a:gd name="connsiteX6" fmla="*/ 5882638 w 5910657"/>
                <a:gd name="connsiteY6" fmla="*/ 162273 h 3921348"/>
                <a:gd name="connsiteX7" fmla="*/ 2401916 w 5910657"/>
                <a:gd name="connsiteY7" fmla="*/ 3642994 h 3921348"/>
                <a:gd name="connsiteX8" fmla="*/ 1729824 w 5910657"/>
                <a:gd name="connsiteY8" fmla="*/ 3921349 h 3921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10657" h="3921348">
                  <a:moveTo>
                    <a:pt x="1729824" y="3921349"/>
                  </a:moveTo>
                  <a:lnTo>
                    <a:pt x="95248" y="3921349"/>
                  </a:lnTo>
                  <a:cubicBezTo>
                    <a:pt x="10595" y="3921349"/>
                    <a:pt x="-31858" y="3818954"/>
                    <a:pt x="28020" y="3759076"/>
                  </a:cubicBezTo>
                  <a:lnTo>
                    <a:pt x="3508742" y="278354"/>
                  </a:lnTo>
                  <a:cubicBezTo>
                    <a:pt x="3686982" y="100114"/>
                    <a:pt x="3928712" y="0"/>
                    <a:pt x="4180834" y="0"/>
                  </a:cubicBezTo>
                  <a:lnTo>
                    <a:pt x="5815410" y="0"/>
                  </a:lnTo>
                  <a:cubicBezTo>
                    <a:pt x="5900063" y="0"/>
                    <a:pt x="5942516" y="102395"/>
                    <a:pt x="5882638" y="162273"/>
                  </a:cubicBezTo>
                  <a:lnTo>
                    <a:pt x="2401916" y="3642994"/>
                  </a:lnTo>
                  <a:cubicBezTo>
                    <a:pt x="2223676" y="3821235"/>
                    <a:pt x="1981946" y="3921349"/>
                    <a:pt x="1729824" y="3921349"/>
                  </a:cubicBezTo>
                  <a:close/>
                </a:path>
              </a:pathLst>
            </a:custGeom>
            <a:gradFill>
              <a:gsLst>
                <a:gs pos="5000">
                  <a:srgbClr val="61A30E"/>
                </a:gs>
                <a:gs pos="80000">
                  <a:srgbClr val="0095C4"/>
                </a:gs>
              </a:gsLst>
              <a:lin ang="18900033" scaled="1"/>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p>
          </p:txBody>
        </p:sp>
      </p:grpSp>
    </p:spTree>
    <p:extLst>
      <p:ext uri="{BB962C8B-B14F-4D97-AF65-F5344CB8AC3E}">
        <p14:creationId xmlns:p14="http://schemas.microsoft.com/office/powerpoint/2010/main" val="37292405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p:cSld name="Big Statement - Aqua">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73DD054C-4464-7CB7-C3A1-6A8668D833BD}"/>
              </a:ext>
            </a:extLst>
          </p:cNvPr>
          <p:cNvGrpSpPr/>
          <p:nvPr/>
        </p:nvGrpSpPr>
        <p:grpSpPr>
          <a:xfrm>
            <a:off x="5111737" y="1408637"/>
            <a:ext cx="7077088" cy="4553747"/>
            <a:chOff x="5111737" y="1408637"/>
            <a:chExt cx="7077088" cy="4553747"/>
          </a:xfrm>
        </p:grpSpPr>
        <p:sp>
          <p:nvSpPr>
            <p:cNvPr id="8" name="Freeform: Shape 7">
              <a:extLst>
                <a:ext uri="{FF2B5EF4-FFF2-40B4-BE49-F238E27FC236}">
                  <a16:creationId xmlns:a16="http://schemas.microsoft.com/office/drawing/2014/main" id="{09E671A8-33F0-DC2E-2A8F-DD407B020081}"/>
                </a:ext>
              </a:extLst>
            </p:cNvPr>
            <p:cNvSpPr/>
            <p:nvPr/>
          </p:nvSpPr>
          <p:spPr>
            <a:xfrm>
              <a:off x="9152842" y="1408637"/>
              <a:ext cx="3035983" cy="3162295"/>
            </a:xfrm>
            <a:custGeom>
              <a:avLst/>
              <a:gdLst>
                <a:gd name="connsiteX0" fmla="*/ 3035983 w 3035983"/>
                <a:gd name="connsiteY0" fmla="*/ 0 h 3162295"/>
                <a:gd name="connsiteX1" fmla="*/ 3035983 w 3035983"/>
                <a:gd name="connsiteY1" fmla="*/ 1627776 h 3162295"/>
                <a:gd name="connsiteX2" fmla="*/ 1779818 w 3035983"/>
                <a:gd name="connsiteY2" fmla="*/ 2883941 h 3162295"/>
                <a:gd name="connsiteX3" fmla="*/ 1107726 w 3035983"/>
                <a:gd name="connsiteY3" fmla="*/ 3162295 h 3162295"/>
                <a:gd name="connsiteX4" fmla="*/ 95248 w 3035983"/>
                <a:gd name="connsiteY4" fmla="*/ 3162295 h 3162295"/>
                <a:gd name="connsiteX5" fmla="*/ 28020 w 3035983"/>
                <a:gd name="connsiteY5" fmla="*/ 3000022 h 3162295"/>
                <a:gd name="connsiteX6" fmla="*/ 2991889 w 3035983"/>
                <a:gd name="connsiteY6" fmla="*/ 36153 h 31622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035983" h="3162295">
                  <a:moveTo>
                    <a:pt x="3035983" y="0"/>
                  </a:moveTo>
                  <a:lnTo>
                    <a:pt x="3035983" y="1627776"/>
                  </a:lnTo>
                  <a:lnTo>
                    <a:pt x="1779818" y="2883941"/>
                  </a:lnTo>
                  <a:cubicBezTo>
                    <a:pt x="1601578" y="3062182"/>
                    <a:pt x="1359848" y="3162295"/>
                    <a:pt x="1107726" y="3162295"/>
                  </a:cubicBezTo>
                  <a:lnTo>
                    <a:pt x="95248" y="3162295"/>
                  </a:lnTo>
                  <a:cubicBezTo>
                    <a:pt x="10595" y="3162295"/>
                    <a:pt x="-31858" y="3059901"/>
                    <a:pt x="28020" y="3000022"/>
                  </a:cubicBezTo>
                  <a:lnTo>
                    <a:pt x="2991889" y="36153"/>
                  </a:lnTo>
                  <a:close/>
                </a:path>
              </a:pathLst>
            </a:custGeom>
            <a:gradFill>
              <a:gsLst>
                <a:gs pos="21000">
                  <a:schemeClr val="accent1"/>
                </a:gs>
                <a:gs pos="83000">
                  <a:srgbClr val="0095C4"/>
                </a:gs>
              </a:gsLst>
              <a:lin ang="18900033" scaled="1"/>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solidFill>
                  <a:schemeClr val="tx1"/>
                </a:solidFill>
              </a:endParaRPr>
            </a:p>
          </p:txBody>
        </p:sp>
        <p:sp>
          <p:nvSpPr>
            <p:cNvPr id="10" name="Freeform: Shape 9">
              <a:extLst>
                <a:ext uri="{FF2B5EF4-FFF2-40B4-BE49-F238E27FC236}">
                  <a16:creationId xmlns:a16="http://schemas.microsoft.com/office/drawing/2014/main" id="{789EC2F6-3343-CE3E-3067-8087325DE6DA}"/>
                </a:ext>
              </a:extLst>
            </p:cNvPr>
            <p:cNvSpPr/>
            <p:nvPr/>
          </p:nvSpPr>
          <p:spPr>
            <a:xfrm>
              <a:off x="5111737" y="2041036"/>
              <a:ext cx="5910657" cy="3921348"/>
            </a:xfrm>
            <a:custGeom>
              <a:avLst/>
              <a:gdLst>
                <a:gd name="connsiteX0" fmla="*/ 1729824 w 5910657"/>
                <a:gd name="connsiteY0" fmla="*/ 3921349 h 3921348"/>
                <a:gd name="connsiteX1" fmla="*/ 95248 w 5910657"/>
                <a:gd name="connsiteY1" fmla="*/ 3921349 h 3921348"/>
                <a:gd name="connsiteX2" fmla="*/ 28020 w 5910657"/>
                <a:gd name="connsiteY2" fmla="*/ 3759076 h 3921348"/>
                <a:gd name="connsiteX3" fmla="*/ 3508742 w 5910657"/>
                <a:gd name="connsiteY3" fmla="*/ 278354 h 3921348"/>
                <a:gd name="connsiteX4" fmla="*/ 4180834 w 5910657"/>
                <a:gd name="connsiteY4" fmla="*/ 0 h 3921348"/>
                <a:gd name="connsiteX5" fmla="*/ 5815410 w 5910657"/>
                <a:gd name="connsiteY5" fmla="*/ 0 h 3921348"/>
                <a:gd name="connsiteX6" fmla="*/ 5882638 w 5910657"/>
                <a:gd name="connsiteY6" fmla="*/ 162273 h 3921348"/>
                <a:gd name="connsiteX7" fmla="*/ 2401916 w 5910657"/>
                <a:gd name="connsiteY7" fmla="*/ 3642994 h 3921348"/>
                <a:gd name="connsiteX8" fmla="*/ 1729824 w 5910657"/>
                <a:gd name="connsiteY8" fmla="*/ 3921349 h 3921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10657" h="3921348">
                  <a:moveTo>
                    <a:pt x="1729824" y="3921349"/>
                  </a:moveTo>
                  <a:lnTo>
                    <a:pt x="95248" y="3921349"/>
                  </a:lnTo>
                  <a:cubicBezTo>
                    <a:pt x="10595" y="3921349"/>
                    <a:pt x="-31858" y="3818954"/>
                    <a:pt x="28020" y="3759076"/>
                  </a:cubicBezTo>
                  <a:lnTo>
                    <a:pt x="3508742" y="278354"/>
                  </a:lnTo>
                  <a:cubicBezTo>
                    <a:pt x="3686982" y="100114"/>
                    <a:pt x="3928712" y="0"/>
                    <a:pt x="4180834" y="0"/>
                  </a:cubicBezTo>
                  <a:lnTo>
                    <a:pt x="5815410" y="0"/>
                  </a:lnTo>
                  <a:cubicBezTo>
                    <a:pt x="5900063" y="0"/>
                    <a:pt x="5942516" y="102395"/>
                    <a:pt x="5882638" y="162273"/>
                  </a:cubicBezTo>
                  <a:lnTo>
                    <a:pt x="2401916" y="3642994"/>
                  </a:lnTo>
                  <a:cubicBezTo>
                    <a:pt x="2223676" y="3821235"/>
                    <a:pt x="1981946" y="3921349"/>
                    <a:pt x="1729824" y="3921349"/>
                  </a:cubicBezTo>
                  <a:close/>
                </a:path>
              </a:pathLst>
            </a:custGeom>
            <a:gradFill>
              <a:gsLst>
                <a:gs pos="21000">
                  <a:schemeClr val="accent1"/>
                </a:gs>
                <a:gs pos="83000">
                  <a:srgbClr val="0095C4"/>
                </a:gs>
              </a:gsLst>
              <a:lin ang="18900033" scaled="1"/>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solidFill>
                  <a:schemeClr val="tx1"/>
                </a:solidFill>
              </a:endParaRPr>
            </a:p>
          </p:txBody>
        </p:sp>
      </p:grpSp>
      <p:sp>
        <p:nvSpPr>
          <p:cNvPr id="9" name="Text Placeholder 862">
            <a:extLst>
              <a:ext uri="{FF2B5EF4-FFF2-40B4-BE49-F238E27FC236}">
                <a16:creationId xmlns:a16="http://schemas.microsoft.com/office/drawing/2014/main" id="{113BEA88-710C-A54D-A13C-5E36B6B878B7}"/>
              </a:ext>
            </a:extLst>
          </p:cNvPr>
          <p:cNvSpPr>
            <a:spLocks noGrp="1"/>
          </p:cNvSpPr>
          <p:nvPr>
            <p:ph type="body" sz="quarter" idx="12" hasCustomPrompt="1"/>
          </p:nvPr>
        </p:nvSpPr>
        <p:spPr>
          <a:xfrm>
            <a:off x="608013" y="2233670"/>
            <a:ext cx="6497867" cy="2285999"/>
          </a:xfrm>
        </p:spPr>
        <p:txBody>
          <a:bodyPr anchor="ctr"/>
          <a:lstStyle>
            <a:lvl1pPr>
              <a:lnSpc>
                <a:spcPct val="100000"/>
              </a:lnSpc>
              <a:spcBef>
                <a:spcPts val="0"/>
              </a:spcBef>
              <a:defRPr sz="3600">
                <a:solidFill>
                  <a:schemeClr val="tx1"/>
                </a:solidFill>
              </a:defRPr>
            </a:lvl1pPr>
            <a:lvl2pPr marL="273050" indent="0">
              <a:buNone/>
              <a:defRPr/>
            </a:lvl2pPr>
          </a:lstStyle>
          <a:p>
            <a:pPr lvl="0"/>
            <a:r>
              <a:rPr lang="en-US" dirty="0"/>
              <a:t>Slide with large text placeholder, blue theme.</a:t>
            </a:r>
          </a:p>
        </p:txBody>
      </p:sp>
      <p:sp>
        <p:nvSpPr>
          <p:cNvPr id="16" name="page number">
            <a:extLst>
              <a:ext uri="{FF2B5EF4-FFF2-40B4-BE49-F238E27FC236}">
                <a16:creationId xmlns:a16="http://schemas.microsoft.com/office/drawing/2014/main" id="{3A15EC20-3B57-4E4E-872C-A34852CBEF14}"/>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grpSp>
        <p:nvGrpSpPr>
          <p:cNvPr id="11" name="Group 10">
            <a:extLst>
              <a:ext uri="{FF2B5EF4-FFF2-40B4-BE49-F238E27FC236}">
                <a16:creationId xmlns:a16="http://schemas.microsoft.com/office/drawing/2014/main" id="{73DD054C-4464-7CB7-C3A1-6A8668D833BD}"/>
              </a:ext>
            </a:extLst>
          </p:cNvPr>
          <p:cNvGrpSpPr/>
          <p:nvPr userDrawn="1"/>
        </p:nvGrpSpPr>
        <p:grpSpPr>
          <a:xfrm>
            <a:off x="5111737" y="1408637"/>
            <a:ext cx="7077088" cy="4553747"/>
            <a:chOff x="5111737" y="1408637"/>
            <a:chExt cx="7077088" cy="4553747"/>
          </a:xfrm>
        </p:grpSpPr>
        <p:sp>
          <p:nvSpPr>
            <p:cNvPr id="12" name="Freeform: Shape 7">
              <a:extLst>
                <a:ext uri="{FF2B5EF4-FFF2-40B4-BE49-F238E27FC236}">
                  <a16:creationId xmlns:a16="http://schemas.microsoft.com/office/drawing/2014/main" id="{09E671A8-33F0-DC2E-2A8F-DD407B020081}"/>
                </a:ext>
              </a:extLst>
            </p:cNvPr>
            <p:cNvSpPr/>
            <p:nvPr/>
          </p:nvSpPr>
          <p:spPr>
            <a:xfrm>
              <a:off x="9152842" y="1408637"/>
              <a:ext cx="3035983" cy="3162295"/>
            </a:xfrm>
            <a:custGeom>
              <a:avLst/>
              <a:gdLst>
                <a:gd name="connsiteX0" fmla="*/ 3035983 w 3035983"/>
                <a:gd name="connsiteY0" fmla="*/ 0 h 3162295"/>
                <a:gd name="connsiteX1" fmla="*/ 3035983 w 3035983"/>
                <a:gd name="connsiteY1" fmla="*/ 1627776 h 3162295"/>
                <a:gd name="connsiteX2" fmla="*/ 1779818 w 3035983"/>
                <a:gd name="connsiteY2" fmla="*/ 2883941 h 3162295"/>
                <a:gd name="connsiteX3" fmla="*/ 1107726 w 3035983"/>
                <a:gd name="connsiteY3" fmla="*/ 3162295 h 3162295"/>
                <a:gd name="connsiteX4" fmla="*/ 95248 w 3035983"/>
                <a:gd name="connsiteY4" fmla="*/ 3162295 h 3162295"/>
                <a:gd name="connsiteX5" fmla="*/ 28020 w 3035983"/>
                <a:gd name="connsiteY5" fmla="*/ 3000022 h 3162295"/>
                <a:gd name="connsiteX6" fmla="*/ 2991889 w 3035983"/>
                <a:gd name="connsiteY6" fmla="*/ 36153 h 31622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035983" h="3162295">
                  <a:moveTo>
                    <a:pt x="3035983" y="0"/>
                  </a:moveTo>
                  <a:lnTo>
                    <a:pt x="3035983" y="1627776"/>
                  </a:lnTo>
                  <a:lnTo>
                    <a:pt x="1779818" y="2883941"/>
                  </a:lnTo>
                  <a:cubicBezTo>
                    <a:pt x="1601578" y="3062182"/>
                    <a:pt x="1359848" y="3162295"/>
                    <a:pt x="1107726" y="3162295"/>
                  </a:cubicBezTo>
                  <a:lnTo>
                    <a:pt x="95248" y="3162295"/>
                  </a:lnTo>
                  <a:cubicBezTo>
                    <a:pt x="10595" y="3162295"/>
                    <a:pt x="-31858" y="3059901"/>
                    <a:pt x="28020" y="3000022"/>
                  </a:cubicBezTo>
                  <a:lnTo>
                    <a:pt x="2991889" y="36153"/>
                  </a:lnTo>
                  <a:close/>
                </a:path>
              </a:pathLst>
            </a:custGeom>
            <a:gradFill>
              <a:gsLst>
                <a:gs pos="21000">
                  <a:schemeClr val="accent1"/>
                </a:gs>
                <a:gs pos="83000">
                  <a:srgbClr val="0095C4"/>
                </a:gs>
              </a:gsLst>
              <a:lin ang="18900033" scaled="1"/>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solidFill>
                  <a:schemeClr val="tx1"/>
                </a:solidFill>
              </a:endParaRPr>
            </a:p>
          </p:txBody>
        </p:sp>
        <p:sp>
          <p:nvSpPr>
            <p:cNvPr id="13" name="Freeform: Shape 9">
              <a:extLst>
                <a:ext uri="{FF2B5EF4-FFF2-40B4-BE49-F238E27FC236}">
                  <a16:creationId xmlns:a16="http://schemas.microsoft.com/office/drawing/2014/main" id="{789EC2F6-3343-CE3E-3067-8087325DE6DA}"/>
                </a:ext>
              </a:extLst>
            </p:cNvPr>
            <p:cNvSpPr/>
            <p:nvPr/>
          </p:nvSpPr>
          <p:spPr>
            <a:xfrm>
              <a:off x="5111737" y="2041036"/>
              <a:ext cx="5910657" cy="3921348"/>
            </a:xfrm>
            <a:custGeom>
              <a:avLst/>
              <a:gdLst>
                <a:gd name="connsiteX0" fmla="*/ 1729824 w 5910657"/>
                <a:gd name="connsiteY0" fmla="*/ 3921349 h 3921348"/>
                <a:gd name="connsiteX1" fmla="*/ 95248 w 5910657"/>
                <a:gd name="connsiteY1" fmla="*/ 3921349 h 3921348"/>
                <a:gd name="connsiteX2" fmla="*/ 28020 w 5910657"/>
                <a:gd name="connsiteY2" fmla="*/ 3759076 h 3921348"/>
                <a:gd name="connsiteX3" fmla="*/ 3508742 w 5910657"/>
                <a:gd name="connsiteY3" fmla="*/ 278354 h 3921348"/>
                <a:gd name="connsiteX4" fmla="*/ 4180834 w 5910657"/>
                <a:gd name="connsiteY4" fmla="*/ 0 h 3921348"/>
                <a:gd name="connsiteX5" fmla="*/ 5815410 w 5910657"/>
                <a:gd name="connsiteY5" fmla="*/ 0 h 3921348"/>
                <a:gd name="connsiteX6" fmla="*/ 5882638 w 5910657"/>
                <a:gd name="connsiteY6" fmla="*/ 162273 h 3921348"/>
                <a:gd name="connsiteX7" fmla="*/ 2401916 w 5910657"/>
                <a:gd name="connsiteY7" fmla="*/ 3642994 h 3921348"/>
                <a:gd name="connsiteX8" fmla="*/ 1729824 w 5910657"/>
                <a:gd name="connsiteY8" fmla="*/ 3921349 h 3921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10657" h="3921348">
                  <a:moveTo>
                    <a:pt x="1729824" y="3921349"/>
                  </a:moveTo>
                  <a:lnTo>
                    <a:pt x="95248" y="3921349"/>
                  </a:lnTo>
                  <a:cubicBezTo>
                    <a:pt x="10595" y="3921349"/>
                    <a:pt x="-31858" y="3818954"/>
                    <a:pt x="28020" y="3759076"/>
                  </a:cubicBezTo>
                  <a:lnTo>
                    <a:pt x="3508742" y="278354"/>
                  </a:lnTo>
                  <a:cubicBezTo>
                    <a:pt x="3686982" y="100114"/>
                    <a:pt x="3928712" y="0"/>
                    <a:pt x="4180834" y="0"/>
                  </a:cubicBezTo>
                  <a:lnTo>
                    <a:pt x="5815410" y="0"/>
                  </a:lnTo>
                  <a:cubicBezTo>
                    <a:pt x="5900063" y="0"/>
                    <a:pt x="5942516" y="102395"/>
                    <a:pt x="5882638" y="162273"/>
                  </a:cubicBezTo>
                  <a:lnTo>
                    <a:pt x="2401916" y="3642994"/>
                  </a:lnTo>
                  <a:cubicBezTo>
                    <a:pt x="2223676" y="3821235"/>
                    <a:pt x="1981946" y="3921349"/>
                    <a:pt x="1729824" y="3921349"/>
                  </a:cubicBezTo>
                  <a:close/>
                </a:path>
              </a:pathLst>
            </a:custGeom>
            <a:gradFill>
              <a:gsLst>
                <a:gs pos="21000">
                  <a:schemeClr val="accent1"/>
                </a:gs>
                <a:gs pos="83000">
                  <a:srgbClr val="0095C4"/>
                </a:gs>
              </a:gsLst>
              <a:lin ang="18900033" scaled="1"/>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solidFill>
                  <a:schemeClr val="tx1"/>
                </a:solidFill>
              </a:endParaRPr>
            </a:p>
          </p:txBody>
        </p:sp>
      </p:grpSp>
      <p:sp>
        <p:nvSpPr>
          <p:cNvPr id="14" name="page number">
            <a:extLst>
              <a:ext uri="{FF2B5EF4-FFF2-40B4-BE49-F238E27FC236}">
                <a16:creationId xmlns:a16="http://schemas.microsoft.com/office/drawing/2014/main" id="{3A15EC20-3B57-4E4E-872C-A34852CBEF14}"/>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Tree>
    <p:extLst>
      <p:ext uri="{BB962C8B-B14F-4D97-AF65-F5344CB8AC3E}">
        <p14:creationId xmlns:p14="http://schemas.microsoft.com/office/powerpoint/2010/main" val="16223313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p:cSld name="Big Statement - Plum">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49C4F28F-D820-7F1F-91C7-4E732E3FF4B9}"/>
              </a:ext>
            </a:extLst>
          </p:cNvPr>
          <p:cNvGrpSpPr/>
          <p:nvPr/>
        </p:nvGrpSpPr>
        <p:grpSpPr>
          <a:xfrm>
            <a:off x="5111737" y="1408637"/>
            <a:ext cx="7077088" cy="4553747"/>
            <a:chOff x="5111737" y="1408637"/>
            <a:chExt cx="7077088" cy="4553747"/>
          </a:xfrm>
        </p:grpSpPr>
        <p:sp>
          <p:nvSpPr>
            <p:cNvPr id="4" name="Freeform: Shape 3">
              <a:extLst>
                <a:ext uri="{FF2B5EF4-FFF2-40B4-BE49-F238E27FC236}">
                  <a16:creationId xmlns:a16="http://schemas.microsoft.com/office/drawing/2014/main" id="{A23EE99F-E93C-3420-BB05-2D555AD744F2}"/>
                </a:ext>
              </a:extLst>
            </p:cNvPr>
            <p:cNvSpPr/>
            <p:nvPr/>
          </p:nvSpPr>
          <p:spPr>
            <a:xfrm>
              <a:off x="9152842" y="1408637"/>
              <a:ext cx="3035983" cy="3162295"/>
            </a:xfrm>
            <a:custGeom>
              <a:avLst/>
              <a:gdLst>
                <a:gd name="connsiteX0" fmla="*/ 3035983 w 3035983"/>
                <a:gd name="connsiteY0" fmla="*/ 0 h 3162295"/>
                <a:gd name="connsiteX1" fmla="*/ 3035983 w 3035983"/>
                <a:gd name="connsiteY1" fmla="*/ 1627776 h 3162295"/>
                <a:gd name="connsiteX2" fmla="*/ 1779818 w 3035983"/>
                <a:gd name="connsiteY2" fmla="*/ 2883941 h 3162295"/>
                <a:gd name="connsiteX3" fmla="*/ 1107726 w 3035983"/>
                <a:gd name="connsiteY3" fmla="*/ 3162295 h 3162295"/>
                <a:gd name="connsiteX4" fmla="*/ 95248 w 3035983"/>
                <a:gd name="connsiteY4" fmla="*/ 3162295 h 3162295"/>
                <a:gd name="connsiteX5" fmla="*/ 28020 w 3035983"/>
                <a:gd name="connsiteY5" fmla="*/ 3000022 h 3162295"/>
                <a:gd name="connsiteX6" fmla="*/ 2991889 w 3035983"/>
                <a:gd name="connsiteY6" fmla="*/ 36153 h 31622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035983" h="3162295">
                  <a:moveTo>
                    <a:pt x="3035983" y="0"/>
                  </a:moveTo>
                  <a:lnTo>
                    <a:pt x="3035983" y="1627776"/>
                  </a:lnTo>
                  <a:lnTo>
                    <a:pt x="1779818" y="2883941"/>
                  </a:lnTo>
                  <a:cubicBezTo>
                    <a:pt x="1601578" y="3062182"/>
                    <a:pt x="1359848" y="3162295"/>
                    <a:pt x="1107726" y="3162295"/>
                  </a:cubicBezTo>
                  <a:lnTo>
                    <a:pt x="95248" y="3162295"/>
                  </a:lnTo>
                  <a:cubicBezTo>
                    <a:pt x="10595" y="3162295"/>
                    <a:pt x="-31858" y="3059901"/>
                    <a:pt x="28020" y="3000022"/>
                  </a:cubicBezTo>
                  <a:lnTo>
                    <a:pt x="2991889" y="36153"/>
                  </a:lnTo>
                  <a:close/>
                </a:path>
              </a:pathLst>
            </a:custGeom>
            <a:gradFill>
              <a:gsLst>
                <a:gs pos="6000">
                  <a:schemeClr val="accent5"/>
                </a:gs>
                <a:gs pos="73000">
                  <a:srgbClr val="0095C4"/>
                </a:gs>
              </a:gsLst>
              <a:lin ang="18900033" scaled="1"/>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p>
          </p:txBody>
        </p:sp>
        <p:sp>
          <p:nvSpPr>
            <p:cNvPr id="5" name="Freeform: Shape 4">
              <a:extLst>
                <a:ext uri="{FF2B5EF4-FFF2-40B4-BE49-F238E27FC236}">
                  <a16:creationId xmlns:a16="http://schemas.microsoft.com/office/drawing/2014/main" id="{6BD13FCB-AB86-7965-C7A5-41F3EA7F3FEE}"/>
                </a:ext>
              </a:extLst>
            </p:cNvPr>
            <p:cNvSpPr/>
            <p:nvPr/>
          </p:nvSpPr>
          <p:spPr>
            <a:xfrm>
              <a:off x="5111737" y="2041036"/>
              <a:ext cx="5910657" cy="3921348"/>
            </a:xfrm>
            <a:custGeom>
              <a:avLst/>
              <a:gdLst>
                <a:gd name="connsiteX0" fmla="*/ 1729824 w 5910657"/>
                <a:gd name="connsiteY0" fmla="*/ 3921349 h 3921348"/>
                <a:gd name="connsiteX1" fmla="*/ 95248 w 5910657"/>
                <a:gd name="connsiteY1" fmla="*/ 3921349 h 3921348"/>
                <a:gd name="connsiteX2" fmla="*/ 28020 w 5910657"/>
                <a:gd name="connsiteY2" fmla="*/ 3759076 h 3921348"/>
                <a:gd name="connsiteX3" fmla="*/ 3508742 w 5910657"/>
                <a:gd name="connsiteY3" fmla="*/ 278354 h 3921348"/>
                <a:gd name="connsiteX4" fmla="*/ 4180834 w 5910657"/>
                <a:gd name="connsiteY4" fmla="*/ 0 h 3921348"/>
                <a:gd name="connsiteX5" fmla="*/ 5815410 w 5910657"/>
                <a:gd name="connsiteY5" fmla="*/ 0 h 3921348"/>
                <a:gd name="connsiteX6" fmla="*/ 5882638 w 5910657"/>
                <a:gd name="connsiteY6" fmla="*/ 162273 h 3921348"/>
                <a:gd name="connsiteX7" fmla="*/ 2401916 w 5910657"/>
                <a:gd name="connsiteY7" fmla="*/ 3642994 h 3921348"/>
                <a:gd name="connsiteX8" fmla="*/ 1729824 w 5910657"/>
                <a:gd name="connsiteY8" fmla="*/ 3921349 h 3921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10657" h="3921348">
                  <a:moveTo>
                    <a:pt x="1729824" y="3921349"/>
                  </a:moveTo>
                  <a:lnTo>
                    <a:pt x="95248" y="3921349"/>
                  </a:lnTo>
                  <a:cubicBezTo>
                    <a:pt x="10595" y="3921349"/>
                    <a:pt x="-31858" y="3818954"/>
                    <a:pt x="28020" y="3759076"/>
                  </a:cubicBezTo>
                  <a:lnTo>
                    <a:pt x="3508742" y="278354"/>
                  </a:lnTo>
                  <a:cubicBezTo>
                    <a:pt x="3686982" y="100114"/>
                    <a:pt x="3928712" y="0"/>
                    <a:pt x="4180834" y="0"/>
                  </a:cubicBezTo>
                  <a:lnTo>
                    <a:pt x="5815410" y="0"/>
                  </a:lnTo>
                  <a:cubicBezTo>
                    <a:pt x="5900063" y="0"/>
                    <a:pt x="5942516" y="102395"/>
                    <a:pt x="5882638" y="162273"/>
                  </a:cubicBezTo>
                  <a:lnTo>
                    <a:pt x="2401916" y="3642994"/>
                  </a:lnTo>
                  <a:cubicBezTo>
                    <a:pt x="2223676" y="3821235"/>
                    <a:pt x="1981946" y="3921349"/>
                    <a:pt x="1729824" y="3921349"/>
                  </a:cubicBezTo>
                  <a:close/>
                </a:path>
              </a:pathLst>
            </a:custGeom>
            <a:gradFill>
              <a:gsLst>
                <a:gs pos="21000">
                  <a:schemeClr val="accent5"/>
                </a:gs>
                <a:gs pos="83000">
                  <a:srgbClr val="0095C4"/>
                </a:gs>
              </a:gsLst>
              <a:lin ang="18900033" scaled="1"/>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p>
          </p:txBody>
        </p:sp>
      </p:grpSp>
      <p:sp>
        <p:nvSpPr>
          <p:cNvPr id="10" name="Text Placeholder 862">
            <a:extLst>
              <a:ext uri="{FF2B5EF4-FFF2-40B4-BE49-F238E27FC236}">
                <a16:creationId xmlns:a16="http://schemas.microsoft.com/office/drawing/2014/main" id="{BB1BA4EC-6D18-954E-81DD-4678CFBE6FFB}"/>
              </a:ext>
            </a:extLst>
          </p:cNvPr>
          <p:cNvSpPr>
            <a:spLocks noGrp="1"/>
          </p:cNvSpPr>
          <p:nvPr>
            <p:ph type="body" sz="quarter" idx="12" hasCustomPrompt="1"/>
          </p:nvPr>
        </p:nvSpPr>
        <p:spPr>
          <a:xfrm>
            <a:off x="608013" y="2233670"/>
            <a:ext cx="6497867" cy="2285999"/>
          </a:xfrm>
        </p:spPr>
        <p:txBody>
          <a:bodyPr anchor="ctr"/>
          <a:lstStyle>
            <a:lvl1pPr>
              <a:lnSpc>
                <a:spcPct val="100000"/>
              </a:lnSpc>
              <a:spcBef>
                <a:spcPts val="0"/>
              </a:spcBef>
              <a:defRPr sz="3600">
                <a:solidFill>
                  <a:schemeClr val="tx1"/>
                </a:solidFill>
              </a:defRPr>
            </a:lvl1pPr>
            <a:lvl2pPr marL="273050" indent="0">
              <a:buNone/>
              <a:defRPr/>
            </a:lvl2pPr>
          </a:lstStyle>
          <a:p>
            <a:pPr lvl="0"/>
            <a:r>
              <a:rPr lang="en-US" dirty="0"/>
              <a:t>Slide with large text placeholder, purple theme.</a:t>
            </a:r>
          </a:p>
        </p:txBody>
      </p:sp>
      <p:sp>
        <p:nvSpPr>
          <p:cNvPr id="16" name="page number">
            <a:extLst>
              <a:ext uri="{FF2B5EF4-FFF2-40B4-BE49-F238E27FC236}">
                <a16:creationId xmlns:a16="http://schemas.microsoft.com/office/drawing/2014/main" id="{312DD3E6-E621-1B4F-9197-621CC0C346AF}"/>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grpSp>
        <p:nvGrpSpPr>
          <p:cNvPr id="7" name="Group 6">
            <a:extLst>
              <a:ext uri="{FF2B5EF4-FFF2-40B4-BE49-F238E27FC236}">
                <a16:creationId xmlns:a16="http://schemas.microsoft.com/office/drawing/2014/main" id="{49C4F28F-D820-7F1F-91C7-4E732E3FF4B9}"/>
              </a:ext>
            </a:extLst>
          </p:cNvPr>
          <p:cNvGrpSpPr/>
          <p:nvPr userDrawn="1"/>
        </p:nvGrpSpPr>
        <p:grpSpPr>
          <a:xfrm>
            <a:off x="5111737" y="1408637"/>
            <a:ext cx="7077088" cy="4553747"/>
            <a:chOff x="5111737" y="1408637"/>
            <a:chExt cx="7077088" cy="4553747"/>
          </a:xfrm>
        </p:grpSpPr>
        <p:sp>
          <p:nvSpPr>
            <p:cNvPr id="8" name="Freeform: Shape 3">
              <a:extLst>
                <a:ext uri="{FF2B5EF4-FFF2-40B4-BE49-F238E27FC236}">
                  <a16:creationId xmlns:a16="http://schemas.microsoft.com/office/drawing/2014/main" id="{A23EE99F-E93C-3420-BB05-2D555AD744F2}"/>
                </a:ext>
              </a:extLst>
            </p:cNvPr>
            <p:cNvSpPr/>
            <p:nvPr/>
          </p:nvSpPr>
          <p:spPr>
            <a:xfrm>
              <a:off x="9152842" y="1408637"/>
              <a:ext cx="3035983" cy="3162295"/>
            </a:xfrm>
            <a:custGeom>
              <a:avLst/>
              <a:gdLst>
                <a:gd name="connsiteX0" fmla="*/ 3035983 w 3035983"/>
                <a:gd name="connsiteY0" fmla="*/ 0 h 3162295"/>
                <a:gd name="connsiteX1" fmla="*/ 3035983 w 3035983"/>
                <a:gd name="connsiteY1" fmla="*/ 1627776 h 3162295"/>
                <a:gd name="connsiteX2" fmla="*/ 1779818 w 3035983"/>
                <a:gd name="connsiteY2" fmla="*/ 2883941 h 3162295"/>
                <a:gd name="connsiteX3" fmla="*/ 1107726 w 3035983"/>
                <a:gd name="connsiteY3" fmla="*/ 3162295 h 3162295"/>
                <a:gd name="connsiteX4" fmla="*/ 95248 w 3035983"/>
                <a:gd name="connsiteY4" fmla="*/ 3162295 h 3162295"/>
                <a:gd name="connsiteX5" fmla="*/ 28020 w 3035983"/>
                <a:gd name="connsiteY5" fmla="*/ 3000022 h 3162295"/>
                <a:gd name="connsiteX6" fmla="*/ 2991889 w 3035983"/>
                <a:gd name="connsiteY6" fmla="*/ 36153 h 31622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035983" h="3162295">
                  <a:moveTo>
                    <a:pt x="3035983" y="0"/>
                  </a:moveTo>
                  <a:lnTo>
                    <a:pt x="3035983" y="1627776"/>
                  </a:lnTo>
                  <a:lnTo>
                    <a:pt x="1779818" y="2883941"/>
                  </a:lnTo>
                  <a:cubicBezTo>
                    <a:pt x="1601578" y="3062182"/>
                    <a:pt x="1359848" y="3162295"/>
                    <a:pt x="1107726" y="3162295"/>
                  </a:cubicBezTo>
                  <a:lnTo>
                    <a:pt x="95248" y="3162295"/>
                  </a:lnTo>
                  <a:cubicBezTo>
                    <a:pt x="10595" y="3162295"/>
                    <a:pt x="-31858" y="3059901"/>
                    <a:pt x="28020" y="3000022"/>
                  </a:cubicBezTo>
                  <a:lnTo>
                    <a:pt x="2991889" y="36153"/>
                  </a:lnTo>
                  <a:close/>
                </a:path>
              </a:pathLst>
            </a:custGeom>
            <a:gradFill>
              <a:gsLst>
                <a:gs pos="6000">
                  <a:schemeClr val="accent5"/>
                </a:gs>
                <a:gs pos="73000">
                  <a:srgbClr val="0095C4"/>
                </a:gs>
              </a:gsLst>
              <a:lin ang="18900033" scaled="1"/>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p>
          </p:txBody>
        </p:sp>
        <p:sp>
          <p:nvSpPr>
            <p:cNvPr id="9" name="Freeform: Shape 4">
              <a:extLst>
                <a:ext uri="{FF2B5EF4-FFF2-40B4-BE49-F238E27FC236}">
                  <a16:creationId xmlns:a16="http://schemas.microsoft.com/office/drawing/2014/main" id="{6BD13FCB-AB86-7965-C7A5-41F3EA7F3FEE}"/>
                </a:ext>
              </a:extLst>
            </p:cNvPr>
            <p:cNvSpPr/>
            <p:nvPr/>
          </p:nvSpPr>
          <p:spPr>
            <a:xfrm>
              <a:off x="5111737" y="2041036"/>
              <a:ext cx="5910657" cy="3921348"/>
            </a:xfrm>
            <a:custGeom>
              <a:avLst/>
              <a:gdLst>
                <a:gd name="connsiteX0" fmla="*/ 1729824 w 5910657"/>
                <a:gd name="connsiteY0" fmla="*/ 3921349 h 3921348"/>
                <a:gd name="connsiteX1" fmla="*/ 95248 w 5910657"/>
                <a:gd name="connsiteY1" fmla="*/ 3921349 h 3921348"/>
                <a:gd name="connsiteX2" fmla="*/ 28020 w 5910657"/>
                <a:gd name="connsiteY2" fmla="*/ 3759076 h 3921348"/>
                <a:gd name="connsiteX3" fmla="*/ 3508742 w 5910657"/>
                <a:gd name="connsiteY3" fmla="*/ 278354 h 3921348"/>
                <a:gd name="connsiteX4" fmla="*/ 4180834 w 5910657"/>
                <a:gd name="connsiteY4" fmla="*/ 0 h 3921348"/>
                <a:gd name="connsiteX5" fmla="*/ 5815410 w 5910657"/>
                <a:gd name="connsiteY5" fmla="*/ 0 h 3921348"/>
                <a:gd name="connsiteX6" fmla="*/ 5882638 w 5910657"/>
                <a:gd name="connsiteY6" fmla="*/ 162273 h 3921348"/>
                <a:gd name="connsiteX7" fmla="*/ 2401916 w 5910657"/>
                <a:gd name="connsiteY7" fmla="*/ 3642994 h 3921348"/>
                <a:gd name="connsiteX8" fmla="*/ 1729824 w 5910657"/>
                <a:gd name="connsiteY8" fmla="*/ 3921349 h 3921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10657" h="3921348">
                  <a:moveTo>
                    <a:pt x="1729824" y="3921349"/>
                  </a:moveTo>
                  <a:lnTo>
                    <a:pt x="95248" y="3921349"/>
                  </a:lnTo>
                  <a:cubicBezTo>
                    <a:pt x="10595" y="3921349"/>
                    <a:pt x="-31858" y="3818954"/>
                    <a:pt x="28020" y="3759076"/>
                  </a:cubicBezTo>
                  <a:lnTo>
                    <a:pt x="3508742" y="278354"/>
                  </a:lnTo>
                  <a:cubicBezTo>
                    <a:pt x="3686982" y="100114"/>
                    <a:pt x="3928712" y="0"/>
                    <a:pt x="4180834" y="0"/>
                  </a:cubicBezTo>
                  <a:lnTo>
                    <a:pt x="5815410" y="0"/>
                  </a:lnTo>
                  <a:cubicBezTo>
                    <a:pt x="5900063" y="0"/>
                    <a:pt x="5942516" y="102395"/>
                    <a:pt x="5882638" y="162273"/>
                  </a:cubicBezTo>
                  <a:lnTo>
                    <a:pt x="2401916" y="3642994"/>
                  </a:lnTo>
                  <a:cubicBezTo>
                    <a:pt x="2223676" y="3821235"/>
                    <a:pt x="1981946" y="3921349"/>
                    <a:pt x="1729824" y="3921349"/>
                  </a:cubicBezTo>
                  <a:close/>
                </a:path>
              </a:pathLst>
            </a:custGeom>
            <a:gradFill>
              <a:gsLst>
                <a:gs pos="21000">
                  <a:schemeClr val="accent5"/>
                </a:gs>
                <a:gs pos="83000">
                  <a:srgbClr val="0095C4"/>
                </a:gs>
              </a:gsLst>
              <a:lin ang="18900033" scaled="1"/>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p>
          </p:txBody>
        </p:sp>
      </p:grpSp>
      <p:sp>
        <p:nvSpPr>
          <p:cNvPr id="11" name="page number">
            <a:extLst>
              <a:ext uri="{FF2B5EF4-FFF2-40B4-BE49-F238E27FC236}">
                <a16:creationId xmlns:a16="http://schemas.microsoft.com/office/drawing/2014/main" id="{312DD3E6-E621-1B4F-9197-621CC0C346AF}"/>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Tree>
    <p:extLst>
      <p:ext uri="{BB962C8B-B14F-4D97-AF65-F5344CB8AC3E}">
        <p14:creationId xmlns:p14="http://schemas.microsoft.com/office/powerpoint/2010/main" val="42427888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p:cSld name="Big Statement 2 - Leaf">
    <p:spTree>
      <p:nvGrpSpPr>
        <p:cNvPr id="1" name=""/>
        <p:cNvGrpSpPr/>
        <p:nvPr/>
      </p:nvGrpSpPr>
      <p:grpSpPr>
        <a:xfrm>
          <a:off x="0" y="0"/>
          <a:ext cx="0" cy="0"/>
          <a:chOff x="0" y="0"/>
          <a:chExt cx="0" cy="0"/>
        </a:xfrm>
      </p:grpSpPr>
      <p:sp>
        <p:nvSpPr>
          <p:cNvPr id="2" name="Freeform: Shape 1">
            <a:extLst>
              <a:ext uri="{FF2B5EF4-FFF2-40B4-BE49-F238E27FC236}">
                <a16:creationId xmlns:a16="http://schemas.microsoft.com/office/drawing/2014/main" id="{790259BD-425B-08EE-F13F-3E45E77F1B69}"/>
              </a:ext>
            </a:extLst>
          </p:cNvPr>
          <p:cNvSpPr/>
          <p:nvPr/>
        </p:nvSpPr>
        <p:spPr>
          <a:xfrm>
            <a:off x="-9731" y="1828236"/>
            <a:ext cx="12203581" cy="4225133"/>
          </a:xfrm>
          <a:custGeom>
            <a:avLst/>
            <a:gdLst>
              <a:gd name="connsiteX0" fmla="*/ 11206701 w 12203581"/>
              <a:gd name="connsiteY0" fmla="*/ 0 h 4225133"/>
              <a:gd name="connsiteX1" fmla="*/ 12203581 w 12203581"/>
              <a:gd name="connsiteY1" fmla="*/ 0 h 4225133"/>
              <a:gd name="connsiteX2" fmla="*/ 12203581 w 12203581"/>
              <a:gd name="connsiteY2" fmla="*/ 76381 h 4225133"/>
              <a:gd name="connsiteX3" fmla="*/ 11206764 w 12203581"/>
              <a:gd name="connsiteY3" fmla="*/ 76381 h 4225133"/>
              <a:gd name="connsiteX4" fmla="*/ 10082496 w 12203581"/>
              <a:gd name="connsiteY4" fmla="*/ 542038 h 4225133"/>
              <a:gd name="connsiteX5" fmla="*/ 6864996 w 12203581"/>
              <a:gd name="connsiteY5" fmla="*/ 3759476 h 4225133"/>
              <a:gd name="connsiteX6" fmla="*/ 5740727 w 12203581"/>
              <a:gd name="connsiteY6" fmla="*/ 4225133 h 4225133"/>
              <a:gd name="connsiteX7" fmla="*/ 0 w 12203581"/>
              <a:gd name="connsiteY7" fmla="*/ 4225133 h 4225133"/>
              <a:gd name="connsiteX8" fmla="*/ 0 w 12203581"/>
              <a:gd name="connsiteY8" fmla="*/ 4148754 h 4225133"/>
              <a:gd name="connsiteX9" fmla="*/ 5740727 w 12203581"/>
              <a:gd name="connsiteY9" fmla="*/ 4148754 h 4225133"/>
              <a:gd name="connsiteX10" fmla="*/ 6319969 w 12203581"/>
              <a:gd name="connsiteY10" fmla="*/ 4033515 h 4225133"/>
              <a:gd name="connsiteX11" fmla="*/ 6811001 w 12203581"/>
              <a:gd name="connsiteY11" fmla="*/ 3705419 h 4225133"/>
              <a:gd name="connsiteX12" fmla="*/ 10028503 w 12203581"/>
              <a:gd name="connsiteY12" fmla="*/ 487980 h 4225133"/>
              <a:gd name="connsiteX13" fmla="*/ 10569077 w 12203581"/>
              <a:gd name="connsiteY13" fmla="*/ 126813 h 4225133"/>
              <a:gd name="connsiteX14" fmla="*/ 11206701 w 12203581"/>
              <a:gd name="connsiteY14" fmla="*/ 0 h 4225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03581" h="4225133">
                <a:moveTo>
                  <a:pt x="11206701" y="0"/>
                </a:moveTo>
                <a:lnTo>
                  <a:pt x="12203581" y="0"/>
                </a:lnTo>
                <a:lnTo>
                  <a:pt x="12203581" y="76381"/>
                </a:lnTo>
                <a:lnTo>
                  <a:pt x="11206764" y="76381"/>
                </a:lnTo>
                <a:cubicBezTo>
                  <a:pt x="10785052" y="76381"/>
                  <a:pt x="10380639" y="243896"/>
                  <a:pt x="10082496" y="542038"/>
                </a:cubicBezTo>
                <a:lnTo>
                  <a:pt x="6864996" y="3759476"/>
                </a:lnTo>
                <a:cubicBezTo>
                  <a:pt x="6566789" y="4057618"/>
                  <a:pt x="6162377" y="4225133"/>
                  <a:pt x="5740727" y="4225133"/>
                </a:cubicBezTo>
                <a:lnTo>
                  <a:pt x="0" y="4225133"/>
                </a:lnTo>
                <a:lnTo>
                  <a:pt x="0" y="4148754"/>
                </a:lnTo>
                <a:lnTo>
                  <a:pt x="5740727" y="4148754"/>
                </a:lnTo>
                <a:cubicBezTo>
                  <a:pt x="5940485" y="4148754"/>
                  <a:pt x="6135411" y="4109959"/>
                  <a:pt x="6319969" y="4033515"/>
                </a:cubicBezTo>
                <a:cubicBezTo>
                  <a:pt x="6504529" y="3957072"/>
                  <a:pt x="6669753" y="3846668"/>
                  <a:pt x="6811001" y="3705419"/>
                </a:cubicBezTo>
                <a:lnTo>
                  <a:pt x="10028503" y="487980"/>
                </a:lnTo>
                <a:cubicBezTo>
                  <a:pt x="10183997" y="332486"/>
                  <a:pt x="10365884" y="210952"/>
                  <a:pt x="10569077" y="126813"/>
                </a:cubicBezTo>
                <a:cubicBezTo>
                  <a:pt x="10772269" y="42675"/>
                  <a:pt x="10986781" y="0"/>
                  <a:pt x="11206701" y="0"/>
                </a:cubicBezTo>
                <a:close/>
              </a:path>
            </a:pathLst>
          </a:custGeom>
          <a:gradFill>
            <a:gsLst>
              <a:gs pos="20000">
                <a:srgbClr val="0095C4"/>
              </a:gs>
              <a:gs pos="45000">
                <a:srgbClr val="299B75"/>
              </a:gs>
              <a:gs pos="80000">
                <a:srgbClr val="61A30E"/>
              </a:gs>
            </a:gsLst>
            <a:lin ang="0" scaled="1"/>
          </a:gradFill>
          <a:ln w="0" cap="flat">
            <a:noFill/>
            <a:prstDash val="solid"/>
            <a:miter/>
          </a:ln>
        </p:spPr>
        <p:txBody>
          <a:bodyPr rtlCol="0" anchor="ctr"/>
          <a:lstStyle/>
          <a:p>
            <a:endParaRPr lang="en-US"/>
          </a:p>
        </p:txBody>
      </p:sp>
      <p:sp>
        <p:nvSpPr>
          <p:cNvPr id="3" name="Freeform: Shape 2">
            <a:extLst>
              <a:ext uri="{FF2B5EF4-FFF2-40B4-BE49-F238E27FC236}">
                <a16:creationId xmlns:a16="http://schemas.microsoft.com/office/drawing/2014/main" id="{797BAED2-30F9-8FE2-1EEF-B548291B27BB}"/>
              </a:ext>
            </a:extLst>
          </p:cNvPr>
          <p:cNvSpPr/>
          <p:nvPr/>
        </p:nvSpPr>
        <p:spPr>
          <a:xfrm>
            <a:off x="6457030" y="3564299"/>
            <a:ext cx="5731795" cy="3298781"/>
          </a:xfrm>
          <a:custGeom>
            <a:avLst/>
            <a:gdLst>
              <a:gd name="connsiteX0" fmla="*/ 3823502 w 5731795"/>
              <a:gd name="connsiteY0" fmla="*/ 0 h 3298781"/>
              <a:gd name="connsiteX1" fmla="*/ 5731795 w 5731795"/>
              <a:gd name="connsiteY1" fmla="*/ 0 h 3298781"/>
              <a:gd name="connsiteX2" fmla="*/ 5731795 w 5731795"/>
              <a:gd name="connsiteY2" fmla="*/ 1358608 h 3298781"/>
              <a:gd name="connsiteX3" fmla="*/ 3791622 w 5731795"/>
              <a:gd name="connsiteY3" fmla="*/ 3298781 h 3298781"/>
              <a:gd name="connsiteX4" fmla="*/ 0 w 5731795"/>
              <a:gd name="connsiteY4" fmla="*/ 3298781 h 3298781"/>
              <a:gd name="connsiteX5" fmla="*/ 2927726 w 5731795"/>
              <a:gd name="connsiteY5" fmla="*/ 371055 h 3298781"/>
              <a:gd name="connsiteX6" fmla="*/ 3823502 w 5731795"/>
              <a:gd name="connsiteY6" fmla="*/ 0 h 32987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31795" h="3298781">
                <a:moveTo>
                  <a:pt x="3823502" y="0"/>
                </a:moveTo>
                <a:lnTo>
                  <a:pt x="5731795" y="0"/>
                </a:lnTo>
                <a:lnTo>
                  <a:pt x="5731795" y="1358608"/>
                </a:lnTo>
                <a:lnTo>
                  <a:pt x="3791622" y="3298781"/>
                </a:lnTo>
                <a:lnTo>
                  <a:pt x="0" y="3298781"/>
                </a:lnTo>
                <a:lnTo>
                  <a:pt x="2927726" y="371055"/>
                </a:lnTo>
                <a:cubicBezTo>
                  <a:pt x="3165320" y="133460"/>
                  <a:pt x="3487538" y="0"/>
                  <a:pt x="3823502" y="0"/>
                </a:cubicBezTo>
                <a:close/>
              </a:path>
            </a:pathLst>
          </a:custGeom>
          <a:gradFill>
            <a:gsLst>
              <a:gs pos="21000">
                <a:srgbClr val="61A30E"/>
              </a:gs>
              <a:gs pos="83000">
                <a:srgbClr val="0095C4"/>
              </a:gs>
            </a:gsLst>
            <a:lin ang="18900033" scaled="1"/>
          </a:gradFill>
          <a:ln w="0" cap="flat">
            <a:noFill/>
            <a:prstDash val="solid"/>
            <a:miter/>
          </a:ln>
        </p:spPr>
        <p:txBody>
          <a:bodyPr rtlCol="0" anchor="ctr"/>
          <a:lstStyle/>
          <a:p>
            <a:endParaRPr lang="en-US"/>
          </a:p>
        </p:txBody>
      </p:sp>
      <p:sp>
        <p:nvSpPr>
          <p:cNvPr id="28" name="Title 1">
            <a:extLst>
              <a:ext uri="{FF2B5EF4-FFF2-40B4-BE49-F238E27FC236}">
                <a16:creationId xmlns:a16="http://schemas.microsoft.com/office/drawing/2014/main" id="{426C215B-BC62-3CF9-EDF0-6413174A435A}"/>
              </a:ext>
            </a:extLst>
          </p:cNvPr>
          <p:cNvSpPr>
            <a:spLocks noGrp="1"/>
          </p:cNvSpPr>
          <p:nvPr>
            <p:ph type="title" hasCustomPrompt="1"/>
          </p:nvPr>
        </p:nvSpPr>
        <p:spPr>
          <a:xfrm>
            <a:off x="589108" y="938794"/>
            <a:ext cx="6427626" cy="1229360"/>
          </a:xfrm>
        </p:spPr>
        <p:txBody>
          <a:bodyPr wrap="square" anchor="b"/>
          <a:lstStyle>
            <a:lvl1pPr algn="l">
              <a:defRPr sz="3600" b="0" cap="none" baseline="0">
                <a:solidFill>
                  <a:schemeClr val="tx1"/>
                </a:solidFill>
              </a:defRPr>
            </a:lvl1pPr>
          </a:lstStyle>
          <a:p>
            <a:r>
              <a:rPr lang="en-US" dirty="0"/>
              <a:t>Big Statement – Green Theme</a:t>
            </a:r>
          </a:p>
        </p:txBody>
      </p:sp>
      <p:sp>
        <p:nvSpPr>
          <p:cNvPr id="29" name="Subtitle">
            <a:extLst>
              <a:ext uri="{FF2B5EF4-FFF2-40B4-BE49-F238E27FC236}">
                <a16:creationId xmlns:a16="http://schemas.microsoft.com/office/drawing/2014/main" id="{615FECE3-9918-4B48-E68F-739600E4B93A}"/>
              </a:ext>
            </a:extLst>
          </p:cNvPr>
          <p:cNvSpPr>
            <a:spLocks noGrp="1"/>
          </p:cNvSpPr>
          <p:nvPr>
            <p:ph type="subTitle" idx="10" hasCustomPrompt="1"/>
          </p:nvPr>
        </p:nvSpPr>
        <p:spPr>
          <a:xfrm>
            <a:off x="602966" y="2267712"/>
            <a:ext cx="6408402" cy="700882"/>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
        <p:nvSpPr>
          <p:cNvPr id="7" name="page number">
            <a:extLst>
              <a:ext uri="{FF2B5EF4-FFF2-40B4-BE49-F238E27FC236}">
                <a16:creationId xmlns:a16="http://schemas.microsoft.com/office/drawing/2014/main" id="{4144FBF0-61D7-2140-A159-ECF2E9CDDA21}"/>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8" name="Freeform: Shape 1">
            <a:extLst>
              <a:ext uri="{FF2B5EF4-FFF2-40B4-BE49-F238E27FC236}">
                <a16:creationId xmlns:a16="http://schemas.microsoft.com/office/drawing/2014/main" id="{790259BD-425B-08EE-F13F-3E45E77F1B69}"/>
              </a:ext>
            </a:extLst>
          </p:cNvPr>
          <p:cNvSpPr/>
          <p:nvPr userDrawn="1"/>
        </p:nvSpPr>
        <p:spPr>
          <a:xfrm>
            <a:off x="-9731" y="1828236"/>
            <a:ext cx="12203581" cy="4225133"/>
          </a:xfrm>
          <a:custGeom>
            <a:avLst/>
            <a:gdLst>
              <a:gd name="connsiteX0" fmla="*/ 11206701 w 12203581"/>
              <a:gd name="connsiteY0" fmla="*/ 0 h 4225133"/>
              <a:gd name="connsiteX1" fmla="*/ 12203581 w 12203581"/>
              <a:gd name="connsiteY1" fmla="*/ 0 h 4225133"/>
              <a:gd name="connsiteX2" fmla="*/ 12203581 w 12203581"/>
              <a:gd name="connsiteY2" fmla="*/ 76381 h 4225133"/>
              <a:gd name="connsiteX3" fmla="*/ 11206764 w 12203581"/>
              <a:gd name="connsiteY3" fmla="*/ 76381 h 4225133"/>
              <a:gd name="connsiteX4" fmla="*/ 10082496 w 12203581"/>
              <a:gd name="connsiteY4" fmla="*/ 542038 h 4225133"/>
              <a:gd name="connsiteX5" fmla="*/ 6864996 w 12203581"/>
              <a:gd name="connsiteY5" fmla="*/ 3759476 h 4225133"/>
              <a:gd name="connsiteX6" fmla="*/ 5740727 w 12203581"/>
              <a:gd name="connsiteY6" fmla="*/ 4225133 h 4225133"/>
              <a:gd name="connsiteX7" fmla="*/ 0 w 12203581"/>
              <a:gd name="connsiteY7" fmla="*/ 4225133 h 4225133"/>
              <a:gd name="connsiteX8" fmla="*/ 0 w 12203581"/>
              <a:gd name="connsiteY8" fmla="*/ 4148754 h 4225133"/>
              <a:gd name="connsiteX9" fmla="*/ 5740727 w 12203581"/>
              <a:gd name="connsiteY9" fmla="*/ 4148754 h 4225133"/>
              <a:gd name="connsiteX10" fmla="*/ 6319969 w 12203581"/>
              <a:gd name="connsiteY10" fmla="*/ 4033515 h 4225133"/>
              <a:gd name="connsiteX11" fmla="*/ 6811001 w 12203581"/>
              <a:gd name="connsiteY11" fmla="*/ 3705419 h 4225133"/>
              <a:gd name="connsiteX12" fmla="*/ 10028503 w 12203581"/>
              <a:gd name="connsiteY12" fmla="*/ 487980 h 4225133"/>
              <a:gd name="connsiteX13" fmla="*/ 10569077 w 12203581"/>
              <a:gd name="connsiteY13" fmla="*/ 126813 h 4225133"/>
              <a:gd name="connsiteX14" fmla="*/ 11206701 w 12203581"/>
              <a:gd name="connsiteY14" fmla="*/ 0 h 4225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03581" h="4225133">
                <a:moveTo>
                  <a:pt x="11206701" y="0"/>
                </a:moveTo>
                <a:lnTo>
                  <a:pt x="12203581" y="0"/>
                </a:lnTo>
                <a:lnTo>
                  <a:pt x="12203581" y="76381"/>
                </a:lnTo>
                <a:lnTo>
                  <a:pt x="11206764" y="76381"/>
                </a:lnTo>
                <a:cubicBezTo>
                  <a:pt x="10785052" y="76381"/>
                  <a:pt x="10380639" y="243896"/>
                  <a:pt x="10082496" y="542038"/>
                </a:cubicBezTo>
                <a:lnTo>
                  <a:pt x="6864996" y="3759476"/>
                </a:lnTo>
                <a:cubicBezTo>
                  <a:pt x="6566789" y="4057618"/>
                  <a:pt x="6162377" y="4225133"/>
                  <a:pt x="5740727" y="4225133"/>
                </a:cubicBezTo>
                <a:lnTo>
                  <a:pt x="0" y="4225133"/>
                </a:lnTo>
                <a:lnTo>
                  <a:pt x="0" y="4148754"/>
                </a:lnTo>
                <a:lnTo>
                  <a:pt x="5740727" y="4148754"/>
                </a:lnTo>
                <a:cubicBezTo>
                  <a:pt x="5940485" y="4148754"/>
                  <a:pt x="6135411" y="4109959"/>
                  <a:pt x="6319969" y="4033515"/>
                </a:cubicBezTo>
                <a:cubicBezTo>
                  <a:pt x="6504529" y="3957072"/>
                  <a:pt x="6669753" y="3846668"/>
                  <a:pt x="6811001" y="3705419"/>
                </a:cubicBezTo>
                <a:lnTo>
                  <a:pt x="10028503" y="487980"/>
                </a:lnTo>
                <a:cubicBezTo>
                  <a:pt x="10183997" y="332486"/>
                  <a:pt x="10365884" y="210952"/>
                  <a:pt x="10569077" y="126813"/>
                </a:cubicBezTo>
                <a:cubicBezTo>
                  <a:pt x="10772269" y="42675"/>
                  <a:pt x="10986781" y="0"/>
                  <a:pt x="11206701" y="0"/>
                </a:cubicBezTo>
                <a:close/>
              </a:path>
            </a:pathLst>
          </a:custGeom>
          <a:gradFill>
            <a:gsLst>
              <a:gs pos="20000">
                <a:srgbClr val="0095C4"/>
              </a:gs>
              <a:gs pos="45000">
                <a:srgbClr val="299B75"/>
              </a:gs>
              <a:gs pos="80000">
                <a:srgbClr val="61A30E"/>
              </a:gs>
            </a:gsLst>
            <a:lin ang="0" scaled="1"/>
          </a:gradFill>
          <a:ln w="0" cap="flat">
            <a:noFill/>
            <a:prstDash val="solid"/>
            <a:miter/>
          </a:ln>
        </p:spPr>
        <p:txBody>
          <a:bodyPr rtlCol="0" anchor="ctr"/>
          <a:lstStyle/>
          <a:p>
            <a:endParaRPr lang="en-US"/>
          </a:p>
        </p:txBody>
      </p:sp>
      <p:sp>
        <p:nvSpPr>
          <p:cNvPr id="9" name="Freeform: Shape 2">
            <a:extLst>
              <a:ext uri="{FF2B5EF4-FFF2-40B4-BE49-F238E27FC236}">
                <a16:creationId xmlns:a16="http://schemas.microsoft.com/office/drawing/2014/main" id="{797BAED2-30F9-8FE2-1EEF-B548291B27BB}"/>
              </a:ext>
            </a:extLst>
          </p:cNvPr>
          <p:cNvSpPr/>
          <p:nvPr userDrawn="1"/>
        </p:nvSpPr>
        <p:spPr>
          <a:xfrm>
            <a:off x="6457030" y="3564299"/>
            <a:ext cx="5731795" cy="3298781"/>
          </a:xfrm>
          <a:custGeom>
            <a:avLst/>
            <a:gdLst>
              <a:gd name="connsiteX0" fmla="*/ 3823502 w 5731795"/>
              <a:gd name="connsiteY0" fmla="*/ 0 h 3298781"/>
              <a:gd name="connsiteX1" fmla="*/ 5731795 w 5731795"/>
              <a:gd name="connsiteY1" fmla="*/ 0 h 3298781"/>
              <a:gd name="connsiteX2" fmla="*/ 5731795 w 5731795"/>
              <a:gd name="connsiteY2" fmla="*/ 1358608 h 3298781"/>
              <a:gd name="connsiteX3" fmla="*/ 3791622 w 5731795"/>
              <a:gd name="connsiteY3" fmla="*/ 3298781 h 3298781"/>
              <a:gd name="connsiteX4" fmla="*/ 0 w 5731795"/>
              <a:gd name="connsiteY4" fmla="*/ 3298781 h 3298781"/>
              <a:gd name="connsiteX5" fmla="*/ 2927726 w 5731795"/>
              <a:gd name="connsiteY5" fmla="*/ 371055 h 3298781"/>
              <a:gd name="connsiteX6" fmla="*/ 3823502 w 5731795"/>
              <a:gd name="connsiteY6" fmla="*/ 0 h 32987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31795" h="3298781">
                <a:moveTo>
                  <a:pt x="3823502" y="0"/>
                </a:moveTo>
                <a:lnTo>
                  <a:pt x="5731795" y="0"/>
                </a:lnTo>
                <a:lnTo>
                  <a:pt x="5731795" y="1358608"/>
                </a:lnTo>
                <a:lnTo>
                  <a:pt x="3791622" y="3298781"/>
                </a:lnTo>
                <a:lnTo>
                  <a:pt x="0" y="3298781"/>
                </a:lnTo>
                <a:lnTo>
                  <a:pt x="2927726" y="371055"/>
                </a:lnTo>
                <a:cubicBezTo>
                  <a:pt x="3165320" y="133460"/>
                  <a:pt x="3487538" y="0"/>
                  <a:pt x="3823502" y="0"/>
                </a:cubicBezTo>
                <a:close/>
              </a:path>
            </a:pathLst>
          </a:custGeom>
          <a:gradFill>
            <a:gsLst>
              <a:gs pos="21000">
                <a:srgbClr val="61A30E"/>
              </a:gs>
              <a:gs pos="83000">
                <a:srgbClr val="0095C4"/>
              </a:gs>
            </a:gsLst>
            <a:lin ang="18900033" scaled="1"/>
          </a:gradFill>
          <a:ln w="0" cap="flat">
            <a:noFill/>
            <a:prstDash val="solid"/>
            <a:miter/>
          </a:ln>
        </p:spPr>
        <p:txBody>
          <a:bodyPr rtlCol="0" anchor="ctr"/>
          <a:lstStyle/>
          <a:p>
            <a:endParaRPr lang="en-US"/>
          </a:p>
        </p:txBody>
      </p:sp>
      <p:sp>
        <p:nvSpPr>
          <p:cNvPr id="10" name="page number">
            <a:extLst>
              <a:ext uri="{FF2B5EF4-FFF2-40B4-BE49-F238E27FC236}">
                <a16:creationId xmlns:a16="http://schemas.microsoft.com/office/drawing/2014/main" id="{4144FBF0-61D7-2140-A159-ECF2E9CDDA21}"/>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Tree>
    <p:extLst>
      <p:ext uri="{BB962C8B-B14F-4D97-AF65-F5344CB8AC3E}">
        <p14:creationId xmlns:p14="http://schemas.microsoft.com/office/powerpoint/2010/main" val="17982114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p:cSld name="Big Statement 2 - Aqua">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C8B1DED2-F6CE-9D78-8DD9-803750B574EF}"/>
              </a:ext>
            </a:extLst>
          </p:cNvPr>
          <p:cNvSpPr/>
          <p:nvPr/>
        </p:nvSpPr>
        <p:spPr>
          <a:xfrm>
            <a:off x="-9731" y="1828236"/>
            <a:ext cx="12203581" cy="4225133"/>
          </a:xfrm>
          <a:custGeom>
            <a:avLst/>
            <a:gdLst>
              <a:gd name="connsiteX0" fmla="*/ 11206701 w 12203581"/>
              <a:gd name="connsiteY0" fmla="*/ 0 h 4225133"/>
              <a:gd name="connsiteX1" fmla="*/ 12203581 w 12203581"/>
              <a:gd name="connsiteY1" fmla="*/ 0 h 4225133"/>
              <a:gd name="connsiteX2" fmla="*/ 12203581 w 12203581"/>
              <a:gd name="connsiteY2" fmla="*/ 76381 h 4225133"/>
              <a:gd name="connsiteX3" fmla="*/ 11206764 w 12203581"/>
              <a:gd name="connsiteY3" fmla="*/ 76381 h 4225133"/>
              <a:gd name="connsiteX4" fmla="*/ 10082496 w 12203581"/>
              <a:gd name="connsiteY4" fmla="*/ 542038 h 4225133"/>
              <a:gd name="connsiteX5" fmla="*/ 6864996 w 12203581"/>
              <a:gd name="connsiteY5" fmla="*/ 3759476 h 4225133"/>
              <a:gd name="connsiteX6" fmla="*/ 5740727 w 12203581"/>
              <a:gd name="connsiteY6" fmla="*/ 4225133 h 4225133"/>
              <a:gd name="connsiteX7" fmla="*/ 0 w 12203581"/>
              <a:gd name="connsiteY7" fmla="*/ 4225133 h 4225133"/>
              <a:gd name="connsiteX8" fmla="*/ 0 w 12203581"/>
              <a:gd name="connsiteY8" fmla="*/ 4148754 h 4225133"/>
              <a:gd name="connsiteX9" fmla="*/ 5740727 w 12203581"/>
              <a:gd name="connsiteY9" fmla="*/ 4148754 h 4225133"/>
              <a:gd name="connsiteX10" fmla="*/ 6319969 w 12203581"/>
              <a:gd name="connsiteY10" fmla="*/ 4033515 h 4225133"/>
              <a:gd name="connsiteX11" fmla="*/ 6811001 w 12203581"/>
              <a:gd name="connsiteY11" fmla="*/ 3705419 h 4225133"/>
              <a:gd name="connsiteX12" fmla="*/ 10028503 w 12203581"/>
              <a:gd name="connsiteY12" fmla="*/ 487980 h 4225133"/>
              <a:gd name="connsiteX13" fmla="*/ 10569077 w 12203581"/>
              <a:gd name="connsiteY13" fmla="*/ 126813 h 4225133"/>
              <a:gd name="connsiteX14" fmla="*/ 11206701 w 12203581"/>
              <a:gd name="connsiteY14" fmla="*/ 0 h 4225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03581" h="4225133">
                <a:moveTo>
                  <a:pt x="11206701" y="0"/>
                </a:moveTo>
                <a:lnTo>
                  <a:pt x="12203581" y="0"/>
                </a:lnTo>
                <a:lnTo>
                  <a:pt x="12203581" y="76381"/>
                </a:lnTo>
                <a:lnTo>
                  <a:pt x="11206764" y="76381"/>
                </a:lnTo>
                <a:cubicBezTo>
                  <a:pt x="10785052" y="76381"/>
                  <a:pt x="10380639" y="243896"/>
                  <a:pt x="10082496" y="542038"/>
                </a:cubicBezTo>
                <a:lnTo>
                  <a:pt x="6864996" y="3759476"/>
                </a:lnTo>
                <a:cubicBezTo>
                  <a:pt x="6566789" y="4057618"/>
                  <a:pt x="6162377" y="4225133"/>
                  <a:pt x="5740727" y="4225133"/>
                </a:cubicBezTo>
                <a:lnTo>
                  <a:pt x="0" y="4225133"/>
                </a:lnTo>
                <a:lnTo>
                  <a:pt x="0" y="4148754"/>
                </a:lnTo>
                <a:lnTo>
                  <a:pt x="5740727" y="4148754"/>
                </a:lnTo>
                <a:cubicBezTo>
                  <a:pt x="5940485" y="4148754"/>
                  <a:pt x="6135411" y="4109959"/>
                  <a:pt x="6319969" y="4033515"/>
                </a:cubicBezTo>
                <a:cubicBezTo>
                  <a:pt x="6504529" y="3957072"/>
                  <a:pt x="6669753" y="3846668"/>
                  <a:pt x="6811001" y="3705419"/>
                </a:cubicBezTo>
                <a:lnTo>
                  <a:pt x="10028503" y="487980"/>
                </a:lnTo>
                <a:cubicBezTo>
                  <a:pt x="10183997" y="332486"/>
                  <a:pt x="10365884" y="210952"/>
                  <a:pt x="10569077" y="126813"/>
                </a:cubicBezTo>
                <a:cubicBezTo>
                  <a:pt x="10772269" y="42675"/>
                  <a:pt x="10986781" y="0"/>
                  <a:pt x="11206701" y="0"/>
                </a:cubicBezTo>
                <a:close/>
              </a:path>
            </a:pathLst>
          </a:custGeom>
          <a:gradFill>
            <a:gsLst>
              <a:gs pos="20000">
                <a:srgbClr val="0095C4"/>
              </a:gs>
              <a:gs pos="80000">
                <a:schemeClr val="accent1"/>
              </a:gs>
            </a:gsLst>
            <a:lin ang="0" scaled="1"/>
          </a:gradFill>
          <a:ln w="0" cap="flat">
            <a:noFill/>
            <a:prstDash val="solid"/>
            <a:miter/>
          </a:ln>
        </p:spPr>
        <p:txBody>
          <a:bodyPr rtlCol="0" anchor="ctr"/>
          <a:lstStyle/>
          <a:p>
            <a:endParaRPr lang="en-US">
              <a:solidFill>
                <a:schemeClr val="tx1"/>
              </a:solidFill>
            </a:endParaRPr>
          </a:p>
        </p:txBody>
      </p:sp>
      <p:sp>
        <p:nvSpPr>
          <p:cNvPr id="9" name="Freeform: Shape 8">
            <a:extLst>
              <a:ext uri="{FF2B5EF4-FFF2-40B4-BE49-F238E27FC236}">
                <a16:creationId xmlns:a16="http://schemas.microsoft.com/office/drawing/2014/main" id="{6C96B54B-26F9-6C7B-9D73-932720ABCAA1}"/>
              </a:ext>
            </a:extLst>
          </p:cNvPr>
          <p:cNvSpPr/>
          <p:nvPr/>
        </p:nvSpPr>
        <p:spPr>
          <a:xfrm>
            <a:off x="6457030" y="3564299"/>
            <a:ext cx="5731795" cy="3298781"/>
          </a:xfrm>
          <a:custGeom>
            <a:avLst/>
            <a:gdLst>
              <a:gd name="connsiteX0" fmla="*/ 3823502 w 5731795"/>
              <a:gd name="connsiteY0" fmla="*/ 0 h 3298781"/>
              <a:gd name="connsiteX1" fmla="*/ 5731795 w 5731795"/>
              <a:gd name="connsiteY1" fmla="*/ 0 h 3298781"/>
              <a:gd name="connsiteX2" fmla="*/ 5731795 w 5731795"/>
              <a:gd name="connsiteY2" fmla="*/ 1358608 h 3298781"/>
              <a:gd name="connsiteX3" fmla="*/ 3791622 w 5731795"/>
              <a:gd name="connsiteY3" fmla="*/ 3298781 h 3298781"/>
              <a:gd name="connsiteX4" fmla="*/ 0 w 5731795"/>
              <a:gd name="connsiteY4" fmla="*/ 3298781 h 3298781"/>
              <a:gd name="connsiteX5" fmla="*/ 2927726 w 5731795"/>
              <a:gd name="connsiteY5" fmla="*/ 371055 h 3298781"/>
              <a:gd name="connsiteX6" fmla="*/ 3823502 w 5731795"/>
              <a:gd name="connsiteY6" fmla="*/ 0 h 32987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31795" h="3298781">
                <a:moveTo>
                  <a:pt x="3823502" y="0"/>
                </a:moveTo>
                <a:lnTo>
                  <a:pt x="5731795" y="0"/>
                </a:lnTo>
                <a:lnTo>
                  <a:pt x="5731795" y="1358608"/>
                </a:lnTo>
                <a:lnTo>
                  <a:pt x="3791622" y="3298781"/>
                </a:lnTo>
                <a:lnTo>
                  <a:pt x="0" y="3298781"/>
                </a:lnTo>
                <a:lnTo>
                  <a:pt x="2927726" y="371055"/>
                </a:lnTo>
                <a:cubicBezTo>
                  <a:pt x="3165320" y="133460"/>
                  <a:pt x="3487538" y="0"/>
                  <a:pt x="3823502" y="0"/>
                </a:cubicBezTo>
                <a:close/>
              </a:path>
            </a:pathLst>
          </a:custGeom>
          <a:gradFill>
            <a:gsLst>
              <a:gs pos="21000">
                <a:schemeClr val="accent1"/>
              </a:gs>
              <a:gs pos="83000">
                <a:srgbClr val="0095C4"/>
              </a:gs>
            </a:gsLst>
            <a:lin ang="18900033" scaled="1"/>
          </a:gradFill>
          <a:ln w="0" cap="flat">
            <a:noFill/>
            <a:prstDash val="solid"/>
            <a:miter/>
          </a:ln>
        </p:spPr>
        <p:txBody>
          <a:bodyPr rtlCol="0" anchor="ctr"/>
          <a:lstStyle/>
          <a:p>
            <a:endParaRPr lang="en-US">
              <a:solidFill>
                <a:schemeClr val="tx1"/>
              </a:solidFill>
            </a:endParaRPr>
          </a:p>
        </p:txBody>
      </p:sp>
      <p:sp>
        <p:nvSpPr>
          <p:cNvPr id="8" name="page number">
            <a:extLst>
              <a:ext uri="{FF2B5EF4-FFF2-40B4-BE49-F238E27FC236}">
                <a16:creationId xmlns:a16="http://schemas.microsoft.com/office/drawing/2014/main" id="{45469056-638C-FF40-8AA5-0675077535BA}"/>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29" name="Title 1">
            <a:extLst>
              <a:ext uri="{FF2B5EF4-FFF2-40B4-BE49-F238E27FC236}">
                <a16:creationId xmlns:a16="http://schemas.microsoft.com/office/drawing/2014/main" id="{001CFD5C-7C19-8E30-BF20-52E7629C490B}"/>
              </a:ext>
            </a:extLst>
          </p:cNvPr>
          <p:cNvSpPr>
            <a:spLocks noGrp="1"/>
          </p:cNvSpPr>
          <p:nvPr>
            <p:ph type="title" hasCustomPrompt="1"/>
          </p:nvPr>
        </p:nvSpPr>
        <p:spPr>
          <a:xfrm>
            <a:off x="589108" y="938794"/>
            <a:ext cx="6427626" cy="1229360"/>
          </a:xfrm>
        </p:spPr>
        <p:txBody>
          <a:bodyPr wrap="square" anchor="b"/>
          <a:lstStyle>
            <a:lvl1pPr algn="l">
              <a:defRPr sz="3600" b="0" cap="none" baseline="0">
                <a:solidFill>
                  <a:schemeClr val="tx1"/>
                </a:solidFill>
              </a:defRPr>
            </a:lvl1pPr>
          </a:lstStyle>
          <a:p>
            <a:r>
              <a:rPr lang="en-US" dirty="0"/>
              <a:t>Big Statement – Blue Theme</a:t>
            </a:r>
          </a:p>
        </p:txBody>
      </p:sp>
      <p:sp>
        <p:nvSpPr>
          <p:cNvPr id="30" name="Subtitle">
            <a:extLst>
              <a:ext uri="{FF2B5EF4-FFF2-40B4-BE49-F238E27FC236}">
                <a16:creationId xmlns:a16="http://schemas.microsoft.com/office/drawing/2014/main" id="{2765CEAA-0CA6-BE98-B450-1301D576C6A5}"/>
              </a:ext>
            </a:extLst>
          </p:cNvPr>
          <p:cNvSpPr>
            <a:spLocks noGrp="1"/>
          </p:cNvSpPr>
          <p:nvPr>
            <p:ph type="subTitle" idx="10" hasCustomPrompt="1"/>
          </p:nvPr>
        </p:nvSpPr>
        <p:spPr>
          <a:xfrm>
            <a:off x="602966" y="2267712"/>
            <a:ext cx="6408402" cy="700882"/>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
        <p:nvSpPr>
          <p:cNvPr id="10" name="Freeform: Shape 6">
            <a:extLst>
              <a:ext uri="{FF2B5EF4-FFF2-40B4-BE49-F238E27FC236}">
                <a16:creationId xmlns:a16="http://schemas.microsoft.com/office/drawing/2014/main" id="{C8B1DED2-F6CE-9D78-8DD9-803750B574EF}"/>
              </a:ext>
            </a:extLst>
          </p:cNvPr>
          <p:cNvSpPr/>
          <p:nvPr userDrawn="1"/>
        </p:nvSpPr>
        <p:spPr>
          <a:xfrm>
            <a:off x="-9731" y="1828236"/>
            <a:ext cx="12203581" cy="4225133"/>
          </a:xfrm>
          <a:custGeom>
            <a:avLst/>
            <a:gdLst>
              <a:gd name="connsiteX0" fmla="*/ 11206701 w 12203581"/>
              <a:gd name="connsiteY0" fmla="*/ 0 h 4225133"/>
              <a:gd name="connsiteX1" fmla="*/ 12203581 w 12203581"/>
              <a:gd name="connsiteY1" fmla="*/ 0 h 4225133"/>
              <a:gd name="connsiteX2" fmla="*/ 12203581 w 12203581"/>
              <a:gd name="connsiteY2" fmla="*/ 76381 h 4225133"/>
              <a:gd name="connsiteX3" fmla="*/ 11206764 w 12203581"/>
              <a:gd name="connsiteY3" fmla="*/ 76381 h 4225133"/>
              <a:gd name="connsiteX4" fmla="*/ 10082496 w 12203581"/>
              <a:gd name="connsiteY4" fmla="*/ 542038 h 4225133"/>
              <a:gd name="connsiteX5" fmla="*/ 6864996 w 12203581"/>
              <a:gd name="connsiteY5" fmla="*/ 3759476 h 4225133"/>
              <a:gd name="connsiteX6" fmla="*/ 5740727 w 12203581"/>
              <a:gd name="connsiteY6" fmla="*/ 4225133 h 4225133"/>
              <a:gd name="connsiteX7" fmla="*/ 0 w 12203581"/>
              <a:gd name="connsiteY7" fmla="*/ 4225133 h 4225133"/>
              <a:gd name="connsiteX8" fmla="*/ 0 w 12203581"/>
              <a:gd name="connsiteY8" fmla="*/ 4148754 h 4225133"/>
              <a:gd name="connsiteX9" fmla="*/ 5740727 w 12203581"/>
              <a:gd name="connsiteY9" fmla="*/ 4148754 h 4225133"/>
              <a:gd name="connsiteX10" fmla="*/ 6319969 w 12203581"/>
              <a:gd name="connsiteY10" fmla="*/ 4033515 h 4225133"/>
              <a:gd name="connsiteX11" fmla="*/ 6811001 w 12203581"/>
              <a:gd name="connsiteY11" fmla="*/ 3705419 h 4225133"/>
              <a:gd name="connsiteX12" fmla="*/ 10028503 w 12203581"/>
              <a:gd name="connsiteY12" fmla="*/ 487980 h 4225133"/>
              <a:gd name="connsiteX13" fmla="*/ 10569077 w 12203581"/>
              <a:gd name="connsiteY13" fmla="*/ 126813 h 4225133"/>
              <a:gd name="connsiteX14" fmla="*/ 11206701 w 12203581"/>
              <a:gd name="connsiteY14" fmla="*/ 0 h 4225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03581" h="4225133">
                <a:moveTo>
                  <a:pt x="11206701" y="0"/>
                </a:moveTo>
                <a:lnTo>
                  <a:pt x="12203581" y="0"/>
                </a:lnTo>
                <a:lnTo>
                  <a:pt x="12203581" y="76381"/>
                </a:lnTo>
                <a:lnTo>
                  <a:pt x="11206764" y="76381"/>
                </a:lnTo>
                <a:cubicBezTo>
                  <a:pt x="10785052" y="76381"/>
                  <a:pt x="10380639" y="243896"/>
                  <a:pt x="10082496" y="542038"/>
                </a:cubicBezTo>
                <a:lnTo>
                  <a:pt x="6864996" y="3759476"/>
                </a:lnTo>
                <a:cubicBezTo>
                  <a:pt x="6566789" y="4057618"/>
                  <a:pt x="6162377" y="4225133"/>
                  <a:pt x="5740727" y="4225133"/>
                </a:cubicBezTo>
                <a:lnTo>
                  <a:pt x="0" y="4225133"/>
                </a:lnTo>
                <a:lnTo>
                  <a:pt x="0" y="4148754"/>
                </a:lnTo>
                <a:lnTo>
                  <a:pt x="5740727" y="4148754"/>
                </a:lnTo>
                <a:cubicBezTo>
                  <a:pt x="5940485" y="4148754"/>
                  <a:pt x="6135411" y="4109959"/>
                  <a:pt x="6319969" y="4033515"/>
                </a:cubicBezTo>
                <a:cubicBezTo>
                  <a:pt x="6504529" y="3957072"/>
                  <a:pt x="6669753" y="3846668"/>
                  <a:pt x="6811001" y="3705419"/>
                </a:cubicBezTo>
                <a:lnTo>
                  <a:pt x="10028503" y="487980"/>
                </a:lnTo>
                <a:cubicBezTo>
                  <a:pt x="10183997" y="332486"/>
                  <a:pt x="10365884" y="210952"/>
                  <a:pt x="10569077" y="126813"/>
                </a:cubicBezTo>
                <a:cubicBezTo>
                  <a:pt x="10772269" y="42675"/>
                  <a:pt x="10986781" y="0"/>
                  <a:pt x="11206701" y="0"/>
                </a:cubicBezTo>
                <a:close/>
              </a:path>
            </a:pathLst>
          </a:custGeom>
          <a:gradFill>
            <a:gsLst>
              <a:gs pos="20000">
                <a:srgbClr val="0095C4"/>
              </a:gs>
              <a:gs pos="80000">
                <a:schemeClr val="accent1"/>
              </a:gs>
            </a:gsLst>
            <a:lin ang="0" scaled="1"/>
          </a:gradFill>
          <a:ln w="0" cap="flat">
            <a:noFill/>
            <a:prstDash val="solid"/>
            <a:miter/>
          </a:ln>
        </p:spPr>
        <p:txBody>
          <a:bodyPr rtlCol="0" anchor="ctr"/>
          <a:lstStyle/>
          <a:p>
            <a:endParaRPr lang="en-US">
              <a:solidFill>
                <a:schemeClr val="tx1"/>
              </a:solidFill>
            </a:endParaRPr>
          </a:p>
        </p:txBody>
      </p:sp>
      <p:sp>
        <p:nvSpPr>
          <p:cNvPr id="11" name="Freeform: Shape 8">
            <a:extLst>
              <a:ext uri="{FF2B5EF4-FFF2-40B4-BE49-F238E27FC236}">
                <a16:creationId xmlns:a16="http://schemas.microsoft.com/office/drawing/2014/main" id="{6C96B54B-26F9-6C7B-9D73-932720ABCAA1}"/>
              </a:ext>
            </a:extLst>
          </p:cNvPr>
          <p:cNvSpPr/>
          <p:nvPr userDrawn="1"/>
        </p:nvSpPr>
        <p:spPr>
          <a:xfrm>
            <a:off x="6457030" y="3564299"/>
            <a:ext cx="5731795" cy="3298781"/>
          </a:xfrm>
          <a:custGeom>
            <a:avLst/>
            <a:gdLst>
              <a:gd name="connsiteX0" fmla="*/ 3823502 w 5731795"/>
              <a:gd name="connsiteY0" fmla="*/ 0 h 3298781"/>
              <a:gd name="connsiteX1" fmla="*/ 5731795 w 5731795"/>
              <a:gd name="connsiteY1" fmla="*/ 0 h 3298781"/>
              <a:gd name="connsiteX2" fmla="*/ 5731795 w 5731795"/>
              <a:gd name="connsiteY2" fmla="*/ 1358608 h 3298781"/>
              <a:gd name="connsiteX3" fmla="*/ 3791622 w 5731795"/>
              <a:gd name="connsiteY3" fmla="*/ 3298781 h 3298781"/>
              <a:gd name="connsiteX4" fmla="*/ 0 w 5731795"/>
              <a:gd name="connsiteY4" fmla="*/ 3298781 h 3298781"/>
              <a:gd name="connsiteX5" fmla="*/ 2927726 w 5731795"/>
              <a:gd name="connsiteY5" fmla="*/ 371055 h 3298781"/>
              <a:gd name="connsiteX6" fmla="*/ 3823502 w 5731795"/>
              <a:gd name="connsiteY6" fmla="*/ 0 h 32987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31795" h="3298781">
                <a:moveTo>
                  <a:pt x="3823502" y="0"/>
                </a:moveTo>
                <a:lnTo>
                  <a:pt x="5731795" y="0"/>
                </a:lnTo>
                <a:lnTo>
                  <a:pt x="5731795" y="1358608"/>
                </a:lnTo>
                <a:lnTo>
                  <a:pt x="3791622" y="3298781"/>
                </a:lnTo>
                <a:lnTo>
                  <a:pt x="0" y="3298781"/>
                </a:lnTo>
                <a:lnTo>
                  <a:pt x="2927726" y="371055"/>
                </a:lnTo>
                <a:cubicBezTo>
                  <a:pt x="3165320" y="133460"/>
                  <a:pt x="3487538" y="0"/>
                  <a:pt x="3823502" y="0"/>
                </a:cubicBezTo>
                <a:close/>
              </a:path>
            </a:pathLst>
          </a:custGeom>
          <a:gradFill>
            <a:gsLst>
              <a:gs pos="21000">
                <a:schemeClr val="accent1"/>
              </a:gs>
              <a:gs pos="83000">
                <a:srgbClr val="0095C4"/>
              </a:gs>
            </a:gsLst>
            <a:lin ang="18900033" scaled="1"/>
          </a:gradFill>
          <a:ln w="0" cap="flat">
            <a:noFill/>
            <a:prstDash val="solid"/>
            <a:miter/>
          </a:ln>
        </p:spPr>
        <p:txBody>
          <a:bodyPr rtlCol="0" anchor="ctr"/>
          <a:lstStyle/>
          <a:p>
            <a:endParaRPr lang="en-US">
              <a:solidFill>
                <a:schemeClr val="tx1"/>
              </a:solidFill>
            </a:endParaRPr>
          </a:p>
        </p:txBody>
      </p:sp>
      <p:sp>
        <p:nvSpPr>
          <p:cNvPr id="12" name="page number">
            <a:extLst>
              <a:ext uri="{FF2B5EF4-FFF2-40B4-BE49-F238E27FC236}">
                <a16:creationId xmlns:a16="http://schemas.microsoft.com/office/drawing/2014/main" id="{45469056-638C-FF40-8AA5-0675077535BA}"/>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Tree>
    <p:extLst>
      <p:ext uri="{BB962C8B-B14F-4D97-AF65-F5344CB8AC3E}">
        <p14:creationId xmlns:p14="http://schemas.microsoft.com/office/powerpoint/2010/main" val="27084673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p:cSld name="Big Statement 2 - Plum">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06E4A6A4-1A48-0239-8DF5-68F0A2A307AB}"/>
              </a:ext>
            </a:extLst>
          </p:cNvPr>
          <p:cNvSpPr/>
          <p:nvPr/>
        </p:nvSpPr>
        <p:spPr>
          <a:xfrm>
            <a:off x="-9731" y="1828236"/>
            <a:ext cx="12203581" cy="4225133"/>
          </a:xfrm>
          <a:custGeom>
            <a:avLst/>
            <a:gdLst>
              <a:gd name="connsiteX0" fmla="*/ 11206701 w 12203581"/>
              <a:gd name="connsiteY0" fmla="*/ 0 h 4225133"/>
              <a:gd name="connsiteX1" fmla="*/ 12203581 w 12203581"/>
              <a:gd name="connsiteY1" fmla="*/ 0 h 4225133"/>
              <a:gd name="connsiteX2" fmla="*/ 12203581 w 12203581"/>
              <a:gd name="connsiteY2" fmla="*/ 76381 h 4225133"/>
              <a:gd name="connsiteX3" fmla="*/ 11206764 w 12203581"/>
              <a:gd name="connsiteY3" fmla="*/ 76381 h 4225133"/>
              <a:gd name="connsiteX4" fmla="*/ 10082496 w 12203581"/>
              <a:gd name="connsiteY4" fmla="*/ 542038 h 4225133"/>
              <a:gd name="connsiteX5" fmla="*/ 6864996 w 12203581"/>
              <a:gd name="connsiteY5" fmla="*/ 3759476 h 4225133"/>
              <a:gd name="connsiteX6" fmla="*/ 5740727 w 12203581"/>
              <a:gd name="connsiteY6" fmla="*/ 4225133 h 4225133"/>
              <a:gd name="connsiteX7" fmla="*/ 0 w 12203581"/>
              <a:gd name="connsiteY7" fmla="*/ 4225133 h 4225133"/>
              <a:gd name="connsiteX8" fmla="*/ 0 w 12203581"/>
              <a:gd name="connsiteY8" fmla="*/ 4148754 h 4225133"/>
              <a:gd name="connsiteX9" fmla="*/ 5740727 w 12203581"/>
              <a:gd name="connsiteY9" fmla="*/ 4148754 h 4225133"/>
              <a:gd name="connsiteX10" fmla="*/ 6319969 w 12203581"/>
              <a:gd name="connsiteY10" fmla="*/ 4033515 h 4225133"/>
              <a:gd name="connsiteX11" fmla="*/ 6811001 w 12203581"/>
              <a:gd name="connsiteY11" fmla="*/ 3705419 h 4225133"/>
              <a:gd name="connsiteX12" fmla="*/ 10028503 w 12203581"/>
              <a:gd name="connsiteY12" fmla="*/ 487980 h 4225133"/>
              <a:gd name="connsiteX13" fmla="*/ 10569077 w 12203581"/>
              <a:gd name="connsiteY13" fmla="*/ 126813 h 4225133"/>
              <a:gd name="connsiteX14" fmla="*/ 11206701 w 12203581"/>
              <a:gd name="connsiteY14" fmla="*/ 0 h 4225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03581" h="4225133">
                <a:moveTo>
                  <a:pt x="11206701" y="0"/>
                </a:moveTo>
                <a:lnTo>
                  <a:pt x="12203581" y="0"/>
                </a:lnTo>
                <a:lnTo>
                  <a:pt x="12203581" y="76381"/>
                </a:lnTo>
                <a:lnTo>
                  <a:pt x="11206764" y="76381"/>
                </a:lnTo>
                <a:cubicBezTo>
                  <a:pt x="10785052" y="76381"/>
                  <a:pt x="10380639" y="243896"/>
                  <a:pt x="10082496" y="542038"/>
                </a:cubicBezTo>
                <a:lnTo>
                  <a:pt x="6864996" y="3759476"/>
                </a:lnTo>
                <a:cubicBezTo>
                  <a:pt x="6566789" y="4057618"/>
                  <a:pt x="6162377" y="4225133"/>
                  <a:pt x="5740727" y="4225133"/>
                </a:cubicBezTo>
                <a:lnTo>
                  <a:pt x="0" y="4225133"/>
                </a:lnTo>
                <a:lnTo>
                  <a:pt x="0" y="4148754"/>
                </a:lnTo>
                <a:lnTo>
                  <a:pt x="5740727" y="4148754"/>
                </a:lnTo>
                <a:cubicBezTo>
                  <a:pt x="5940485" y="4148754"/>
                  <a:pt x="6135411" y="4109959"/>
                  <a:pt x="6319969" y="4033515"/>
                </a:cubicBezTo>
                <a:cubicBezTo>
                  <a:pt x="6504529" y="3957072"/>
                  <a:pt x="6669753" y="3846668"/>
                  <a:pt x="6811001" y="3705419"/>
                </a:cubicBezTo>
                <a:lnTo>
                  <a:pt x="10028503" y="487980"/>
                </a:lnTo>
                <a:cubicBezTo>
                  <a:pt x="10183997" y="332486"/>
                  <a:pt x="10365884" y="210952"/>
                  <a:pt x="10569077" y="126813"/>
                </a:cubicBezTo>
                <a:cubicBezTo>
                  <a:pt x="10772269" y="42675"/>
                  <a:pt x="10986781" y="0"/>
                  <a:pt x="11206701" y="0"/>
                </a:cubicBezTo>
                <a:close/>
              </a:path>
            </a:pathLst>
          </a:custGeom>
          <a:gradFill>
            <a:gsLst>
              <a:gs pos="20000">
                <a:srgbClr val="0095C4"/>
              </a:gs>
              <a:gs pos="80000">
                <a:schemeClr val="accent5"/>
              </a:gs>
            </a:gsLst>
            <a:lin ang="0" scaled="1"/>
          </a:gradFill>
          <a:ln w="0" cap="flat">
            <a:no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43583FB7-2B1D-4669-092E-B0B76204F1A0}"/>
              </a:ext>
            </a:extLst>
          </p:cNvPr>
          <p:cNvSpPr/>
          <p:nvPr/>
        </p:nvSpPr>
        <p:spPr>
          <a:xfrm>
            <a:off x="6457030" y="3564299"/>
            <a:ext cx="5731795" cy="3298781"/>
          </a:xfrm>
          <a:custGeom>
            <a:avLst/>
            <a:gdLst>
              <a:gd name="connsiteX0" fmla="*/ 3823502 w 5731795"/>
              <a:gd name="connsiteY0" fmla="*/ 0 h 3298781"/>
              <a:gd name="connsiteX1" fmla="*/ 5731795 w 5731795"/>
              <a:gd name="connsiteY1" fmla="*/ 0 h 3298781"/>
              <a:gd name="connsiteX2" fmla="*/ 5731795 w 5731795"/>
              <a:gd name="connsiteY2" fmla="*/ 1358608 h 3298781"/>
              <a:gd name="connsiteX3" fmla="*/ 3791622 w 5731795"/>
              <a:gd name="connsiteY3" fmla="*/ 3298781 h 3298781"/>
              <a:gd name="connsiteX4" fmla="*/ 0 w 5731795"/>
              <a:gd name="connsiteY4" fmla="*/ 3298781 h 3298781"/>
              <a:gd name="connsiteX5" fmla="*/ 2927726 w 5731795"/>
              <a:gd name="connsiteY5" fmla="*/ 371055 h 3298781"/>
              <a:gd name="connsiteX6" fmla="*/ 3823502 w 5731795"/>
              <a:gd name="connsiteY6" fmla="*/ 0 h 32987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31795" h="3298781">
                <a:moveTo>
                  <a:pt x="3823502" y="0"/>
                </a:moveTo>
                <a:lnTo>
                  <a:pt x="5731795" y="0"/>
                </a:lnTo>
                <a:lnTo>
                  <a:pt x="5731795" y="1358608"/>
                </a:lnTo>
                <a:lnTo>
                  <a:pt x="3791622" y="3298781"/>
                </a:lnTo>
                <a:lnTo>
                  <a:pt x="0" y="3298781"/>
                </a:lnTo>
                <a:lnTo>
                  <a:pt x="2927726" y="371055"/>
                </a:lnTo>
                <a:cubicBezTo>
                  <a:pt x="3165320" y="133460"/>
                  <a:pt x="3487538" y="0"/>
                  <a:pt x="3823502" y="0"/>
                </a:cubicBezTo>
                <a:close/>
              </a:path>
            </a:pathLst>
          </a:custGeom>
          <a:gradFill>
            <a:gsLst>
              <a:gs pos="21000">
                <a:schemeClr val="accent5"/>
              </a:gs>
              <a:gs pos="83000">
                <a:srgbClr val="0095C4"/>
              </a:gs>
            </a:gsLst>
            <a:lin ang="18900033" scaled="1"/>
          </a:gradFill>
          <a:ln w="0" cap="flat">
            <a:noFill/>
            <a:prstDash val="solid"/>
            <a:miter/>
          </a:ln>
        </p:spPr>
        <p:txBody>
          <a:bodyPr rtlCol="0" anchor="ctr"/>
          <a:lstStyle/>
          <a:p>
            <a:endParaRPr lang="en-US"/>
          </a:p>
        </p:txBody>
      </p:sp>
      <p:sp>
        <p:nvSpPr>
          <p:cNvPr id="7" name="page number">
            <a:extLst>
              <a:ext uri="{FF2B5EF4-FFF2-40B4-BE49-F238E27FC236}">
                <a16:creationId xmlns:a16="http://schemas.microsoft.com/office/drawing/2014/main" id="{2A1148C9-BE55-F64C-8A6E-A5239BDB4089}"/>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2" name="Title 1">
            <a:extLst>
              <a:ext uri="{FF2B5EF4-FFF2-40B4-BE49-F238E27FC236}">
                <a16:creationId xmlns:a16="http://schemas.microsoft.com/office/drawing/2014/main" id="{98CA9A76-8DB9-793E-B69C-4DDA15EBC5E2}"/>
              </a:ext>
            </a:extLst>
          </p:cNvPr>
          <p:cNvSpPr>
            <a:spLocks noGrp="1"/>
          </p:cNvSpPr>
          <p:nvPr>
            <p:ph type="title" hasCustomPrompt="1"/>
          </p:nvPr>
        </p:nvSpPr>
        <p:spPr>
          <a:xfrm>
            <a:off x="589108" y="938794"/>
            <a:ext cx="6427626" cy="1229360"/>
          </a:xfrm>
        </p:spPr>
        <p:txBody>
          <a:bodyPr wrap="square" anchor="b"/>
          <a:lstStyle>
            <a:lvl1pPr algn="l">
              <a:defRPr sz="3600" b="0" cap="none" baseline="0">
                <a:solidFill>
                  <a:schemeClr val="tx1"/>
                </a:solidFill>
              </a:defRPr>
            </a:lvl1pPr>
          </a:lstStyle>
          <a:p>
            <a:r>
              <a:rPr lang="en-US" dirty="0"/>
              <a:t>Big Statement – Purple Theme</a:t>
            </a:r>
          </a:p>
        </p:txBody>
      </p:sp>
      <p:sp>
        <p:nvSpPr>
          <p:cNvPr id="3" name="Subtitle">
            <a:extLst>
              <a:ext uri="{FF2B5EF4-FFF2-40B4-BE49-F238E27FC236}">
                <a16:creationId xmlns:a16="http://schemas.microsoft.com/office/drawing/2014/main" id="{E9F2B30E-136B-200F-6F46-63B36E449AFD}"/>
              </a:ext>
            </a:extLst>
          </p:cNvPr>
          <p:cNvSpPr>
            <a:spLocks noGrp="1"/>
          </p:cNvSpPr>
          <p:nvPr>
            <p:ph type="subTitle" idx="10" hasCustomPrompt="1"/>
          </p:nvPr>
        </p:nvSpPr>
        <p:spPr>
          <a:xfrm>
            <a:off x="602966" y="2267712"/>
            <a:ext cx="6408402" cy="700882"/>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
        <p:nvSpPr>
          <p:cNvPr id="8" name="Freeform: Shape 9">
            <a:extLst>
              <a:ext uri="{FF2B5EF4-FFF2-40B4-BE49-F238E27FC236}">
                <a16:creationId xmlns:a16="http://schemas.microsoft.com/office/drawing/2014/main" id="{06E4A6A4-1A48-0239-8DF5-68F0A2A307AB}"/>
              </a:ext>
            </a:extLst>
          </p:cNvPr>
          <p:cNvSpPr/>
          <p:nvPr userDrawn="1"/>
        </p:nvSpPr>
        <p:spPr>
          <a:xfrm>
            <a:off x="-9731" y="1828236"/>
            <a:ext cx="12203581" cy="4225133"/>
          </a:xfrm>
          <a:custGeom>
            <a:avLst/>
            <a:gdLst>
              <a:gd name="connsiteX0" fmla="*/ 11206701 w 12203581"/>
              <a:gd name="connsiteY0" fmla="*/ 0 h 4225133"/>
              <a:gd name="connsiteX1" fmla="*/ 12203581 w 12203581"/>
              <a:gd name="connsiteY1" fmla="*/ 0 h 4225133"/>
              <a:gd name="connsiteX2" fmla="*/ 12203581 w 12203581"/>
              <a:gd name="connsiteY2" fmla="*/ 76381 h 4225133"/>
              <a:gd name="connsiteX3" fmla="*/ 11206764 w 12203581"/>
              <a:gd name="connsiteY3" fmla="*/ 76381 h 4225133"/>
              <a:gd name="connsiteX4" fmla="*/ 10082496 w 12203581"/>
              <a:gd name="connsiteY4" fmla="*/ 542038 h 4225133"/>
              <a:gd name="connsiteX5" fmla="*/ 6864996 w 12203581"/>
              <a:gd name="connsiteY5" fmla="*/ 3759476 h 4225133"/>
              <a:gd name="connsiteX6" fmla="*/ 5740727 w 12203581"/>
              <a:gd name="connsiteY6" fmla="*/ 4225133 h 4225133"/>
              <a:gd name="connsiteX7" fmla="*/ 0 w 12203581"/>
              <a:gd name="connsiteY7" fmla="*/ 4225133 h 4225133"/>
              <a:gd name="connsiteX8" fmla="*/ 0 w 12203581"/>
              <a:gd name="connsiteY8" fmla="*/ 4148754 h 4225133"/>
              <a:gd name="connsiteX9" fmla="*/ 5740727 w 12203581"/>
              <a:gd name="connsiteY9" fmla="*/ 4148754 h 4225133"/>
              <a:gd name="connsiteX10" fmla="*/ 6319969 w 12203581"/>
              <a:gd name="connsiteY10" fmla="*/ 4033515 h 4225133"/>
              <a:gd name="connsiteX11" fmla="*/ 6811001 w 12203581"/>
              <a:gd name="connsiteY11" fmla="*/ 3705419 h 4225133"/>
              <a:gd name="connsiteX12" fmla="*/ 10028503 w 12203581"/>
              <a:gd name="connsiteY12" fmla="*/ 487980 h 4225133"/>
              <a:gd name="connsiteX13" fmla="*/ 10569077 w 12203581"/>
              <a:gd name="connsiteY13" fmla="*/ 126813 h 4225133"/>
              <a:gd name="connsiteX14" fmla="*/ 11206701 w 12203581"/>
              <a:gd name="connsiteY14" fmla="*/ 0 h 4225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03581" h="4225133">
                <a:moveTo>
                  <a:pt x="11206701" y="0"/>
                </a:moveTo>
                <a:lnTo>
                  <a:pt x="12203581" y="0"/>
                </a:lnTo>
                <a:lnTo>
                  <a:pt x="12203581" y="76381"/>
                </a:lnTo>
                <a:lnTo>
                  <a:pt x="11206764" y="76381"/>
                </a:lnTo>
                <a:cubicBezTo>
                  <a:pt x="10785052" y="76381"/>
                  <a:pt x="10380639" y="243896"/>
                  <a:pt x="10082496" y="542038"/>
                </a:cubicBezTo>
                <a:lnTo>
                  <a:pt x="6864996" y="3759476"/>
                </a:lnTo>
                <a:cubicBezTo>
                  <a:pt x="6566789" y="4057618"/>
                  <a:pt x="6162377" y="4225133"/>
                  <a:pt x="5740727" y="4225133"/>
                </a:cubicBezTo>
                <a:lnTo>
                  <a:pt x="0" y="4225133"/>
                </a:lnTo>
                <a:lnTo>
                  <a:pt x="0" y="4148754"/>
                </a:lnTo>
                <a:lnTo>
                  <a:pt x="5740727" y="4148754"/>
                </a:lnTo>
                <a:cubicBezTo>
                  <a:pt x="5940485" y="4148754"/>
                  <a:pt x="6135411" y="4109959"/>
                  <a:pt x="6319969" y="4033515"/>
                </a:cubicBezTo>
                <a:cubicBezTo>
                  <a:pt x="6504529" y="3957072"/>
                  <a:pt x="6669753" y="3846668"/>
                  <a:pt x="6811001" y="3705419"/>
                </a:cubicBezTo>
                <a:lnTo>
                  <a:pt x="10028503" y="487980"/>
                </a:lnTo>
                <a:cubicBezTo>
                  <a:pt x="10183997" y="332486"/>
                  <a:pt x="10365884" y="210952"/>
                  <a:pt x="10569077" y="126813"/>
                </a:cubicBezTo>
                <a:cubicBezTo>
                  <a:pt x="10772269" y="42675"/>
                  <a:pt x="10986781" y="0"/>
                  <a:pt x="11206701" y="0"/>
                </a:cubicBezTo>
                <a:close/>
              </a:path>
            </a:pathLst>
          </a:custGeom>
          <a:gradFill>
            <a:gsLst>
              <a:gs pos="20000">
                <a:srgbClr val="0095C4"/>
              </a:gs>
              <a:gs pos="80000">
                <a:schemeClr val="accent5"/>
              </a:gs>
            </a:gsLst>
            <a:lin ang="0" scaled="1"/>
          </a:gradFill>
          <a:ln w="0" cap="flat">
            <a:noFill/>
            <a:prstDash val="solid"/>
            <a:miter/>
          </a:ln>
        </p:spPr>
        <p:txBody>
          <a:bodyPr rtlCol="0" anchor="ctr"/>
          <a:lstStyle/>
          <a:p>
            <a:endParaRPr lang="en-US"/>
          </a:p>
        </p:txBody>
      </p:sp>
      <p:sp>
        <p:nvSpPr>
          <p:cNvPr id="9" name="Freeform: Shape 10">
            <a:extLst>
              <a:ext uri="{FF2B5EF4-FFF2-40B4-BE49-F238E27FC236}">
                <a16:creationId xmlns:a16="http://schemas.microsoft.com/office/drawing/2014/main" id="{43583FB7-2B1D-4669-092E-B0B76204F1A0}"/>
              </a:ext>
            </a:extLst>
          </p:cNvPr>
          <p:cNvSpPr/>
          <p:nvPr userDrawn="1"/>
        </p:nvSpPr>
        <p:spPr>
          <a:xfrm>
            <a:off x="6457030" y="3564299"/>
            <a:ext cx="5731795" cy="3298781"/>
          </a:xfrm>
          <a:custGeom>
            <a:avLst/>
            <a:gdLst>
              <a:gd name="connsiteX0" fmla="*/ 3823502 w 5731795"/>
              <a:gd name="connsiteY0" fmla="*/ 0 h 3298781"/>
              <a:gd name="connsiteX1" fmla="*/ 5731795 w 5731795"/>
              <a:gd name="connsiteY1" fmla="*/ 0 h 3298781"/>
              <a:gd name="connsiteX2" fmla="*/ 5731795 w 5731795"/>
              <a:gd name="connsiteY2" fmla="*/ 1358608 h 3298781"/>
              <a:gd name="connsiteX3" fmla="*/ 3791622 w 5731795"/>
              <a:gd name="connsiteY3" fmla="*/ 3298781 h 3298781"/>
              <a:gd name="connsiteX4" fmla="*/ 0 w 5731795"/>
              <a:gd name="connsiteY4" fmla="*/ 3298781 h 3298781"/>
              <a:gd name="connsiteX5" fmla="*/ 2927726 w 5731795"/>
              <a:gd name="connsiteY5" fmla="*/ 371055 h 3298781"/>
              <a:gd name="connsiteX6" fmla="*/ 3823502 w 5731795"/>
              <a:gd name="connsiteY6" fmla="*/ 0 h 32987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31795" h="3298781">
                <a:moveTo>
                  <a:pt x="3823502" y="0"/>
                </a:moveTo>
                <a:lnTo>
                  <a:pt x="5731795" y="0"/>
                </a:lnTo>
                <a:lnTo>
                  <a:pt x="5731795" y="1358608"/>
                </a:lnTo>
                <a:lnTo>
                  <a:pt x="3791622" y="3298781"/>
                </a:lnTo>
                <a:lnTo>
                  <a:pt x="0" y="3298781"/>
                </a:lnTo>
                <a:lnTo>
                  <a:pt x="2927726" y="371055"/>
                </a:lnTo>
                <a:cubicBezTo>
                  <a:pt x="3165320" y="133460"/>
                  <a:pt x="3487538" y="0"/>
                  <a:pt x="3823502" y="0"/>
                </a:cubicBezTo>
                <a:close/>
              </a:path>
            </a:pathLst>
          </a:custGeom>
          <a:gradFill>
            <a:gsLst>
              <a:gs pos="21000">
                <a:schemeClr val="accent5"/>
              </a:gs>
              <a:gs pos="83000">
                <a:srgbClr val="0095C4"/>
              </a:gs>
            </a:gsLst>
            <a:lin ang="18900033" scaled="1"/>
          </a:gradFill>
          <a:ln w="0" cap="flat">
            <a:noFill/>
            <a:prstDash val="solid"/>
            <a:miter/>
          </a:ln>
        </p:spPr>
        <p:txBody>
          <a:bodyPr rtlCol="0" anchor="ctr"/>
          <a:lstStyle/>
          <a:p>
            <a:endParaRPr lang="en-US"/>
          </a:p>
        </p:txBody>
      </p:sp>
      <p:sp>
        <p:nvSpPr>
          <p:cNvPr id="12" name="page number">
            <a:extLst>
              <a:ext uri="{FF2B5EF4-FFF2-40B4-BE49-F238E27FC236}">
                <a16:creationId xmlns:a16="http://schemas.microsoft.com/office/drawing/2014/main" id="{2A1148C9-BE55-F64C-8A6E-A5239BDB4089}"/>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Tree>
    <p:extLst>
      <p:ext uri="{BB962C8B-B14F-4D97-AF65-F5344CB8AC3E}">
        <p14:creationId xmlns:p14="http://schemas.microsoft.com/office/powerpoint/2010/main" val="9016752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p:cSld name="Big Statement with Photo">
    <p:spTree>
      <p:nvGrpSpPr>
        <p:cNvPr id="1" name=""/>
        <p:cNvGrpSpPr/>
        <p:nvPr/>
      </p:nvGrpSpPr>
      <p:grpSpPr>
        <a:xfrm>
          <a:off x="0" y="0"/>
          <a:ext cx="0" cy="0"/>
          <a:chOff x="0" y="0"/>
          <a:chExt cx="0" cy="0"/>
        </a:xfrm>
      </p:grpSpPr>
      <p:sp>
        <p:nvSpPr>
          <p:cNvPr id="17" name="Text Placeholder 862">
            <a:extLst>
              <a:ext uri="{FF2B5EF4-FFF2-40B4-BE49-F238E27FC236}">
                <a16:creationId xmlns:a16="http://schemas.microsoft.com/office/drawing/2014/main" id="{C8F55BC8-3E55-49EB-BF20-18EB4F7F5970}"/>
              </a:ext>
            </a:extLst>
          </p:cNvPr>
          <p:cNvSpPr>
            <a:spLocks noGrp="1"/>
          </p:cNvSpPr>
          <p:nvPr>
            <p:ph type="body" sz="quarter" idx="12" hasCustomPrompt="1"/>
          </p:nvPr>
        </p:nvSpPr>
        <p:spPr>
          <a:xfrm>
            <a:off x="608014" y="2514600"/>
            <a:ext cx="5485844" cy="1828799"/>
          </a:xfrm>
        </p:spPr>
        <p:txBody>
          <a:bodyPr anchor="ctr"/>
          <a:lstStyle>
            <a:lvl1pPr>
              <a:lnSpc>
                <a:spcPct val="100000"/>
              </a:lnSpc>
              <a:spcBef>
                <a:spcPts val="0"/>
              </a:spcBef>
              <a:defRPr sz="3600">
                <a:solidFill>
                  <a:schemeClr val="tx1"/>
                </a:solidFill>
              </a:defRPr>
            </a:lvl1pPr>
            <a:lvl2pPr marL="273050" indent="0">
              <a:buNone/>
              <a:defRPr/>
            </a:lvl2pPr>
          </a:lstStyle>
          <a:p>
            <a:pPr lvl="0"/>
            <a:r>
              <a:rPr lang="en-US" dirty="0"/>
              <a:t>Click to add text</a:t>
            </a:r>
          </a:p>
        </p:txBody>
      </p:sp>
      <p:sp>
        <p:nvSpPr>
          <p:cNvPr id="4" name="Picture Placeholder 3">
            <a:extLst>
              <a:ext uri="{FF2B5EF4-FFF2-40B4-BE49-F238E27FC236}">
                <a16:creationId xmlns:a16="http://schemas.microsoft.com/office/drawing/2014/main" id="{05DD6E7D-B875-48DF-B6A8-450BD6AE1716}"/>
              </a:ext>
            </a:extLst>
          </p:cNvPr>
          <p:cNvSpPr>
            <a:spLocks noGrp="1"/>
          </p:cNvSpPr>
          <p:nvPr>
            <p:ph type="pic" sz="quarter" idx="11" hasCustomPrompt="1"/>
          </p:nvPr>
        </p:nvSpPr>
        <p:spPr>
          <a:xfrm>
            <a:off x="6785687" y="76200"/>
            <a:ext cx="5403138" cy="6781800"/>
          </a:xfrm>
        </p:spPr>
        <p:txBody>
          <a:bodyPr lIns="640080" tIns="0" rIns="640080" anchor="ctr"/>
          <a:lstStyle>
            <a:lvl1pPr algn="ctr">
              <a:defRPr/>
            </a:lvl1pPr>
          </a:lstStyle>
          <a:p>
            <a:r>
              <a:rPr lang="en-US" dirty="0"/>
              <a:t>Click on the icon to insert a picture from your computer</a:t>
            </a:r>
          </a:p>
        </p:txBody>
      </p:sp>
      <p:sp>
        <p:nvSpPr>
          <p:cNvPr id="6" name="page number">
            <a:extLst>
              <a:ext uri="{FF2B5EF4-FFF2-40B4-BE49-F238E27FC236}">
                <a16:creationId xmlns:a16="http://schemas.microsoft.com/office/drawing/2014/main" id="{1AAC44A2-B8BC-4B45-BE44-C4C65AFCB660}"/>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5" name="page number">
            <a:extLst>
              <a:ext uri="{FF2B5EF4-FFF2-40B4-BE49-F238E27FC236}">
                <a16:creationId xmlns:a16="http://schemas.microsoft.com/office/drawing/2014/main" id="{1AAC44A2-B8BC-4B45-BE44-C4C65AFCB660}"/>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Tree>
    <p:extLst>
      <p:ext uri="{BB962C8B-B14F-4D97-AF65-F5344CB8AC3E}">
        <p14:creationId xmlns:p14="http://schemas.microsoft.com/office/powerpoint/2010/main" val="28751757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p:cSld name="Big Statistic">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73D8C2E-2827-1599-941D-1FD3BF42DC89}"/>
              </a:ext>
            </a:extLst>
          </p:cNvPr>
          <p:cNvSpPr/>
          <p:nvPr/>
        </p:nvSpPr>
        <p:spPr>
          <a:xfrm>
            <a:off x="0" y="84572"/>
            <a:ext cx="12188825" cy="424600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3" name="Oval 2">
            <a:extLst>
              <a:ext uri="{FF2B5EF4-FFF2-40B4-BE49-F238E27FC236}">
                <a16:creationId xmlns:a16="http://schemas.microsoft.com/office/drawing/2014/main" id="{24AFE851-C873-10C5-E165-301FDB834692}"/>
              </a:ext>
            </a:extLst>
          </p:cNvPr>
          <p:cNvSpPr/>
          <p:nvPr/>
        </p:nvSpPr>
        <p:spPr>
          <a:xfrm>
            <a:off x="667600" y="722997"/>
            <a:ext cx="4470400" cy="4470400"/>
          </a:xfrm>
          <a:prstGeom prst="ellipse">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23" name="Chart Placeholder 22">
            <a:extLst>
              <a:ext uri="{FF2B5EF4-FFF2-40B4-BE49-F238E27FC236}">
                <a16:creationId xmlns:a16="http://schemas.microsoft.com/office/drawing/2014/main" id="{4093E53D-7586-4113-99BD-F45F1343692F}"/>
              </a:ext>
            </a:extLst>
          </p:cNvPr>
          <p:cNvSpPr>
            <a:spLocks noGrp="1"/>
          </p:cNvSpPr>
          <p:nvPr>
            <p:ph type="chart" sz="quarter" idx="13" hasCustomPrompt="1"/>
          </p:nvPr>
        </p:nvSpPr>
        <p:spPr>
          <a:xfrm>
            <a:off x="662672" y="722997"/>
            <a:ext cx="4480256" cy="4480256"/>
          </a:xfrm>
        </p:spPr>
        <p:txBody>
          <a:bodyPr anchor="ctr"/>
          <a:lstStyle>
            <a:lvl1pPr algn="ctr">
              <a:defRPr/>
            </a:lvl1pPr>
          </a:lstStyle>
          <a:p>
            <a:r>
              <a:rPr lang="en-US"/>
              <a:t>Click to insert a </a:t>
            </a:r>
            <a:br>
              <a:rPr lang="en-US"/>
            </a:br>
            <a:r>
              <a:rPr lang="en-US"/>
              <a:t>Doughnut chart</a:t>
            </a:r>
          </a:p>
        </p:txBody>
      </p:sp>
      <p:sp>
        <p:nvSpPr>
          <p:cNvPr id="13" name="Text Placeholder 12" descr="Doughnut chart label 1">
            <a:extLst>
              <a:ext uri="{FF2B5EF4-FFF2-40B4-BE49-F238E27FC236}">
                <a16:creationId xmlns:a16="http://schemas.microsoft.com/office/drawing/2014/main" id="{8C4F4198-4BE0-4282-8B86-20DED598DC17}"/>
              </a:ext>
            </a:extLst>
          </p:cNvPr>
          <p:cNvSpPr>
            <a:spLocks noGrp="1"/>
          </p:cNvSpPr>
          <p:nvPr>
            <p:ph type="body" sz="quarter" idx="18"/>
          </p:nvPr>
        </p:nvSpPr>
        <p:spPr>
          <a:xfrm>
            <a:off x="608330" y="5507147"/>
            <a:ext cx="1371064" cy="423862"/>
          </a:xfrm>
        </p:spPr>
        <p:txBody>
          <a:bodyPr/>
          <a:lstStyle>
            <a:lvl1pPr algn="l">
              <a:defRPr sz="1200">
                <a:solidFill>
                  <a:schemeClr val="tx1"/>
                </a:solidFill>
              </a:defRPr>
            </a:lvl1pPr>
          </a:lstStyle>
          <a:p>
            <a:pPr lvl="0"/>
            <a:r>
              <a:rPr lang="en-US"/>
              <a:t>Click to edit Master text styles</a:t>
            </a:r>
          </a:p>
        </p:txBody>
      </p:sp>
      <p:sp>
        <p:nvSpPr>
          <p:cNvPr id="70" name="Text Placeholder 12" descr="Doughnut chart label 2">
            <a:extLst>
              <a:ext uri="{FF2B5EF4-FFF2-40B4-BE49-F238E27FC236}">
                <a16:creationId xmlns:a16="http://schemas.microsoft.com/office/drawing/2014/main" id="{4B5F4E67-F2E8-4777-B495-668C321DCBAF}"/>
              </a:ext>
            </a:extLst>
          </p:cNvPr>
          <p:cNvSpPr>
            <a:spLocks noGrp="1"/>
          </p:cNvSpPr>
          <p:nvPr>
            <p:ph type="body" sz="quarter" idx="19"/>
          </p:nvPr>
        </p:nvSpPr>
        <p:spPr>
          <a:xfrm>
            <a:off x="2436416" y="5507147"/>
            <a:ext cx="1371064" cy="423862"/>
          </a:xfrm>
        </p:spPr>
        <p:txBody>
          <a:bodyPr/>
          <a:lstStyle>
            <a:lvl1pPr algn="l">
              <a:defRPr sz="1200">
                <a:solidFill>
                  <a:schemeClr val="tx1"/>
                </a:solidFill>
              </a:defRPr>
            </a:lvl1pPr>
          </a:lstStyle>
          <a:p>
            <a:pPr lvl="0"/>
            <a:r>
              <a:rPr lang="en-US"/>
              <a:t>Click to edit Master text styles</a:t>
            </a:r>
          </a:p>
        </p:txBody>
      </p:sp>
      <p:sp>
        <p:nvSpPr>
          <p:cNvPr id="71" name="Text Placeholder 12" descr="Doughnut chart label 4">
            <a:extLst>
              <a:ext uri="{FF2B5EF4-FFF2-40B4-BE49-F238E27FC236}">
                <a16:creationId xmlns:a16="http://schemas.microsoft.com/office/drawing/2014/main" id="{704846F3-64ED-4181-8AEC-68B9734DA96D}"/>
              </a:ext>
            </a:extLst>
          </p:cNvPr>
          <p:cNvSpPr>
            <a:spLocks noGrp="1"/>
          </p:cNvSpPr>
          <p:nvPr>
            <p:ph type="body" sz="quarter" idx="20"/>
          </p:nvPr>
        </p:nvSpPr>
        <p:spPr>
          <a:xfrm>
            <a:off x="4261103" y="5507147"/>
            <a:ext cx="1371064" cy="423862"/>
          </a:xfrm>
        </p:spPr>
        <p:txBody>
          <a:bodyPr/>
          <a:lstStyle>
            <a:lvl1pPr algn="l">
              <a:defRPr sz="1200">
                <a:solidFill>
                  <a:schemeClr val="tx1"/>
                </a:solidFill>
              </a:defRPr>
            </a:lvl1pPr>
          </a:lstStyle>
          <a:p>
            <a:pPr lvl="0"/>
            <a:r>
              <a:rPr lang="en-US"/>
              <a:t>Click to edit Master text styles</a:t>
            </a:r>
          </a:p>
        </p:txBody>
      </p:sp>
      <p:sp>
        <p:nvSpPr>
          <p:cNvPr id="72" name="Text Placeholder 12" descr="Doughnut chart label 5">
            <a:extLst>
              <a:ext uri="{FF2B5EF4-FFF2-40B4-BE49-F238E27FC236}">
                <a16:creationId xmlns:a16="http://schemas.microsoft.com/office/drawing/2014/main" id="{DD17F439-D919-44B7-889F-96A1DAF172D4}"/>
              </a:ext>
            </a:extLst>
          </p:cNvPr>
          <p:cNvSpPr>
            <a:spLocks noGrp="1"/>
          </p:cNvSpPr>
          <p:nvPr>
            <p:ph type="body" sz="quarter" idx="21"/>
          </p:nvPr>
        </p:nvSpPr>
        <p:spPr>
          <a:xfrm>
            <a:off x="6088109" y="5507147"/>
            <a:ext cx="1371064" cy="423862"/>
          </a:xfrm>
        </p:spPr>
        <p:txBody>
          <a:bodyPr/>
          <a:lstStyle>
            <a:lvl1pPr algn="l">
              <a:defRPr sz="1200">
                <a:solidFill>
                  <a:schemeClr val="tx1"/>
                </a:solidFill>
              </a:defRPr>
            </a:lvl1pPr>
          </a:lstStyle>
          <a:p>
            <a:pPr lvl="0"/>
            <a:r>
              <a:rPr lang="en-US"/>
              <a:t>Click to edit Master text styles</a:t>
            </a:r>
          </a:p>
        </p:txBody>
      </p:sp>
      <p:sp>
        <p:nvSpPr>
          <p:cNvPr id="73" name="Text Placeholder 12" descr="Doughnut chart label 6">
            <a:extLst>
              <a:ext uri="{FF2B5EF4-FFF2-40B4-BE49-F238E27FC236}">
                <a16:creationId xmlns:a16="http://schemas.microsoft.com/office/drawing/2014/main" id="{0DA74846-CC03-44FE-9AE5-4975E808F8A0}"/>
              </a:ext>
            </a:extLst>
          </p:cNvPr>
          <p:cNvSpPr>
            <a:spLocks noGrp="1"/>
          </p:cNvSpPr>
          <p:nvPr>
            <p:ph type="body" sz="quarter" idx="22"/>
          </p:nvPr>
        </p:nvSpPr>
        <p:spPr>
          <a:xfrm>
            <a:off x="7920672" y="5507147"/>
            <a:ext cx="1371064" cy="423862"/>
          </a:xfrm>
        </p:spPr>
        <p:txBody>
          <a:bodyPr/>
          <a:lstStyle>
            <a:lvl1pPr algn="l">
              <a:defRPr sz="1200">
                <a:solidFill>
                  <a:schemeClr val="tx1"/>
                </a:solidFill>
              </a:defRPr>
            </a:lvl1pPr>
          </a:lstStyle>
          <a:p>
            <a:pPr lvl="0"/>
            <a:r>
              <a:rPr lang="en-US"/>
              <a:t>Click to edit Master text styles</a:t>
            </a:r>
          </a:p>
        </p:txBody>
      </p:sp>
      <p:sp>
        <p:nvSpPr>
          <p:cNvPr id="16" name="page number">
            <a:extLst>
              <a:ext uri="{FF2B5EF4-FFF2-40B4-BE49-F238E27FC236}">
                <a16:creationId xmlns:a16="http://schemas.microsoft.com/office/drawing/2014/main" id="{5FED840F-E343-734C-96BA-0EFF5AE5DADC}"/>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33" name="Text Placeholder 32">
            <a:extLst>
              <a:ext uri="{FF2B5EF4-FFF2-40B4-BE49-F238E27FC236}">
                <a16:creationId xmlns:a16="http://schemas.microsoft.com/office/drawing/2014/main" id="{AE6BB438-1CBE-5073-B41D-5C2F345BDEF9}"/>
              </a:ext>
            </a:extLst>
          </p:cNvPr>
          <p:cNvSpPr>
            <a:spLocks noGrp="1"/>
          </p:cNvSpPr>
          <p:nvPr>
            <p:ph type="body" sz="quarter" idx="23" hasCustomPrompt="1"/>
          </p:nvPr>
        </p:nvSpPr>
        <p:spPr>
          <a:xfrm>
            <a:off x="6096000" y="2514600"/>
            <a:ext cx="5083175" cy="1371600"/>
          </a:xfrm>
        </p:spPr>
        <p:txBody>
          <a:bodyPr anchor="ctr" anchorCtr="0"/>
          <a:lstStyle>
            <a:lvl1pPr>
              <a:defRPr sz="3600"/>
            </a:lvl1pPr>
          </a:lstStyle>
          <a:p>
            <a:pPr lvl="0"/>
            <a:r>
              <a:rPr lang="en-US"/>
              <a:t>Doughnut Chart slide, click to add text here</a:t>
            </a:r>
          </a:p>
        </p:txBody>
      </p:sp>
      <p:sp>
        <p:nvSpPr>
          <p:cNvPr id="12" name="Rectangle 11">
            <a:extLst>
              <a:ext uri="{FF2B5EF4-FFF2-40B4-BE49-F238E27FC236}">
                <a16:creationId xmlns:a16="http://schemas.microsoft.com/office/drawing/2014/main" id="{073D8C2E-2827-1599-941D-1FD3BF42DC89}"/>
              </a:ext>
            </a:extLst>
          </p:cNvPr>
          <p:cNvSpPr/>
          <p:nvPr userDrawn="1"/>
        </p:nvSpPr>
        <p:spPr>
          <a:xfrm>
            <a:off x="0" y="84572"/>
            <a:ext cx="12188825" cy="424600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14" name="Oval 13">
            <a:extLst>
              <a:ext uri="{FF2B5EF4-FFF2-40B4-BE49-F238E27FC236}">
                <a16:creationId xmlns:a16="http://schemas.microsoft.com/office/drawing/2014/main" id="{24AFE851-C873-10C5-E165-301FDB834692}"/>
              </a:ext>
            </a:extLst>
          </p:cNvPr>
          <p:cNvSpPr/>
          <p:nvPr userDrawn="1"/>
        </p:nvSpPr>
        <p:spPr>
          <a:xfrm>
            <a:off x="667600" y="732853"/>
            <a:ext cx="4470400" cy="4470400"/>
          </a:xfrm>
          <a:prstGeom prst="ellipse">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15" name="page number">
            <a:extLst>
              <a:ext uri="{FF2B5EF4-FFF2-40B4-BE49-F238E27FC236}">
                <a16:creationId xmlns:a16="http://schemas.microsoft.com/office/drawing/2014/main" id="{5FED840F-E343-734C-96BA-0EFF5AE5DADC}"/>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Tree>
    <p:extLst>
      <p:ext uri="{BB962C8B-B14F-4D97-AF65-F5344CB8AC3E}">
        <p14:creationId xmlns:p14="http://schemas.microsoft.com/office/powerpoint/2010/main" val="35402221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4" name="page number">
            <a:extLst>
              <a:ext uri="{FF2B5EF4-FFF2-40B4-BE49-F238E27FC236}">
                <a16:creationId xmlns:a16="http://schemas.microsoft.com/office/drawing/2014/main" id="{BE17F87B-8433-6C45-84D8-13DF5C0ADDB4}"/>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a:p>
        </p:txBody>
      </p:sp>
      <p:sp>
        <p:nvSpPr>
          <p:cNvPr id="3" name="page number">
            <a:extLst>
              <a:ext uri="{FF2B5EF4-FFF2-40B4-BE49-F238E27FC236}">
                <a16:creationId xmlns:a16="http://schemas.microsoft.com/office/drawing/2014/main" id="{BE17F87B-8433-6C45-84D8-13DF5C0ADDB4}"/>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a:p>
        </p:txBody>
      </p:sp>
    </p:spTree>
    <p:extLst>
      <p:ext uri="{BB962C8B-B14F-4D97-AF65-F5344CB8AC3E}">
        <p14:creationId xmlns:p14="http://schemas.microsoft.com/office/powerpoint/2010/main" val="25081778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vcf-med-close-a">
    <p:spTree>
      <p:nvGrpSpPr>
        <p:cNvPr id="1" name=""/>
        <p:cNvGrpSpPr/>
        <p:nvPr/>
      </p:nvGrpSpPr>
      <p:grpSpPr>
        <a:xfrm>
          <a:off x="0" y="0"/>
          <a:ext cx="0" cy="0"/>
          <a:chOff x="0" y="0"/>
          <a:chExt cx="0" cy="0"/>
        </a:xfrm>
      </p:grpSpPr>
      <p:sp>
        <p:nvSpPr>
          <p:cNvPr id="730" name="page number">
            <a:extLst>
              <a:ext uri="{FF2B5EF4-FFF2-40B4-BE49-F238E27FC236}">
                <a16:creationId xmlns:a16="http://schemas.microsoft.com/office/drawing/2014/main" id="{AB8D1A6B-3CE6-468D-804E-6300F8B6DC81}"/>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5" name="page number">
            <a:extLst>
              <a:ext uri="{FF2B5EF4-FFF2-40B4-BE49-F238E27FC236}">
                <a16:creationId xmlns:a16="http://schemas.microsoft.com/office/drawing/2014/main" id="{AB8D1A6B-3CE6-468D-804E-6300F8B6DC81}"/>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pic>
        <p:nvPicPr>
          <p:cNvPr id="3" name="Picture 2">
            <a:extLst>
              <a:ext uri="{FF2B5EF4-FFF2-40B4-BE49-F238E27FC236}">
                <a16:creationId xmlns:a16="http://schemas.microsoft.com/office/drawing/2014/main" id="{5C172C47-B04C-E1F6-EDB5-FDC049FCD281}"/>
              </a:ext>
            </a:extLst>
          </p:cNvPr>
          <p:cNvPicPr>
            <a:picLocks noChangeAspect="1"/>
          </p:cNvPicPr>
          <p:nvPr userDrawn="1"/>
        </p:nvPicPr>
        <p:blipFill>
          <a:blip r:embed="rId2"/>
          <a:srcRect/>
          <a:stretch/>
        </p:blipFill>
        <p:spPr>
          <a:xfrm>
            <a:off x="1" y="893"/>
            <a:ext cx="12188821" cy="6856212"/>
          </a:xfrm>
          <a:prstGeom prst="rect">
            <a:avLst/>
          </a:prstGeom>
        </p:spPr>
      </p:pic>
      <p:sp>
        <p:nvSpPr>
          <p:cNvPr id="11" name="TextBox 10">
            <a:extLst>
              <a:ext uri="{FF2B5EF4-FFF2-40B4-BE49-F238E27FC236}">
                <a16:creationId xmlns:a16="http://schemas.microsoft.com/office/drawing/2014/main" id="{39918576-EF48-97F0-64B9-6669FE30C7FF}"/>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chemeClr val="tx1"/>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chemeClr val="tx1"/>
              </a:solidFill>
              <a:latin typeface="+mn-lt"/>
              <a:sym typeface="Arial" panose="020B0604020202020204" pitchFamily="34" charset="0"/>
              <a:rtl val="0"/>
            </a:endParaRPr>
          </a:p>
        </p:txBody>
      </p:sp>
      <p:grpSp>
        <p:nvGrpSpPr>
          <p:cNvPr id="12" name="Graphic 8">
            <a:extLst>
              <a:ext uri="{FF2B5EF4-FFF2-40B4-BE49-F238E27FC236}">
                <a16:creationId xmlns:a16="http://schemas.microsoft.com/office/drawing/2014/main" id="{FF78CE15-02F0-7FC5-BB2C-166BDC44CD5B}"/>
              </a:ext>
            </a:extLst>
          </p:cNvPr>
          <p:cNvGrpSpPr/>
          <p:nvPr userDrawn="1"/>
        </p:nvGrpSpPr>
        <p:grpSpPr>
          <a:xfrm>
            <a:off x="265625" y="6323271"/>
            <a:ext cx="1249223" cy="369648"/>
            <a:chOff x="265625" y="6323271"/>
            <a:chExt cx="1249223" cy="369648"/>
          </a:xfrm>
          <a:solidFill>
            <a:schemeClr val="tx1"/>
          </a:solidFill>
        </p:grpSpPr>
        <p:grpSp>
          <p:nvGrpSpPr>
            <p:cNvPr id="13" name="Graphic 8">
              <a:extLst>
                <a:ext uri="{FF2B5EF4-FFF2-40B4-BE49-F238E27FC236}">
                  <a16:creationId xmlns:a16="http://schemas.microsoft.com/office/drawing/2014/main" id="{02EB9EED-18D2-3595-B442-6DBF073666A1}"/>
                </a:ext>
              </a:extLst>
            </p:cNvPr>
            <p:cNvGrpSpPr/>
            <p:nvPr/>
          </p:nvGrpSpPr>
          <p:grpSpPr>
            <a:xfrm>
              <a:off x="745455" y="6594444"/>
              <a:ext cx="722662" cy="98475"/>
              <a:chOff x="745455" y="6594444"/>
              <a:chExt cx="722662" cy="98475"/>
            </a:xfrm>
            <a:grpFill/>
          </p:grpSpPr>
          <p:sp>
            <p:nvSpPr>
              <p:cNvPr id="23" name="Freeform 22">
                <a:extLst>
                  <a:ext uri="{FF2B5EF4-FFF2-40B4-BE49-F238E27FC236}">
                    <a16:creationId xmlns:a16="http://schemas.microsoft.com/office/drawing/2014/main" id="{8F7C67AA-6928-85E3-8830-84A01BD05CE6}"/>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grpFill/>
              <a:ln w="6345" cap="flat">
                <a:noFill/>
                <a:prstDash val="solid"/>
                <a:miter/>
              </a:ln>
            </p:spPr>
            <p:txBody>
              <a:bodyPr rtlCol="0" anchor="ctr"/>
              <a:lstStyle/>
              <a:p>
                <a:endParaRPr lang="en-US" dirty="0"/>
              </a:p>
            </p:txBody>
          </p:sp>
          <p:sp>
            <p:nvSpPr>
              <p:cNvPr id="24" name="Freeform 23">
                <a:extLst>
                  <a:ext uri="{FF2B5EF4-FFF2-40B4-BE49-F238E27FC236}">
                    <a16:creationId xmlns:a16="http://schemas.microsoft.com/office/drawing/2014/main" id="{6B1B7D76-16B1-1B7F-F766-5FB305EACACF}"/>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grpFill/>
              <a:ln w="6345" cap="flat">
                <a:noFill/>
                <a:prstDash val="solid"/>
                <a:miter/>
              </a:ln>
            </p:spPr>
            <p:txBody>
              <a:bodyPr rtlCol="0" anchor="ctr"/>
              <a:lstStyle/>
              <a:p>
                <a:endParaRPr lang="en-US" dirty="0"/>
              </a:p>
            </p:txBody>
          </p:sp>
          <p:sp>
            <p:nvSpPr>
              <p:cNvPr id="25" name="Freeform 24">
                <a:extLst>
                  <a:ext uri="{FF2B5EF4-FFF2-40B4-BE49-F238E27FC236}">
                    <a16:creationId xmlns:a16="http://schemas.microsoft.com/office/drawing/2014/main" id="{E5049BDD-2524-9C3F-6E78-7F5FC887A18D}"/>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grpFill/>
              <a:ln w="6345" cap="flat">
                <a:noFill/>
                <a:prstDash val="solid"/>
                <a:miter/>
              </a:ln>
            </p:spPr>
            <p:txBody>
              <a:bodyPr rtlCol="0" anchor="ctr"/>
              <a:lstStyle/>
              <a:p>
                <a:endParaRPr lang="en-US" dirty="0"/>
              </a:p>
            </p:txBody>
          </p:sp>
          <p:sp>
            <p:nvSpPr>
              <p:cNvPr id="26" name="Freeform 25">
                <a:extLst>
                  <a:ext uri="{FF2B5EF4-FFF2-40B4-BE49-F238E27FC236}">
                    <a16:creationId xmlns:a16="http://schemas.microsoft.com/office/drawing/2014/main" id="{ED97AD2D-085D-85A8-633D-A5A49CC7394E}"/>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grpFill/>
              <a:ln w="6345" cap="flat">
                <a:noFill/>
                <a:prstDash val="solid"/>
                <a:miter/>
              </a:ln>
            </p:spPr>
            <p:txBody>
              <a:bodyPr rtlCol="0" anchor="ctr"/>
              <a:lstStyle/>
              <a:p>
                <a:endParaRPr lang="en-US" dirty="0"/>
              </a:p>
            </p:txBody>
          </p:sp>
          <p:sp>
            <p:nvSpPr>
              <p:cNvPr id="27" name="Freeform 26">
                <a:extLst>
                  <a:ext uri="{FF2B5EF4-FFF2-40B4-BE49-F238E27FC236}">
                    <a16:creationId xmlns:a16="http://schemas.microsoft.com/office/drawing/2014/main" id="{757E7874-28DD-B5CE-BB3D-8D9FBD70DDB6}"/>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grpFill/>
              <a:ln w="6345" cap="flat">
                <a:noFill/>
                <a:prstDash val="solid"/>
                <a:miter/>
              </a:ln>
            </p:spPr>
            <p:txBody>
              <a:bodyPr rtlCol="0" anchor="ctr"/>
              <a:lstStyle/>
              <a:p>
                <a:endParaRPr lang="en-US" dirty="0"/>
              </a:p>
            </p:txBody>
          </p:sp>
          <p:sp>
            <p:nvSpPr>
              <p:cNvPr id="28" name="Freeform 27">
                <a:extLst>
                  <a:ext uri="{FF2B5EF4-FFF2-40B4-BE49-F238E27FC236}">
                    <a16:creationId xmlns:a16="http://schemas.microsoft.com/office/drawing/2014/main" id="{0A0B9AEC-F4A4-8794-E1D3-C25E411A206D}"/>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grpFill/>
              <a:ln w="6345" cap="flat">
                <a:noFill/>
                <a:prstDash val="solid"/>
                <a:miter/>
              </a:ln>
            </p:spPr>
            <p:txBody>
              <a:bodyPr rtlCol="0" anchor="ctr"/>
              <a:lstStyle/>
              <a:p>
                <a:endParaRPr lang="en-US" dirty="0"/>
              </a:p>
            </p:txBody>
          </p:sp>
          <p:sp>
            <p:nvSpPr>
              <p:cNvPr id="29" name="Freeform 28">
                <a:extLst>
                  <a:ext uri="{FF2B5EF4-FFF2-40B4-BE49-F238E27FC236}">
                    <a16:creationId xmlns:a16="http://schemas.microsoft.com/office/drawing/2014/main" id="{99CF8EE6-A915-D9FA-02B9-E1DFC99DBC15}"/>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grpFill/>
              <a:ln w="6345" cap="flat">
                <a:noFill/>
                <a:prstDash val="solid"/>
                <a:miter/>
              </a:ln>
            </p:spPr>
            <p:txBody>
              <a:bodyPr rtlCol="0" anchor="ctr"/>
              <a:lstStyle/>
              <a:p>
                <a:endParaRPr lang="en-US" dirty="0"/>
              </a:p>
            </p:txBody>
          </p:sp>
          <p:sp>
            <p:nvSpPr>
              <p:cNvPr id="30" name="Freeform 29">
                <a:extLst>
                  <a:ext uri="{FF2B5EF4-FFF2-40B4-BE49-F238E27FC236}">
                    <a16:creationId xmlns:a16="http://schemas.microsoft.com/office/drawing/2014/main" id="{9652012E-F831-7CC4-380F-F12B3E742D98}"/>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grpFill/>
              <a:ln w="6345" cap="flat">
                <a:noFill/>
                <a:prstDash val="solid"/>
                <a:miter/>
              </a:ln>
            </p:spPr>
            <p:txBody>
              <a:bodyPr rtlCol="0" anchor="ctr"/>
              <a:lstStyle/>
              <a:p>
                <a:endParaRPr lang="en-US" dirty="0"/>
              </a:p>
            </p:txBody>
          </p:sp>
          <p:sp>
            <p:nvSpPr>
              <p:cNvPr id="31" name="Freeform 30">
                <a:extLst>
                  <a:ext uri="{FF2B5EF4-FFF2-40B4-BE49-F238E27FC236}">
                    <a16:creationId xmlns:a16="http://schemas.microsoft.com/office/drawing/2014/main" id="{42A3B8DA-01C3-7984-65A5-F87CE8479836}"/>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grpFill/>
              <a:ln w="6345" cap="flat">
                <a:noFill/>
                <a:prstDash val="solid"/>
                <a:miter/>
              </a:ln>
            </p:spPr>
            <p:txBody>
              <a:bodyPr rtlCol="0" anchor="ctr"/>
              <a:lstStyle/>
              <a:p>
                <a:endParaRPr lang="en-US" dirty="0"/>
              </a:p>
            </p:txBody>
          </p:sp>
          <p:sp>
            <p:nvSpPr>
              <p:cNvPr id="32" name="Freeform 31">
                <a:extLst>
                  <a:ext uri="{FF2B5EF4-FFF2-40B4-BE49-F238E27FC236}">
                    <a16:creationId xmlns:a16="http://schemas.microsoft.com/office/drawing/2014/main" id="{12854487-6BBC-F60A-0BB7-762C0530C0DA}"/>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grpFill/>
              <a:ln w="6345" cap="flat">
                <a:noFill/>
                <a:prstDash val="solid"/>
                <a:miter/>
              </a:ln>
            </p:spPr>
            <p:txBody>
              <a:bodyPr rtlCol="0" anchor="ctr"/>
              <a:lstStyle/>
              <a:p>
                <a:endParaRPr lang="en-US" dirty="0"/>
              </a:p>
            </p:txBody>
          </p:sp>
        </p:grpSp>
        <p:grpSp>
          <p:nvGrpSpPr>
            <p:cNvPr id="14" name="Graphic 8">
              <a:extLst>
                <a:ext uri="{FF2B5EF4-FFF2-40B4-BE49-F238E27FC236}">
                  <a16:creationId xmlns:a16="http://schemas.microsoft.com/office/drawing/2014/main" id="{7C3F2EC0-0E91-1B90-0984-E15451F11E09}"/>
                </a:ext>
              </a:extLst>
            </p:cNvPr>
            <p:cNvGrpSpPr/>
            <p:nvPr/>
          </p:nvGrpSpPr>
          <p:grpSpPr>
            <a:xfrm>
              <a:off x="265625" y="6323271"/>
              <a:ext cx="1249223" cy="190348"/>
              <a:chOff x="265625" y="6323271"/>
              <a:chExt cx="1249223" cy="190348"/>
            </a:xfrm>
            <a:grpFill/>
          </p:grpSpPr>
          <p:sp>
            <p:nvSpPr>
              <p:cNvPr id="15" name="Freeform 14">
                <a:extLst>
                  <a:ext uri="{FF2B5EF4-FFF2-40B4-BE49-F238E27FC236}">
                    <a16:creationId xmlns:a16="http://schemas.microsoft.com/office/drawing/2014/main" id="{3E1EA83D-0C41-6298-66D3-2AACACADF563}"/>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grpFill/>
              <a:ln w="6345" cap="flat">
                <a:noFill/>
                <a:prstDash val="solid"/>
                <a:miter/>
              </a:ln>
            </p:spPr>
            <p:txBody>
              <a:bodyPr rtlCol="0" anchor="ctr"/>
              <a:lstStyle/>
              <a:p>
                <a:endParaRPr lang="en-US" dirty="0"/>
              </a:p>
            </p:txBody>
          </p:sp>
          <p:sp>
            <p:nvSpPr>
              <p:cNvPr id="17" name="Freeform 16">
                <a:extLst>
                  <a:ext uri="{FF2B5EF4-FFF2-40B4-BE49-F238E27FC236}">
                    <a16:creationId xmlns:a16="http://schemas.microsoft.com/office/drawing/2014/main" id="{B9B542A7-1CED-E3B4-2F6F-981A0BCF0F99}"/>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grpFill/>
              <a:ln w="6345" cap="flat">
                <a:noFill/>
                <a:prstDash val="solid"/>
                <a:miter/>
              </a:ln>
            </p:spPr>
            <p:txBody>
              <a:bodyPr rtlCol="0" anchor="ctr"/>
              <a:lstStyle/>
              <a:p>
                <a:endParaRPr lang="en-US" dirty="0"/>
              </a:p>
            </p:txBody>
          </p:sp>
          <p:sp>
            <p:nvSpPr>
              <p:cNvPr id="18" name="Freeform 17">
                <a:extLst>
                  <a:ext uri="{FF2B5EF4-FFF2-40B4-BE49-F238E27FC236}">
                    <a16:creationId xmlns:a16="http://schemas.microsoft.com/office/drawing/2014/main" id="{0F403641-4B58-5167-918C-45D30FB8B885}"/>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grpFill/>
              <a:ln w="6345" cap="flat">
                <a:noFill/>
                <a:prstDash val="solid"/>
                <a:miter/>
              </a:ln>
            </p:spPr>
            <p:txBody>
              <a:bodyPr rtlCol="0" anchor="ctr"/>
              <a:lstStyle/>
              <a:p>
                <a:endParaRPr lang="en-US" dirty="0"/>
              </a:p>
            </p:txBody>
          </p:sp>
          <p:sp>
            <p:nvSpPr>
              <p:cNvPr id="19" name="Freeform 18">
                <a:extLst>
                  <a:ext uri="{FF2B5EF4-FFF2-40B4-BE49-F238E27FC236}">
                    <a16:creationId xmlns:a16="http://schemas.microsoft.com/office/drawing/2014/main" id="{58B02E53-85CD-F8E6-1B90-2A2390920334}"/>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grpFill/>
              <a:ln w="6345" cap="flat">
                <a:noFill/>
                <a:prstDash val="solid"/>
                <a:miter/>
              </a:ln>
            </p:spPr>
            <p:txBody>
              <a:bodyPr rtlCol="0" anchor="ctr"/>
              <a:lstStyle/>
              <a:p>
                <a:endParaRPr lang="en-US" dirty="0"/>
              </a:p>
            </p:txBody>
          </p:sp>
          <p:sp>
            <p:nvSpPr>
              <p:cNvPr id="20" name="Freeform 19">
                <a:extLst>
                  <a:ext uri="{FF2B5EF4-FFF2-40B4-BE49-F238E27FC236}">
                    <a16:creationId xmlns:a16="http://schemas.microsoft.com/office/drawing/2014/main" id="{346B34D3-96E7-AEEC-E3E3-9703F262AE5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grpFill/>
              <a:ln w="6345" cap="flat">
                <a:noFill/>
                <a:prstDash val="solid"/>
                <a:miter/>
              </a:ln>
            </p:spPr>
            <p:txBody>
              <a:bodyPr rtlCol="0" anchor="ctr"/>
              <a:lstStyle/>
              <a:p>
                <a:endParaRPr lang="en-US" dirty="0"/>
              </a:p>
            </p:txBody>
          </p:sp>
          <p:sp>
            <p:nvSpPr>
              <p:cNvPr id="21" name="Freeform 20">
                <a:extLst>
                  <a:ext uri="{FF2B5EF4-FFF2-40B4-BE49-F238E27FC236}">
                    <a16:creationId xmlns:a16="http://schemas.microsoft.com/office/drawing/2014/main" id="{BE841654-790E-1DA0-EAB4-635FDD741A46}"/>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grpFill/>
              <a:ln w="6345" cap="flat">
                <a:noFill/>
                <a:prstDash val="solid"/>
                <a:miter/>
              </a:ln>
            </p:spPr>
            <p:txBody>
              <a:bodyPr rtlCol="0" anchor="ctr"/>
              <a:lstStyle/>
              <a:p>
                <a:endParaRPr lang="en-US" dirty="0"/>
              </a:p>
            </p:txBody>
          </p:sp>
          <p:sp>
            <p:nvSpPr>
              <p:cNvPr id="22" name="Freeform 21">
                <a:extLst>
                  <a:ext uri="{FF2B5EF4-FFF2-40B4-BE49-F238E27FC236}">
                    <a16:creationId xmlns:a16="http://schemas.microsoft.com/office/drawing/2014/main" id="{E1E56751-BAEE-C6B1-E3A0-D9F895DD8187}"/>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grpFill/>
              <a:ln w="6345" cap="flat">
                <a:noFill/>
                <a:prstDash val="solid"/>
                <a:miter/>
              </a:ln>
            </p:spPr>
            <p:txBody>
              <a:bodyPr rtlCol="0" anchor="ctr"/>
              <a:lstStyle/>
              <a:p>
                <a:endParaRPr lang="en-US" dirty="0"/>
              </a:p>
            </p:txBody>
          </p:sp>
        </p:grpSp>
      </p:grpSp>
      <p:pic>
        <p:nvPicPr>
          <p:cNvPr id="35" name="Graphic 34">
            <a:extLst>
              <a:ext uri="{FF2B5EF4-FFF2-40B4-BE49-F238E27FC236}">
                <a16:creationId xmlns:a16="http://schemas.microsoft.com/office/drawing/2014/main" id="{562883D5-FFBF-B3A4-D7CB-96B8FAC9AA8D}"/>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85625" y="570134"/>
            <a:ext cx="2857719" cy="562472"/>
          </a:xfrm>
          <a:prstGeom prst="rect">
            <a:avLst/>
          </a:prstGeom>
        </p:spPr>
      </p:pic>
      <p:sp>
        <p:nvSpPr>
          <p:cNvPr id="16" name="TextBox 15">
            <a:extLst>
              <a:ext uri="{FF2B5EF4-FFF2-40B4-BE49-F238E27FC236}">
                <a16:creationId xmlns:a16="http://schemas.microsoft.com/office/drawing/2014/main" id="{22C2E771-D0D0-2A17-F766-9A83E4EC1011}"/>
              </a:ext>
            </a:extLst>
          </p:cNvPr>
          <p:cNvSpPr txBox="1"/>
          <p:nvPr userDrawn="1"/>
        </p:nvSpPr>
        <p:spPr>
          <a:xfrm>
            <a:off x="612593" y="3428999"/>
            <a:ext cx="4562681" cy="830997"/>
          </a:xfrm>
          <a:prstGeom prst="rect">
            <a:avLst/>
          </a:prstGeom>
        </p:spPr>
        <p:txBody>
          <a:bodyPr wrap="square" lIns="0" tIns="0" rIns="0" bIns="0" rtlCol="0">
            <a:spAutoFit/>
          </a:bodyPr>
          <a:lstStyle/>
          <a:p>
            <a:pPr algn="l" defTabSz="914400" rtl="0" eaLnBrk="1" latinLnBrk="0" hangingPunct="1">
              <a:lnSpc>
                <a:spcPct val="90000"/>
              </a:lnSpc>
              <a:spcBef>
                <a:spcPct val="0"/>
              </a:spcBef>
              <a:spcAft>
                <a:spcPts val="600"/>
              </a:spcAft>
              <a:buNone/>
            </a:pPr>
            <a:r>
              <a:rPr lang="en-US" sz="6000" b="0" kern="1200" cap="none" baseline="0" dirty="0">
                <a:solidFill>
                  <a:schemeClr val="tx1"/>
                </a:solidFill>
                <a:latin typeface="+mj-lt"/>
                <a:ea typeface="+mj-ea"/>
                <a:cs typeface="+mj-cs"/>
              </a:rPr>
              <a:t>Thank You</a:t>
            </a:r>
          </a:p>
        </p:txBody>
      </p:sp>
    </p:spTree>
    <p:extLst>
      <p:ext uri="{BB962C8B-B14F-4D97-AF65-F5344CB8AC3E}">
        <p14:creationId xmlns:p14="http://schemas.microsoft.com/office/powerpoint/2010/main" val="38661215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16="http://schemas.microsoft.com/office/drawing/2014/main" xmlns="">
      <p:transition spd="med">
        <p:fade/>
      </p:transition>
    </mc:Fallback>
  </mc:AlternateContent>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vcf-close-b">
    <p:spTree>
      <p:nvGrpSpPr>
        <p:cNvPr id="1" name=""/>
        <p:cNvGrpSpPr/>
        <p:nvPr/>
      </p:nvGrpSpPr>
      <p:grpSpPr>
        <a:xfrm>
          <a:off x="0" y="0"/>
          <a:ext cx="0" cy="0"/>
          <a:chOff x="0" y="0"/>
          <a:chExt cx="0" cy="0"/>
        </a:xfrm>
      </p:grpSpPr>
      <p:pic>
        <p:nvPicPr>
          <p:cNvPr id="35" name="Graphic 34">
            <a:extLst>
              <a:ext uri="{FF2B5EF4-FFF2-40B4-BE49-F238E27FC236}">
                <a16:creationId xmlns:a16="http://schemas.microsoft.com/office/drawing/2014/main" id="{562883D5-FFBF-B3A4-D7CB-96B8FAC9AA8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85625" y="570134"/>
            <a:ext cx="2857719" cy="562472"/>
          </a:xfrm>
          <a:prstGeom prst="rect">
            <a:avLst/>
          </a:prstGeom>
        </p:spPr>
      </p:pic>
      <p:sp>
        <p:nvSpPr>
          <p:cNvPr id="16" name="TextBox 15">
            <a:extLst>
              <a:ext uri="{FF2B5EF4-FFF2-40B4-BE49-F238E27FC236}">
                <a16:creationId xmlns:a16="http://schemas.microsoft.com/office/drawing/2014/main" id="{22C2E771-D0D0-2A17-F766-9A83E4EC1011}"/>
              </a:ext>
            </a:extLst>
          </p:cNvPr>
          <p:cNvSpPr txBox="1"/>
          <p:nvPr userDrawn="1"/>
        </p:nvSpPr>
        <p:spPr>
          <a:xfrm>
            <a:off x="612593" y="3428999"/>
            <a:ext cx="4562681" cy="830997"/>
          </a:xfrm>
          <a:prstGeom prst="rect">
            <a:avLst/>
          </a:prstGeom>
        </p:spPr>
        <p:txBody>
          <a:bodyPr wrap="square" lIns="0" tIns="0" rIns="0" bIns="0" rtlCol="0">
            <a:spAutoFit/>
          </a:bodyPr>
          <a:lstStyle/>
          <a:p>
            <a:pPr algn="l" defTabSz="914400" rtl="0" eaLnBrk="1" latinLnBrk="0" hangingPunct="1">
              <a:lnSpc>
                <a:spcPct val="90000"/>
              </a:lnSpc>
              <a:spcBef>
                <a:spcPct val="0"/>
              </a:spcBef>
              <a:spcAft>
                <a:spcPts val="600"/>
              </a:spcAft>
              <a:buNone/>
            </a:pPr>
            <a:r>
              <a:rPr lang="en-US" sz="6000" b="0" kern="1200" cap="none" baseline="0" dirty="0">
                <a:solidFill>
                  <a:schemeClr val="tx1"/>
                </a:solidFill>
                <a:latin typeface="+mj-lt"/>
                <a:ea typeface="+mj-ea"/>
                <a:cs typeface="+mj-cs"/>
              </a:rPr>
              <a:t>Thank You</a:t>
            </a:r>
          </a:p>
        </p:txBody>
      </p:sp>
      <p:pic>
        <p:nvPicPr>
          <p:cNvPr id="2" name="Picture 1" descr="A logo of a cloud computing system&#10;&#10;AI-generated content may be incorrect.">
            <a:extLst>
              <a:ext uri="{FF2B5EF4-FFF2-40B4-BE49-F238E27FC236}">
                <a16:creationId xmlns:a16="http://schemas.microsoft.com/office/drawing/2014/main" id="{58532459-AEB4-3B92-84E1-44F39CB76D44}"/>
              </a:ext>
            </a:extLst>
          </p:cNvPr>
          <p:cNvPicPr>
            <a:picLocks noChangeAspect="1"/>
          </p:cNvPicPr>
          <p:nvPr userDrawn="1"/>
        </p:nvPicPr>
        <p:blipFill>
          <a:blip r:embed="rId4"/>
          <a:stretch>
            <a:fillRect/>
          </a:stretch>
        </p:blipFill>
        <p:spPr>
          <a:xfrm>
            <a:off x="5330825" y="0"/>
            <a:ext cx="6858000" cy="6858000"/>
          </a:xfrm>
          <a:prstGeom prst="rect">
            <a:avLst/>
          </a:prstGeom>
        </p:spPr>
      </p:pic>
    </p:spTree>
    <p:extLst>
      <p:ext uri="{BB962C8B-B14F-4D97-AF65-F5344CB8AC3E}">
        <p14:creationId xmlns:p14="http://schemas.microsoft.com/office/powerpoint/2010/main" val="10828677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0.xml><?xml version="1.0" encoding="utf-8"?>
<p:sldLayout xmlns:a="http://schemas.openxmlformats.org/drawingml/2006/main" xmlns:r="http://schemas.openxmlformats.org/officeDocument/2006/relationships" xmlns:p="http://schemas.openxmlformats.org/presentationml/2006/main" showMasterSp="0" preserve="1">
  <p:cSld name="Thank You / Closing - Aqua">
    <p:spTree>
      <p:nvGrpSpPr>
        <p:cNvPr id="1" name=""/>
        <p:cNvGrpSpPr/>
        <p:nvPr/>
      </p:nvGrpSpPr>
      <p:grpSpPr>
        <a:xfrm>
          <a:off x="0" y="0"/>
          <a:ext cx="0" cy="0"/>
          <a:chOff x="0" y="0"/>
          <a:chExt cx="0" cy="0"/>
        </a:xfrm>
      </p:grpSpPr>
      <p:sp>
        <p:nvSpPr>
          <p:cNvPr id="13" name="TextBox 12">
            <a:extLst>
              <a:ext uri="{FF2B5EF4-FFF2-40B4-BE49-F238E27FC236}">
                <a16:creationId xmlns:a16="http://schemas.microsoft.com/office/drawing/2014/main" id="{1BD12A38-34FF-DD48-95F6-31F5ED4772C8}"/>
              </a:ext>
            </a:extLst>
          </p:cNvPr>
          <p:cNvSpPr txBox="1"/>
          <p:nvPr/>
        </p:nvSpPr>
        <p:spPr>
          <a:xfrm>
            <a:off x="7122912" y="4133697"/>
            <a:ext cx="3585557" cy="692497"/>
          </a:xfrm>
          <a:prstGeom prst="rect">
            <a:avLst/>
          </a:prstGeom>
        </p:spPr>
        <p:txBody>
          <a:bodyPr wrap="square" lIns="0" tIns="0" rIns="0" bIns="0" rtlCol="0">
            <a:spAutoFit/>
          </a:bodyPr>
          <a:lstStyle/>
          <a:p>
            <a:pPr algn="r" defTabSz="914400" rtl="0" eaLnBrk="1" latinLnBrk="0" hangingPunct="1">
              <a:lnSpc>
                <a:spcPct val="90000"/>
              </a:lnSpc>
              <a:spcBef>
                <a:spcPct val="0"/>
              </a:spcBef>
              <a:spcAft>
                <a:spcPts val="600"/>
              </a:spcAft>
              <a:buNone/>
            </a:pPr>
            <a:r>
              <a:rPr lang="en-US" sz="5000" b="0" kern="1200" cap="none" baseline="0">
                <a:solidFill>
                  <a:schemeClr val="tx1"/>
                </a:solidFill>
                <a:latin typeface="+mj-lt"/>
                <a:ea typeface="+mj-ea"/>
                <a:cs typeface="+mj-cs"/>
              </a:rPr>
              <a:t>Thank You</a:t>
            </a:r>
          </a:p>
        </p:txBody>
      </p:sp>
      <p:sp>
        <p:nvSpPr>
          <p:cNvPr id="2" name="Freeform: Shape 1">
            <a:extLst>
              <a:ext uri="{FF2B5EF4-FFF2-40B4-BE49-F238E27FC236}">
                <a16:creationId xmlns:a16="http://schemas.microsoft.com/office/drawing/2014/main" id="{17E91023-10EB-482E-9A60-63046152A4F2}"/>
              </a:ext>
            </a:extLst>
          </p:cNvPr>
          <p:cNvSpPr/>
          <p:nvPr/>
        </p:nvSpPr>
        <p:spPr>
          <a:xfrm>
            <a:off x="0" y="0"/>
            <a:ext cx="6635783" cy="4452826"/>
          </a:xfrm>
          <a:custGeom>
            <a:avLst/>
            <a:gdLst>
              <a:gd name="connsiteX0" fmla="*/ 0 w 6635783"/>
              <a:gd name="connsiteY0" fmla="*/ 0 h 4452826"/>
              <a:gd name="connsiteX1" fmla="*/ 6635783 w 6635783"/>
              <a:gd name="connsiteY1" fmla="*/ 0 h 4452826"/>
              <a:gd name="connsiteX2" fmla="*/ 2550426 w 6635783"/>
              <a:gd name="connsiteY2" fmla="*/ 4085358 h 4452826"/>
              <a:gd name="connsiteX3" fmla="*/ 1663310 w 6635783"/>
              <a:gd name="connsiteY3" fmla="*/ 4452826 h 4452826"/>
              <a:gd name="connsiteX4" fmla="*/ 0 w 6635783"/>
              <a:gd name="connsiteY4" fmla="*/ 4452826 h 44528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635783" h="4452826">
                <a:moveTo>
                  <a:pt x="0" y="0"/>
                </a:moveTo>
                <a:lnTo>
                  <a:pt x="6635783" y="0"/>
                </a:lnTo>
                <a:lnTo>
                  <a:pt x="2550426" y="4085358"/>
                </a:lnTo>
                <a:cubicBezTo>
                  <a:pt x="2315128" y="4320656"/>
                  <a:pt x="1996025" y="4452826"/>
                  <a:pt x="1663310" y="4452826"/>
                </a:cubicBezTo>
                <a:lnTo>
                  <a:pt x="0" y="4452826"/>
                </a:lnTo>
                <a:close/>
              </a:path>
            </a:pathLst>
          </a:custGeom>
          <a:gradFill>
            <a:gsLst>
              <a:gs pos="12000">
                <a:schemeClr val="accent1"/>
              </a:gs>
              <a:gs pos="85000">
                <a:srgbClr val="0095C4"/>
              </a:gs>
            </a:gsLst>
            <a:lin ang="18899976" scaled="1"/>
          </a:gradFill>
          <a:ln w="0" cap="flat">
            <a:noFill/>
            <a:prstDash val="solid"/>
            <a:miter/>
          </a:ln>
        </p:spPr>
        <p:txBody>
          <a:bodyPr rtlCol="0" anchor="ctr"/>
          <a:lstStyle/>
          <a:p>
            <a:endParaRPr lang="en-US"/>
          </a:p>
        </p:txBody>
      </p:sp>
      <p:sp>
        <p:nvSpPr>
          <p:cNvPr id="3" name="Freeform: Shape 2">
            <a:extLst>
              <a:ext uri="{FF2B5EF4-FFF2-40B4-BE49-F238E27FC236}">
                <a16:creationId xmlns:a16="http://schemas.microsoft.com/office/drawing/2014/main" id="{1411A888-7B56-C3B9-74A9-B85C4178B94B}"/>
              </a:ext>
            </a:extLst>
          </p:cNvPr>
          <p:cNvSpPr/>
          <p:nvPr/>
        </p:nvSpPr>
        <p:spPr>
          <a:xfrm>
            <a:off x="-14487" y="-14414"/>
            <a:ext cx="8406233" cy="5164293"/>
          </a:xfrm>
          <a:custGeom>
            <a:avLst/>
            <a:gdLst>
              <a:gd name="connsiteX0" fmla="*/ 8300010 w 8406233"/>
              <a:gd name="connsiteY0" fmla="*/ 0 h 5164293"/>
              <a:gd name="connsiteX1" fmla="*/ 8406233 w 8406233"/>
              <a:gd name="connsiteY1" fmla="*/ 0 h 5164293"/>
              <a:gd name="connsiteX2" fmla="*/ 3739706 w 8406233"/>
              <a:gd name="connsiteY2" fmla="*/ 4681182 h 5164293"/>
              <a:gd name="connsiteX3" fmla="*/ 2577461 w 8406233"/>
              <a:gd name="connsiteY3" fmla="*/ 5162629 h 5164293"/>
              <a:gd name="connsiteX4" fmla="*/ 0 w 8406233"/>
              <a:gd name="connsiteY4" fmla="*/ 5164293 h 5164293"/>
              <a:gd name="connsiteX5" fmla="*/ 0 w 8406233"/>
              <a:gd name="connsiteY5" fmla="*/ 5088966 h 5164293"/>
              <a:gd name="connsiteX6" fmla="*/ 2577461 w 8406233"/>
              <a:gd name="connsiteY6" fmla="*/ 5087291 h 5164293"/>
              <a:gd name="connsiteX7" fmla="*/ 3686388 w 8406233"/>
              <a:gd name="connsiteY7" fmla="*/ 4627988 h 51642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406233" h="5164293">
                <a:moveTo>
                  <a:pt x="8300010" y="0"/>
                </a:moveTo>
                <a:lnTo>
                  <a:pt x="8406233" y="0"/>
                </a:lnTo>
                <a:lnTo>
                  <a:pt x="3739706" y="4681182"/>
                </a:lnTo>
                <a:cubicBezTo>
                  <a:pt x="3429197" y="4991691"/>
                  <a:pt x="3016440" y="5162629"/>
                  <a:pt x="2577461" y="5162629"/>
                </a:cubicBezTo>
                <a:lnTo>
                  <a:pt x="0" y="5164293"/>
                </a:lnTo>
                <a:lnTo>
                  <a:pt x="0" y="5088966"/>
                </a:lnTo>
                <a:lnTo>
                  <a:pt x="2577461" y="5087291"/>
                </a:lnTo>
                <a:cubicBezTo>
                  <a:pt x="2993418" y="5087291"/>
                  <a:pt x="3392312" y="4922061"/>
                  <a:pt x="3686388" y="4627988"/>
                </a:cubicBezTo>
                <a:close/>
              </a:path>
            </a:pathLst>
          </a:custGeom>
          <a:gradFill>
            <a:gsLst>
              <a:gs pos="31000">
                <a:srgbClr val="0095C4"/>
              </a:gs>
              <a:gs pos="94000">
                <a:schemeClr val="accent1"/>
              </a:gs>
            </a:gsLst>
            <a:lin ang="0" scaled="1"/>
          </a:gradFill>
          <a:ln w="0" cap="flat">
            <a:noFill/>
            <a:prstDash val="solid"/>
            <a:miter/>
          </a:ln>
        </p:spPr>
        <p:txBody>
          <a:bodyPr rtlCol="0" anchor="ctr"/>
          <a:lstStyle/>
          <a:p>
            <a:endParaRPr lang="en-US"/>
          </a:p>
        </p:txBody>
      </p:sp>
      <p:grpSp>
        <p:nvGrpSpPr>
          <p:cNvPr id="6" name="Graphic 8">
            <a:extLst>
              <a:ext uri="{FF2B5EF4-FFF2-40B4-BE49-F238E27FC236}">
                <a16:creationId xmlns:a16="http://schemas.microsoft.com/office/drawing/2014/main" id="{BFA62A8C-E510-FB2E-C3B9-93A77FB74BAD}"/>
              </a:ext>
            </a:extLst>
          </p:cNvPr>
          <p:cNvGrpSpPr/>
          <p:nvPr/>
        </p:nvGrpSpPr>
        <p:grpSpPr>
          <a:xfrm>
            <a:off x="265625" y="6323271"/>
            <a:ext cx="1249223" cy="369648"/>
            <a:chOff x="265625" y="6323271"/>
            <a:chExt cx="1249223" cy="369648"/>
          </a:xfrm>
          <a:solidFill>
            <a:schemeClr val="tx1"/>
          </a:solidFill>
        </p:grpSpPr>
        <p:grpSp>
          <p:nvGrpSpPr>
            <p:cNvPr id="7" name="Graphic 8">
              <a:extLst>
                <a:ext uri="{FF2B5EF4-FFF2-40B4-BE49-F238E27FC236}">
                  <a16:creationId xmlns:a16="http://schemas.microsoft.com/office/drawing/2014/main" id="{78515B65-5A64-7093-4F25-C7624B72C555}"/>
                </a:ext>
              </a:extLst>
            </p:cNvPr>
            <p:cNvGrpSpPr/>
            <p:nvPr/>
          </p:nvGrpSpPr>
          <p:grpSpPr>
            <a:xfrm>
              <a:off x="745455" y="6594444"/>
              <a:ext cx="722662" cy="98475"/>
              <a:chOff x="745455" y="6594444"/>
              <a:chExt cx="722662" cy="98475"/>
            </a:xfrm>
            <a:grpFill/>
          </p:grpSpPr>
          <p:sp>
            <p:nvSpPr>
              <p:cNvPr id="22" name="Freeform 49">
                <a:extLst>
                  <a:ext uri="{FF2B5EF4-FFF2-40B4-BE49-F238E27FC236}">
                    <a16:creationId xmlns:a16="http://schemas.microsoft.com/office/drawing/2014/main" id="{2F19FC1C-64E6-1578-BB18-4446F3449362}"/>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grpFill/>
              <a:ln w="6345" cap="flat">
                <a:noFill/>
                <a:prstDash val="solid"/>
                <a:miter/>
              </a:ln>
            </p:spPr>
            <p:txBody>
              <a:bodyPr rtlCol="0" anchor="ctr"/>
              <a:lstStyle/>
              <a:p>
                <a:endParaRPr lang="en-US">
                  <a:solidFill>
                    <a:schemeClr val="bg1"/>
                  </a:solidFill>
                </a:endParaRPr>
              </a:p>
            </p:txBody>
          </p:sp>
          <p:sp>
            <p:nvSpPr>
              <p:cNvPr id="23" name="Freeform 50">
                <a:extLst>
                  <a:ext uri="{FF2B5EF4-FFF2-40B4-BE49-F238E27FC236}">
                    <a16:creationId xmlns:a16="http://schemas.microsoft.com/office/drawing/2014/main" id="{C5D27704-22C8-487D-5310-6884BC915B32}"/>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grpFill/>
              <a:ln w="6345" cap="flat">
                <a:noFill/>
                <a:prstDash val="solid"/>
                <a:miter/>
              </a:ln>
            </p:spPr>
            <p:txBody>
              <a:bodyPr rtlCol="0" anchor="ctr"/>
              <a:lstStyle/>
              <a:p>
                <a:endParaRPr lang="en-US">
                  <a:solidFill>
                    <a:schemeClr val="bg1"/>
                  </a:solidFill>
                </a:endParaRPr>
              </a:p>
            </p:txBody>
          </p:sp>
          <p:sp>
            <p:nvSpPr>
              <p:cNvPr id="24" name="Freeform 51">
                <a:extLst>
                  <a:ext uri="{FF2B5EF4-FFF2-40B4-BE49-F238E27FC236}">
                    <a16:creationId xmlns:a16="http://schemas.microsoft.com/office/drawing/2014/main" id="{846ED2F8-7ABD-73B6-621C-66E4F3FD18E7}"/>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grpFill/>
              <a:ln w="6345" cap="flat">
                <a:noFill/>
                <a:prstDash val="solid"/>
                <a:miter/>
              </a:ln>
            </p:spPr>
            <p:txBody>
              <a:bodyPr rtlCol="0" anchor="ctr"/>
              <a:lstStyle/>
              <a:p>
                <a:endParaRPr lang="en-US">
                  <a:solidFill>
                    <a:schemeClr val="bg1"/>
                  </a:solidFill>
                </a:endParaRPr>
              </a:p>
            </p:txBody>
          </p:sp>
          <p:sp>
            <p:nvSpPr>
              <p:cNvPr id="25" name="Freeform 52">
                <a:extLst>
                  <a:ext uri="{FF2B5EF4-FFF2-40B4-BE49-F238E27FC236}">
                    <a16:creationId xmlns:a16="http://schemas.microsoft.com/office/drawing/2014/main" id="{CF5CF0F2-F548-74F9-8D28-C8593AADA651}"/>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grpFill/>
              <a:ln w="6345" cap="flat">
                <a:noFill/>
                <a:prstDash val="solid"/>
                <a:miter/>
              </a:ln>
            </p:spPr>
            <p:txBody>
              <a:bodyPr rtlCol="0" anchor="ctr"/>
              <a:lstStyle/>
              <a:p>
                <a:endParaRPr lang="en-US">
                  <a:solidFill>
                    <a:schemeClr val="bg1"/>
                  </a:solidFill>
                </a:endParaRPr>
              </a:p>
            </p:txBody>
          </p:sp>
          <p:sp>
            <p:nvSpPr>
              <p:cNvPr id="26" name="Freeform 53">
                <a:extLst>
                  <a:ext uri="{FF2B5EF4-FFF2-40B4-BE49-F238E27FC236}">
                    <a16:creationId xmlns:a16="http://schemas.microsoft.com/office/drawing/2014/main" id="{E59744EF-42C6-F8A6-28CA-57AFA409E09C}"/>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27" name="Freeform 54">
                <a:extLst>
                  <a:ext uri="{FF2B5EF4-FFF2-40B4-BE49-F238E27FC236}">
                    <a16:creationId xmlns:a16="http://schemas.microsoft.com/office/drawing/2014/main" id="{7C58CD46-75D7-5936-FB05-0A8DB809D7BD}"/>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grpFill/>
              <a:ln w="6345" cap="flat">
                <a:noFill/>
                <a:prstDash val="solid"/>
                <a:miter/>
              </a:ln>
            </p:spPr>
            <p:txBody>
              <a:bodyPr rtlCol="0" anchor="ctr"/>
              <a:lstStyle/>
              <a:p>
                <a:endParaRPr lang="en-US">
                  <a:solidFill>
                    <a:schemeClr val="bg1"/>
                  </a:solidFill>
                </a:endParaRPr>
              </a:p>
            </p:txBody>
          </p:sp>
          <p:sp>
            <p:nvSpPr>
              <p:cNvPr id="28" name="Freeform 55">
                <a:extLst>
                  <a:ext uri="{FF2B5EF4-FFF2-40B4-BE49-F238E27FC236}">
                    <a16:creationId xmlns:a16="http://schemas.microsoft.com/office/drawing/2014/main" id="{540D970C-2D00-5766-0E9C-2715FD9A9CA4}"/>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grpFill/>
              <a:ln w="6345" cap="flat">
                <a:noFill/>
                <a:prstDash val="solid"/>
                <a:miter/>
              </a:ln>
            </p:spPr>
            <p:txBody>
              <a:bodyPr rtlCol="0" anchor="ctr"/>
              <a:lstStyle/>
              <a:p>
                <a:endParaRPr lang="en-US">
                  <a:solidFill>
                    <a:schemeClr val="bg1"/>
                  </a:solidFill>
                </a:endParaRPr>
              </a:p>
            </p:txBody>
          </p:sp>
          <p:sp>
            <p:nvSpPr>
              <p:cNvPr id="29" name="Freeform 56">
                <a:extLst>
                  <a:ext uri="{FF2B5EF4-FFF2-40B4-BE49-F238E27FC236}">
                    <a16:creationId xmlns:a16="http://schemas.microsoft.com/office/drawing/2014/main" id="{E0C09106-E6A9-23BB-EE86-5FC5A3C55713}"/>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grpFill/>
              <a:ln w="6345" cap="flat">
                <a:noFill/>
                <a:prstDash val="solid"/>
                <a:miter/>
              </a:ln>
            </p:spPr>
            <p:txBody>
              <a:bodyPr rtlCol="0" anchor="ctr"/>
              <a:lstStyle/>
              <a:p>
                <a:endParaRPr lang="en-US">
                  <a:solidFill>
                    <a:schemeClr val="bg1"/>
                  </a:solidFill>
                </a:endParaRPr>
              </a:p>
            </p:txBody>
          </p:sp>
          <p:sp>
            <p:nvSpPr>
              <p:cNvPr id="48" name="Freeform 57">
                <a:extLst>
                  <a:ext uri="{FF2B5EF4-FFF2-40B4-BE49-F238E27FC236}">
                    <a16:creationId xmlns:a16="http://schemas.microsoft.com/office/drawing/2014/main" id="{48FFDB81-4B23-9458-27CB-7FE2D86B9CC9}"/>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49" name="Freeform 58">
                <a:extLst>
                  <a:ext uri="{FF2B5EF4-FFF2-40B4-BE49-F238E27FC236}">
                    <a16:creationId xmlns:a16="http://schemas.microsoft.com/office/drawing/2014/main" id="{7B9C7324-145C-A501-C113-DC68A1F951FA}"/>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grpFill/>
              <a:ln w="6345" cap="flat">
                <a:noFill/>
                <a:prstDash val="solid"/>
                <a:miter/>
              </a:ln>
            </p:spPr>
            <p:txBody>
              <a:bodyPr rtlCol="0" anchor="ctr"/>
              <a:lstStyle/>
              <a:p>
                <a:endParaRPr lang="en-US">
                  <a:solidFill>
                    <a:schemeClr val="bg1"/>
                  </a:solidFill>
                </a:endParaRPr>
              </a:p>
            </p:txBody>
          </p:sp>
        </p:grpSp>
        <p:grpSp>
          <p:nvGrpSpPr>
            <p:cNvPr id="8" name="Graphic 8">
              <a:extLst>
                <a:ext uri="{FF2B5EF4-FFF2-40B4-BE49-F238E27FC236}">
                  <a16:creationId xmlns:a16="http://schemas.microsoft.com/office/drawing/2014/main" id="{8242D681-0564-11FF-F314-2A8C383B5111}"/>
                </a:ext>
              </a:extLst>
            </p:cNvPr>
            <p:cNvGrpSpPr/>
            <p:nvPr/>
          </p:nvGrpSpPr>
          <p:grpSpPr>
            <a:xfrm>
              <a:off x="265625" y="6323271"/>
              <a:ext cx="1249223" cy="190348"/>
              <a:chOff x="265625" y="6323271"/>
              <a:chExt cx="1249223" cy="190348"/>
            </a:xfrm>
            <a:grpFill/>
          </p:grpSpPr>
          <p:sp>
            <p:nvSpPr>
              <p:cNvPr id="9" name="Freeform 60">
                <a:extLst>
                  <a:ext uri="{FF2B5EF4-FFF2-40B4-BE49-F238E27FC236}">
                    <a16:creationId xmlns:a16="http://schemas.microsoft.com/office/drawing/2014/main" id="{BC1F610E-F144-A115-E553-C9EE5FEA4A6D}"/>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grpFill/>
              <a:ln w="6345" cap="flat">
                <a:noFill/>
                <a:prstDash val="solid"/>
                <a:miter/>
              </a:ln>
            </p:spPr>
            <p:txBody>
              <a:bodyPr rtlCol="0" anchor="ctr"/>
              <a:lstStyle/>
              <a:p>
                <a:endParaRPr lang="en-US">
                  <a:solidFill>
                    <a:schemeClr val="bg1"/>
                  </a:solidFill>
                </a:endParaRPr>
              </a:p>
            </p:txBody>
          </p:sp>
          <p:sp>
            <p:nvSpPr>
              <p:cNvPr id="16" name="Freeform 61">
                <a:extLst>
                  <a:ext uri="{FF2B5EF4-FFF2-40B4-BE49-F238E27FC236}">
                    <a16:creationId xmlns:a16="http://schemas.microsoft.com/office/drawing/2014/main" id="{6857D863-9A06-6571-80F6-DD59B73A3C1A}"/>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grpFill/>
              <a:ln w="6345" cap="flat">
                <a:noFill/>
                <a:prstDash val="solid"/>
                <a:miter/>
              </a:ln>
            </p:spPr>
            <p:txBody>
              <a:bodyPr rtlCol="0" anchor="ctr"/>
              <a:lstStyle/>
              <a:p>
                <a:endParaRPr lang="en-US">
                  <a:solidFill>
                    <a:schemeClr val="bg1"/>
                  </a:solidFill>
                </a:endParaRPr>
              </a:p>
            </p:txBody>
          </p:sp>
          <p:sp>
            <p:nvSpPr>
              <p:cNvPr id="17" name="Freeform 62">
                <a:extLst>
                  <a:ext uri="{FF2B5EF4-FFF2-40B4-BE49-F238E27FC236}">
                    <a16:creationId xmlns:a16="http://schemas.microsoft.com/office/drawing/2014/main" id="{2CD29205-052C-95E0-C678-4DD16DEC5C19}"/>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grpFill/>
              <a:ln w="6345" cap="flat">
                <a:noFill/>
                <a:prstDash val="solid"/>
                <a:miter/>
              </a:ln>
            </p:spPr>
            <p:txBody>
              <a:bodyPr rtlCol="0" anchor="ctr"/>
              <a:lstStyle/>
              <a:p>
                <a:endParaRPr lang="en-US">
                  <a:solidFill>
                    <a:schemeClr val="bg1"/>
                  </a:solidFill>
                </a:endParaRPr>
              </a:p>
            </p:txBody>
          </p:sp>
          <p:sp>
            <p:nvSpPr>
              <p:cNvPr id="18" name="Freeform 63">
                <a:extLst>
                  <a:ext uri="{FF2B5EF4-FFF2-40B4-BE49-F238E27FC236}">
                    <a16:creationId xmlns:a16="http://schemas.microsoft.com/office/drawing/2014/main" id="{525F39ED-302E-07C7-3369-B1B583F05A40}"/>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grpFill/>
              <a:ln w="6345" cap="flat">
                <a:noFill/>
                <a:prstDash val="solid"/>
                <a:miter/>
              </a:ln>
            </p:spPr>
            <p:txBody>
              <a:bodyPr rtlCol="0" anchor="ctr"/>
              <a:lstStyle/>
              <a:p>
                <a:endParaRPr lang="en-US">
                  <a:solidFill>
                    <a:schemeClr val="bg1"/>
                  </a:solidFill>
                </a:endParaRPr>
              </a:p>
            </p:txBody>
          </p:sp>
          <p:sp>
            <p:nvSpPr>
              <p:cNvPr id="19" name="Freeform 64">
                <a:extLst>
                  <a:ext uri="{FF2B5EF4-FFF2-40B4-BE49-F238E27FC236}">
                    <a16:creationId xmlns:a16="http://schemas.microsoft.com/office/drawing/2014/main" id="{507A5BC5-09D6-FB8A-6D25-83CEB0C04D1A}"/>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grpFill/>
              <a:ln w="6345" cap="flat">
                <a:noFill/>
                <a:prstDash val="solid"/>
                <a:miter/>
              </a:ln>
            </p:spPr>
            <p:txBody>
              <a:bodyPr rtlCol="0" anchor="ctr"/>
              <a:lstStyle/>
              <a:p>
                <a:endParaRPr lang="en-US">
                  <a:solidFill>
                    <a:schemeClr val="bg1"/>
                  </a:solidFill>
                </a:endParaRPr>
              </a:p>
            </p:txBody>
          </p:sp>
          <p:sp>
            <p:nvSpPr>
              <p:cNvPr id="20" name="Freeform 65">
                <a:extLst>
                  <a:ext uri="{FF2B5EF4-FFF2-40B4-BE49-F238E27FC236}">
                    <a16:creationId xmlns:a16="http://schemas.microsoft.com/office/drawing/2014/main" id="{D492BDA2-A0E6-5AFB-1033-44C341774136}"/>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grpFill/>
              <a:ln w="6345" cap="flat">
                <a:noFill/>
                <a:prstDash val="solid"/>
                <a:miter/>
              </a:ln>
            </p:spPr>
            <p:txBody>
              <a:bodyPr rtlCol="0" anchor="ctr"/>
              <a:lstStyle/>
              <a:p>
                <a:endParaRPr lang="en-US">
                  <a:solidFill>
                    <a:schemeClr val="bg1"/>
                  </a:solidFill>
                </a:endParaRPr>
              </a:p>
            </p:txBody>
          </p:sp>
          <p:sp>
            <p:nvSpPr>
              <p:cNvPr id="21" name="Freeform 66">
                <a:extLst>
                  <a:ext uri="{FF2B5EF4-FFF2-40B4-BE49-F238E27FC236}">
                    <a16:creationId xmlns:a16="http://schemas.microsoft.com/office/drawing/2014/main" id="{88A7983D-3B88-4F8C-72F3-052E520F89AE}"/>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grpFill/>
              <a:ln w="6345" cap="flat">
                <a:noFill/>
                <a:prstDash val="solid"/>
                <a:miter/>
              </a:ln>
            </p:spPr>
            <p:txBody>
              <a:bodyPr rtlCol="0" anchor="ctr"/>
              <a:lstStyle/>
              <a:p>
                <a:endParaRPr lang="en-US">
                  <a:solidFill>
                    <a:schemeClr val="bg1"/>
                  </a:solidFill>
                </a:endParaRPr>
              </a:p>
            </p:txBody>
          </p:sp>
        </p:grpSp>
      </p:grpSp>
      <p:sp>
        <p:nvSpPr>
          <p:cNvPr id="30" name="TextBox 29">
            <a:extLst>
              <a:ext uri="{FF2B5EF4-FFF2-40B4-BE49-F238E27FC236}">
                <a16:creationId xmlns:a16="http://schemas.microsoft.com/office/drawing/2014/main" id="{1BD12A38-34FF-DD48-95F6-31F5ED4772C8}"/>
              </a:ext>
            </a:extLst>
          </p:cNvPr>
          <p:cNvSpPr txBox="1"/>
          <p:nvPr userDrawn="1"/>
        </p:nvSpPr>
        <p:spPr>
          <a:xfrm>
            <a:off x="7122912" y="4133697"/>
            <a:ext cx="3585557" cy="692497"/>
          </a:xfrm>
          <a:prstGeom prst="rect">
            <a:avLst/>
          </a:prstGeom>
        </p:spPr>
        <p:txBody>
          <a:bodyPr wrap="square" lIns="0" tIns="0" rIns="0" bIns="0" rtlCol="0">
            <a:spAutoFit/>
          </a:bodyPr>
          <a:lstStyle/>
          <a:p>
            <a:pPr algn="r" defTabSz="914400" rtl="0" eaLnBrk="1" latinLnBrk="0" hangingPunct="1">
              <a:lnSpc>
                <a:spcPct val="90000"/>
              </a:lnSpc>
              <a:spcBef>
                <a:spcPct val="0"/>
              </a:spcBef>
              <a:spcAft>
                <a:spcPts val="600"/>
              </a:spcAft>
              <a:buNone/>
            </a:pPr>
            <a:r>
              <a:rPr lang="en-US" sz="5000" b="0" kern="1200" cap="none" baseline="0" dirty="0">
                <a:solidFill>
                  <a:schemeClr val="tx1"/>
                </a:solidFill>
                <a:latin typeface="+mj-lt"/>
                <a:ea typeface="+mj-ea"/>
                <a:cs typeface="+mj-cs"/>
              </a:rPr>
              <a:t>Thank You</a:t>
            </a:r>
          </a:p>
        </p:txBody>
      </p:sp>
      <p:sp>
        <p:nvSpPr>
          <p:cNvPr id="31" name="Freeform: Shape 1">
            <a:extLst>
              <a:ext uri="{FF2B5EF4-FFF2-40B4-BE49-F238E27FC236}">
                <a16:creationId xmlns:a16="http://schemas.microsoft.com/office/drawing/2014/main" id="{17E91023-10EB-482E-9A60-63046152A4F2}"/>
              </a:ext>
            </a:extLst>
          </p:cNvPr>
          <p:cNvSpPr/>
          <p:nvPr userDrawn="1"/>
        </p:nvSpPr>
        <p:spPr>
          <a:xfrm>
            <a:off x="0" y="0"/>
            <a:ext cx="6635783" cy="4452826"/>
          </a:xfrm>
          <a:custGeom>
            <a:avLst/>
            <a:gdLst>
              <a:gd name="connsiteX0" fmla="*/ 0 w 6635783"/>
              <a:gd name="connsiteY0" fmla="*/ 0 h 4452826"/>
              <a:gd name="connsiteX1" fmla="*/ 6635783 w 6635783"/>
              <a:gd name="connsiteY1" fmla="*/ 0 h 4452826"/>
              <a:gd name="connsiteX2" fmla="*/ 2550426 w 6635783"/>
              <a:gd name="connsiteY2" fmla="*/ 4085358 h 4452826"/>
              <a:gd name="connsiteX3" fmla="*/ 1663310 w 6635783"/>
              <a:gd name="connsiteY3" fmla="*/ 4452826 h 4452826"/>
              <a:gd name="connsiteX4" fmla="*/ 0 w 6635783"/>
              <a:gd name="connsiteY4" fmla="*/ 4452826 h 44528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635783" h="4452826">
                <a:moveTo>
                  <a:pt x="0" y="0"/>
                </a:moveTo>
                <a:lnTo>
                  <a:pt x="6635783" y="0"/>
                </a:lnTo>
                <a:lnTo>
                  <a:pt x="2550426" y="4085358"/>
                </a:lnTo>
                <a:cubicBezTo>
                  <a:pt x="2315128" y="4320656"/>
                  <a:pt x="1996025" y="4452826"/>
                  <a:pt x="1663310" y="4452826"/>
                </a:cubicBezTo>
                <a:lnTo>
                  <a:pt x="0" y="4452826"/>
                </a:lnTo>
                <a:close/>
              </a:path>
            </a:pathLst>
          </a:custGeom>
          <a:gradFill>
            <a:gsLst>
              <a:gs pos="12000">
                <a:schemeClr val="accent1"/>
              </a:gs>
              <a:gs pos="85000">
                <a:srgbClr val="0095C4"/>
              </a:gs>
            </a:gsLst>
            <a:lin ang="18899976" scaled="1"/>
          </a:gradFill>
          <a:ln w="0" cap="flat">
            <a:noFill/>
            <a:prstDash val="solid"/>
            <a:miter/>
          </a:ln>
        </p:spPr>
        <p:txBody>
          <a:bodyPr rtlCol="0" anchor="ctr"/>
          <a:lstStyle/>
          <a:p>
            <a:endParaRPr lang="en-US"/>
          </a:p>
        </p:txBody>
      </p:sp>
      <p:sp>
        <p:nvSpPr>
          <p:cNvPr id="32" name="Freeform: Shape 2">
            <a:extLst>
              <a:ext uri="{FF2B5EF4-FFF2-40B4-BE49-F238E27FC236}">
                <a16:creationId xmlns:a16="http://schemas.microsoft.com/office/drawing/2014/main" id="{1411A888-7B56-C3B9-74A9-B85C4178B94B}"/>
              </a:ext>
            </a:extLst>
          </p:cNvPr>
          <p:cNvSpPr/>
          <p:nvPr userDrawn="1"/>
        </p:nvSpPr>
        <p:spPr>
          <a:xfrm>
            <a:off x="-14487" y="-14414"/>
            <a:ext cx="8406233" cy="5164293"/>
          </a:xfrm>
          <a:custGeom>
            <a:avLst/>
            <a:gdLst>
              <a:gd name="connsiteX0" fmla="*/ 8300010 w 8406233"/>
              <a:gd name="connsiteY0" fmla="*/ 0 h 5164293"/>
              <a:gd name="connsiteX1" fmla="*/ 8406233 w 8406233"/>
              <a:gd name="connsiteY1" fmla="*/ 0 h 5164293"/>
              <a:gd name="connsiteX2" fmla="*/ 3739706 w 8406233"/>
              <a:gd name="connsiteY2" fmla="*/ 4681182 h 5164293"/>
              <a:gd name="connsiteX3" fmla="*/ 2577461 w 8406233"/>
              <a:gd name="connsiteY3" fmla="*/ 5162629 h 5164293"/>
              <a:gd name="connsiteX4" fmla="*/ 0 w 8406233"/>
              <a:gd name="connsiteY4" fmla="*/ 5164293 h 5164293"/>
              <a:gd name="connsiteX5" fmla="*/ 0 w 8406233"/>
              <a:gd name="connsiteY5" fmla="*/ 5088966 h 5164293"/>
              <a:gd name="connsiteX6" fmla="*/ 2577461 w 8406233"/>
              <a:gd name="connsiteY6" fmla="*/ 5087291 h 5164293"/>
              <a:gd name="connsiteX7" fmla="*/ 3686388 w 8406233"/>
              <a:gd name="connsiteY7" fmla="*/ 4627988 h 51642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406233" h="5164293">
                <a:moveTo>
                  <a:pt x="8300010" y="0"/>
                </a:moveTo>
                <a:lnTo>
                  <a:pt x="8406233" y="0"/>
                </a:lnTo>
                <a:lnTo>
                  <a:pt x="3739706" y="4681182"/>
                </a:lnTo>
                <a:cubicBezTo>
                  <a:pt x="3429197" y="4991691"/>
                  <a:pt x="3016440" y="5162629"/>
                  <a:pt x="2577461" y="5162629"/>
                </a:cubicBezTo>
                <a:lnTo>
                  <a:pt x="0" y="5164293"/>
                </a:lnTo>
                <a:lnTo>
                  <a:pt x="0" y="5088966"/>
                </a:lnTo>
                <a:lnTo>
                  <a:pt x="2577461" y="5087291"/>
                </a:lnTo>
                <a:cubicBezTo>
                  <a:pt x="2993418" y="5087291"/>
                  <a:pt x="3392312" y="4922061"/>
                  <a:pt x="3686388" y="4627988"/>
                </a:cubicBezTo>
                <a:close/>
              </a:path>
            </a:pathLst>
          </a:custGeom>
          <a:gradFill>
            <a:gsLst>
              <a:gs pos="31000">
                <a:srgbClr val="0095C4"/>
              </a:gs>
              <a:gs pos="94000">
                <a:schemeClr val="accent1"/>
              </a:gs>
            </a:gsLst>
            <a:lin ang="0" scaled="1"/>
          </a:gradFill>
          <a:ln w="0" cap="flat">
            <a:noFill/>
            <a:prstDash val="solid"/>
            <a:miter/>
          </a:ln>
        </p:spPr>
        <p:txBody>
          <a:bodyPr rtlCol="0" anchor="ctr"/>
          <a:lstStyle/>
          <a:p>
            <a:endParaRPr lang="en-US"/>
          </a:p>
        </p:txBody>
      </p:sp>
      <p:grpSp>
        <p:nvGrpSpPr>
          <p:cNvPr id="35" name="Graphic 8">
            <a:extLst>
              <a:ext uri="{FF2B5EF4-FFF2-40B4-BE49-F238E27FC236}">
                <a16:creationId xmlns:a16="http://schemas.microsoft.com/office/drawing/2014/main" id="{BFA62A8C-E510-FB2E-C3B9-93A77FB74BAD}"/>
              </a:ext>
            </a:extLst>
          </p:cNvPr>
          <p:cNvGrpSpPr/>
          <p:nvPr userDrawn="1"/>
        </p:nvGrpSpPr>
        <p:grpSpPr>
          <a:xfrm>
            <a:off x="265625" y="6323271"/>
            <a:ext cx="1249223" cy="369648"/>
            <a:chOff x="265625" y="6323271"/>
            <a:chExt cx="1249223" cy="369648"/>
          </a:xfrm>
          <a:solidFill>
            <a:schemeClr val="tx1"/>
          </a:solidFill>
        </p:grpSpPr>
        <p:grpSp>
          <p:nvGrpSpPr>
            <p:cNvPr id="36" name="Graphic 8">
              <a:extLst>
                <a:ext uri="{FF2B5EF4-FFF2-40B4-BE49-F238E27FC236}">
                  <a16:creationId xmlns:a16="http://schemas.microsoft.com/office/drawing/2014/main" id="{78515B65-5A64-7093-4F25-C7624B72C555}"/>
                </a:ext>
              </a:extLst>
            </p:cNvPr>
            <p:cNvGrpSpPr/>
            <p:nvPr/>
          </p:nvGrpSpPr>
          <p:grpSpPr>
            <a:xfrm>
              <a:off x="745455" y="6594444"/>
              <a:ext cx="722662" cy="98475"/>
              <a:chOff x="745455" y="6594444"/>
              <a:chExt cx="722662" cy="98475"/>
            </a:xfrm>
            <a:grpFill/>
          </p:grpSpPr>
          <p:sp>
            <p:nvSpPr>
              <p:cNvPr id="45" name="Freeform 49">
                <a:extLst>
                  <a:ext uri="{FF2B5EF4-FFF2-40B4-BE49-F238E27FC236}">
                    <a16:creationId xmlns:a16="http://schemas.microsoft.com/office/drawing/2014/main" id="{2F19FC1C-64E6-1578-BB18-4446F3449362}"/>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grpFill/>
              <a:ln w="6345" cap="flat">
                <a:noFill/>
                <a:prstDash val="solid"/>
                <a:miter/>
              </a:ln>
            </p:spPr>
            <p:txBody>
              <a:bodyPr rtlCol="0" anchor="ctr"/>
              <a:lstStyle/>
              <a:p>
                <a:endParaRPr lang="en-US">
                  <a:solidFill>
                    <a:schemeClr val="bg1"/>
                  </a:solidFill>
                </a:endParaRPr>
              </a:p>
            </p:txBody>
          </p:sp>
          <p:sp>
            <p:nvSpPr>
              <p:cNvPr id="46" name="Freeform 50">
                <a:extLst>
                  <a:ext uri="{FF2B5EF4-FFF2-40B4-BE49-F238E27FC236}">
                    <a16:creationId xmlns:a16="http://schemas.microsoft.com/office/drawing/2014/main" id="{C5D27704-22C8-487D-5310-6884BC915B32}"/>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grpFill/>
              <a:ln w="6345" cap="flat">
                <a:noFill/>
                <a:prstDash val="solid"/>
                <a:miter/>
              </a:ln>
            </p:spPr>
            <p:txBody>
              <a:bodyPr rtlCol="0" anchor="ctr"/>
              <a:lstStyle/>
              <a:p>
                <a:endParaRPr lang="en-US">
                  <a:solidFill>
                    <a:schemeClr val="bg1"/>
                  </a:solidFill>
                </a:endParaRPr>
              </a:p>
            </p:txBody>
          </p:sp>
          <p:sp>
            <p:nvSpPr>
              <p:cNvPr id="47" name="Freeform 51">
                <a:extLst>
                  <a:ext uri="{FF2B5EF4-FFF2-40B4-BE49-F238E27FC236}">
                    <a16:creationId xmlns:a16="http://schemas.microsoft.com/office/drawing/2014/main" id="{846ED2F8-7ABD-73B6-621C-66E4F3FD18E7}"/>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grpFill/>
              <a:ln w="6345" cap="flat">
                <a:noFill/>
                <a:prstDash val="solid"/>
                <a:miter/>
              </a:ln>
            </p:spPr>
            <p:txBody>
              <a:bodyPr rtlCol="0" anchor="ctr"/>
              <a:lstStyle/>
              <a:p>
                <a:endParaRPr lang="en-US">
                  <a:solidFill>
                    <a:schemeClr val="bg1"/>
                  </a:solidFill>
                </a:endParaRPr>
              </a:p>
            </p:txBody>
          </p:sp>
          <p:sp>
            <p:nvSpPr>
              <p:cNvPr id="50" name="Freeform 52">
                <a:extLst>
                  <a:ext uri="{FF2B5EF4-FFF2-40B4-BE49-F238E27FC236}">
                    <a16:creationId xmlns:a16="http://schemas.microsoft.com/office/drawing/2014/main" id="{CF5CF0F2-F548-74F9-8D28-C8593AADA651}"/>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grpFill/>
              <a:ln w="6345" cap="flat">
                <a:noFill/>
                <a:prstDash val="solid"/>
                <a:miter/>
              </a:ln>
            </p:spPr>
            <p:txBody>
              <a:bodyPr rtlCol="0" anchor="ctr"/>
              <a:lstStyle/>
              <a:p>
                <a:endParaRPr lang="en-US">
                  <a:solidFill>
                    <a:schemeClr val="bg1"/>
                  </a:solidFill>
                </a:endParaRPr>
              </a:p>
            </p:txBody>
          </p:sp>
          <p:sp>
            <p:nvSpPr>
              <p:cNvPr id="51" name="Freeform 53">
                <a:extLst>
                  <a:ext uri="{FF2B5EF4-FFF2-40B4-BE49-F238E27FC236}">
                    <a16:creationId xmlns:a16="http://schemas.microsoft.com/office/drawing/2014/main" id="{E59744EF-42C6-F8A6-28CA-57AFA409E09C}"/>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2" name="Freeform 54">
                <a:extLst>
                  <a:ext uri="{FF2B5EF4-FFF2-40B4-BE49-F238E27FC236}">
                    <a16:creationId xmlns:a16="http://schemas.microsoft.com/office/drawing/2014/main" id="{7C58CD46-75D7-5936-FB05-0A8DB809D7BD}"/>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grpFill/>
              <a:ln w="6345" cap="flat">
                <a:noFill/>
                <a:prstDash val="solid"/>
                <a:miter/>
              </a:ln>
            </p:spPr>
            <p:txBody>
              <a:bodyPr rtlCol="0" anchor="ctr"/>
              <a:lstStyle/>
              <a:p>
                <a:endParaRPr lang="en-US">
                  <a:solidFill>
                    <a:schemeClr val="bg1"/>
                  </a:solidFill>
                </a:endParaRPr>
              </a:p>
            </p:txBody>
          </p:sp>
          <p:sp>
            <p:nvSpPr>
              <p:cNvPr id="53" name="Freeform 55">
                <a:extLst>
                  <a:ext uri="{FF2B5EF4-FFF2-40B4-BE49-F238E27FC236}">
                    <a16:creationId xmlns:a16="http://schemas.microsoft.com/office/drawing/2014/main" id="{540D970C-2D00-5766-0E9C-2715FD9A9CA4}"/>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grpFill/>
              <a:ln w="6345" cap="flat">
                <a:noFill/>
                <a:prstDash val="solid"/>
                <a:miter/>
              </a:ln>
            </p:spPr>
            <p:txBody>
              <a:bodyPr rtlCol="0" anchor="ctr"/>
              <a:lstStyle/>
              <a:p>
                <a:endParaRPr lang="en-US">
                  <a:solidFill>
                    <a:schemeClr val="bg1"/>
                  </a:solidFill>
                </a:endParaRPr>
              </a:p>
            </p:txBody>
          </p:sp>
          <p:sp>
            <p:nvSpPr>
              <p:cNvPr id="54" name="Freeform 56">
                <a:extLst>
                  <a:ext uri="{FF2B5EF4-FFF2-40B4-BE49-F238E27FC236}">
                    <a16:creationId xmlns:a16="http://schemas.microsoft.com/office/drawing/2014/main" id="{E0C09106-E6A9-23BB-EE86-5FC5A3C55713}"/>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5" name="Freeform 57">
                <a:extLst>
                  <a:ext uri="{FF2B5EF4-FFF2-40B4-BE49-F238E27FC236}">
                    <a16:creationId xmlns:a16="http://schemas.microsoft.com/office/drawing/2014/main" id="{48FFDB81-4B23-9458-27CB-7FE2D86B9CC9}"/>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6" name="Freeform 58">
                <a:extLst>
                  <a:ext uri="{FF2B5EF4-FFF2-40B4-BE49-F238E27FC236}">
                    <a16:creationId xmlns:a16="http://schemas.microsoft.com/office/drawing/2014/main" id="{7B9C7324-145C-A501-C113-DC68A1F951FA}"/>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grpFill/>
              <a:ln w="6345" cap="flat">
                <a:noFill/>
                <a:prstDash val="solid"/>
                <a:miter/>
              </a:ln>
            </p:spPr>
            <p:txBody>
              <a:bodyPr rtlCol="0" anchor="ctr"/>
              <a:lstStyle/>
              <a:p>
                <a:endParaRPr lang="en-US">
                  <a:solidFill>
                    <a:schemeClr val="bg1"/>
                  </a:solidFill>
                </a:endParaRPr>
              </a:p>
            </p:txBody>
          </p:sp>
        </p:grpSp>
        <p:grpSp>
          <p:nvGrpSpPr>
            <p:cNvPr id="37" name="Graphic 8">
              <a:extLst>
                <a:ext uri="{FF2B5EF4-FFF2-40B4-BE49-F238E27FC236}">
                  <a16:creationId xmlns:a16="http://schemas.microsoft.com/office/drawing/2014/main" id="{8242D681-0564-11FF-F314-2A8C383B5111}"/>
                </a:ext>
              </a:extLst>
            </p:cNvPr>
            <p:cNvGrpSpPr/>
            <p:nvPr/>
          </p:nvGrpSpPr>
          <p:grpSpPr>
            <a:xfrm>
              <a:off x="265625" y="6323271"/>
              <a:ext cx="1249223" cy="190348"/>
              <a:chOff x="265625" y="6323271"/>
              <a:chExt cx="1249223" cy="190348"/>
            </a:xfrm>
            <a:grpFill/>
          </p:grpSpPr>
          <p:sp>
            <p:nvSpPr>
              <p:cNvPr id="38" name="Freeform 60">
                <a:extLst>
                  <a:ext uri="{FF2B5EF4-FFF2-40B4-BE49-F238E27FC236}">
                    <a16:creationId xmlns:a16="http://schemas.microsoft.com/office/drawing/2014/main" id="{BC1F610E-F144-A115-E553-C9EE5FEA4A6D}"/>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grpFill/>
              <a:ln w="6345" cap="flat">
                <a:noFill/>
                <a:prstDash val="solid"/>
                <a:miter/>
              </a:ln>
            </p:spPr>
            <p:txBody>
              <a:bodyPr rtlCol="0" anchor="ctr"/>
              <a:lstStyle/>
              <a:p>
                <a:endParaRPr lang="en-US">
                  <a:solidFill>
                    <a:schemeClr val="bg1"/>
                  </a:solidFill>
                </a:endParaRPr>
              </a:p>
            </p:txBody>
          </p:sp>
          <p:sp>
            <p:nvSpPr>
              <p:cNvPr id="39" name="Freeform 61">
                <a:extLst>
                  <a:ext uri="{FF2B5EF4-FFF2-40B4-BE49-F238E27FC236}">
                    <a16:creationId xmlns:a16="http://schemas.microsoft.com/office/drawing/2014/main" id="{6857D863-9A06-6571-80F6-DD59B73A3C1A}"/>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grpFill/>
              <a:ln w="6345" cap="flat">
                <a:noFill/>
                <a:prstDash val="solid"/>
                <a:miter/>
              </a:ln>
            </p:spPr>
            <p:txBody>
              <a:bodyPr rtlCol="0" anchor="ctr"/>
              <a:lstStyle/>
              <a:p>
                <a:endParaRPr lang="en-US">
                  <a:solidFill>
                    <a:schemeClr val="bg1"/>
                  </a:solidFill>
                </a:endParaRPr>
              </a:p>
            </p:txBody>
          </p:sp>
          <p:sp>
            <p:nvSpPr>
              <p:cNvPr id="40" name="Freeform 62">
                <a:extLst>
                  <a:ext uri="{FF2B5EF4-FFF2-40B4-BE49-F238E27FC236}">
                    <a16:creationId xmlns:a16="http://schemas.microsoft.com/office/drawing/2014/main" id="{2CD29205-052C-95E0-C678-4DD16DEC5C19}"/>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grpFill/>
              <a:ln w="6345" cap="flat">
                <a:noFill/>
                <a:prstDash val="solid"/>
                <a:miter/>
              </a:ln>
            </p:spPr>
            <p:txBody>
              <a:bodyPr rtlCol="0" anchor="ctr"/>
              <a:lstStyle/>
              <a:p>
                <a:endParaRPr lang="en-US">
                  <a:solidFill>
                    <a:schemeClr val="bg1"/>
                  </a:solidFill>
                </a:endParaRPr>
              </a:p>
            </p:txBody>
          </p:sp>
          <p:sp>
            <p:nvSpPr>
              <p:cNvPr id="41" name="Freeform 63">
                <a:extLst>
                  <a:ext uri="{FF2B5EF4-FFF2-40B4-BE49-F238E27FC236}">
                    <a16:creationId xmlns:a16="http://schemas.microsoft.com/office/drawing/2014/main" id="{525F39ED-302E-07C7-3369-B1B583F05A40}"/>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grpFill/>
              <a:ln w="6345" cap="flat">
                <a:noFill/>
                <a:prstDash val="solid"/>
                <a:miter/>
              </a:ln>
            </p:spPr>
            <p:txBody>
              <a:bodyPr rtlCol="0" anchor="ctr"/>
              <a:lstStyle/>
              <a:p>
                <a:endParaRPr lang="en-US">
                  <a:solidFill>
                    <a:schemeClr val="bg1"/>
                  </a:solidFill>
                </a:endParaRPr>
              </a:p>
            </p:txBody>
          </p:sp>
          <p:sp>
            <p:nvSpPr>
              <p:cNvPr id="42" name="Freeform 64">
                <a:extLst>
                  <a:ext uri="{FF2B5EF4-FFF2-40B4-BE49-F238E27FC236}">
                    <a16:creationId xmlns:a16="http://schemas.microsoft.com/office/drawing/2014/main" id="{507A5BC5-09D6-FB8A-6D25-83CEB0C04D1A}"/>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grpFill/>
              <a:ln w="6345" cap="flat">
                <a:noFill/>
                <a:prstDash val="solid"/>
                <a:miter/>
              </a:ln>
            </p:spPr>
            <p:txBody>
              <a:bodyPr rtlCol="0" anchor="ctr"/>
              <a:lstStyle/>
              <a:p>
                <a:endParaRPr lang="en-US">
                  <a:solidFill>
                    <a:schemeClr val="bg1"/>
                  </a:solidFill>
                </a:endParaRPr>
              </a:p>
            </p:txBody>
          </p:sp>
          <p:sp>
            <p:nvSpPr>
              <p:cNvPr id="43" name="Freeform 65">
                <a:extLst>
                  <a:ext uri="{FF2B5EF4-FFF2-40B4-BE49-F238E27FC236}">
                    <a16:creationId xmlns:a16="http://schemas.microsoft.com/office/drawing/2014/main" id="{D492BDA2-A0E6-5AFB-1033-44C341774136}"/>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grpFill/>
              <a:ln w="6345" cap="flat">
                <a:noFill/>
                <a:prstDash val="solid"/>
                <a:miter/>
              </a:ln>
            </p:spPr>
            <p:txBody>
              <a:bodyPr rtlCol="0" anchor="ctr"/>
              <a:lstStyle/>
              <a:p>
                <a:endParaRPr lang="en-US">
                  <a:solidFill>
                    <a:schemeClr val="bg1"/>
                  </a:solidFill>
                </a:endParaRPr>
              </a:p>
            </p:txBody>
          </p:sp>
          <p:sp>
            <p:nvSpPr>
              <p:cNvPr id="44" name="Freeform 66">
                <a:extLst>
                  <a:ext uri="{FF2B5EF4-FFF2-40B4-BE49-F238E27FC236}">
                    <a16:creationId xmlns:a16="http://schemas.microsoft.com/office/drawing/2014/main" id="{88A7983D-3B88-4F8C-72F3-052E520F89AE}"/>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grpFill/>
              <a:ln w="6345" cap="flat">
                <a:noFill/>
                <a:prstDash val="solid"/>
                <a:miter/>
              </a:ln>
            </p:spPr>
            <p:txBody>
              <a:bodyPr rtlCol="0" anchor="ctr"/>
              <a:lstStyle/>
              <a:p>
                <a:endParaRPr lang="en-US">
                  <a:solidFill>
                    <a:schemeClr val="bg1"/>
                  </a:solidFill>
                </a:endParaRPr>
              </a:p>
            </p:txBody>
          </p:sp>
        </p:grpSp>
      </p:grpSp>
      <p:sp>
        <p:nvSpPr>
          <p:cNvPr id="10" name="TextBox 9">
            <a:extLst>
              <a:ext uri="{FF2B5EF4-FFF2-40B4-BE49-F238E27FC236}">
                <a16:creationId xmlns:a16="http://schemas.microsoft.com/office/drawing/2014/main" id="{BC225031-D7BB-0C78-565E-460F449111BD}"/>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chemeClr val="tx1"/>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chemeClr val="tx1"/>
              </a:solidFill>
              <a:latin typeface="+mn-lt"/>
              <a:sym typeface="Arial" panose="020B0604020202020204" pitchFamily="34" charset="0"/>
              <a:rtl val="0"/>
            </a:endParaRPr>
          </a:p>
        </p:txBody>
      </p:sp>
    </p:spTree>
    <p:extLst>
      <p:ext uri="{BB962C8B-B14F-4D97-AF65-F5344CB8AC3E}">
        <p14:creationId xmlns:p14="http://schemas.microsoft.com/office/powerpoint/2010/main" val="31715244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slideLayout" Target="../slideLayouts/slideLayout56.xml"/><Relationship Id="rId57" Type="http://schemas.openxmlformats.org/officeDocument/2006/relationships/slideLayout" Target="../slideLayouts/slideLayout57.xml"/><Relationship Id="rId58" Type="http://schemas.openxmlformats.org/officeDocument/2006/relationships/slideLayout" Target="../slideLayouts/slideLayout58.xml"/><Relationship Id="rId59" Type="http://schemas.openxmlformats.org/officeDocument/2006/relationships/slideLayout" Target="../slideLayouts/slideLayout59.xml"/><Relationship Id="rId60" Type="http://schemas.openxmlformats.org/officeDocument/2006/relationships/slideLayout" Target="../slideLayouts/slideLayout60.xml"/><Relationship Id="rId61" Type="http://schemas.openxmlformats.org/officeDocument/2006/relationships/slideLayout" Target="../slideLayouts/slideLayout61.xml"/><Relationship Id="rId62" Type="http://schemas.openxmlformats.org/officeDocument/2006/relationships/slideLayout" Target="../slideLayouts/slideLayout62.xml"/><Relationship Id="rId63" Type="http://schemas.openxmlformats.org/officeDocument/2006/relationships/slideLayout" Target="../slideLayouts/slideLayout63.xml"/><Relationship Id="rId64" Type="http://schemas.openxmlformats.org/officeDocument/2006/relationships/slideLayout" Target="../slideLayouts/slideLayout64.xml"/><Relationship Id="rId65" Type="http://schemas.openxmlformats.org/officeDocument/2006/relationships/slideLayout" Target="../slideLayouts/slideLayout65.xml"/><Relationship Id="rId66" Type="http://schemas.openxmlformats.org/officeDocument/2006/relationships/slideLayout" Target="../slideLayouts/slideLayout66.xml"/><Relationship Id="rId67" Type="http://schemas.openxmlformats.org/officeDocument/2006/relationships/slideLayout" Target="../slideLayouts/slideLayout67.xml"/><Relationship Id="rId68" Type="http://schemas.openxmlformats.org/officeDocument/2006/relationships/slideLayout" Target="../slideLayouts/slideLayout68.xml"/><Relationship Id="rId69" Type="http://schemas.openxmlformats.org/officeDocument/2006/relationships/slideLayout" Target="../slideLayouts/slideLayout69.xml"/><Relationship Id="rId70" Type="http://schemas.openxmlformats.org/officeDocument/2006/relationships/slideLayout" Target="../slideLayouts/slideLayout70.xml"/><Relationship Id="rId71" Type="http://schemas.openxmlformats.org/officeDocument/2006/relationships/slideLayout" Target="../slideLayouts/slideLayout71.xml"/><Relationship Id="rId72" Type="http://schemas.openxmlformats.org/officeDocument/2006/relationships/slideLayout" Target="../slideLayouts/slideLayout72.xml"/><Relationship Id="rId73" Type="http://schemas.openxmlformats.org/officeDocument/2006/relationships/slideLayout" Target="../slideLayouts/slideLayout73.xml"/><Relationship Id="rId74" Type="http://schemas.openxmlformats.org/officeDocument/2006/relationships/slideLayout" Target="../slideLayouts/slideLayout74.xml"/><Relationship Id="rId75" Type="http://schemas.openxmlformats.org/officeDocument/2006/relationships/slideLayout" Target="../slideLayouts/slideLayout75.xml"/><Relationship Id="rId76" Type="http://schemas.openxmlformats.org/officeDocument/2006/relationships/slideLayout" Target="../slideLayouts/slideLayout76.xml"/><Relationship Id="rId77" Type="http://schemas.openxmlformats.org/officeDocument/2006/relationships/slideLayout" Target="../slideLayouts/slideLayout77.xml"/><Relationship Id="rId78" Type="http://schemas.openxmlformats.org/officeDocument/2006/relationships/slideLayout" Target="../slideLayouts/slideLayout78.xml"/><Relationship Id="rId79" Type="http://schemas.openxmlformats.org/officeDocument/2006/relationships/slideLayout" Target="../slideLayouts/slideLayout79.xml"/><Relationship Id="rId80" Type="http://schemas.openxmlformats.org/officeDocument/2006/relationships/slideLayout" Target="../slideLayouts/slideLayout80.xml"/><Relationship Id="rId81" Type="http://schemas.openxmlformats.org/officeDocument/2006/relationships/slideLayout" Target="../slideLayouts/slideLayout81.xml"/><Relationship Id="rId82" Type="http://schemas.openxmlformats.org/officeDocument/2006/relationships/slideLayout" Target="../slideLayouts/slideLayout82.xml"/><Relationship Id="rId83" Type="http://schemas.openxmlformats.org/officeDocument/2006/relationships/slideLayout" Target="../slideLayouts/slideLayout83.xml"/><Relationship Id="rId84" Type="http://schemas.openxmlformats.org/officeDocument/2006/relationships/slideLayout" Target="../slideLayouts/slideLayout84.xml"/><Relationship Id="rId85" Type="http://schemas.openxmlformats.org/officeDocument/2006/relationships/slideLayout" Target="../slideLayouts/slideLayout85.xml"/><Relationship Id="rId86" Type="http://schemas.openxmlformats.org/officeDocument/2006/relationships/slideLayout" Target="../slideLayouts/slideLayout86.xml"/><Relationship Id="rId87" Type="http://schemas.openxmlformats.org/officeDocument/2006/relationships/slideLayout" Target="../slideLayouts/slideLayout87.xml"/><Relationship Id="rId88" Type="http://schemas.openxmlformats.org/officeDocument/2006/relationships/slideLayout" Target="../slideLayouts/slideLayout88.xml"/><Relationship Id="rId89" Type="http://schemas.openxmlformats.org/officeDocument/2006/relationships/slideLayout" Target="../slideLayouts/slideLayout89.xml"/><Relationship Id="rId90" Type="http://schemas.openxmlformats.org/officeDocument/2006/relationships/slideLayout" Target="../slideLayouts/slideLayout90.xml"/><Relationship Id="rId91" Type="http://schemas.openxmlformats.org/officeDocument/2006/relationships/slideLayout" Target="../slideLayouts/slideLayout91.xml"/><Relationship Id="rId92" Type="http://schemas.openxmlformats.org/officeDocument/2006/relationships/slideLayout" Target="../slideLayouts/slideLayout92.xml"/><Relationship Id="rId93" Type="http://schemas.openxmlformats.org/officeDocument/2006/relationships/slideLayout" Target="../slideLayouts/slideLayout93.xml"/><Relationship Id="rId94" Type="http://schemas.openxmlformats.org/officeDocument/2006/relationships/slideLayout" Target="../slideLayouts/slideLayout94.xml"/><Relationship Id="rId95" Type="http://schemas.openxmlformats.org/officeDocument/2006/relationships/slideLayout" Target="../slideLayouts/slideLayout95.xml"/><Relationship Id="rId96" Type="http://schemas.openxmlformats.org/officeDocument/2006/relationships/slideLayout" Target="../slideLayouts/slideLayout96.xml"/><Relationship Id="rId97" Type="http://schemas.openxmlformats.org/officeDocument/2006/relationships/slideLayout" Target="../slideLayouts/slideLayout97.xml"/><Relationship Id="rId98" Type="http://schemas.openxmlformats.org/officeDocument/2006/relationships/slideLayout" Target="../slideLayouts/slideLayout98.xml"/><Relationship Id="rId9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99.xml"/><Relationship Id="rId2" Type="http://schemas.openxmlformats.org/officeDocument/2006/relationships/slideLayout" Target="../slideLayouts/slideLayout100.xml"/><Relationship Id="rId3" Type="http://schemas.openxmlformats.org/officeDocument/2006/relationships/slideLayout" Target="../slideLayouts/slideLayout101.xml"/><Relationship Id="rId4" Type="http://schemas.openxmlformats.org/officeDocument/2006/relationships/slideLayout" Target="../slideLayouts/slideLayout102.xml"/><Relationship Id="rId5" Type="http://schemas.openxmlformats.org/officeDocument/2006/relationships/slideLayout" Target="../slideLayouts/slideLayout103.xml"/><Relationship Id="rId6" Type="http://schemas.openxmlformats.org/officeDocument/2006/relationships/slideLayout" Target="../slideLayouts/slideLayout104.xml"/><Relationship Id="rId7" Type="http://schemas.openxmlformats.org/officeDocument/2006/relationships/slideLayout" Target="../slideLayouts/slideLayout105.xml"/><Relationship Id="rId8" Type="http://schemas.openxmlformats.org/officeDocument/2006/relationships/slideLayout" Target="../slideLayouts/slideLayout106.xml"/><Relationship Id="rId9" Type="http://schemas.openxmlformats.org/officeDocument/2006/relationships/slideLayout" Target="../slideLayouts/slideLayout107.xml"/><Relationship Id="rId10" Type="http://schemas.openxmlformats.org/officeDocument/2006/relationships/slideLayout" Target="../slideLayouts/slideLayout108.xml"/><Relationship Id="rId11" Type="http://schemas.openxmlformats.org/officeDocument/2006/relationships/slideLayout" Target="../slideLayouts/slideLayout109.xml"/><Relationship Id="rId12" Type="http://schemas.openxmlformats.org/officeDocument/2006/relationships/slideLayout" Target="../slideLayouts/slideLayout110.xml"/><Relationship Id="rId13" Type="http://schemas.openxmlformats.org/officeDocument/2006/relationships/slideLayout" Target="../slideLayouts/slideLayout111.xml"/><Relationship Id="rId14" Type="http://schemas.openxmlformats.org/officeDocument/2006/relationships/slideLayout" Target="../slideLayouts/slideLayout112.xml"/><Relationship Id="rId15" Type="http://schemas.openxmlformats.org/officeDocument/2006/relationships/slideLayout" Target="../slideLayouts/slideLayout113.xml"/><Relationship Id="rId16" Type="http://schemas.openxmlformats.org/officeDocument/2006/relationships/slideLayout" Target="../slideLayouts/slideLayout114.xml"/><Relationship Id="rId17" Type="http://schemas.openxmlformats.org/officeDocument/2006/relationships/slideLayout" Target="../slideLayouts/slideLayout115.xml"/><Relationship Id="rId18" Type="http://schemas.openxmlformats.org/officeDocument/2006/relationships/slideLayout" Target="../slideLayouts/slideLayout116.xml"/><Relationship Id="rId19" Type="http://schemas.openxmlformats.org/officeDocument/2006/relationships/slideLayout" Target="../slideLayouts/slideLayout117.xml"/><Relationship Id="rId20" Type="http://schemas.openxmlformats.org/officeDocument/2006/relationships/slideLayout" Target="../slideLayouts/slideLayout118.xml"/><Relationship Id="rId21" Type="http://schemas.openxmlformats.org/officeDocument/2006/relationships/slideLayout" Target="../slideLayouts/slideLayout119.xml"/><Relationship Id="rId22" Type="http://schemas.openxmlformats.org/officeDocument/2006/relationships/slideLayout" Target="../slideLayouts/slideLayout120.xml"/><Relationship Id="rId23" Type="http://schemas.openxmlformats.org/officeDocument/2006/relationships/slideLayout" Target="../slideLayouts/slideLayout121.xml"/><Relationship Id="rId24" Type="http://schemas.openxmlformats.org/officeDocument/2006/relationships/slideLayout" Target="../slideLayouts/slideLayout122.xml"/><Relationship Id="rId25" Type="http://schemas.openxmlformats.org/officeDocument/2006/relationships/slideLayout" Target="../slideLayouts/slideLayout123.xml"/><Relationship Id="rId26" Type="http://schemas.openxmlformats.org/officeDocument/2006/relationships/slideLayout" Target="../slideLayouts/slideLayout124.xml"/><Relationship Id="rId27" Type="http://schemas.openxmlformats.org/officeDocument/2006/relationships/slideLayout" Target="../slideLayouts/slideLayout125.xml"/><Relationship Id="rId28" Type="http://schemas.openxmlformats.org/officeDocument/2006/relationships/slideLayout" Target="../slideLayouts/slideLayout126.xml"/><Relationship Id="rId29" Type="http://schemas.openxmlformats.org/officeDocument/2006/relationships/slideLayout" Target="../slideLayouts/slideLayout127.xml"/><Relationship Id="rId30" Type="http://schemas.openxmlformats.org/officeDocument/2006/relationships/slideLayout" Target="../slideLayouts/slideLayout128.xml"/><Relationship Id="rId31" Type="http://schemas.openxmlformats.org/officeDocument/2006/relationships/slideLayout" Target="../slideLayouts/slideLayout129.xml"/><Relationship Id="rId32" Type="http://schemas.openxmlformats.org/officeDocument/2006/relationships/slideLayout" Target="../slideLayouts/slideLayout130.xml"/><Relationship Id="rId33" Type="http://schemas.openxmlformats.org/officeDocument/2006/relationships/slideLayout" Target="../slideLayouts/slideLayout131.xml"/><Relationship Id="rId34" Type="http://schemas.openxmlformats.org/officeDocument/2006/relationships/slideLayout" Target="../slideLayouts/slideLayout132.xml"/><Relationship Id="rId35" Type="http://schemas.openxmlformats.org/officeDocument/2006/relationships/slideLayout" Target="../slideLayouts/slideLayout133.xml"/><Relationship Id="rId36" Type="http://schemas.openxmlformats.org/officeDocument/2006/relationships/slideLayout" Target="../slideLayouts/slideLayout134.xml"/><Relationship Id="rId37" Type="http://schemas.openxmlformats.org/officeDocument/2006/relationships/slideLayout" Target="../slideLayouts/slideLayout135.xml"/><Relationship Id="rId38" Type="http://schemas.openxmlformats.org/officeDocument/2006/relationships/slideLayout" Target="../slideLayouts/slideLayout136.xml"/><Relationship Id="rId39" Type="http://schemas.openxmlformats.org/officeDocument/2006/relationships/slideLayout" Target="../slideLayouts/slideLayout137.xml"/><Relationship Id="rId40" Type="http://schemas.openxmlformats.org/officeDocument/2006/relationships/slideLayout" Target="../slideLayouts/slideLayout138.xml"/><Relationship Id="rId41" Type="http://schemas.openxmlformats.org/officeDocument/2006/relationships/slideLayout" Target="../slideLayouts/slideLayout139.xml"/><Relationship Id="rId42" Type="http://schemas.openxmlformats.org/officeDocument/2006/relationships/slideLayout" Target="../slideLayouts/slideLayout140.xml"/><Relationship Id="rId43"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ltGray">
      <p:bgPr>
        <a:solidFill>
          <a:schemeClr val="bg1"/>
        </a:solidFill>
        <a:effectLst/>
      </p:bgPr>
    </p:bg>
    <p:spTree>
      <p:nvGrpSpPr>
        <p:cNvPr id="1" name=""/>
        <p:cNvGrpSpPr/>
        <p:nvPr/>
      </p:nvGrpSpPr>
      <p:grpSpPr>
        <a:xfrm>
          <a:off x="0" y="0"/>
          <a:ext cx="0" cy="0"/>
          <a:chOff x="0" y="0"/>
          <a:chExt cx="0" cy="0"/>
        </a:xfrm>
      </p:grpSpPr>
      <p:sp>
        <p:nvSpPr>
          <p:cNvPr id="2" name="Click to edit title"/>
          <p:cNvSpPr>
            <a:spLocks noGrp="1"/>
          </p:cNvSpPr>
          <p:nvPr>
            <p:ph type="title"/>
          </p:nvPr>
        </p:nvSpPr>
        <p:spPr>
          <a:xfrm>
            <a:off x="579809" y="412751"/>
            <a:ext cx="11001004" cy="381000"/>
          </a:xfrm>
          <a:prstGeom prst="rect">
            <a:avLst/>
          </a:prstGeom>
        </p:spPr>
        <p:txBody>
          <a:bodyPr vert="horz" wrap="none" lIns="0" tIns="0" rIns="0" bIns="0" rtlCol="0" anchor="b">
            <a:noAutofit/>
          </a:bodyPr>
          <a:lstStyle/>
          <a:p>
            <a:r>
              <a:rPr lang="en-US" dirty="0"/>
              <a:t>Click to edit Master default content style</a:t>
            </a:r>
          </a:p>
        </p:txBody>
      </p:sp>
      <p:sp>
        <p:nvSpPr>
          <p:cNvPr id="3" name="Click to edit content box"/>
          <p:cNvSpPr>
            <a:spLocks noGrp="1"/>
          </p:cNvSpPr>
          <p:nvPr>
            <p:ph type="body" idx="1"/>
          </p:nvPr>
        </p:nvSpPr>
        <p:spPr>
          <a:xfrm>
            <a:off x="609441" y="1600203"/>
            <a:ext cx="10969943" cy="4580461"/>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grpSp>
        <p:nvGrpSpPr>
          <p:cNvPr id="48" name="Graphic 8">
            <a:extLst>
              <a:ext uri="{FF2B5EF4-FFF2-40B4-BE49-F238E27FC236}">
                <a16:creationId xmlns:a16="http://schemas.microsoft.com/office/drawing/2014/main" id="{D82EF380-0C1A-9923-E1BB-4A4A82A50052}"/>
              </a:ext>
            </a:extLst>
          </p:cNvPr>
          <p:cNvGrpSpPr/>
          <p:nvPr/>
        </p:nvGrpSpPr>
        <p:grpSpPr>
          <a:xfrm>
            <a:off x="265625" y="6323271"/>
            <a:ext cx="1249223" cy="369648"/>
            <a:chOff x="265625" y="6323271"/>
            <a:chExt cx="1249223" cy="369648"/>
          </a:xfrm>
          <a:solidFill>
            <a:srgbClr val="000000"/>
          </a:solidFill>
        </p:grpSpPr>
        <p:grpSp>
          <p:nvGrpSpPr>
            <p:cNvPr id="49" name="Graphic 8">
              <a:extLst>
                <a:ext uri="{FF2B5EF4-FFF2-40B4-BE49-F238E27FC236}">
                  <a16:creationId xmlns:a16="http://schemas.microsoft.com/office/drawing/2014/main" id="{54FAF84D-171B-0C10-ED68-71DF0155B5A3}"/>
                </a:ext>
              </a:extLst>
            </p:cNvPr>
            <p:cNvGrpSpPr/>
            <p:nvPr/>
          </p:nvGrpSpPr>
          <p:grpSpPr>
            <a:xfrm>
              <a:off x="745455" y="6594444"/>
              <a:ext cx="722662" cy="98475"/>
              <a:chOff x="745455" y="6594444"/>
              <a:chExt cx="722662" cy="98475"/>
            </a:xfrm>
            <a:solidFill>
              <a:srgbClr val="000000"/>
            </a:solidFill>
          </p:grpSpPr>
          <p:sp>
            <p:nvSpPr>
              <p:cNvPr id="50" name="Freeform 49">
                <a:extLst>
                  <a:ext uri="{FF2B5EF4-FFF2-40B4-BE49-F238E27FC236}">
                    <a16:creationId xmlns:a16="http://schemas.microsoft.com/office/drawing/2014/main" id="{3FA24438-4158-EA0B-DE4E-8015E1E32AD3}"/>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51" name="Freeform 50">
                <a:extLst>
                  <a:ext uri="{FF2B5EF4-FFF2-40B4-BE49-F238E27FC236}">
                    <a16:creationId xmlns:a16="http://schemas.microsoft.com/office/drawing/2014/main" id="{26BB840E-D68F-76E7-7DA9-BF6B79D252BE}"/>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52" name="Freeform 51">
                <a:extLst>
                  <a:ext uri="{FF2B5EF4-FFF2-40B4-BE49-F238E27FC236}">
                    <a16:creationId xmlns:a16="http://schemas.microsoft.com/office/drawing/2014/main" id="{59510B1D-6A5F-3EF5-3680-B51E20570E6A}"/>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53" name="Freeform 52">
                <a:extLst>
                  <a:ext uri="{FF2B5EF4-FFF2-40B4-BE49-F238E27FC236}">
                    <a16:creationId xmlns:a16="http://schemas.microsoft.com/office/drawing/2014/main" id="{E2502CCC-DB03-C01E-2299-92CA9168461F}"/>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54" name="Freeform 53">
                <a:extLst>
                  <a:ext uri="{FF2B5EF4-FFF2-40B4-BE49-F238E27FC236}">
                    <a16:creationId xmlns:a16="http://schemas.microsoft.com/office/drawing/2014/main" id="{76A128EB-98F4-7BC5-3A7C-1938363F3CAF}"/>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5" name="Freeform 54">
                <a:extLst>
                  <a:ext uri="{FF2B5EF4-FFF2-40B4-BE49-F238E27FC236}">
                    <a16:creationId xmlns:a16="http://schemas.microsoft.com/office/drawing/2014/main" id="{2677180F-AD7B-87CD-0633-18DC1BE313BF}"/>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56" name="Freeform 55">
                <a:extLst>
                  <a:ext uri="{FF2B5EF4-FFF2-40B4-BE49-F238E27FC236}">
                    <a16:creationId xmlns:a16="http://schemas.microsoft.com/office/drawing/2014/main" id="{11FB90A8-4445-04B0-1766-E758C4EED92E}"/>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57" name="Freeform 56">
                <a:extLst>
                  <a:ext uri="{FF2B5EF4-FFF2-40B4-BE49-F238E27FC236}">
                    <a16:creationId xmlns:a16="http://schemas.microsoft.com/office/drawing/2014/main" id="{DE758F9E-2750-6183-E9D2-FF433D17AAD5}"/>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58" name="Freeform 57">
                <a:extLst>
                  <a:ext uri="{FF2B5EF4-FFF2-40B4-BE49-F238E27FC236}">
                    <a16:creationId xmlns:a16="http://schemas.microsoft.com/office/drawing/2014/main" id="{24B84BC6-1055-8C5E-535B-75A833A87996}"/>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9" name="Freeform 58">
                <a:extLst>
                  <a:ext uri="{FF2B5EF4-FFF2-40B4-BE49-F238E27FC236}">
                    <a16:creationId xmlns:a16="http://schemas.microsoft.com/office/drawing/2014/main" id="{CFE27250-866A-DEF8-25F4-955344428C45}"/>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60" name="Graphic 8">
              <a:extLst>
                <a:ext uri="{FF2B5EF4-FFF2-40B4-BE49-F238E27FC236}">
                  <a16:creationId xmlns:a16="http://schemas.microsoft.com/office/drawing/2014/main" id="{105759BC-89FC-99DA-EED4-D1E8B30B32A4}"/>
                </a:ext>
              </a:extLst>
            </p:cNvPr>
            <p:cNvGrpSpPr/>
            <p:nvPr/>
          </p:nvGrpSpPr>
          <p:grpSpPr>
            <a:xfrm>
              <a:off x="265625" y="6323271"/>
              <a:ext cx="1249223" cy="190348"/>
              <a:chOff x="265625" y="6323271"/>
              <a:chExt cx="1249223" cy="190348"/>
            </a:xfrm>
            <a:solidFill>
              <a:srgbClr val="000000"/>
            </a:solidFill>
          </p:grpSpPr>
          <p:sp>
            <p:nvSpPr>
              <p:cNvPr id="61" name="Freeform 60">
                <a:extLst>
                  <a:ext uri="{FF2B5EF4-FFF2-40B4-BE49-F238E27FC236}">
                    <a16:creationId xmlns:a16="http://schemas.microsoft.com/office/drawing/2014/main" id="{512BB0ED-CA6C-C9CB-ACAD-1C325B732747}"/>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62" name="Freeform 61">
                <a:extLst>
                  <a:ext uri="{FF2B5EF4-FFF2-40B4-BE49-F238E27FC236}">
                    <a16:creationId xmlns:a16="http://schemas.microsoft.com/office/drawing/2014/main" id="{C8889F5C-7017-F0AD-A292-0E3EA56F8524}"/>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63" name="Freeform 62">
                <a:extLst>
                  <a:ext uri="{FF2B5EF4-FFF2-40B4-BE49-F238E27FC236}">
                    <a16:creationId xmlns:a16="http://schemas.microsoft.com/office/drawing/2014/main" id="{47F206F2-6C2D-0598-8600-BCAF57BB1FEF}"/>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64" name="Freeform 63">
                <a:extLst>
                  <a:ext uri="{FF2B5EF4-FFF2-40B4-BE49-F238E27FC236}">
                    <a16:creationId xmlns:a16="http://schemas.microsoft.com/office/drawing/2014/main" id="{A9925AE1-2698-ECBF-CB8C-C2FA61B19484}"/>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65" name="Freeform 64">
                <a:extLst>
                  <a:ext uri="{FF2B5EF4-FFF2-40B4-BE49-F238E27FC236}">
                    <a16:creationId xmlns:a16="http://schemas.microsoft.com/office/drawing/2014/main" id="{218BC9EB-B196-3184-73E5-DDF213272F29}"/>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66" name="Freeform 65">
                <a:extLst>
                  <a:ext uri="{FF2B5EF4-FFF2-40B4-BE49-F238E27FC236}">
                    <a16:creationId xmlns:a16="http://schemas.microsoft.com/office/drawing/2014/main" id="{B3E0CCF2-026F-7198-71FE-EEC15EFDC578}"/>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67" name="Freeform 66">
                <a:extLst>
                  <a:ext uri="{FF2B5EF4-FFF2-40B4-BE49-F238E27FC236}">
                    <a16:creationId xmlns:a16="http://schemas.microsoft.com/office/drawing/2014/main" id="{EF4B9FAC-CA66-86DF-4447-1C97FD11917C}"/>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6" name="TextBox 5">
            <a:extLst>
              <a:ext uri="{FF2B5EF4-FFF2-40B4-BE49-F238E27FC236}">
                <a16:creationId xmlns:a16="http://schemas.microsoft.com/office/drawing/2014/main" id="{67497138-A018-1FCE-9C69-099B94E017A6}"/>
              </a:ext>
            </a:extLst>
          </p:cNvPr>
          <p:cNvSpPr txBox="1"/>
          <p:nvPr userDrawn="1"/>
        </p:nvSpPr>
        <p:spPr>
          <a:xfrm>
            <a:off x="1645084" y="6461498"/>
            <a:ext cx="3574697" cy="215444"/>
          </a:xfrm>
          <a:prstGeom prst="rect">
            <a:avLst/>
          </a:prstGeom>
          <a:noFill/>
        </p:spPr>
        <p:txBody>
          <a:bodyPr wrap="squar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1398740080"/>
      </p:ext>
    </p:extLst>
  </p:cSld>
  <p:clrMap bg1="lt1" tx1="dk1" bg2="lt2" tx2="dk2" accent1="accent1" accent2="accent2" accent3="accent3" accent4="accent4" accent5="accent5" accent6="accent6" hlink="hlink" folHlink="folHlink"/>
  <p:sldLayoutIdLst>
    <p:sldLayoutId id="2147484196" r:id="rId1"/>
    <p:sldLayoutId id="2147484325" r:id="rId2"/>
    <p:sldLayoutId id="2147484197" r:id="rId3"/>
    <p:sldLayoutId id="2147484326" r:id="rId4"/>
    <p:sldLayoutId id="2147484198" r:id="rId5"/>
    <p:sldLayoutId id="2147484327" r:id="rId6"/>
    <p:sldLayoutId id="2147484376" r:id="rId7"/>
    <p:sldLayoutId id="2147484377" r:id="rId8"/>
    <p:sldLayoutId id="2147484328" r:id="rId9"/>
    <p:sldLayoutId id="2147484329" r:id="rId10"/>
    <p:sldLayoutId id="2147484199" r:id="rId11"/>
    <p:sldLayoutId id="2147484200" r:id="rId12"/>
    <p:sldLayoutId id="2147484201" r:id="rId13"/>
    <p:sldLayoutId id="2147484202" r:id="rId14"/>
    <p:sldLayoutId id="2147484366" r:id="rId15"/>
    <p:sldLayoutId id="2147484367" r:id="rId16"/>
    <p:sldLayoutId id="2147484203" r:id="rId17"/>
    <p:sldLayoutId id="2147484330" r:id="rId18"/>
    <p:sldLayoutId id="2147484423" r:id="rId19"/>
    <p:sldLayoutId id="2147484204" r:id="rId20"/>
    <p:sldLayoutId id="2147484205" r:id="rId21"/>
    <p:sldLayoutId id="2147484206" r:id="rId22"/>
    <p:sldLayoutId id="2147484207" r:id="rId23"/>
    <p:sldLayoutId id="2147484208" r:id="rId24"/>
    <p:sldLayoutId id="2147484209" r:id="rId25"/>
    <p:sldLayoutId id="2147484210" r:id="rId26"/>
    <p:sldLayoutId id="2147484211" r:id="rId27"/>
    <p:sldLayoutId id="2147484212" r:id="rId28"/>
    <p:sldLayoutId id="2147484213" r:id="rId29"/>
    <p:sldLayoutId id="2147484214" r:id="rId30"/>
    <p:sldLayoutId id="2147484215" r:id="rId31"/>
    <p:sldLayoutId id="2147484216" r:id="rId32"/>
    <p:sldLayoutId id="2147484217" r:id="rId33"/>
    <p:sldLayoutId id="2147484218" r:id="rId34"/>
    <p:sldLayoutId id="2147484219" r:id="rId35"/>
    <p:sldLayoutId id="2147484220" r:id="rId36"/>
    <p:sldLayoutId id="2147484221" r:id="rId37"/>
    <p:sldLayoutId id="2147484331" r:id="rId38"/>
    <p:sldLayoutId id="2147484368" r:id="rId39"/>
    <p:sldLayoutId id="2147484222" r:id="rId40"/>
    <p:sldLayoutId id="2147484332" r:id="rId41"/>
    <p:sldLayoutId id="2147484369" r:id="rId42"/>
    <p:sldLayoutId id="2147484223" r:id="rId43"/>
    <p:sldLayoutId id="2147484333" r:id="rId44"/>
    <p:sldLayoutId id="2147484370" r:id="rId45"/>
    <p:sldLayoutId id="2147484334" r:id="rId46"/>
    <p:sldLayoutId id="2147484224" r:id="rId47"/>
    <p:sldLayoutId id="2147484225" r:id="rId48"/>
    <p:sldLayoutId id="2147484335" r:id="rId49"/>
    <p:sldLayoutId id="2147484336" r:id="rId50"/>
    <p:sldLayoutId id="2147484337" r:id="rId51"/>
    <p:sldLayoutId id="2147484338" r:id="rId52"/>
    <p:sldLayoutId id="2147484339" r:id="rId53"/>
    <p:sldLayoutId id="2147484371" r:id="rId54"/>
    <p:sldLayoutId id="2147484226" r:id="rId55"/>
    <p:sldLayoutId id="2147484227" r:id="rId56"/>
    <p:sldLayoutId id="2147484228" r:id="rId57"/>
    <p:sldLayoutId id="2147484229" r:id="rId58"/>
    <p:sldLayoutId id="2147484230" r:id="rId59"/>
    <p:sldLayoutId id="2147484231" r:id="rId60"/>
    <p:sldLayoutId id="2147484232" r:id="rId61"/>
    <p:sldLayoutId id="2147484233" r:id="rId62"/>
    <p:sldLayoutId id="2147484234" r:id="rId63"/>
    <p:sldLayoutId id="2147484340" r:id="rId64"/>
    <p:sldLayoutId id="2147484341" r:id="rId65"/>
    <p:sldLayoutId id="2147484342" r:id="rId66"/>
    <p:sldLayoutId id="2147484343" r:id="rId67"/>
    <p:sldLayoutId id="2147484344" r:id="rId68"/>
    <p:sldLayoutId id="2147484345" r:id="rId69"/>
    <p:sldLayoutId id="2147484346" r:id="rId70"/>
    <p:sldLayoutId id="2147484347" r:id="rId71"/>
    <p:sldLayoutId id="2147484372" r:id="rId72"/>
    <p:sldLayoutId id="2147484348" r:id="rId73"/>
    <p:sldLayoutId id="2147484349" r:id="rId74"/>
    <p:sldLayoutId id="2147484350" r:id="rId75"/>
    <p:sldLayoutId id="2147484373" r:id="rId76"/>
    <p:sldLayoutId id="2147484425" r:id="rId77"/>
    <p:sldLayoutId id="2147484424" r:id="rId78"/>
    <p:sldLayoutId id="2147484351" r:id="rId79"/>
    <p:sldLayoutId id="2147484235" r:id="rId80"/>
    <p:sldLayoutId id="2147484236" r:id="rId81"/>
    <p:sldLayoutId id="2147484237" r:id="rId82"/>
    <p:sldLayoutId id="2147484378" r:id="rId83"/>
    <p:sldLayoutId id="2147484379" r:id="rId84"/>
    <p:sldLayoutId id="2147484352" r:id="rId85"/>
    <p:sldLayoutId id="2147484375" r:id="rId86"/>
    <p:sldLayoutId id="2147484374" r:id="rId87"/>
    <p:sldLayoutId id="2147484354" r:id="rId88"/>
    <p:sldLayoutId id="2147484355" r:id="rId89"/>
    <p:sldLayoutId id="2147484356" r:id="rId90"/>
    <p:sldLayoutId id="2147484357" r:id="rId91"/>
    <p:sldLayoutId id="2147484358" r:id="rId92"/>
    <p:sldLayoutId id="2147484359" r:id="rId93"/>
    <p:sldLayoutId id="2147484360" r:id="rId94"/>
    <p:sldLayoutId id="2147484361" r:id="rId95"/>
    <p:sldLayoutId id="2147484362" r:id="rId96"/>
    <p:sldLayoutId id="2147484363" r:id="rId97"/>
    <p:sldLayoutId id="2147484364" r:id="rId98"/>
  </p:sldLayoutIdLst>
  <mc:AlternateContent xmlns:mc="http://schemas.openxmlformats.org/markup-compatibility/2006" xmlns:p14="http://schemas.microsoft.com/office/powerpoint/2010/main">
    <mc:Choice Requires="p14">
      <p:transition spd="med" p14:dur="700">
        <p:fade/>
      </p:transition>
    </mc:Choice>
    <mc:Fallback xmlns:p15="http://schemas.microsoft.com/office/powerpoint/2012/main" xmlns:a16="http://schemas.microsoft.com/office/drawing/2014/main" xmlns="">
      <p:transition spd="med">
        <p:fade/>
      </p:transition>
    </mc:Fallback>
  </mc:AlternateContent>
  <p:hf sldNum="0" hdr="0" ftr="0" dt="0"/>
  <p:txStyles>
    <p:titleStyle>
      <a:lvl1pPr algn="l" defTabSz="914400" rtl="0" eaLnBrk="1" latinLnBrk="0" hangingPunct="1">
        <a:lnSpc>
          <a:spcPct val="90000"/>
        </a:lnSpc>
        <a:spcBef>
          <a:spcPct val="0"/>
        </a:spcBef>
        <a:buNone/>
        <a:defRPr sz="2800" b="0" kern="120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1200"/>
        </a:spcAft>
        <a:buClr>
          <a:schemeClr val="tx1">
            <a:lumMod val="60000"/>
            <a:lumOff val="40000"/>
          </a:schemeClr>
        </a:buClr>
        <a:buSzPct val="90000"/>
        <a:buFont typeface="Arial" panose="020B0604020202020204" pitchFamily="34" charset="0"/>
        <a:buChar char="​"/>
        <a:defRPr sz="2000" kern="1200">
          <a:solidFill>
            <a:schemeClr val="tx1"/>
          </a:solidFill>
          <a:latin typeface="+mn-lt"/>
          <a:ea typeface="+mn-ea"/>
          <a:cs typeface="+mn-cs"/>
        </a:defRPr>
      </a:lvl1pPr>
      <a:lvl2pPr marL="457200" indent="-184150" algn="l" defTabSz="914400" rtl="0" eaLnBrk="1" latinLnBrk="0" hangingPunct="1">
        <a:lnSpc>
          <a:spcPct val="100000"/>
        </a:lnSpc>
        <a:spcBef>
          <a:spcPts val="0"/>
        </a:spcBef>
        <a:spcAft>
          <a:spcPts val="1200"/>
        </a:spcAft>
        <a:buClr>
          <a:schemeClr val="bg2">
            <a:lumMod val="25000"/>
          </a:schemeClr>
        </a:buClr>
        <a:buSzPct val="90000"/>
        <a:buFont typeface="Arial" panose="020B0604020202020204" pitchFamily="34" charset="0"/>
        <a:buChar char="•"/>
        <a:defRPr sz="1800" kern="1200">
          <a:solidFill>
            <a:schemeClr val="tx1"/>
          </a:solidFill>
          <a:latin typeface="+mn-lt"/>
          <a:ea typeface="+mn-ea"/>
          <a:cs typeface="+mn-cs"/>
        </a:defRPr>
      </a:lvl2pPr>
      <a:lvl3pPr marL="744538" indent="-169863" algn="l" defTabSz="914400" rtl="0" eaLnBrk="1" latinLnBrk="0" hangingPunct="1">
        <a:lnSpc>
          <a:spcPct val="100000"/>
        </a:lnSpc>
        <a:spcBef>
          <a:spcPts val="0"/>
        </a:spcBef>
        <a:spcAft>
          <a:spcPts val="1200"/>
        </a:spcAft>
        <a:buClr>
          <a:schemeClr val="bg2">
            <a:lumMod val="25000"/>
          </a:schemeClr>
        </a:buClr>
        <a:buSzPct val="90000"/>
        <a:buFont typeface="Arial" panose="020B0604020202020204" pitchFamily="34" charset="0"/>
        <a:buChar char="–"/>
        <a:defRPr sz="1600" kern="1200">
          <a:solidFill>
            <a:schemeClr val="tx1"/>
          </a:solidFill>
          <a:latin typeface="+mn-lt"/>
          <a:ea typeface="+mn-ea"/>
          <a:cs typeface="+mn-cs"/>
        </a:defRPr>
      </a:lvl3pPr>
      <a:lvl4pPr marL="969963" indent="-166688" algn="l" defTabSz="914400" rtl="0" eaLnBrk="1" latinLnBrk="0" hangingPunct="1">
        <a:lnSpc>
          <a:spcPct val="100000"/>
        </a:lnSpc>
        <a:spcBef>
          <a:spcPts val="0"/>
        </a:spcBef>
        <a:spcAft>
          <a:spcPts val="1200"/>
        </a:spcAft>
        <a:buClr>
          <a:schemeClr val="bg2">
            <a:lumMod val="25000"/>
          </a:schemeClr>
        </a:buClr>
        <a:buSzPct val="90000"/>
        <a:buFont typeface="Arial" panose="020B0604020202020204" pitchFamily="34" charset="0"/>
        <a:buChar char="•"/>
        <a:defRPr sz="1400" kern="1200">
          <a:solidFill>
            <a:schemeClr val="tx1"/>
          </a:solidFill>
          <a:latin typeface="+mn-lt"/>
          <a:ea typeface="+mn-ea"/>
          <a:cs typeface="+mn-cs"/>
        </a:defRPr>
      </a:lvl4pPr>
      <a:lvl5pPr marL="1143000" indent="-138113" algn="l" defTabSz="914400" rtl="0" eaLnBrk="1" latinLnBrk="0" hangingPunct="1">
        <a:lnSpc>
          <a:spcPct val="100000"/>
        </a:lnSpc>
        <a:spcBef>
          <a:spcPts val="0"/>
        </a:spcBef>
        <a:spcAft>
          <a:spcPts val="1200"/>
        </a:spcAft>
        <a:buClr>
          <a:schemeClr val="bg2">
            <a:lumMod val="25000"/>
          </a:schemeClr>
        </a:buClr>
        <a:buSzPct val="90000"/>
        <a:buFont typeface="Arial" panose="020B0604020202020204" pitchFamily="34" charset="0"/>
        <a:buChar char="–"/>
        <a:tabLst/>
        <a:defRPr sz="1400" kern="1200">
          <a:solidFill>
            <a:schemeClr val="tx1"/>
          </a:solidFill>
          <a:latin typeface="+mn-lt"/>
          <a:ea typeface="+mn-ea"/>
          <a:cs typeface="+mn-cs"/>
        </a:defRPr>
      </a:lvl5pPr>
      <a:lvl6pPr marL="1258888" indent="-111125" algn="l" defTabSz="914400" rtl="0" eaLnBrk="1" latinLnBrk="0" hangingPunct="1">
        <a:lnSpc>
          <a:spcPct val="100000"/>
        </a:lnSpc>
        <a:spcBef>
          <a:spcPts val="0"/>
        </a:spcBef>
        <a:spcAft>
          <a:spcPts val="1200"/>
        </a:spcAft>
        <a:buClr>
          <a:schemeClr val="bg2">
            <a:lumMod val="25000"/>
          </a:schemeClr>
        </a:buClr>
        <a:buSzPct val="90000"/>
        <a:buFont typeface="Arial" panose="020B0604020202020204" pitchFamily="34" charset="0"/>
        <a:buChar char="•"/>
        <a:tabLst/>
        <a:defRPr sz="1400" kern="1200">
          <a:solidFill>
            <a:schemeClr val="tx1"/>
          </a:solidFill>
          <a:latin typeface="+mn-lt"/>
          <a:ea typeface="+mn-ea"/>
          <a:cs typeface="+mn-cs"/>
        </a:defRPr>
      </a:lvl6pPr>
      <a:lvl7pPr marL="1379538" indent="-120650" algn="l" defTabSz="914400" rtl="0" eaLnBrk="1" latinLnBrk="0" hangingPunct="1">
        <a:lnSpc>
          <a:spcPct val="100000"/>
        </a:lnSpc>
        <a:spcBef>
          <a:spcPts val="0"/>
        </a:spcBef>
        <a:spcAft>
          <a:spcPts val="1200"/>
        </a:spcAft>
        <a:buClr>
          <a:schemeClr val="bg2">
            <a:lumMod val="25000"/>
          </a:schemeClr>
        </a:buClr>
        <a:buSzPct val="90000"/>
        <a:buFont typeface="Arial" panose="020B0604020202020204" pitchFamily="34" charset="0"/>
        <a:buChar char="-"/>
        <a:tabLst/>
        <a:defRPr sz="1400" kern="1200">
          <a:solidFill>
            <a:schemeClr val="tx1"/>
          </a:solidFill>
          <a:latin typeface="+mn-lt"/>
          <a:ea typeface="+mn-ea"/>
          <a:cs typeface="+mn-cs"/>
        </a:defRPr>
      </a:lvl7pPr>
      <a:lvl8pPr marL="1550988" indent="-120650" algn="l" defTabSz="914400" rtl="0" eaLnBrk="1" latinLnBrk="0" hangingPunct="1">
        <a:lnSpc>
          <a:spcPct val="100000"/>
        </a:lnSpc>
        <a:spcBef>
          <a:spcPts val="0"/>
        </a:spcBef>
        <a:spcAft>
          <a:spcPts val="1200"/>
        </a:spcAft>
        <a:buClr>
          <a:schemeClr val="bg2">
            <a:lumMod val="25000"/>
          </a:schemeClr>
        </a:buClr>
        <a:buSzPct val="90000"/>
        <a:buFont typeface="Arial" panose="020B0604020202020204" pitchFamily="34" charset="0"/>
        <a:buChar char="•"/>
        <a:tabLst/>
        <a:defRPr sz="1400" kern="1200">
          <a:solidFill>
            <a:schemeClr val="tx1"/>
          </a:solidFill>
          <a:latin typeface="+mn-lt"/>
          <a:ea typeface="+mn-ea"/>
          <a:cs typeface="+mn-cs"/>
        </a:defRPr>
      </a:lvl8pPr>
      <a:lvl9pPr marL="1722438" indent="-120650" algn="l" defTabSz="914400" rtl="0" eaLnBrk="1" latinLnBrk="0" hangingPunct="1">
        <a:lnSpc>
          <a:spcPct val="100000"/>
        </a:lnSpc>
        <a:spcBef>
          <a:spcPts val="0"/>
        </a:spcBef>
        <a:spcAft>
          <a:spcPts val="1200"/>
        </a:spcAft>
        <a:buClr>
          <a:schemeClr val="bg2">
            <a:lumMod val="25000"/>
          </a:schemeClr>
        </a:buClr>
        <a:buSzPct val="90000"/>
        <a:buFont typeface="Arial" panose="020B0604020202020204" pitchFamily="34" charset="0"/>
        <a:buChar char="-"/>
        <a:tabLst/>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guide id="3" orient="horz" pos="1872">
          <p15:clr>
            <a:srgbClr val="F26B43"/>
          </p15:clr>
        </p15:guide>
        <p15:guide id="4" orient="horz" pos="1584">
          <p15:clr>
            <a:srgbClr val="F26B43"/>
          </p15:clr>
        </p15:guide>
        <p15:guide id="5" orient="horz" pos="1296">
          <p15:clr>
            <a:srgbClr val="F26B43"/>
          </p15:clr>
        </p15:guide>
        <p15:guide id="6" orient="horz" pos="1008">
          <p15:clr>
            <a:srgbClr val="F26B43"/>
          </p15:clr>
        </p15:guide>
        <p15:guide id="7" orient="horz" pos="720">
          <p15:clr>
            <a:srgbClr val="F26B43"/>
          </p15:clr>
        </p15:guide>
        <p15:guide id="8" orient="horz" pos="576">
          <p15:clr>
            <a:srgbClr val="F26B43"/>
          </p15:clr>
        </p15:guide>
        <p15:guide id="9" orient="horz" pos="288">
          <p15:clr>
            <a:srgbClr val="F26B43"/>
          </p15:clr>
        </p15:guide>
        <p15:guide id="10" orient="horz">
          <p15:clr>
            <a:srgbClr val="F26B43"/>
          </p15:clr>
        </p15:guide>
        <p15:guide id="11" orient="horz" pos="2448">
          <p15:clr>
            <a:srgbClr val="F26B43"/>
          </p15:clr>
        </p15:guide>
        <p15:guide id="12" orient="horz" pos="2736">
          <p15:clr>
            <a:srgbClr val="F26B43"/>
          </p15:clr>
        </p15:guide>
        <p15:guide id="13" orient="horz" pos="3024">
          <p15:clr>
            <a:srgbClr val="F26B43"/>
          </p15:clr>
        </p15:guide>
        <p15:guide id="14" orient="horz" pos="3312">
          <p15:clr>
            <a:srgbClr val="F26B43"/>
          </p15:clr>
        </p15:guide>
        <p15:guide id="15" orient="horz" pos="3600">
          <p15:clr>
            <a:srgbClr val="F26B43"/>
          </p15:clr>
        </p15:guide>
        <p15:guide id="16" orient="horz" pos="3888">
          <p15:clr>
            <a:srgbClr val="F26B43"/>
          </p15:clr>
        </p15:guide>
        <p15:guide id="17" orient="horz" pos="4032">
          <p15:clr>
            <a:srgbClr val="F26B43"/>
          </p15:clr>
        </p15:guide>
        <p15:guide id="18" pos="3551">
          <p15:clr>
            <a:srgbClr val="F26B43"/>
          </p15:clr>
        </p15:guide>
        <p15:guide id="19" pos="3263">
          <p15:clr>
            <a:srgbClr val="F26B43"/>
          </p15:clr>
        </p15:guide>
        <p15:guide id="20" pos="2975">
          <p15:clr>
            <a:srgbClr val="F26B43"/>
          </p15:clr>
        </p15:guide>
        <p15:guide id="21" pos="2687">
          <p15:clr>
            <a:srgbClr val="F26B43"/>
          </p15:clr>
        </p15:guide>
        <p15:guide id="22" pos="2399">
          <p15:clr>
            <a:srgbClr val="F26B43"/>
          </p15:clr>
        </p15:guide>
        <p15:guide id="23" pos="2111">
          <p15:clr>
            <a:srgbClr val="F26B43"/>
          </p15:clr>
        </p15:guide>
        <p15:guide id="24" pos="1823">
          <p15:clr>
            <a:srgbClr val="F26B43"/>
          </p15:clr>
        </p15:guide>
        <p15:guide id="25" pos="1535">
          <p15:clr>
            <a:srgbClr val="F26B43"/>
          </p15:clr>
        </p15:guide>
        <p15:guide id="26" pos="1247">
          <p15:clr>
            <a:srgbClr val="F26B43"/>
          </p15:clr>
        </p15:guide>
        <p15:guide id="27" pos="959">
          <p15:clr>
            <a:srgbClr val="F26B43"/>
          </p15:clr>
        </p15:guide>
        <p15:guide id="28" pos="671">
          <p15:clr>
            <a:srgbClr val="F26B43"/>
          </p15:clr>
        </p15:guide>
        <p15:guide id="29" pos="383">
          <p15:clr>
            <a:srgbClr val="F26B43"/>
          </p15:clr>
        </p15:guide>
        <p15:guide id="30" pos="4127">
          <p15:clr>
            <a:srgbClr val="F26B43"/>
          </p15:clr>
        </p15:guide>
        <p15:guide id="31" pos="4415">
          <p15:clr>
            <a:srgbClr val="F26B43"/>
          </p15:clr>
        </p15:guide>
        <p15:guide id="32" pos="4703">
          <p15:clr>
            <a:srgbClr val="F26B43"/>
          </p15:clr>
        </p15:guide>
        <p15:guide id="33" pos="4991">
          <p15:clr>
            <a:srgbClr val="F26B43"/>
          </p15:clr>
        </p15:guide>
        <p15:guide id="34" pos="5279">
          <p15:clr>
            <a:srgbClr val="F26B43"/>
          </p15:clr>
        </p15:guide>
        <p15:guide id="35" pos="5567">
          <p15:clr>
            <a:srgbClr val="F26B43"/>
          </p15:clr>
        </p15:guide>
        <p15:guide id="36" pos="5855">
          <p15:clr>
            <a:srgbClr val="F26B43"/>
          </p15:clr>
        </p15:guide>
        <p15:guide id="37" pos="6143">
          <p15:clr>
            <a:srgbClr val="F26B43"/>
          </p15:clr>
        </p15:guide>
        <p15:guide id="38" pos="6431">
          <p15:clr>
            <a:srgbClr val="F26B43"/>
          </p15:clr>
        </p15:guide>
        <p15:guide id="39" pos="6719">
          <p15:clr>
            <a:srgbClr val="F26B43"/>
          </p15:clr>
        </p15:guide>
        <p15:guide id="40" pos="7007">
          <p15:clr>
            <a:srgbClr val="F26B43"/>
          </p15:clr>
        </p15:guide>
        <p15:guide id="41" pos="7295">
          <p15:clr>
            <a:srgbClr val="F26B43"/>
          </p15:clr>
        </p15:guide>
        <p15:guide id="42" pos="7678">
          <p15:clr>
            <a:srgbClr val="F26B43"/>
          </p15:clr>
        </p15:guide>
        <p15:guide id="43" orient="horz" pos="4320">
          <p15:clr>
            <a:srgbClr val="F26B43"/>
          </p15:clr>
        </p15:guide>
        <p15:guide id="44">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bwMode="ltGray">
      <p:bgPr>
        <a:gradFill flip="none" rotWithShape="1">
          <a:gsLst>
            <a:gs pos="0">
              <a:srgbClr val="074D73"/>
            </a:gs>
            <a:gs pos="76000">
              <a:srgbClr val="1A1F38"/>
            </a:gs>
            <a:gs pos="20000">
              <a:srgbClr val="113454"/>
            </a:gs>
            <a:gs pos="51000">
              <a:srgbClr val="1A203A"/>
            </a:gs>
            <a:gs pos="95000">
              <a:srgbClr val="1B1D36"/>
            </a:gs>
          </a:gsLst>
          <a:lin ang="19200000" scaled="0"/>
          <a:tileRect/>
        </a:gradFill>
        <a:effectLst/>
      </p:bgPr>
    </p:bg>
    <p:spTree>
      <p:nvGrpSpPr>
        <p:cNvPr id="1" name=""/>
        <p:cNvGrpSpPr/>
        <p:nvPr/>
      </p:nvGrpSpPr>
      <p:grpSpPr>
        <a:xfrm>
          <a:off x="0" y="0"/>
          <a:ext cx="0" cy="0"/>
          <a:chOff x="0" y="0"/>
          <a:chExt cx="0" cy="0"/>
        </a:xfrm>
      </p:grpSpPr>
      <p:sp>
        <p:nvSpPr>
          <p:cNvPr id="2" name="Click to edit title"/>
          <p:cNvSpPr>
            <a:spLocks noGrp="1"/>
          </p:cNvSpPr>
          <p:nvPr>
            <p:ph type="title"/>
          </p:nvPr>
        </p:nvSpPr>
        <p:spPr>
          <a:xfrm>
            <a:off x="579809" y="412751"/>
            <a:ext cx="11001004" cy="381000"/>
          </a:xfrm>
          <a:prstGeom prst="rect">
            <a:avLst/>
          </a:prstGeom>
        </p:spPr>
        <p:txBody>
          <a:bodyPr vert="horz" wrap="none" lIns="0" tIns="0" rIns="0" bIns="0" rtlCol="0" anchor="b">
            <a:noAutofit/>
          </a:bodyPr>
          <a:lstStyle/>
          <a:p>
            <a:r>
              <a:rPr lang="en-US" dirty="0"/>
              <a:t>Click to edit Master default content style</a:t>
            </a:r>
          </a:p>
        </p:txBody>
      </p:sp>
      <p:sp>
        <p:nvSpPr>
          <p:cNvPr id="3" name="Click to edit content box"/>
          <p:cNvSpPr>
            <a:spLocks noGrp="1"/>
          </p:cNvSpPr>
          <p:nvPr>
            <p:ph type="body" idx="1"/>
          </p:nvPr>
        </p:nvSpPr>
        <p:spPr>
          <a:xfrm>
            <a:off x="609441" y="1600203"/>
            <a:ext cx="10969943" cy="4580461"/>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grpSp>
        <p:nvGrpSpPr>
          <p:cNvPr id="48" name="Graphic 8">
            <a:extLst>
              <a:ext uri="{FF2B5EF4-FFF2-40B4-BE49-F238E27FC236}">
                <a16:creationId xmlns:a16="http://schemas.microsoft.com/office/drawing/2014/main" id="{D82EF380-0C1A-9923-E1BB-4A4A82A50052}"/>
              </a:ext>
            </a:extLst>
          </p:cNvPr>
          <p:cNvGrpSpPr/>
          <p:nvPr/>
        </p:nvGrpSpPr>
        <p:grpSpPr>
          <a:xfrm>
            <a:off x="265625" y="6323271"/>
            <a:ext cx="1249223" cy="369648"/>
            <a:chOff x="265625" y="6323271"/>
            <a:chExt cx="1249223" cy="369648"/>
          </a:xfrm>
          <a:solidFill>
            <a:schemeClr val="tx1"/>
          </a:solidFill>
        </p:grpSpPr>
        <p:grpSp>
          <p:nvGrpSpPr>
            <p:cNvPr id="49" name="Graphic 8">
              <a:extLst>
                <a:ext uri="{FF2B5EF4-FFF2-40B4-BE49-F238E27FC236}">
                  <a16:creationId xmlns:a16="http://schemas.microsoft.com/office/drawing/2014/main" id="{54FAF84D-171B-0C10-ED68-71DF0155B5A3}"/>
                </a:ext>
              </a:extLst>
            </p:cNvPr>
            <p:cNvGrpSpPr/>
            <p:nvPr/>
          </p:nvGrpSpPr>
          <p:grpSpPr>
            <a:xfrm>
              <a:off x="745455" y="6594444"/>
              <a:ext cx="722662" cy="98475"/>
              <a:chOff x="745455" y="6594444"/>
              <a:chExt cx="722662" cy="98475"/>
            </a:xfrm>
            <a:grpFill/>
          </p:grpSpPr>
          <p:sp>
            <p:nvSpPr>
              <p:cNvPr id="50" name="Freeform 49">
                <a:extLst>
                  <a:ext uri="{FF2B5EF4-FFF2-40B4-BE49-F238E27FC236}">
                    <a16:creationId xmlns:a16="http://schemas.microsoft.com/office/drawing/2014/main" id="{3FA24438-4158-EA0B-DE4E-8015E1E32AD3}"/>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grpFill/>
              <a:ln w="6345" cap="flat">
                <a:noFill/>
                <a:prstDash val="solid"/>
                <a:miter/>
              </a:ln>
            </p:spPr>
            <p:txBody>
              <a:bodyPr rtlCol="0" anchor="ctr"/>
              <a:lstStyle/>
              <a:p>
                <a:endParaRPr lang="en-US">
                  <a:solidFill>
                    <a:schemeClr val="bg1"/>
                  </a:solidFill>
                </a:endParaRPr>
              </a:p>
            </p:txBody>
          </p:sp>
          <p:sp>
            <p:nvSpPr>
              <p:cNvPr id="51" name="Freeform 50">
                <a:extLst>
                  <a:ext uri="{FF2B5EF4-FFF2-40B4-BE49-F238E27FC236}">
                    <a16:creationId xmlns:a16="http://schemas.microsoft.com/office/drawing/2014/main" id="{26BB840E-D68F-76E7-7DA9-BF6B79D252BE}"/>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grpFill/>
              <a:ln w="6345" cap="flat">
                <a:noFill/>
                <a:prstDash val="solid"/>
                <a:miter/>
              </a:ln>
            </p:spPr>
            <p:txBody>
              <a:bodyPr rtlCol="0" anchor="ctr"/>
              <a:lstStyle/>
              <a:p>
                <a:endParaRPr lang="en-US">
                  <a:solidFill>
                    <a:schemeClr val="bg1"/>
                  </a:solidFill>
                </a:endParaRPr>
              </a:p>
            </p:txBody>
          </p:sp>
          <p:sp>
            <p:nvSpPr>
              <p:cNvPr id="52" name="Freeform 51">
                <a:extLst>
                  <a:ext uri="{FF2B5EF4-FFF2-40B4-BE49-F238E27FC236}">
                    <a16:creationId xmlns:a16="http://schemas.microsoft.com/office/drawing/2014/main" id="{59510B1D-6A5F-3EF5-3680-B51E20570E6A}"/>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grpFill/>
              <a:ln w="6345" cap="flat">
                <a:noFill/>
                <a:prstDash val="solid"/>
                <a:miter/>
              </a:ln>
            </p:spPr>
            <p:txBody>
              <a:bodyPr rtlCol="0" anchor="ctr"/>
              <a:lstStyle/>
              <a:p>
                <a:endParaRPr lang="en-US">
                  <a:solidFill>
                    <a:schemeClr val="bg1"/>
                  </a:solidFill>
                </a:endParaRPr>
              </a:p>
            </p:txBody>
          </p:sp>
          <p:sp>
            <p:nvSpPr>
              <p:cNvPr id="53" name="Freeform 52">
                <a:extLst>
                  <a:ext uri="{FF2B5EF4-FFF2-40B4-BE49-F238E27FC236}">
                    <a16:creationId xmlns:a16="http://schemas.microsoft.com/office/drawing/2014/main" id="{E2502CCC-DB03-C01E-2299-92CA9168461F}"/>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grpFill/>
              <a:ln w="6345" cap="flat">
                <a:noFill/>
                <a:prstDash val="solid"/>
                <a:miter/>
              </a:ln>
            </p:spPr>
            <p:txBody>
              <a:bodyPr rtlCol="0" anchor="ctr"/>
              <a:lstStyle/>
              <a:p>
                <a:endParaRPr lang="en-US">
                  <a:solidFill>
                    <a:schemeClr val="bg1"/>
                  </a:solidFill>
                </a:endParaRPr>
              </a:p>
            </p:txBody>
          </p:sp>
          <p:sp>
            <p:nvSpPr>
              <p:cNvPr id="54" name="Freeform 53">
                <a:extLst>
                  <a:ext uri="{FF2B5EF4-FFF2-40B4-BE49-F238E27FC236}">
                    <a16:creationId xmlns:a16="http://schemas.microsoft.com/office/drawing/2014/main" id="{76A128EB-98F4-7BC5-3A7C-1938363F3CAF}"/>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5" name="Freeform 54">
                <a:extLst>
                  <a:ext uri="{FF2B5EF4-FFF2-40B4-BE49-F238E27FC236}">
                    <a16:creationId xmlns:a16="http://schemas.microsoft.com/office/drawing/2014/main" id="{2677180F-AD7B-87CD-0633-18DC1BE313BF}"/>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grpFill/>
              <a:ln w="6345" cap="flat">
                <a:noFill/>
                <a:prstDash val="solid"/>
                <a:miter/>
              </a:ln>
            </p:spPr>
            <p:txBody>
              <a:bodyPr rtlCol="0" anchor="ctr"/>
              <a:lstStyle/>
              <a:p>
                <a:endParaRPr lang="en-US">
                  <a:solidFill>
                    <a:schemeClr val="bg1"/>
                  </a:solidFill>
                </a:endParaRPr>
              </a:p>
            </p:txBody>
          </p:sp>
          <p:sp>
            <p:nvSpPr>
              <p:cNvPr id="56" name="Freeform 55">
                <a:extLst>
                  <a:ext uri="{FF2B5EF4-FFF2-40B4-BE49-F238E27FC236}">
                    <a16:creationId xmlns:a16="http://schemas.microsoft.com/office/drawing/2014/main" id="{11FB90A8-4445-04B0-1766-E758C4EED92E}"/>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grpFill/>
              <a:ln w="6345" cap="flat">
                <a:noFill/>
                <a:prstDash val="solid"/>
                <a:miter/>
              </a:ln>
            </p:spPr>
            <p:txBody>
              <a:bodyPr rtlCol="0" anchor="ctr"/>
              <a:lstStyle/>
              <a:p>
                <a:endParaRPr lang="en-US">
                  <a:solidFill>
                    <a:schemeClr val="bg1"/>
                  </a:solidFill>
                </a:endParaRPr>
              </a:p>
            </p:txBody>
          </p:sp>
          <p:sp>
            <p:nvSpPr>
              <p:cNvPr id="57" name="Freeform 56">
                <a:extLst>
                  <a:ext uri="{FF2B5EF4-FFF2-40B4-BE49-F238E27FC236}">
                    <a16:creationId xmlns:a16="http://schemas.microsoft.com/office/drawing/2014/main" id="{DE758F9E-2750-6183-E9D2-FF433D17AAD5}"/>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8" name="Freeform 57">
                <a:extLst>
                  <a:ext uri="{FF2B5EF4-FFF2-40B4-BE49-F238E27FC236}">
                    <a16:creationId xmlns:a16="http://schemas.microsoft.com/office/drawing/2014/main" id="{24B84BC6-1055-8C5E-535B-75A833A87996}"/>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9" name="Freeform 58">
                <a:extLst>
                  <a:ext uri="{FF2B5EF4-FFF2-40B4-BE49-F238E27FC236}">
                    <a16:creationId xmlns:a16="http://schemas.microsoft.com/office/drawing/2014/main" id="{CFE27250-866A-DEF8-25F4-955344428C45}"/>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grpFill/>
              <a:ln w="6345" cap="flat">
                <a:noFill/>
                <a:prstDash val="solid"/>
                <a:miter/>
              </a:ln>
            </p:spPr>
            <p:txBody>
              <a:bodyPr rtlCol="0" anchor="ctr"/>
              <a:lstStyle/>
              <a:p>
                <a:endParaRPr lang="en-US">
                  <a:solidFill>
                    <a:schemeClr val="bg1"/>
                  </a:solidFill>
                </a:endParaRPr>
              </a:p>
            </p:txBody>
          </p:sp>
        </p:grpSp>
        <p:grpSp>
          <p:nvGrpSpPr>
            <p:cNvPr id="60" name="Graphic 8">
              <a:extLst>
                <a:ext uri="{FF2B5EF4-FFF2-40B4-BE49-F238E27FC236}">
                  <a16:creationId xmlns:a16="http://schemas.microsoft.com/office/drawing/2014/main" id="{105759BC-89FC-99DA-EED4-D1E8B30B32A4}"/>
                </a:ext>
              </a:extLst>
            </p:cNvPr>
            <p:cNvGrpSpPr/>
            <p:nvPr/>
          </p:nvGrpSpPr>
          <p:grpSpPr>
            <a:xfrm>
              <a:off x="265625" y="6323271"/>
              <a:ext cx="1249223" cy="190348"/>
              <a:chOff x="265625" y="6323271"/>
              <a:chExt cx="1249223" cy="190348"/>
            </a:xfrm>
            <a:grpFill/>
          </p:grpSpPr>
          <p:sp>
            <p:nvSpPr>
              <p:cNvPr id="61" name="Freeform 60">
                <a:extLst>
                  <a:ext uri="{FF2B5EF4-FFF2-40B4-BE49-F238E27FC236}">
                    <a16:creationId xmlns:a16="http://schemas.microsoft.com/office/drawing/2014/main" id="{512BB0ED-CA6C-C9CB-ACAD-1C325B732747}"/>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grpFill/>
              <a:ln w="6345" cap="flat">
                <a:noFill/>
                <a:prstDash val="solid"/>
                <a:miter/>
              </a:ln>
            </p:spPr>
            <p:txBody>
              <a:bodyPr rtlCol="0" anchor="ctr"/>
              <a:lstStyle/>
              <a:p>
                <a:endParaRPr lang="en-US">
                  <a:solidFill>
                    <a:schemeClr val="bg1"/>
                  </a:solidFill>
                </a:endParaRPr>
              </a:p>
            </p:txBody>
          </p:sp>
          <p:sp>
            <p:nvSpPr>
              <p:cNvPr id="62" name="Freeform 61">
                <a:extLst>
                  <a:ext uri="{FF2B5EF4-FFF2-40B4-BE49-F238E27FC236}">
                    <a16:creationId xmlns:a16="http://schemas.microsoft.com/office/drawing/2014/main" id="{C8889F5C-7017-F0AD-A292-0E3EA56F8524}"/>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grpFill/>
              <a:ln w="6345" cap="flat">
                <a:noFill/>
                <a:prstDash val="solid"/>
                <a:miter/>
              </a:ln>
            </p:spPr>
            <p:txBody>
              <a:bodyPr rtlCol="0" anchor="ctr"/>
              <a:lstStyle/>
              <a:p>
                <a:endParaRPr lang="en-US">
                  <a:solidFill>
                    <a:schemeClr val="bg1"/>
                  </a:solidFill>
                </a:endParaRPr>
              </a:p>
            </p:txBody>
          </p:sp>
          <p:sp>
            <p:nvSpPr>
              <p:cNvPr id="63" name="Freeform 62">
                <a:extLst>
                  <a:ext uri="{FF2B5EF4-FFF2-40B4-BE49-F238E27FC236}">
                    <a16:creationId xmlns:a16="http://schemas.microsoft.com/office/drawing/2014/main" id="{47F206F2-6C2D-0598-8600-BCAF57BB1FEF}"/>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grpFill/>
              <a:ln w="6345" cap="flat">
                <a:noFill/>
                <a:prstDash val="solid"/>
                <a:miter/>
              </a:ln>
            </p:spPr>
            <p:txBody>
              <a:bodyPr rtlCol="0" anchor="ctr"/>
              <a:lstStyle/>
              <a:p>
                <a:endParaRPr lang="en-US">
                  <a:solidFill>
                    <a:schemeClr val="bg1"/>
                  </a:solidFill>
                </a:endParaRPr>
              </a:p>
            </p:txBody>
          </p:sp>
          <p:sp>
            <p:nvSpPr>
              <p:cNvPr id="64" name="Freeform 63">
                <a:extLst>
                  <a:ext uri="{FF2B5EF4-FFF2-40B4-BE49-F238E27FC236}">
                    <a16:creationId xmlns:a16="http://schemas.microsoft.com/office/drawing/2014/main" id="{A9925AE1-2698-ECBF-CB8C-C2FA61B19484}"/>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grpFill/>
              <a:ln w="6345" cap="flat">
                <a:noFill/>
                <a:prstDash val="solid"/>
                <a:miter/>
              </a:ln>
            </p:spPr>
            <p:txBody>
              <a:bodyPr rtlCol="0" anchor="ctr"/>
              <a:lstStyle/>
              <a:p>
                <a:endParaRPr lang="en-US">
                  <a:solidFill>
                    <a:schemeClr val="bg1"/>
                  </a:solidFill>
                </a:endParaRPr>
              </a:p>
            </p:txBody>
          </p:sp>
          <p:sp>
            <p:nvSpPr>
              <p:cNvPr id="65" name="Freeform 64">
                <a:extLst>
                  <a:ext uri="{FF2B5EF4-FFF2-40B4-BE49-F238E27FC236}">
                    <a16:creationId xmlns:a16="http://schemas.microsoft.com/office/drawing/2014/main" id="{218BC9EB-B196-3184-73E5-DDF213272F29}"/>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grpFill/>
              <a:ln w="6345" cap="flat">
                <a:noFill/>
                <a:prstDash val="solid"/>
                <a:miter/>
              </a:ln>
            </p:spPr>
            <p:txBody>
              <a:bodyPr rtlCol="0" anchor="ctr"/>
              <a:lstStyle/>
              <a:p>
                <a:endParaRPr lang="en-US">
                  <a:solidFill>
                    <a:schemeClr val="bg1"/>
                  </a:solidFill>
                </a:endParaRPr>
              </a:p>
            </p:txBody>
          </p:sp>
          <p:sp>
            <p:nvSpPr>
              <p:cNvPr id="66" name="Freeform 65">
                <a:extLst>
                  <a:ext uri="{FF2B5EF4-FFF2-40B4-BE49-F238E27FC236}">
                    <a16:creationId xmlns:a16="http://schemas.microsoft.com/office/drawing/2014/main" id="{B3E0CCF2-026F-7198-71FE-EEC15EFDC578}"/>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grpFill/>
              <a:ln w="6345" cap="flat">
                <a:noFill/>
                <a:prstDash val="solid"/>
                <a:miter/>
              </a:ln>
            </p:spPr>
            <p:txBody>
              <a:bodyPr rtlCol="0" anchor="ctr"/>
              <a:lstStyle/>
              <a:p>
                <a:endParaRPr lang="en-US">
                  <a:solidFill>
                    <a:schemeClr val="bg1"/>
                  </a:solidFill>
                </a:endParaRPr>
              </a:p>
            </p:txBody>
          </p:sp>
          <p:sp>
            <p:nvSpPr>
              <p:cNvPr id="67" name="Freeform 66">
                <a:extLst>
                  <a:ext uri="{FF2B5EF4-FFF2-40B4-BE49-F238E27FC236}">
                    <a16:creationId xmlns:a16="http://schemas.microsoft.com/office/drawing/2014/main" id="{EF4B9FAC-CA66-86DF-4447-1C97FD11917C}"/>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grpFill/>
              <a:ln w="6345" cap="flat">
                <a:noFill/>
                <a:prstDash val="solid"/>
                <a:miter/>
              </a:ln>
            </p:spPr>
            <p:txBody>
              <a:bodyPr rtlCol="0" anchor="ctr"/>
              <a:lstStyle/>
              <a:p>
                <a:endParaRPr lang="en-US">
                  <a:solidFill>
                    <a:schemeClr val="bg1"/>
                  </a:solidFill>
                </a:endParaRPr>
              </a:p>
            </p:txBody>
          </p:sp>
        </p:grpSp>
      </p:grpSp>
      <p:sp>
        <p:nvSpPr>
          <p:cNvPr id="6" name="Graphic 7">
            <a:extLst>
              <a:ext uri="{FF2B5EF4-FFF2-40B4-BE49-F238E27FC236}">
                <a16:creationId xmlns:a16="http://schemas.microsoft.com/office/drawing/2014/main" id="{FBB70F38-152E-EDE0-7342-5C6679CABC5C}"/>
              </a:ext>
            </a:extLst>
          </p:cNvPr>
          <p:cNvSpPr/>
          <p:nvPr/>
        </p:nvSpPr>
        <p:spPr>
          <a:xfrm>
            <a:off x="0" y="0"/>
            <a:ext cx="12188825" cy="74871"/>
          </a:xfrm>
          <a:custGeom>
            <a:avLst/>
            <a:gdLst>
              <a:gd name="connsiteX0" fmla="*/ 0 w 12185715"/>
              <a:gd name="connsiteY0" fmla="*/ 0 h 74871"/>
              <a:gd name="connsiteX1" fmla="*/ 12185716 w 12185715"/>
              <a:gd name="connsiteY1" fmla="*/ 0 h 74871"/>
              <a:gd name="connsiteX2" fmla="*/ 12185716 w 12185715"/>
              <a:gd name="connsiteY2" fmla="*/ 74871 h 74871"/>
              <a:gd name="connsiteX3" fmla="*/ 0 w 12185715"/>
              <a:gd name="connsiteY3" fmla="*/ 74871 h 74871"/>
            </a:gdLst>
            <a:ahLst/>
            <a:cxnLst>
              <a:cxn ang="0">
                <a:pos x="connsiteX0" y="connsiteY0"/>
              </a:cxn>
              <a:cxn ang="0">
                <a:pos x="connsiteX1" y="connsiteY1"/>
              </a:cxn>
              <a:cxn ang="0">
                <a:pos x="connsiteX2" y="connsiteY2"/>
              </a:cxn>
              <a:cxn ang="0">
                <a:pos x="connsiteX3" y="connsiteY3"/>
              </a:cxn>
            </a:cxnLst>
            <a:rect l="l" t="t" r="r" b="b"/>
            <a:pathLst>
              <a:path w="12185715" h="74871">
                <a:moveTo>
                  <a:pt x="0" y="0"/>
                </a:moveTo>
                <a:lnTo>
                  <a:pt x="12185716" y="0"/>
                </a:lnTo>
                <a:lnTo>
                  <a:pt x="12185716" y="74871"/>
                </a:lnTo>
                <a:lnTo>
                  <a:pt x="0" y="74871"/>
                </a:lnTo>
                <a:close/>
              </a:path>
            </a:pathLst>
          </a:custGeom>
          <a:gradFill>
            <a:gsLst>
              <a:gs pos="0">
                <a:schemeClr val="accent4"/>
              </a:gs>
              <a:gs pos="25000">
                <a:schemeClr val="accent2"/>
              </a:gs>
              <a:gs pos="50000">
                <a:schemeClr val="accent3"/>
              </a:gs>
              <a:gs pos="75000">
                <a:schemeClr val="accent1"/>
              </a:gs>
              <a:gs pos="100000">
                <a:schemeClr val="accent5"/>
              </a:gs>
            </a:gsLst>
            <a:lin ang="0" scaled="1"/>
          </a:gradFill>
          <a:ln w="0" cap="flat">
            <a:noFill/>
            <a:prstDash val="solid"/>
            <a:miter/>
          </a:ln>
        </p:spPr>
        <p:txBody>
          <a:bodyPr rtlCol="0" anchor="ctr"/>
          <a:lstStyle/>
          <a:p>
            <a:endParaRPr lang="en-US"/>
          </a:p>
        </p:txBody>
      </p:sp>
      <p:sp>
        <p:nvSpPr>
          <p:cNvPr id="29" name="Graphic 7">
            <a:extLst>
              <a:ext uri="{FF2B5EF4-FFF2-40B4-BE49-F238E27FC236}">
                <a16:creationId xmlns:a16="http://schemas.microsoft.com/office/drawing/2014/main" id="{FBB70F38-152E-EDE0-7342-5C6679CABC5C}"/>
              </a:ext>
            </a:extLst>
          </p:cNvPr>
          <p:cNvSpPr/>
          <p:nvPr userDrawn="1"/>
        </p:nvSpPr>
        <p:spPr>
          <a:xfrm>
            <a:off x="0" y="0"/>
            <a:ext cx="12188825" cy="74871"/>
          </a:xfrm>
          <a:custGeom>
            <a:avLst/>
            <a:gdLst>
              <a:gd name="connsiteX0" fmla="*/ 0 w 12185715"/>
              <a:gd name="connsiteY0" fmla="*/ 0 h 74871"/>
              <a:gd name="connsiteX1" fmla="*/ 12185716 w 12185715"/>
              <a:gd name="connsiteY1" fmla="*/ 0 h 74871"/>
              <a:gd name="connsiteX2" fmla="*/ 12185716 w 12185715"/>
              <a:gd name="connsiteY2" fmla="*/ 74871 h 74871"/>
              <a:gd name="connsiteX3" fmla="*/ 0 w 12185715"/>
              <a:gd name="connsiteY3" fmla="*/ 74871 h 74871"/>
            </a:gdLst>
            <a:ahLst/>
            <a:cxnLst>
              <a:cxn ang="0">
                <a:pos x="connsiteX0" y="connsiteY0"/>
              </a:cxn>
              <a:cxn ang="0">
                <a:pos x="connsiteX1" y="connsiteY1"/>
              </a:cxn>
              <a:cxn ang="0">
                <a:pos x="connsiteX2" y="connsiteY2"/>
              </a:cxn>
              <a:cxn ang="0">
                <a:pos x="connsiteX3" y="connsiteY3"/>
              </a:cxn>
            </a:cxnLst>
            <a:rect l="l" t="t" r="r" b="b"/>
            <a:pathLst>
              <a:path w="12185715" h="74871">
                <a:moveTo>
                  <a:pt x="0" y="0"/>
                </a:moveTo>
                <a:lnTo>
                  <a:pt x="12185716" y="0"/>
                </a:lnTo>
                <a:lnTo>
                  <a:pt x="12185716" y="74871"/>
                </a:lnTo>
                <a:lnTo>
                  <a:pt x="0" y="74871"/>
                </a:lnTo>
                <a:close/>
              </a:path>
            </a:pathLst>
          </a:custGeom>
          <a:gradFill>
            <a:gsLst>
              <a:gs pos="0">
                <a:schemeClr val="accent4"/>
              </a:gs>
              <a:gs pos="25000">
                <a:schemeClr val="accent2"/>
              </a:gs>
              <a:gs pos="50000">
                <a:schemeClr val="accent3"/>
              </a:gs>
              <a:gs pos="75000">
                <a:schemeClr val="accent1"/>
              </a:gs>
              <a:gs pos="100000">
                <a:schemeClr val="accent5"/>
              </a:gs>
            </a:gsLst>
            <a:lin ang="0" scaled="1"/>
          </a:gradFill>
          <a:ln w="0" cap="flat">
            <a:noFill/>
            <a:prstDash val="solid"/>
            <a:miter/>
          </a:ln>
        </p:spPr>
        <p:txBody>
          <a:bodyPr rtlCol="0" anchor="ctr"/>
          <a:lstStyle/>
          <a:p>
            <a:endParaRPr lang="en-US"/>
          </a:p>
        </p:txBody>
      </p:sp>
      <p:sp>
        <p:nvSpPr>
          <p:cNvPr id="7" name="TextBox 6">
            <a:extLst>
              <a:ext uri="{FF2B5EF4-FFF2-40B4-BE49-F238E27FC236}">
                <a16:creationId xmlns:a16="http://schemas.microsoft.com/office/drawing/2014/main" id="{04983755-D295-0247-D3CD-EAE7D44A028D}"/>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chemeClr val="tx1"/>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chemeClr val="tx1"/>
              </a:solidFill>
              <a:latin typeface="+mn-lt"/>
              <a:sym typeface="Arial" panose="020B0604020202020204" pitchFamily="34" charset="0"/>
              <a:rtl val="0"/>
            </a:endParaRPr>
          </a:p>
        </p:txBody>
      </p:sp>
    </p:spTree>
    <p:extLst>
      <p:ext uri="{BB962C8B-B14F-4D97-AF65-F5344CB8AC3E}">
        <p14:creationId xmlns:p14="http://schemas.microsoft.com/office/powerpoint/2010/main" val="2008961984"/>
      </p:ext>
    </p:extLst>
  </p:cSld>
  <p:clrMap bg1="lt1" tx1="dk1" bg2="lt2" tx2="dk2" accent1="accent1" accent2="accent2" accent3="accent3" accent4="accent4" accent5="accent5" accent6="accent6" hlink="hlink" folHlink="folHlink"/>
  <p:sldLayoutIdLst>
    <p:sldLayoutId id="2147484381" r:id="rId1"/>
    <p:sldLayoutId id="2147484382" r:id="rId2"/>
    <p:sldLayoutId id="2147484383" r:id="rId3"/>
    <p:sldLayoutId id="2147484384" r:id="rId4"/>
    <p:sldLayoutId id="2147484385" r:id="rId5"/>
    <p:sldLayoutId id="2147484386" r:id="rId6"/>
    <p:sldLayoutId id="2147484387" r:id="rId7"/>
    <p:sldLayoutId id="2147484388" r:id="rId8"/>
    <p:sldLayoutId id="2147484389" r:id="rId9"/>
    <p:sldLayoutId id="2147484390" r:id="rId10"/>
    <p:sldLayoutId id="2147484391" r:id="rId11"/>
    <p:sldLayoutId id="2147484392" r:id="rId12"/>
    <p:sldLayoutId id="2147484393" r:id="rId13"/>
    <p:sldLayoutId id="2147484394" r:id="rId14"/>
    <p:sldLayoutId id="2147484395" r:id="rId15"/>
    <p:sldLayoutId id="2147484396" r:id="rId16"/>
    <p:sldLayoutId id="2147484397" r:id="rId17"/>
    <p:sldLayoutId id="2147484398" r:id="rId18"/>
    <p:sldLayoutId id="2147484399" r:id="rId19"/>
    <p:sldLayoutId id="2147484400" r:id="rId20"/>
    <p:sldLayoutId id="2147484401" r:id="rId21"/>
    <p:sldLayoutId id="2147484402" r:id="rId22"/>
    <p:sldLayoutId id="2147484403" r:id="rId23"/>
    <p:sldLayoutId id="2147484404" r:id="rId24"/>
    <p:sldLayoutId id="2147484405" r:id="rId25"/>
    <p:sldLayoutId id="2147484406" r:id="rId26"/>
    <p:sldLayoutId id="2147484407" r:id="rId27"/>
    <p:sldLayoutId id="2147484408" r:id="rId28"/>
    <p:sldLayoutId id="2147484409" r:id="rId29"/>
    <p:sldLayoutId id="2147484410" r:id="rId30"/>
    <p:sldLayoutId id="2147484411" r:id="rId31"/>
    <p:sldLayoutId id="2147484412" r:id="rId32"/>
    <p:sldLayoutId id="2147484413" r:id="rId33"/>
    <p:sldLayoutId id="2147484414" r:id="rId34"/>
    <p:sldLayoutId id="2147484415" r:id="rId35"/>
    <p:sldLayoutId id="2147484416" r:id="rId36"/>
    <p:sldLayoutId id="2147484417" r:id="rId37"/>
    <p:sldLayoutId id="2147484418" r:id="rId38"/>
    <p:sldLayoutId id="2147484419" r:id="rId39"/>
    <p:sldLayoutId id="2147484420" r:id="rId40"/>
    <p:sldLayoutId id="2147484421" r:id="rId41"/>
    <p:sldLayoutId id="2147484422" r:id="rId42"/>
  </p:sldLayoutIdLst>
  <mc:AlternateContent xmlns:mc="http://schemas.openxmlformats.org/markup-compatibility/2006" xmlns:p14="http://schemas.microsoft.com/office/powerpoint/2010/main">
    <mc:Choice Requires="p14">
      <p:transition spd="med" p14:dur="700">
        <p:fade/>
      </p:transition>
    </mc:Choice>
    <mc:Fallback xmlns:p15="http://schemas.microsoft.com/office/powerpoint/2012/main" xmlns:a16="http://schemas.microsoft.com/office/drawing/2014/main" xmlns="">
      <p:transition spd="med">
        <p:fade/>
      </p:transition>
    </mc:Fallback>
  </mc:AlternateContent>
  <p:hf sldNum="0" hdr="0" ftr="0" dt="0"/>
  <p:txStyles>
    <p:titleStyle>
      <a:lvl1pPr algn="l" defTabSz="914400" rtl="0" eaLnBrk="1" latinLnBrk="0" hangingPunct="1">
        <a:lnSpc>
          <a:spcPct val="90000"/>
        </a:lnSpc>
        <a:spcBef>
          <a:spcPct val="0"/>
        </a:spcBef>
        <a:buNone/>
        <a:defRPr sz="2800" b="0" kern="120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1200"/>
        </a:spcAft>
        <a:buClr>
          <a:schemeClr val="tx1">
            <a:lumMod val="60000"/>
            <a:lumOff val="40000"/>
          </a:schemeClr>
        </a:buClr>
        <a:buSzPct val="90000"/>
        <a:buFont typeface="Arial" panose="020B0604020202020204" pitchFamily="34" charset="0"/>
        <a:buChar char="​"/>
        <a:defRPr sz="2000" kern="1200">
          <a:solidFill>
            <a:schemeClr val="tx1"/>
          </a:solidFill>
          <a:latin typeface="+mn-lt"/>
          <a:ea typeface="+mn-ea"/>
          <a:cs typeface="+mn-cs"/>
        </a:defRPr>
      </a:lvl1pPr>
      <a:lvl2pPr marL="457200" indent="-184150" algn="l" defTabSz="914400" rtl="0" eaLnBrk="1" latinLnBrk="0" hangingPunct="1">
        <a:lnSpc>
          <a:spcPct val="100000"/>
        </a:lnSpc>
        <a:spcBef>
          <a:spcPts val="0"/>
        </a:spcBef>
        <a:spcAft>
          <a:spcPts val="1200"/>
        </a:spcAft>
        <a:buClr>
          <a:schemeClr val="tx1"/>
        </a:buClr>
        <a:buSzPct val="90000"/>
        <a:buFont typeface="Arial" panose="020B0604020202020204" pitchFamily="34" charset="0"/>
        <a:buChar char="•"/>
        <a:defRPr sz="1800" kern="1200">
          <a:solidFill>
            <a:schemeClr val="tx1"/>
          </a:solidFill>
          <a:latin typeface="+mn-lt"/>
          <a:ea typeface="+mn-ea"/>
          <a:cs typeface="+mn-cs"/>
        </a:defRPr>
      </a:lvl2pPr>
      <a:lvl3pPr marL="744538" indent="-169863" algn="l" defTabSz="914400" rtl="0" eaLnBrk="1" latinLnBrk="0" hangingPunct="1">
        <a:lnSpc>
          <a:spcPct val="100000"/>
        </a:lnSpc>
        <a:spcBef>
          <a:spcPts val="0"/>
        </a:spcBef>
        <a:spcAft>
          <a:spcPts val="1200"/>
        </a:spcAft>
        <a:buClr>
          <a:schemeClr val="tx1"/>
        </a:buClr>
        <a:buSzPct val="90000"/>
        <a:buFont typeface="Arial" panose="020B0604020202020204" pitchFamily="34" charset="0"/>
        <a:buChar char="–"/>
        <a:defRPr sz="1600" kern="1200">
          <a:solidFill>
            <a:schemeClr val="tx1"/>
          </a:solidFill>
          <a:latin typeface="+mn-lt"/>
          <a:ea typeface="+mn-ea"/>
          <a:cs typeface="+mn-cs"/>
        </a:defRPr>
      </a:lvl3pPr>
      <a:lvl4pPr marL="969963" indent="-166688" algn="l" defTabSz="914400" rtl="0" eaLnBrk="1" latinLnBrk="0" hangingPunct="1">
        <a:lnSpc>
          <a:spcPct val="100000"/>
        </a:lnSpc>
        <a:spcBef>
          <a:spcPts val="0"/>
        </a:spcBef>
        <a:spcAft>
          <a:spcPts val="1200"/>
        </a:spcAft>
        <a:buClr>
          <a:schemeClr val="tx1"/>
        </a:buClr>
        <a:buSzPct val="90000"/>
        <a:buFont typeface="Arial" panose="020B0604020202020204" pitchFamily="34" charset="0"/>
        <a:buChar char="•"/>
        <a:defRPr sz="1400" kern="1200">
          <a:solidFill>
            <a:schemeClr val="tx1"/>
          </a:solidFill>
          <a:latin typeface="+mn-lt"/>
          <a:ea typeface="+mn-ea"/>
          <a:cs typeface="+mn-cs"/>
        </a:defRPr>
      </a:lvl4pPr>
      <a:lvl5pPr marL="1143000" indent="-138113" algn="l" defTabSz="914400" rtl="0" eaLnBrk="1" latinLnBrk="0" hangingPunct="1">
        <a:lnSpc>
          <a:spcPct val="100000"/>
        </a:lnSpc>
        <a:spcBef>
          <a:spcPts val="0"/>
        </a:spcBef>
        <a:spcAft>
          <a:spcPts val="1200"/>
        </a:spcAft>
        <a:buClr>
          <a:schemeClr val="tx1"/>
        </a:buClr>
        <a:buSzPct val="90000"/>
        <a:buFont typeface="Arial" panose="020B0604020202020204" pitchFamily="34" charset="0"/>
        <a:buChar char="–"/>
        <a:tabLst/>
        <a:defRPr sz="1400" kern="1200">
          <a:solidFill>
            <a:schemeClr val="tx1"/>
          </a:solidFill>
          <a:latin typeface="+mn-lt"/>
          <a:ea typeface="+mn-ea"/>
          <a:cs typeface="+mn-cs"/>
        </a:defRPr>
      </a:lvl5pPr>
      <a:lvl6pPr marL="1258888" indent="-111125" algn="l" defTabSz="914400" rtl="0" eaLnBrk="1" latinLnBrk="0" hangingPunct="1">
        <a:lnSpc>
          <a:spcPct val="100000"/>
        </a:lnSpc>
        <a:spcBef>
          <a:spcPts val="0"/>
        </a:spcBef>
        <a:spcAft>
          <a:spcPts val="1200"/>
        </a:spcAft>
        <a:buClr>
          <a:schemeClr val="tx1"/>
        </a:buClr>
        <a:buSzPct val="90000"/>
        <a:buFont typeface="Arial" panose="020B0604020202020204" pitchFamily="34" charset="0"/>
        <a:buChar char="•"/>
        <a:tabLst/>
        <a:defRPr sz="1400" kern="1200">
          <a:solidFill>
            <a:schemeClr val="tx1"/>
          </a:solidFill>
          <a:latin typeface="+mn-lt"/>
          <a:ea typeface="+mn-ea"/>
          <a:cs typeface="+mn-cs"/>
        </a:defRPr>
      </a:lvl6pPr>
      <a:lvl7pPr marL="1379538" indent="-120650" algn="l" defTabSz="914400" rtl="0" eaLnBrk="1" latinLnBrk="0" hangingPunct="1">
        <a:lnSpc>
          <a:spcPct val="100000"/>
        </a:lnSpc>
        <a:spcBef>
          <a:spcPts val="0"/>
        </a:spcBef>
        <a:spcAft>
          <a:spcPts val="1200"/>
        </a:spcAft>
        <a:buClr>
          <a:schemeClr val="tx1"/>
        </a:buClr>
        <a:buSzPct val="90000"/>
        <a:buFont typeface="Arial" panose="020B0604020202020204" pitchFamily="34" charset="0"/>
        <a:buChar char="-"/>
        <a:tabLst/>
        <a:defRPr sz="1400" kern="1200">
          <a:solidFill>
            <a:schemeClr val="tx1"/>
          </a:solidFill>
          <a:latin typeface="+mn-lt"/>
          <a:ea typeface="+mn-ea"/>
          <a:cs typeface="+mn-cs"/>
        </a:defRPr>
      </a:lvl7pPr>
      <a:lvl8pPr marL="1550988" indent="-120650" algn="l" defTabSz="914400" rtl="0" eaLnBrk="1" latinLnBrk="0" hangingPunct="1">
        <a:lnSpc>
          <a:spcPct val="100000"/>
        </a:lnSpc>
        <a:spcBef>
          <a:spcPts val="0"/>
        </a:spcBef>
        <a:spcAft>
          <a:spcPts val="1200"/>
        </a:spcAft>
        <a:buClr>
          <a:schemeClr val="tx1"/>
        </a:buClr>
        <a:buSzPct val="90000"/>
        <a:buFont typeface="Arial" panose="020B0604020202020204" pitchFamily="34" charset="0"/>
        <a:buChar char="•"/>
        <a:tabLst/>
        <a:defRPr sz="1400" kern="1200">
          <a:solidFill>
            <a:schemeClr val="tx1"/>
          </a:solidFill>
          <a:latin typeface="+mn-lt"/>
          <a:ea typeface="+mn-ea"/>
          <a:cs typeface="+mn-cs"/>
        </a:defRPr>
      </a:lvl8pPr>
      <a:lvl9pPr marL="1722438" indent="-120650" algn="l" defTabSz="914400" rtl="0" eaLnBrk="1" latinLnBrk="0" hangingPunct="1">
        <a:lnSpc>
          <a:spcPct val="100000"/>
        </a:lnSpc>
        <a:spcBef>
          <a:spcPts val="0"/>
        </a:spcBef>
        <a:spcAft>
          <a:spcPts val="1200"/>
        </a:spcAft>
        <a:buClr>
          <a:schemeClr val="tx1"/>
        </a:buClr>
        <a:buSzPct val="90000"/>
        <a:buFont typeface="Arial" panose="020B0604020202020204" pitchFamily="34" charset="0"/>
        <a:buChar char="-"/>
        <a:tabLst/>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guide id="3" orient="horz" pos="1872">
          <p15:clr>
            <a:srgbClr val="F26B43"/>
          </p15:clr>
        </p15:guide>
        <p15:guide id="4" orient="horz" pos="1584">
          <p15:clr>
            <a:srgbClr val="F26B43"/>
          </p15:clr>
        </p15:guide>
        <p15:guide id="5" orient="horz" pos="1296">
          <p15:clr>
            <a:srgbClr val="F26B43"/>
          </p15:clr>
        </p15:guide>
        <p15:guide id="6" orient="horz" pos="1008">
          <p15:clr>
            <a:srgbClr val="F26B43"/>
          </p15:clr>
        </p15:guide>
        <p15:guide id="7" orient="horz" pos="720">
          <p15:clr>
            <a:srgbClr val="F26B43"/>
          </p15:clr>
        </p15:guide>
        <p15:guide id="8" orient="horz" pos="576">
          <p15:clr>
            <a:srgbClr val="F26B43"/>
          </p15:clr>
        </p15:guide>
        <p15:guide id="9" orient="horz" pos="288">
          <p15:clr>
            <a:srgbClr val="F26B43"/>
          </p15:clr>
        </p15:guide>
        <p15:guide id="10" orient="horz">
          <p15:clr>
            <a:srgbClr val="F26B43"/>
          </p15:clr>
        </p15:guide>
        <p15:guide id="11" orient="horz" pos="2448">
          <p15:clr>
            <a:srgbClr val="F26B43"/>
          </p15:clr>
        </p15:guide>
        <p15:guide id="12" orient="horz" pos="2736">
          <p15:clr>
            <a:srgbClr val="F26B43"/>
          </p15:clr>
        </p15:guide>
        <p15:guide id="13" orient="horz" pos="3024">
          <p15:clr>
            <a:srgbClr val="F26B43"/>
          </p15:clr>
        </p15:guide>
        <p15:guide id="14" orient="horz" pos="3312">
          <p15:clr>
            <a:srgbClr val="F26B43"/>
          </p15:clr>
        </p15:guide>
        <p15:guide id="15" orient="horz" pos="3600">
          <p15:clr>
            <a:srgbClr val="F26B43"/>
          </p15:clr>
        </p15:guide>
        <p15:guide id="16" orient="horz" pos="3888">
          <p15:clr>
            <a:srgbClr val="F26B43"/>
          </p15:clr>
        </p15:guide>
        <p15:guide id="17" orient="horz" pos="4032">
          <p15:clr>
            <a:srgbClr val="F26B43"/>
          </p15:clr>
        </p15:guide>
        <p15:guide id="18" pos="3551">
          <p15:clr>
            <a:srgbClr val="F26B43"/>
          </p15:clr>
        </p15:guide>
        <p15:guide id="19" pos="3263">
          <p15:clr>
            <a:srgbClr val="F26B43"/>
          </p15:clr>
        </p15:guide>
        <p15:guide id="20" pos="2975">
          <p15:clr>
            <a:srgbClr val="F26B43"/>
          </p15:clr>
        </p15:guide>
        <p15:guide id="21" pos="2687">
          <p15:clr>
            <a:srgbClr val="F26B43"/>
          </p15:clr>
        </p15:guide>
        <p15:guide id="22" pos="2399">
          <p15:clr>
            <a:srgbClr val="F26B43"/>
          </p15:clr>
        </p15:guide>
        <p15:guide id="23" pos="2111">
          <p15:clr>
            <a:srgbClr val="F26B43"/>
          </p15:clr>
        </p15:guide>
        <p15:guide id="24" pos="1823">
          <p15:clr>
            <a:srgbClr val="F26B43"/>
          </p15:clr>
        </p15:guide>
        <p15:guide id="25" pos="1535">
          <p15:clr>
            <a:srgbClr val="F26B43"/>
          </p15:clr>
        </p15:guide>
        <p15:guide id="26" pos="1247">
          <p15:clr>
            <a:srgbClr val="F26B43"/>
          </p15:clr>
        </p15:guide>
        <p15:guide id="27" pos="959">
          <p15:clr>
            <a:srgbClr val="F26B43"/>
          </p15:clr>
        </p15:guide>
        <p15:guide id="28" pos="671">
          <p15:clr>
            <a:srgbClr val="F26B43"/>
          </p15:clr>
        </p15:guide>
        <p15:guide id="29" pos="383">
          <p15:clr>
            <a:srgbClr val="F26B43"/>
          </p15:clr>
        </p15:guide>
        <p15:guide id="30" pos="4127">
          <p15:clr>
            <a:srgbClr val="F26B43"/>
          </p15:clr>
        </p15:guide>
        <p15:guide id="31" pos="4415">
          <p15:clr>
            <a:srgbClr val="F26B43"/>
          </p15:clr>
        </p15:guide>
        <p15:guide id="32" pos="4703">
          <p15:clr>
            <a:srgbClr val="F26B43"/>
          </p15:clr>
        </p15:guide>
        <p15:guide id="33" pos="4991">
          <p15:clr>
            <a:srgbClr val="F26B43"/>
          </p15:clr>
        </p15:guide>
        <p15:guide id="34" pos="5279">
          <p15:clr>
            <a:srgbClr val="F26B43"/>
          </p15:clr>
        </p15:guide>
        <p15:guide id="35" pos="5567">
          <p15:clr>
            <a:srgbClr val="F26B43"/>
          </p15:clr>
        </p15:guide>
        <p15:guide id="36" pos="5855">
          <p15:clr>
            <a:srgbClr val="F26B43"/>
          </p15:clr>
        </p15:guide>
        <p15:guide id="37" pos="6143">
          <p15:clr>
            <a:srgbClr val="F26B43"/>
          </p15:clr>
        </p15:guide>
        <p15:guide id="38" pos="6431">
          <p15:clr>
            <a:srgbClr val="F26B43"/>
          </p15:clr>
        </p15:guide>
        <p15:guide id="39" pos="6719">
          <p15:clr>
            <a:srgbClr val="F26B43"/>
          </p15:clr>
        </p15:guide>
        <p15:guide id="40" pos="7007">
          <p15:clr>
            <a:srgbClr val="F26B43"/>
          </p15:clr>
        </p15:guide>
        <p15:guide id="41" pos="7295">
          <p15:clr>
            <a:srgbClr val="F26B43"/>
          </p15:clr>
        </p15:guide>
        <p15:guide id="42" pos="7678">
          <p15:clr>
            <a:srgbClr val="F26B43"/>
          </p15:clr>
        </p15:guide>
        <p15:guide id="43" orient="horz" pos="4320">
          <p15:clr>
            <a:srgbClr val="F26B43"/>
          </p15:clr>
        </p15:guide>
        <p15:guide id="4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 Id="rId3" Type="http://schemas.openxmlformats.org/officeDocument/2006/relationships/image" Target="../media/image69.png"/><Relationship Id="rId4" Type="http://schemas.openxmlformats.org/officeDocument/2006/relationships/image" Target="../media/image70.sv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2.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8CB83-8D65-2ABB-DC6D-88BDC7E607D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3BE15E7-62D4-18F9-2A8E-2DFDA291F6AA}"/>
              </a:ext>
            </a:extLst>
          </p:cNvPr>
          <p:cNvSpPr>
            <a:spLocks noGrp="1"/>
          </p:cNvSpPr>
          <p:nvPr>
            <p:ph type="body" sz="quarter" idx="11"/>
          </p:nvPr>
        </p:nvSpPr>
        <p:spPr/>
        <p:txBody>
          <a:bodyPr/>
          <a:lstStyle/>
          <a:p>
            <a:r>
              <a:rPr lang="en-US" dirty="0">
                <a:ea typeface="Microsoft JhengHei"/>
              </a:rPr>
              <a:t>Kosten Yang</a:t>
            </a:r>
          </a:p>
        </p:txBody>
      </p:sp>
      <p:sp>
        <p:nvSpPr>
          <p:cNvPr id="3" name="Text Placeholder 2">
            <a:extLst>
              <a:ext uri="{FF2B5EF4-FFF2-40B4-BE49-F238E27FC236}">
                <a16:creationId xmlns:a16="http://schemas.microsoft.com/office/drawing/2014/main" id="{8DFE6FB6-1609-3FAE-9BEA-89AB92753A87}"/>
              </a:ext>
            </a:extLst>
          </p:cNvPr>
          <p:cNvSpPr>
            <a:spLocks noGrp="1"/>
          </p:cNvSpPr>
          <p:nvPr>
            <p:ph type="body" sz="quarter" idx="12"/>
          </p:nvPr>
        </p:nvSpPr>
        <p:spPr/>
        <p:txBody>
          <a:bodyPr/>
          <a:lstStyle/>
          <a:p>
            <a:r>
              <a:rPr lang="en-US" dirty="0">
                <a:ea typeface="Microsoft JhengHei"/>
              </a:rPr>
              <a:t>Broadcom CXS</a:t>
            </a:r>
          </a:p>
        </p:txBody>
      </p:sp>
      <p:sp>
        <p:nvSpPr>
          <p:cNvPr id="4" name="Text Placeholder 3">
            <a:extLst>
              <a:ext uri="{FF2B5EF4-FFF2-40B4-BE49-F238E27FC236}">
                <a16:creationId xmlns:a16="http://schemas.microsoft.com/office/drawing/2014/main" id="{9132F5D4-89CA-F716-8646-DAC34C98DC2D}"/>
              </a:ext>
            </a:extLst>
          </p:cNvPr>
          <p:cNvSpPr>
            <a:spLocks noGrp="1"/>
          </p:cNvSpPr>
          <p:nvPr>
            <p:ph type="body" sz="quarter" idx="14"/>
          </p:nvPr>
        </p:nvSpPr>
        <p:spPr/>
        <p:txBody>
          <a:bodyPr/>
          <a:lstStyle/>
          <a:p>
            <a:r>
              <a:rPr lang="en-US" dirty="0">
                <a:ea typeface="Microsoft JhengHei"/>
              </a:rPr>
              <a:t>October 2026</a:t>
            </a:r>
          </a:p>
        </p:txBody>
      </p:sp>
      <p:sp>
        <p:nvSpPr>
          <p:cNvPr id="5" name="Title 4" title="Title">
            <a:extLst>
              <a:ext uri="{FF2B5EF4-FFF2-40B4-BE49-F238E27FC236}">
                <a16:creationId xmlns:a16="http://schemas.microsoft.com/office/drawing/2014/main" id="{AEDE7F6C-FEFE-9BC1-068E-5660ECB25F07}"/>
              </a:ext>
            </a:extLst>
          </p:cNvPr>
          <p:cNvSpPr>
            <a:spLocks noGrp="1"/>
          </p:cNvSpPr>
          <p:nvPr>
            <p:ph type="title"/>
          </p:nvPr>
        </p:nvSpPr>
        <p:spPr/>
        <p:txBody>
          <a:bodyPr/>
          <a:lstStyle/>
          <a:p>
            <a:r>
              <a:rPr lang="en-US" dirty="0">
                <a:solidFill>
                  <a:schemeClr val="accent2"/>
                </a:solidFill>
                <a:ea typeface="Microsoft JhengHei"/>
              </a:rPr>
              <a:t>VCF 9.1.1 Converge &amp; Import Plan</a:t>
            </a:r>
          </a:p>
        </p:txBody>
      </p:sp>
      <p:sp>
        <p:nvSpPr>
          <p:cNvPr id="6" name="Subtitle 5" title="Subtitle">
            <a:extLst>
              <a:ext uri="{FF2B5EF4-FFF2-40B4-BE49-F238E27FC236}">
                <a16:creationId xmlns:a16="http://schemas.microsoft.com/office/drawing/2014/main" id="{86EB749A-6516-3642-E642-19AECC60C370}"/>
              </a:ext>
            </a:extLst>
          </p:cNvPr>
          <p:cNvSpPr>
            <a:spLocks noGrp="1"/>
          </p:cNvSpPr>
          <p:nvPr>
            <p:ph type="subTitle" idx="10"/>
          </p:nvPr>
        </p:nvSpPr>
        <p:spPr/>
        <p:txBody>
          <a:bodyPr/>
          <a:lstStyle/>
          <a:p>
            <a:pPr marL="0" marR="0" lvl="0" indent="0" algn="l" defTabSz="914400" rtl="0" eaLnBrk="1" fontAlgn="auto" latinLnBrk="0" hangingPunct="1">
              <a:lnSpc>
                <a:spcPct val="100000"/>
              </a:lnSpc>
              <a:spcBef>
                <a:spcPts val="1200"/>
              </a:spcBef>
              <a:spcAft>
                <a:spcPts val="0"/>
              </a:spcAft>
              <a:buClr>
                <a:srgbClr val="000001">
                  <a:lumMod val="60000"/>
                  <a:lumOff val="40000"/>
                </a:srgbClr>
              </a:buClr>
              <a:buSzPct val="90000"/>
              <a:buFont typeface="Metropolis" panose="020B0604020202020204" pitchFamily="34" charset="0"/>
              <a:buNone/>
              <a:tabLst/>
              <a:defRPr/>
            </a:pPr>
            <a:r>
              <a:rPr kumimoji="0" lang="en-US" sz="2400" b="0" i="0" u="none" strike="noStrike" kern="1200" cap="none" spc="0" normalizeH="0" baseline="0" noProof="0" dirty="0">
                <a:ln>
                  <a:noFill/>
                </a:ln>
                <a:solidFill>
                  <a:schemeClr val="tx1"/>
                </a:solidFill>
                <a:effectLst/>
                <a:uLnTx/>
                <a:uFillTx/>
                <a:latin typeface="+mn-lt"/>
                <a:ea typeface="+mn-ea"/>
                <a:cs typeface="+mn-cs"/>
              </a:rPr>
              <a:t>CTBC ｜ 執行計畫與每步 Checklist</a:t>
            </a:r>
          </a:p>
        </p:txBody>
      </p:sp>
      <p:pic>
        <p:nvPicPr>
          <p:cNvPr id="8" name="Graphic 7">
            <a:extLst>
              <a:ext uri="{FF2B5EF4-FFF2-40B4-BE49-F238E27FC236}">
                <a16:creationId xmlns:a16="http://schemas.microsoft.com/office/drawing/2014/main" id="{17DE22BB-CD4F-C36C-54AE-6B4A09B2DB6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567840" y="2227256"/>
            <a:ext cx="2377440" cy="2377440"/>
          </a:xfrm>
          <a:prstGeom prst="rect">
            <a:avLst/>
          </a:prstGeom>
        </p:spPr>
      </p:pic>
    </p:spTree>
    <p:extLst>
      <p:ext uri="{BB962C8B-B14F-4D97-AF65-F5344CB8AC3E}">
        <p14:creationId xmlns:p14="http://schemas.microsoft.com/office/powerpoint/2010/main" val="15333621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077314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Plan at a Glance</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007B8C"/>
                </a:solidFill>
                <a:latin typeface="Arial"/>
                <a:ea typeface="Microsoft JhengHei"/>
                <a:cs typeface="Arial"/>
              </a:rPr>
              <a:t>結論先講：原 13 步大方向可行；調整集中在搬遷方式、WLD 匯入路徑與 Depot</a:t>
            </a:r>
          </a:p>
        </p:txBody>
      </p:sp>
      <p:sp>
        <p:nvSpPr>
          <p:cNvPr id="4" name="TextBox 3"/>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sp>
        <p:nvSpPr>
          <p:cNvPr id="5" name="Oval 4"/>
          <p:cNvSpPr/>
          <p:nvPr/>
        </p:nvSpPr>
        <p:spPr>
          <a:xfrm>
            <a:off x="621792" y="1325880"/>
            <a:ext cx="731520" cy="731520"/>
          </a:xfrm>
          <a:prstGeom prst="ellipse">
            <a:avLst/>
          </a:prstGeom>
          <a:solidFill>
            <a:srgbClr val="6C4B94"/>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18288" bIns="18288" wrap="square"/>
          <a:lstStyle/>
          <a:p>
            <a:pPr algn="ctr">
              <a:spcAft>
                <a:spcPts val="0"/>
              </a:spcAft>
            </a:pPr>
            <a:r>
              <a:rPr sz="1800" b="1">
                <a:solidFill>
                  <a:srgbClr val="FFFFFF"/>
                </a:solidFill>
                <a:latin typeface="Arial"/>
                <a:ea typeface="Microsoft JhengHei"/>
                <a:cs typeface="Arial"/>
              </a:rPr>
              <a:t>01</a:t>
            </a:r>
          </a:p>
        </p:txBody>
      </p:sp>
      <p:cxnSp>
        <p:nvCxnSpPr>
          <p:cNvPr id="6" name="Connector 5"/>
          <p:cNvCxnSpPr/>
          <p:nvPr/>
        </p:nvCxnSpPr>
        <p:spPr>
          <a:xfrm>
            <a:off x="1444752" y="1691640"/>
            <a:ext cx="192024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76072" y="2176272"/>
            <a:ext cx="2697480" cy="329184"/>
          </a:xfrm>
          <a:prstGeom prst="rect">
            <a:avLst/>
          </a:prstGeom>
          <a:noFill/>
        </p:spPr>
        <p:txBody>
          <a:bodyPr wrap="square" lIns="45720" rIns="45720" tIns="27432" bIns="27432" anchor="t">
            <a:spAutoFit/>
          </a:bodyPr>
          <a:lstStyle/>
          <a:p>
            <a:pPr algn="l">
              <a:spcAft>
                <a:spcPts val="200"/>
              </a:spcAft>
            </a:pPr>
            <a:r>
              <a:rPr sz="1300" b="1">
                <a:solidFill>
                  <a:srgbClr val="6C4B94"/>
                </a:solidFill>
                <a:latin typeface="Arial"/>
                <a:ea typeface="Microsoft JhengHei"/>
                <a:cs typeface="Arial"/>
              </a:rPr>
              <a:t>Sequence / 順序調整</a:t>
            </a:r>
          </a:p>
        </p:txBody>
      </p:sp>
      <p:sp>
        <p:nvSpPr>
          <p:cNvPr id="8" name="Rectangle 7"/>
          <p:cNvSpPr/>
          <p:nvPr/>
        </p:nvSpPr>
        <p:spPr>
          <a:xfrm>
            <a:off x="612648" y="2542032"/>
            <a:ext cx="2587752" cy="36576"/>
          </a:xfrm>
          <a:prstGeom prst="rect">
            <a:avLst/>
          </a:prstGeom>
          <a:solidFill>
            <a:srgbClr val="6C4B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6072" y="2697480"/>
            <a:ext cx="2697480" cy="1645920"/>
          </a:xfrm>
          <a:prstGeom prst="rect">
            <a:avLst/>
          </a:prstGeom>
          <a:noFill/>
        </p:spPr>
        <p:txBody>
          <a:bodyPr wrap="square" lIns="45720" rIns="45720" tIns="27432" bIns="27432" anchor="t">
            <a:spAutoFit/>
          </a:bodyPr>
          <a:lstStyle/>
          <a:p>
            <a:pPr algn="l">
              <a:spcAft>
                <a:spcPts val="800"/>
              </a:spcAft>
            </a:pPr>
            <a:r>
              <a:rPr sz="1250" b="0">
                <a:solidFill>
                  <a:srgbClr val="333333"/>
                </a:solidFill>
                <a:latin typeface="Arial"/>
                <a:ea typeface="Microsoft JhengHei"/>
                <a:cs typeface="Arial"/>
              </a:rPr>
              <a:t>• 原 1–7 步順序可行（vRO = Aria Ops）</a:t>
            </a:r>
          </a:p>
          <a:p>
            <a:pPr algn="l">
              <a:spcAft>
                <a:spcPts val="800"/>
              </a:spcAft>
            </a:pPr>
            <a:r>
              <a:rPr sz="1250" b="0">
                <a:solidFill>
                  <a:srgbClr val="333333"/>
                </a:solidFill>
                <a:latin typeface="Arial"/>
                <a:ea typeface="Microsoft JhengHei"/>
                <a:cs typeface="Arial"/>
              </a:rPr>
              <a:t>• Aria Ops 先搬、先升 9.1.1，Converge 沿用</a:t>
            </a:r>
          </a:p>
          <a:p>
            <a:pPr algn="l">
              <a:spcAft>
                <a:spcPts val="800"/>
              </a:spcAft>
            </a:pPr>
            <a:r>
              <a:rPr sz="1250" b="0">
                <a:solidFill>
                  <a:srgbClr val="333333"/>
                </a:solidFill>
                <a:latin typeface="Arial"/>
                <a:ea typeface="Microsoft JhengHei"/>
                <a:cs typeface="Arial"/>
              </a:rPr>
              <a:t>• WLD 升級拆成 vCenter、ESXi 兩段</a:t>
            </a:r>
          </a:p>
        </p:txBody>
      </p:sp>
      <p:sp>
        <p:nvSpPr>
          <p:cNvPr id="10" name="Oval 9"/>
          <p:cNvSpPr/>
          <p:nvPr/>
        </p:nvSpPr>
        <p:spPr>
          <a:xfrm>
            <a:off x="3429000" y="1325880"/>
            <a:ext cx="731520" cy="731520"/>
          </a:xfrm>
          <a:prstGeom prst="ellipse">
            <a:avLst/>
          </a:prstGeom>
          <a:solidFill>
            <a:srgbClr val="007B8C"/>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18288" bIns="18288" wrap="square"/>
          <a:lstStyle/>
          <a:p>
            <a:pPr algn="ctr">
              <a:spcAft>
                <a:spcPts val="0"/>
              </a:spcAft>
            </a:pPr>
            <a:r>
              <a:rPr sz="1800" b="1">
                <a:solidFill>
                  <a:srgbClr val="FFFFFF"/>
                </a:solidFill>
                <a:latin typeface="Arial"/>
                <a:ea typeface="Microsoft JhengHei"/>
                <a:cs typeface="Arial"/>
              </a:rPr>
              <a:t>02</a:t>
            </a:r>
          </a:p>
        </p:txBody>
      </p:sp>
      <p:cxnSp>
        <p:nvCxnSpPr>
          <p:cNvPr id="11" name="Connector 10"/>
          <p:cNvCxnSpPr/>
          <p:nvPr/>
        </p:nvCxnSpPr>
        <p:spPr>
          <a:xfrm>
            <a:off x="4251960" y="1691640"/>
            <a:ext cx="192024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383280" y="2176272"/>
            <a:ext cx="2697480" cy="329184"/>
          </a:xfrm>
          <a:prstGeom prst="rect">
            <a:avLst/>
          </a:prstGeom>
          <a:noFill/>
        </p:spPr>
        <p:txBody>
          <a:bodyPr wrap="square" lIns="45720" rIns="45720" tIns="27432" bIns="27432" anchor="t">
            <a:spAutoFit/>
          </a:bodyPr>
          <a:lstStyle/>
          <a:p>
            <a:pPr algn="l">
              <a:spcAft>
                <a:spcPts val="200"/>
              </a:spcAft>
            </a:pPr>
            <a:r>
              <a:rPr sz="1300" b="1">
                <a:solidFill>
                  <a:srgbClr val="007B8C"/>
                </a:solidFill>
                <a:latin typeface="Arial"/>
                <a:ea typeface="Microsoft JhengHei"/>
                <a:cs typeface="Arial"/>
              </a:rPr>
              <a:t>WLD Path / 匯入路徑</a:t>
            </a:r>
          </a:p>
        </p:txBody>
      </p:sp>
      <p:sp>
        <p:nvSpPr>
          <p:cNvPr id="13" name="Rectangle 12"/>
          <p:cNvSpPr/>
          <p:nvPr/>
        </p:nvSpPr>
        <p:spPr>
          <a:xfrm>
            <a:off x="3419856" y="2542032"/>
            <a:ext cx="2587752" cy="36576"/>
          </a:xfrm>
          <a:prstGeom prst="rect">
            <a:avLst/>
          </a:prstGeom>
          <a:solidFill>
            <a:srgbClr val="007B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83280" y="2697480"/>
            <a:ext cx="2697480" cy="1645920"/>
          </a:xfrm>
          <a:prstGeom prst="rect">
            <a:avLst/>
          </a:prstGeom>
          <a:noFill/>
        </p:spPr>
        <p:txBody>
          <a:bodyPr wrap="square" lIns="45720" rIns="45720" tIns="27432" bIns="27432" anchor="t">
            <a:spAutoFit/>
          </a:bodyPr>
          <a:lstStyle/>
          <a:p>
            <a:pPr algn="l">
              <a:spcAft>
                <a:spcPts val="800"/>
              </a:spcAft>
            </a:pPr>
            <a:r>
              <a:rPr sz="1250" b="0">
                <a:solidFill>
                  <a:srgbClr val="333333"/>
                </a:solidFill>
                <a:latin typeface="Arial"/>
                <a:ea typeface="Microsoft JhengHei"/>
                <a:cs typeface="Arial"/>
              </a:rPr>
              <a:t>• import 8.0.3 一定會帶 NSX（新 3-node）</a:t>
            </a:r>
          </a:p>
          <a:p>
            <a:pPr algn="l">
              <a:spcAft>
                <a:spcPts val="800"/>
              </a:spcAft>
            </a:pPr>
            <a:r>
              <a:rPr sz="1250" b="0">
                <a:solidFill>
                  <a:srgbClr val="333333"/>
                </a:solidFill>
                <a:latin typeface="Arial"/>
                <a:ea typeface="Microsoft JhengHei"/>
                <a:cs typeface="Arial"/>
              </a:rPr>
              <a:t>• 建議：vCenter 先 RDU → import 共用 NSX</a:t>
            </a:r>
          </a:p>
          <a:p>
            <a:pPr algn="l">
              <a:spcAft>
                <a:spcPts val="800"/>
              </a:spcAft>
            </a:pPr>
            <a:r>
              <a:rPr sz="1250" b="0">
                <a:solidFill>
                  <a:srgbClr val="333333"/>
                </a:solidFill>
                <a:latin typeface="Arial"/>
                <a:ea typeface="Microsoft JhengHei"/>
                <a:cs typeface="Arial"/>
              </a:rPr>
              <a:t>• 設計會議定案 A / B</a:t>
            </a:r>
          </a:p>
        </p:txBody>
      </p:sp>
      <p:sp>
        <p:nvSpPr>
          <p:cNvPr id="15" name="Oval 14"/>
          <p:cNvSpPr/>
          <p:nvPr/>
        </p:nvSpPr>
        <p:spPr>
          <a:xfrm>
            <a:off x="6236208" y="1325880"/>
            <a:ext cx="731520" cy="731520"/>
          </a:xfrm>
          <a:prstGeom prst="ellipse">
            <a:avLst/>
          </a:prstGeom>
          <a:solidFill>
            <a:srgbClr val="0098C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18288" bIns="18288" wrap="square"/>
          <a:lstStyle/>
          <a:p>
            <a:pPr algn="ctr">
              <a:spcAft>
                <a:spcPts val="0"/>
              </a:spcAft>
            </a:pPr>
            <a:r>
              <a:rPr sz="1800" b="1">
                <a:solidFill>
                  <a:srgbClr val="FFFFFF"/>
                </a:solidFill>
                <a:latin typeface="Arial"/>
                <a:ea typeface="Microsoft JhengHei"/>
                <a:cs typeface="Arial"/>
              </a:rPr>
              <a:t>03</a:t>
            </a:r>
          </a:p>
        </p:txBody>
      </p:sp>
      <p:cxnSp>
        <p:nvCxnSpPr>
          <p:cNvPr id="16" name="Connector 15"/>
          <p:cNvCxnSpPr/>
          <p:nvPr/>
        </p:nvCxnSpPr>
        <p:spPr>
          <a:xfrm>
            <a:off x="7059168" y="1691640"/>
            <a:ext cx="192024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190488" y="2176272"/>
            <a:ext cx="2697480" cy="329184"/>
          </a:xfrm>
          <a:prstGeom prst="rect">
            <a:avLst/>
          </a:prstGeom>
          <a:noFill/>
        </p:spPr>
        <p:txBody>
          <a:bodyPr wrap="square" lIns="45720" rIns="45720" tIns="27432" bIns="27432" anchor="t">
            <a:spAutoFit/>
          </a:bodyPr>
          <a:lstStyle/>
          <a:p>
            <a:pPr algn="l">
              <a:spcAft>
                <a:spcPts val="200"/>
              </a:spcAft>
            </a:pPr>
            <a:r>
              <a:rPr sz="1300" b="1">
                <a:solidFill>
                  <a:srgbClr val="0098C7"/>
                </a:solidFill>
                <a:latin typeface="Arial"/>
                <a:ea typeface="Microsoft JhengHei"/>
                <a:cs typeface="Arial"/>
              </a:rPr>
              <a:t>Depot / 離線來源</a:t>
            </a:r>
          </a:p>
        </p:txBody>
      </p:sp>
      <p:sp>
        <p:nvSpPr>
          <p:cNvPr id="18" name="Rectangle 17"/>
          <p:cNvSpPr/>
          <p:nvPr/>
        </p:nvSpPr>
        <p:spPr>
          <a:xfrm>
            <a:off x="6227064" y="2542032"/>
            <a:ext cx="2587752" cy="36576"/>
          </a:xfrm>
          <a:prstGeom prst="rect">
            <a:avLst/>
          </a:prstGeom>
          <a:solidFill>
            <a:srgbClr val="0098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90488" y="2697480"/>
            <a:ext cx="2697480" cy="1645920"/>
          </a:xfrm>
          <a:prstGeom prst="rect">
            <a:avLst/>
          </a:prstGeom>
          <a:noFill/>
        </p:spPr>
        <p:txBody>
          <a:bodyPr wrap="square" lIns="45720" rIns="45720" tIns="27432" bIns="27432" anchor="t">
            <a:spAutoFit/>
          </a:bodyPr>
          <a:lstStyle/>
          <a:p>
            <a:pPr algn="l">
              <a:spcAft>
                <a:spcPts val="800"/>
              </a:spcAft>
            </a:pPr>
            <a:r>
              <a:rPr sz="1250" b="0">
                <a:solidFill>
                  <a:srgbClr val="333333"/>
                </a:solidFill>
                <a:latin typeface="Arial"/>
                <a:ea typeface="Microsoft JhengHei"/>
                <a:cs typeface="Arial"/>
              </a:rPr>
              <a:t>• Offline Depot 非必要，但建議架</a:t>
            </a:r>
          </a:p>
          <a:p>
            <a:pPr algn="l">
              <a:spcAft>
                <a:spcPts val="800"/>
              </a:spcAft>
            </a:pPr>
            <a:r>
              <a:rPr sz="1250" b="0">
                <a:solidFill>
                  <a:srgbClr val="333333"/>
                </a:solidFill>
                <a:latin typeface="Arial"/>
                <a:ea typeface="Microsoft JhengHei"/>
                <a:cs typeface="Arial"/>
              </a:rPr>
              <a:t>• Installer 內 binaries 不會轉移</a:t>
            </a:r>
          </a:p>
          <a:p>
            <a:pPr algn="l">
              <a:spcAft>
                <a:spcPts val="800"/>
              </a:spcAft>
            </a:pPr>
            <a:r>
              <a:rPr sz="1250" b="0">
                <a:solidFill>
                  <a:srgbClr val="333333"/>
                </a:solidFill>
                <a:latin typeface="Arial"/>
                <a:ea typeface="Microsoft JhengHei"/>
                <a:cs typeface="Arial"/>
              </a:rPr>
              <a:t>• VCFA、WLD 升級都還要用</a:t>
            </a:r>
          </a:p>
        </p:txBody>
      </p:sp>
      <p:sp>
        <p:nvSpPr>
          <p:cNvPr id="20" name="Oval 19"/>
          <p:cNvSpPr/>
          <p:nvPr/>
        </p:nvSpPr>
        <p:spPr>
          <a:xfrm>
            <a:off x="9043416" y="1325880"/>
            <a:ext cx="731520" cy="731520"/>
          </a:xfrm>
          <a:prstGeom prst="ellipse">
            <a:avLst/>
          </a:prstGeom>
          <a:solidFill>
            <a:srgbClr val="61A6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18288" bIns="18288" wrap="square"/>
          <a:lstStyle/>
          <a:p>
            <a:pPr algn="ctr">
              <a:spcAft>
                <a:spcPts val="0"/>
              </a:spcAft>
            </a:pPr>
            <a:r>
              <a:rPr sz="1800" b="1">
                <a:solidFill>
                  <a:srgbClr val="FFFFFF"/>
                </a:solidFill>
                <a:latin typeface="Arial"/>
                <a:ea typeface="Microsoft JhengHei"/>
                <a:cs typeface="Arial"/>
              </a:rPr>
              <a:t>04</a:t>
            </a:r>
          </a:p>
        </p:txBody>
      </p:sp>
      <p:sp>
        <p:nvSpPr>
          <p:cNvPr id="21" name="TextBox 20"/>
          <p:cNvSpPr txBox="1"/>
          <p:nvPr/>
        </p:nvSpPr>
        <p:spPr>
          <a:xfrm>
            <a:off x="8997696" y="2176272"/>
            <a:ext cx="2697480" cy="329184"/>
          </a:xfrm>
          <a:prstGeom prst="rect">
            <a:avLst/>
          </a:prstGeom>
          <a:noFill/>
        </p:spPr>
        <p:txBody>
          <a:bodyPr wrap="square" lIns="45720" rIns="45720" tIns="27432" bIns="27432" anchor="t">
            <a:spAutoFit/>
          </a:bodyPr>
          <a:lstStyle/>
          <a:p>
            <a:pPr algn="l">
              <a:spcAft>
                <a:spcPts val="200"/>
              </a:spcAft>
            </a:pPr>
            <a:r>
              <a:rPr sz="1300" b="1">
                <a:solidFill>
                  <a:srgbClr val="61A60E"/>
                </a:solidFill>
                <a:latin typeface="Arial"/>
                <a:ea typeface="Microsoft JhengHei"/>
                <a:cs typeface="Arial"/>
              </a:rPr>
              <a:t>Gates &amp; PONR / 管控</a:t>
            </a:r>
          </a:p>
        </p:txBody>
      </p:sp>
      <p:sp>
        <p:nvSpPr>
          <p:cNvPr id="22" name="Rectangle 21"/>
          <p:cNvSpPr/>
          <p:nvPr/>
        </p:nvSpPr>
        <p:spPr>
          <a:xfrm>
            <a:off x="9034272" y="2542032"/>
            <a:ext cx="2587752" cy="36576"/>
          </a:xfrm>
          <a:prstGeom prst="rect">
            <a:avLst/>
          </a:prstGeom>
          <a:solidFill>
            <a:srgbClr val="61A6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97696" y="2697480"/>
            <a:ext cx="2697480" cy="1645920"/>
          </a:xfrm>
          <a:prstGeom prst="rect">
            <a:avLst/>
          </a:prstGeom>
          <a:noFill/>
        </p:spPr>
        <p:txBody>
          <a:bodyPr wrap="square" lIns="45720" rIns="45720" tIns="27432" bIns="27432" anchor="t">
            <a:spAutoFit/>
          </a:bodyPr>
          <a:lstStyle/>
          <a:p>
            <a:pPr algn="l">
              <a:spcAft>
                <a:spcPts val="800"/>
              </a:spcAft>
            </a:pPr>
            <a:r>
              <a:rPr sz="1250" b="0">
                <a:solidFill>
                  <a:srgbClr val="333333"/>
                </a:solidFill>
                <a:latin typeface="Arial"/>
                <a:ea typeface="Microsoft JhengHei"/>
                <a:cs typeface="Arial"/>
              </a:rPr>
              <a:t>• G0–G5 六個 Gate</a:t>
            </a:r>
          </a:p>
          <a:p>
            <a:pPr algn="l">
              <a:spcAft>
                <a:spcPts val="800"/>
              </a:spcAft>
            </a:pPr>
            <a:r>
              <a:rPr sz="1250" b="0">
                <a:solidFill>
                  <a:srgbClr val="333333"/>
                </a:solidFill>
                <a:latin typeface="Arial"/>
                <a:ea typeface="Microsoft JhengHei"/>
                <a:cs typeface="Arial"/>
              </a:rPr>
              <a:t>• PONR：Converge、兩次 Import、vSAN format</a:t>
            </a:r>
          </a:p>
          <a:p>
            <a:pPr algn="l">
              <a:spcAft>
                <a:spcPts val="800"/>
              </a:spcAft>
            </a:pPr>
            <a:r>
              <a:rPr sz="1250" b="0">
                <a:solidFill>
                  <a:srgbClr val="333333"/>
                </a:solidFill>
                <a:latin typeface="Arial"/>
                <a:ea typeface="Microsoft JhengHei"/>
                <a:cs typeface="Arial"/>
              </a:rPr>
              <a:t>• 每一步都有退版點與截止點</a:t>
            </a:r>
          </a:p>
        </p:txBody>
      </p:sp>
      <p:sp>
        <p:nvSpPr>
          <p:cNvPr id="24" name="Rounded Rectangle 23"/>
          <p:cNvSpPr/>
          <p:nvPr/>
        </p:nvSpPr>
        <p:spPr>
          <a:xfrm>
            <a:off x="576072" y="4526280"/>
            <a:ext cx="11036808" cy="868680"/>
          </a:xfrm>
          <a:prstGeom prst="roundRect">
            <a:avLst>
              <a:gd name="adj" fmla="val 8000"/>
            </a:avLst>
          </a:prstGeom>
          <a:solidFill>
            <a:srgbClr val="F5F7F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590288"/>
            <a:ext cx="10789920" cy="777240"/>
          </a:xfrm>
          <a:prstGeom prst="rect">
            <a:avLst/>
          </a:prstGeom>
          <a:noFill/>
        </p:spPr>
        <p:txBody>
          <a:bodyPr wrap="square" lIns="45720" rIns="45720" tIns="27432" bIns="27432" anchor="ctr">
            <a:spAutoFit/>
          </a:bodyPr>
          <a:lstStyle/>
          <a:p>
            <a:pPr algn="l">
              <a:spcAft>
                <a:spcPts val="400"/>
              </a:spcAft>
            </a:pPr>
            <a:r>
              <a:rPr sz="1100" b="1">
                <a:solidFill>
                  <a:srgbClr val="1B1D36"/>
                </a:solidFill>
                <a:latin typeface="Arial"/>
                <a:ea typeface="Microsoft JhengHei"/>
                <a:cs typeface="Arial"/>
              </a:rPr>
              <a:t>Scope ｜ </a:t>
            </a:r>
            <a:r>
              <a:rPr sz="1100" b="0">
                <a:solidFill>
                  <a:srgbClr val="333333"/>
                </a:solidFill>
                <a:latin typeface="Arial"/>
                <a:ea typeface="Microsoft JhengHei"/>
                <a:cs typeface="Arial"/>
              </a:rPr>
              <a:t>Management Cluster Converge · vRA 8.18 → VCF Automation 9.1.1 · 整合雲 / 中信雲 Import 與升級 · Aria Operations 8.18.7 → VCF Operations 9.1.1 · SRM 重新註冊</a:t>
            </a:r>
          </a:p>
          <a:p>
            <a:pPr algn="l">
              <a:spcAft>
                <a:spcPts val="400"/>
              </a:spcAft>
            </a:pPr>
            <a:r>
              <a:rPr sz="1100" b="1">
                <a:solidFill>
                  <a:srgbClr val="1B1D36"/>
                </a:solidFill>
                <a:latin typeface="Arial"/>
                <a:ea typeface="Microsoft JhengHei"/>
                <a:cs typeface="Arial"/>
              </a:rPr>
              <a:t>前提 ｜ </a:t>
            </a:r>
            <a:r>
              <a:rPr sz="1100" b="0">
                <a:solidFill>
                  <a:srgbClr val="333333"/>
                </a:solidFill>
                <a:latin typeface="Arial"/>
                <a:ea typeface="Microsoft JhengHei"/>
                <a:cs typeface="Arial"/>
              </a:rPr>
              <a:t>不含 NSX Edge cluster（無 Edge node / T0 / T1）；每一步都要有已在 Lab 演練過的退版點，才進正式環境。</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Current &amp; Target</a:t>
            </a:r>
          </a:p>
        </p:txBody>
      </p:sp>
      <p:sp>
        <p:nvSpPr>
          <p:cNvPr id="3" name="Subtitle 2"/>
          <p:cNvSpPr>
            <a:spLocks noGrp="1"/>
          </p:cNvSpPr>
          <p:nvPr>
            <p:ph type="subTitle" idx="10"/>
          </p:nvPr>
        </p:nvSpPr>
        <p:spPr/>
        <p:txBody>
          <a:bodyPr/>
          <a:lstStyle/>
          <a:p>
            <a:r>
              <a:rPr>
                <a:ea typeface="Microsoft JhengHei"/>
              </a:rPr>
              <a:t>現況、目標架構與原計畫檢視</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Current vs Target ｜ One VCF 9.1.1 Instance</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6C4B94"/>
                </a:solidFill>
                <a:latin typeface="Arial"/>
                <a:ea typeface="Microsoft JhengHei"/>
                <a:cs typeface="Arial"/>
              </a:rPr>
              <a:t>一個 VCF Instance：管理網域 + 兩個 VI Workload Domain</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依據：TechDocs《Supported and Not Supported Configurations to Converge to VCF》《Import an Existing vCenter to Create a Workload Domain》《Upgrading to VCF Automation 9.1》</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sp>
        <p:nvSpPr>
          <p:cNvPr id="6" name="TextBox 5"/>
          <p:cNvSpPr txBox="1"/>
          <p:nvPr/>
        </p:nvSpPr>
        <p:spPr>
          <a:xfrm>
            <a:off x="576072" y="1188720"/>
            <a:ext cx="4114800" cy="274320"/>
          </a:xfrm>
          <a:prstGeom prst="rect">
            <a:avLst/>
          </a:prstGeom>
          <a:noFill/>
        </p:spPr>
        <p:txBody>
          <a:bodyPr wrap="square" lIns="45720" rIns="45720" tIns="27432" bIns="27432" anchor="t">
            <a:spAutoFit/>
          </a:bodyPr>
          <a:lstStyle/>
          <a:p>
            <a:pPr algn="l">
              <a:spcAft>
                <a:spcPts val="200"/>
              </a:spcAft>
            </a:pPr>
            <a:r>
              <a:rPr sz="1100" b="1">
                <a:solidFill>
                  <a:srgbClr val="717074"/>
                </a:solidFill>
                <a:latin typeface="Arial"/>
                <a:ea typeface="Microsoft JhengHei"/>
                <a:cs typeface="Arial"/>
              </a:rPr>
              <a:t>Current ｜ 現況</a:t>
            </a:r>
          </a:p>
        </p:txBody>
      </p:sp>
      <p:sp>
        <p:nvSpPr>
          <p:cNvPr id="7" name="TextBox 6"/>
          <p:cNvSpPr txBox="1"/>
          <p:nvPr/>
        </p:nvSpPr>
        <p:spPr>
          <a:xfrm>
            <a:off x="5349240" y="1188720"/>
            <a:ext cx="6217920" cy="274320"/>
          </a:xfrm>
          <a:prstGeom prst="rect">
            <a:avLst/>
          </a:prstGeom>
          <a:noFill/>
        </p:spPr>
        <p:txBody>
          <a:bodyPr wrap="square" lIns="45720" rIns="45720" tIns="27432" bIns="27432" anchor="t">
            <a:spAutoFit/>
          </a:bodyPr>
          <a:lstStyle/>
          <a:p>
            <a:pPr algn="l">
              <a:spcAft>
                <a:spcPts val="200"/>
              </a:spcAft>
            </a:pPr>
            <a:r>
              <a:rPr sz="1100" b="1">
                <a:solidFill>
                  <a:srgbClr val="6C4B94"/>
                </a:solidFill>
                <a:latin typeface="Arial"/>
                <a:ea typeface="Microsoft JhengHei"/>
                <a:cs typeface="Arial"/>
              </a:rPr>
              <a:t>Target ｜ VCF 9.1.1 Instance</a:t>
            </a:r>
          </a:p>
        </p:txBody>
      </p:sp>
      <p:sp>
        <p:nvSpPr>
          <p:cNvPr id="8" name="TextBox 7"/>
          <p:cNvSpPr txBox="1"/>
          <p:nvPr/>
        </p:nvSpPr>
        <p:spPr>
          <a:xfrm>
            <a:off x="576072" y="1508760"/>
            <a:ext cx="4114800" cy="201168"/>
          </a:xfrm>
          <a:prstGeom prst="rect">
            <a:avLst/>
          </a:prstGeom>
          <a:noFill/>
        </p:spPr>
        <p:txBody>
          <a:bodyPr wrap="square" lIns="18288" rIns="18288" tIns="27432" bIns="27432" anchor="t">
            <a:spAutoFit/>
          </a:bodyPr>
          <a:lstStyle/>
          <a:p>
            <a:pPr algn="l">
              <a:spcAft>
                <a:spcPts val="200"/>
              </a:spcAft>
            </a:pPr>
            <a:r>
              <a:rPr sz="800" b="1">
                <a:solidFill>
                  <a:srgbClr val="6C4B94"/>
                </a:solidFill>
                <a:latin typeface="Arial"/>
                <a:ea typeface="Microsoft JhengHei"/>
                <a:cs typeface="Arial"/>
              </a:rPr>
              <a:t>MANAGEMENT</a:t>
            </a:r>
          </a:p>
        </p:txBody>
      </p:sp>
      <p:sp>
        <p:nvSpPr>
          <p:cNvPr id="9" name="Rounded Rectangle 8"/>
          <p:cNvSpPr/>
          <p:nvPr/>
        </p:nvSpPr>
        <p:spPr>
          <a:xfrm>
            <a:off x="576072" y="1728216"/>
            <a:ext cx="4206240" cy="1097280"/>
          </a:xfrm>
          <a:prstGeom prst="roundRect">
            <a:avLst>
              <a:gd name="adj" fmla="val 6000"/>
            </a:avLst>
          </a:prstGeom>
          <a:solidFill>
            <a:srgbClr val="FFFFFF"/>
          </a:solidFill>
          <a:ln w="15875">
            <a:solidFill>
              <a:srgbClr val="6C4B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783080"/>
            <a:ext cx="4023360" cy="1005840"/>
          </a:xfrm>
          <a:prstGeom prst="rect">
            <a:avLst/>
          </a:prstGeom>
          <a:noFill/>
        </p:spPr>
        <p:txBody>
          <a:bodyPr wrap="square" lIns="45720" rIns="45720" tIns="27432" bIns="27432" anchor="t">
            <a:spAutoFit/>
          </a:bodyPr>
          <a:lstStyle/>
          <a:p>
            <a:pPr algn="l">
              <a:spcAft>
                <a:spcPts val="300"/>
              </a:spcAft>
            </a:pPr>
            <a:r>
              <a:rPr sz="1150" b="1">
                <a:solidFill>
                  <a:srgbClr val="6C4B94"/>
                </a:solidFill>
                <a:latin typeface="Arial"/>
                <a:ea typeface="Microsoft JhengHei"/>
                <a:cs typeface="Arial"/>
              </a:rPr>
              <a:t>Management Cluster</a:t>
            </a:r>
          </a:p>
          <a:p>
            <a:pPr algn="l">
              <a:spcAft>
                <a:spcPts val="300"/>
              </a:spcAft>
            </a:pPr>
            <a:r>
              <a:rPr sz="1000" b="0">
                <a:solidFill>
                  <a:srgbClr val="333333"/>
                </a:solidFill>
                <a:latin typeface="Arial"/>
                <a:ea typeface="Microsoft JhengHei"/>
                <a:cs typeface="Arial"/>
              </a:rPr>
              <a:t>vCenter 9.1.1 + ESXi 9.1.1 ×6（vSphere，尚非 VCF）</a:t>
            </a:r>
          </a:p>
        </p:txBody>
      </p:sp>
      <p:sp>
        <p:nvSpPr>
          <p:cNvPr id="11" name="Right Arrow 10"/>
          <p:cNvSpPr/>
          <p:nvPr/>
        </p:nvSpPr>
        <p:spPr>
          <a:xfrm>
            <a:off x="4864608" y="2112264"/>
            <a:ext cx="384048" cy="329184"/>
          </a:xfrm>
          <a:prstGeom prst="rightArrow">
            <a:avLst/>
          </a:prstGeom>
          <a:solidFill>
            <a:srgbClr val="6C4B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349240" y="1728216"/>
            <a:ext cx="6263640" cy="1097280"/>
          </a:xfrm>
          <a:prstGeom prst="roundRect">
            <a:avLst>
              <a:gd name="adj" fmla="val 6000"/>
            </a:avLst>
          </a:prstGeom>
          <a:solidFill>
            <a:srgbClr val="6C4B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58968" y="1783080"/>
            <a:ext cx="6080760" cy="1005840"/>
          </a:xfrm>
          <a:prstGeom prst="rect">
            <a:avLst/>
          </a:prstGeom>
          <a:noFill/>
        </p:spPr>
        <p:txBody>
          <a:bodyPr wrap="square" lIns="45720" rIns="45720" tIns="27432" bIns="27432" anchor="t">
            <a:spAutoFit/>
          </a:bodyPr>
          <a:lstStyle/>
          <a:p>
            <a:pPr algn="l">
              <a:spcAft>
                <a:spcPts val="300"/>
              </a:spcAft>
            </a:pPr>
            <a:r>
              <a:rPr sz="1150" b="1">
                <a:solidFill>
                  <a:srgbClr val="FFFFFF"/>
                </a:solidFill>
                <a:latin typeface="Arial"/>
                <a:ea typeface="Microsoft JhengHei"/>
                <a:cs typeface="Arial"/>
              </a:rPr>
              <a:t>VCF 9.1.1 Management Domain（Converge）</a:t>
            </a:r>
          </a:p>
          <a:p>
            <a:pPr algn="l">
              <a:spcAft>
                <a:spcPts val="300"/>
              </a:spcAft>
            </a:pPr>
            <a:r>
              <a:rPr sz="1000" b="0">
                <a:solidFill>
                  <a:srgbClr val="FFFFFF"/>
                </a:solidFill>
                <a:latin typeface="Arial"/>
                <a:ea typeface="Microsoft JhengHei"/>
                <a:cs typeface="Arial"/>
              </a:rPr>
              <a:t>SDDC Manager · NSX Manager（無 Edge）· VCF Operations + Mgmt Services · Identity Broker · License Server</a:t>
            </a:r>
          </a:p>
          <a:p>
            <a:pPr algn="l">
              <a:spcAft>
                <a:spcPts val="300"/>
              </a:spcAft>
            </a:pPr>
            <a:r>
              <a:rPr sz="1000" b="0">
                <a:solidFill>
                  <a:srgbClr val="FFFFFF"/>
                </a:solidFill>
                <a:latin typeface="Arial"/>
                <a:ea typeface="Microsoft JhengHei"/>
                <a:cs typeface="Arial"/>
              </a:rPr>
              <a:t>VCF Operations 9.1.1（Aria Ops 8.18.7 PAK 升級、Converge 沿用）· VCF Automation 9.1.1（vRA 8.18 藍綠升級）</a:t>
            </a:r>
          </a:p>
        </p:txBody>
      </p:sp>
      <p:sp>
        <p:nvSpPr>
          <p:cNvPr id="14" name="TextBox 13"/>
          <p:cNvSpPr txBox="1"/>
          <p:nvPr/>
        </p:nvSpPr>
        <p:spPr>
          <a:xfrm>
            <a:off x="576072" y="2990088"/>
            <a:ext cx="4114800" cy="201168"/>
          </a:xfrm>
          <a:prstGeom prst="rect">
            <a:avLst/>
          </a:prstGeom>
          <a:noFill/>
        </p:spPr>
        <p:txBody>
          <a:bodyPr wrap="square" lIns="18288" rIns="18288" tIns="27432" bIns="27432" anchor="t">
            <a:spAutoFit/>
          </a:bodyPr>
          <a:lstStyle/>
          <a:p>
            <a:pPr algn="l">
              <a:spcAft>
                <a:spcPts val="200"/>
              </a:spcAft>
            </a:pPr>
            <a:r>
              <a:rPr sz="800" b="1">
                <a:solidFill>
                  <a:srgbClr val="007B8C"/>
                </a:solidFill>
                <a:latin typeface="Arial"/>
                <a:ea typeface="Microsoft JhengHei"/>
                <a:cs typeface="Arial"/>
              </a:rPr>
              <a:t>WORKLOAD DOMAIN ｜ 整合雲</a:t>
            </a:r>
          </a:p>
        </p:txBody>
      </p:sp>
      <p:sp>
        <p:nvSpPr>
          <p:cNvPr id="15" name="Rounded Rectangle 14"/>
          <p:cNvSpPr/>
          <p:nvPr/>
        </p:nvSpPr>
        <p:spPr>
          <a:xfrm>
            <a:off x="576072" y="3209544"/>
            <a:ext cx="4206240" cy="1097280"/>
          </a:xfrm>
          <a:prstGeom prst="roundRect">
            <a:avLst>
              <a:gd name="adj" fmla="val 6000"/>
            </a:avLst>
          </a:prstGeom>
          <a:solidFill>
            <a:srgbClr val="FFFFFF"/>
          </a:solidFill>
          <a:ln w="15875">
            <a:solidFill>
              <a:srgbClr val="007B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264408"/>
            <a:ext cx="4023360" cy="1005840"/>
          </a:xfrm>
          <a:prstGeom prst="rect">
            <a:avLst/>
          </a:prstGeom>
          <a:noFill/>
        </p:spPr>
        <p:txBody>
          <a:bodyPr wrap="square" lIns="45720" rIns="45720" tIns="27432" bIns="27432" anchor="t">
            <a:spAutoFit/>
          </a:bodyPr>
          <a:lstStyle/>
          <a:p>
            <a:pPr algn="l">
              <a:spcAft>
                <a:spcPts val="300"/>
              </a:spcAft>
            </a:pPr>
            <a:r>
              <a:rPr sz="1150" b="1">
                <a:solidFill>
                  <a:srgbClr val="007B8C"/>
                </a:solidFill>
                <a:latin typeface="Arial"/>
                <a:ea typeface="Microsoft JhengHei"/>
                <a:cs typeface="Arial"/>
              </a:rPr>
              <a:t>整合雲 Cluster</a:t>
            </a:r>
          </a:p>
          <a:p>
            <a:pPr algn="l">
              <a:spcAft>
                <a:spcPts val="300"/>
              </a:spcAft>
            </a:pPr>
            <a:r>
              <a:rPr sz="1000" b="0">
                <a:solidFill>
                  <a:srgbClr val="333333"/>
                </a:solidFill>
                <a:latin typeface="Arial"/>
                <a:ea typeface="Microsoft JhengHei"/>
                <a:cs typeface="Arial"/>
              </a:rPr>
              <a:t>vCenter 8.0.3 + ESXi 8.0.3 ×6 · SRM 9.1.1</a:t>
            </a:r>
          </a:p>
        </p:txBody>
      </p:sp>
      <p:sp>
        <p:nvSpPr>
          <p:cNvPr id="17" name="Right Arrow 16"/>
          <p:cNvSpPr/>
          <p:nvPr/>
        </p:nvSpPr>
        <p:spPr>
          <a:xfrm>
            <a:off x="4864608" y="3593592"/>
            <a:ext cx="384048" cy="329184"/>
          </a:xfrm>
          <a:prstGeom prst="rightArrow">
            <a:avLst/>
          </a:prstGeom>
          <a:solidFill>
            <a:srgbClr val="007B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349240" y="3209544"/>
            <a:ext cx="6263640" cy="1097280"/>
          </a:xfrm>
          <a:prstGeom prst="roundRect">
            <a:avLst>
              <a:gd name="adj" fmla="val 6000"/>
            </a:avLst>
          </a:prstGeom>
          <a:solidFill>
            <a:srgbClr val="007B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58968" y="3264408"/>
            <a:ext cx="6080760" cy="1005840"/>
          </a:xfrm>
          <a:prstGeom prst="rect">
            <a:avLst/>
          </a:prstGeom>
          <a:noFill/>
        </p:spPr>
        <p:txBody>
          <a:bodyPr wrap="square" lIns="45720" rIns="45720" tIns="27432" bIns="27432" anchor="t">
            <a:spAutoFit/>
          </a:bodyPr>
          <a:lstStyle/>
          <a:p>
            <a:pPr algn="l">
              <a:spcAft>
                <a:spcPts val="300"/>
              </a:spcAft>
            </a:pPr>
            <a:r>
              <a:rPr sz="1150" b="1">
                <a:solidFill>
                  <a:srgbClr val="FFFFFF"/>
                </a:solidFill>
                <a:latin typeface="Arial"/>
                <a:ea typeface="Microsoft JhengHei"/>
                <a:cs typeface="Arial"/>
              </a:rPr>
              <a:t>VI Workload Domain（Import）</a:t>
            </a:r>
          </a:p>
          <a:p>
            <a:pPr algn="l">
              <a:spcAft>
                <a:spcPts val="300"/>
              </a:spcAft>
            </a:pPr>
            <a:r>
              <a:rPr sz="1000" b="0">
                <a:solidFill>
                  <a:srgbClr val="FFFFFF"/>
                </a:solidFill>
                <a:latin typeface="Arial"/>
                <a:ea typeface="Microsoft JhengHei"/>
                <a:cs typeface="Arial"/>
              </a:rPr>
              <a:t>vCenter 9.1.1 + ESXi 9.1.1 ×6 · 共用管理網域 NSX 9.1.1（方案 B）</a:t>
            </a:r>
          </a:p>
          <a:p>
            <a:pPr algn="l">
              <a:spcAft>
                <a:spcPts val="300"/>
              </a:spcAft>
            </a:pPr>
            <a:r>
              <a:rPr sz="1000" b="0">
                <a:solidFill>
                  <a:srgbClr val="FFFFFF"/>
                </a:solidFill>
                <a:latin typeface="Arial"/>
                <a:ea typeface="Microsoft JhengHei"/>
                <a:cs typeface="Arial"/>
              </a:rPr>
              <a:t>SRM 9.1.1：vCenter 升級後兩站 Reconfigure + Reconnect</a:t>
            </a:r>
          </a:p>
        </p:txBody>
      </p:sp>
      <p:sp>
        <p:nvSpPr>
          <p:cNvPr id="20" name="TextBox 19"/>
          <p:cNvSpPr txBox="1"/>
          <p:nvPr/>
        </p:nvSpPr>
        <p:spPr>
          <a:xfrm>
            <a:off x="576072" y="4471416"/>
            <a:ext cx="4114800" cy="201168"/>
          </a:xfrm>
          <a:prstGeom prst="rect">
            <a:avLst/>
          </a:prstGeom>
          <a:noFill/>
        </p:spPr>
        <p:txBody>
          <a:bodyPr wrap="square" lIns="18288" rIns="18288" tIns="27432" bIns="27432" anchor="t">
            <a:spAutoFit/>
          </a:bodyPr>
          <a:lstStyle/>
          <a:p>
            <a:pPr algn="l">
              <a:spcAft>
                <a:spcPts val="200"/>
              </a:spcAft>
            </a:pPr>
            <a:r>
              <a:rPr sz="800" b="1">
                <a:solidFill>
                  <a:srgbClr val="0098C7"/>
                </a:solidFill>
                <a:latin typeface="Arial"/>
                <a:ea typeface="Microsoft JhengHei"/>
                <a:cs typeface="Arial"/>
              </a:rPr>
              <a:t>WORKLOAD DOMAIN ｜ 中信雲</a:t>
            </a:r>
          </a:p>
        </p:txBody>
      </p:sp>
      <p:sp>
        <p:nvSpPr>
          <p:cNvPr id="21" name="Rounded Rectangle 20"/>
          <p:cNvSpPr/>
          <p:nvPr/>
        </p:nvSpPr>
        <p:spPr>
          <a:xfrm>
            <a:off x="576072" y="4690872"/>
            <a:ext cx="4206240" cy="1097280"/>
          </a:xfrm>
          <a:prstGeom prst="roundRect">
            <a:avLst>
              <a:gd name="adj" fmla="val 6000"/>
            </a:avLst>
          </a:prstGeom>
          <a:solidFill>
            <a:srgbClr val="FFFFFF"/>
          </a:solidFill>
          <a:ln w="15875">
            <a:solidFill>
              <a:srgbClr val="0098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4745736"/>
            <a:ext cx="4023360" cy="1005840"/>
          </a:xfrm>
          <a:prstGeom prst="rect">
            <a:avLst/>
          </a:prstGeom>
          <a:noFill/>
        </p:spPr>
        <p:txBody>
          <a:bodyPr wrap="square" lIns="45720" rIns="45720" tIns="27432" bIns="27432" anchor="t">
            <a:spAutoFit/>
          </a:bodyPr>
          <a:lstStyle/>
          <a:p>
            <a:pPr algn="l">
              <a:spcAft>
                <a:spcPts val="300"/>
              </a:spcAft>
            </a:pPr>
            <a:r>
              <a:rPr sz="1150" b="1">
                <a:solidFill>
                  <a:srgbClr val="0098C7"/>
                </a:solidFill>
                <a:latin typeface="Arial"/>
                <a:ea typeface="Microsoft JhengHei"/>
                <a:cs typeface="Arial"/>
              </a:rPr>
              <a:t>中信雲 Cluster</a:t>
            </a:r>
          </a:p>
          <a:p>
            <a:pPr algn="l">
              <a:spcAft>
                <a:spcPts val="300"/>
              </a:spcAft>
            </a:pPr>
            <a:r>
              <a:rPr sz="1000" b="0">
                <a:solidFill>
                  <a:srgbClr val="333333"/>
                </a:solidFill>
                <a:latin typeface="Arial"/>
                <a:ea typeface="Microsoft JhengHei"/>
                <a:cs typeface="Arial"/>
              </a:rPr>
              <a:t>vCenter 8.0.3 + ESXi 8.0.3 ×6 · SRM 9.1.1</a:t>
            </a:r>
          </a:p>
          <a:p>
            <a:pPr algn="l">
              <a:spcAft>
                <a:spcPts val="300"/>
              </a:spcAft>
            </a:pPr>
            <a:r>
              <a:rPr sz="1000" b="0">
                <a:solidFill>
                  <a:srgbClr val="333333"/>
                </a:solidFill>
                <a:latin typeface="Arial"/>
                <a:ea typeface="Microsoft JhengHei"/>
                <a:cs typeface="Arial"/>
              </a:rPr>
              <a:t>vRA 8.18 · Aria Operations 8.18.7（將移出至管理網域）</a:t>
            </a:r>
          </a:p>
        </p:txBody>
      </p:sp>
      <p:sp>
        <p:nvSpPr>
          <p:cNvPr id="23" name="Right Arrow 22"/>
          <p:cNvSpPr/>
          <p:nvPr/>
        </p:nvSpPr>
        <p:spPr>
          <a:xfrm>
            <a:off x="4864608" y="5074920"/>
            <a:ext cx="384048" cy="329184"/>
          </a:xfrm>
          <a:prstGeom prst="rightArrow">
            <a:avLst/>
          </a:prstGeom>
          <a:solidFill>
            <a:srgbClr val="0098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349240" y="4690872"/>
            <a:ext cx="6263640" cy="1097280"/>
          </a:xfrm>
          <a:prstGeom prst="roundRect">
            <a:avLst>
              <a:gd name="adj" fmla="val 6000"/>
            </a:avLst>
          </a:prstGeom>
          <a:solidFill>
            <a:srgbClr val="0098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58968" y="4745736"/>
            <a:ext cx="6080760" cy="1005840"/>
          </a:xfrm>
          <a:prstGeom prst="rect">
            <a:avLst/>
          </a:prstGeom>
          <a:noFill/>
        </p:spPr>
        <p:txBody>
          <a:bodyPr wrap="square" lIns="45720" rIns="45720" tIns="27432" bIns="27432" anchor="t">
            <a:spAutoFit/>
          </a:bodyPr>
          <a:lstStyle/>
          <a:p>
            <a:pPr algn="l">
              <a:spcAft>
                <a:spcPts val="300"/>
              </a:spcAft>
            </a:pPr>
            <a:r>
              <a:rPr sz="1150" b="1">
                <a:solidFill>
                  <a:srgbClr val="FFFFFF"/>
                </a:solidFill>
                <a:latin typeface="Arial"/>
                <a:ea typeface="Microsoft JhengHei"/>
                <a:cs typeface="Arial"/>
              </a:rPr>
              <a:t>VI Workload Domain（Import）</a:t>
            </a:r>
          </a:p>
          <a:p>
            <a:pPr algn="l">
              <a:spcAft>
                <a:spcPts val="300"/>
              </a:spcAft>
            </a:pPr>
            <a:r>
              <a:rPr sz="1000" b="0">
                <a:solidFill>
                  <a:srgbClr val="FFFFFF"/>
                </a:solidFill>
                <a:latin typeface="Arial"/>
                <a:ea typeface="Microsoft JhengHei"/>
                <a:cs typeface="Arial"/>
              </a:rPr>
              <a:t>vCenter 9.1.1 + ESXi 9.1.1 ×6 · 共用管理網域 NSX 9.1.1（方案 B）</a:t>
            </a:r>
          </a:p>
          <a:p>
            <a:pPr algn="l">
              <a:spcAft>
                <a:spcPts val="300"/>
              </a:spcAft>
            </a:pPr>
            <a:r>
              <a:rPr sz="1000" b="0">
                <a:solidFill>
                  <a:srgbClr val="FFFFFF"/>
                </a:solidFill>
                <a:latin typeface="Arial"/>
                <a:ea typeface="Microsoft JhengHei"/>
                <a:cs typeface="Arial"/>
              </a:rPr>
              <a:t>SRM 9.1.1 重新註冊；vRA / Aria Ops 已不在此叢集</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Original Plan Review ｜ 13 Steps Checked against TechDocs</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6C4B94"/>
                </a:solidFill>
                <a:latin typeface="Arial"/>
                <a:ea typeface="Microsoft JhengHei"/>
                <a:cs typeface="Arial"/>
              </a:rPr>
              <a:t>原暫定計畫逐步檢視：照做 / 調整 / 移位，以及對應的建議步驟</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依據：TechDocs VCF 9.1（Converge、Import vCenter、Import / Upgrade Aria Automation、Upgrading to VCF Operations 9.1、Downloading Binaries）；KB 318582、446701；Broadcom Interop Matrix</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graphicFrame>
        <p:nvGraphicFramePr>
          <p:cNvPr id="6" name="Table 5"/>
          <p:cNvGraphicFramePr>
            <a:graphicFrameLocks noGrp="1"/>
          </p:cNvGraphicFramePr>
          <p:nvPr/>
        </p:nvGraphicFramePr>
        <p:xfrm>
          <a:off x="576072" y="1207008"/>
          <a:ext cx="11036808" cy="4608576"/>
        </p:xfrm>
        <a:graphic>
          <a:graphicData uri="http://schemas.openxmlformats.org/drawingml/2006/table">
            <a:tbl>
              <a:tblPr firstRow="1" bandRow="0">
                <a:tableStyleId>{5C22544A-7EE6-4342-B048-85BDC9FD1C3A}</a:tableStyleId>
              </a:tblPr>
              <a:tblGrid>
                <a:gridCol w="365760"/>
                <a:gridCol w="2834640"/>
                <a:gridCol w="868680"/>
                <a:gridCol w="5779008"/>
                <a:gridCol w="1188720"/>
              </a:tblGrid>
              <a:tr h="329184">
                <a:tc>
                  <a:txBody>
                    <a:bodyPr wrap="square"/>
                    <a:lstStyle/>
                    <a:p>
                      <a:pPr algn="l">
                        <a:spcAft>
                          <a:spcPts val="0"/>
                        </a:spcAft>
                      </a:pPr>
                      <a:r>
                        <a:rPr sz="1000" b="1">
                          <a:solidFill>
                            <a:srgbClr val="FFFFFF"/>
                          </a:solidFill>
                          <a:latin typeface="Arial"/>
                          <a:ea typeface="Microsoft JhengHei"/>
                          <a:cs typeface="Arial"/>
                        </a:rPr>
                        <a:t>#</a:t>
                      </a:r>
                    </a:p>
                  </a:txBody>
                  <a:tcPr marL="54864" marR="54864" marT="22860" marB="22860" anchor="ctr">
                    <a:solidFill>
                      <a:srgbClr val="1B1D36"/>
                    </a:solidFill>
                  </a:tcPr>
                </a:tc>
                <a:tc>
                  <a:txBody>
                    <a:bodyPr wrap="square"/>
                    <a:lstStyle/>
                    <a:p>
                      <a:pPr algn="l">
                        <a:spcAft>
                          <a:spcPts val="0"/>
                        </a:spcAft>
                      </a:pPr>
                      <a:r>
                        <a:rPr sz="1000" b="1">
                          <a:solidFill>
                            <a:srgbClr val="FFFFFF"/>
                          </a:solidFill>
                          <a:latin typeface="Arial"/>
                          <a:ea typeface="Microsoft JhengHei"/>
                          <a:cs typeface="Arial"/>
                        </a:rPr>
                        <a:t>原步驟</a:t>
                      </a:r>
                    </a:p>
                  </a:txBody>
                  <a:tcPr marL="54864" marR="54864" marT="22860" marB="22860" anchor="ctr">
                    <a:solidFill>
                      <a:srgbClr val="1B1D36"/>
                    </a:solidFill>
                  </a:tcPr>
                </a:tc>
                <a:tc>
                  <a:txBody>
                    <a:bodyPr wrap="square"/>
                    <a:lstStyle/>
                    <a:p>
                      <a:pPr algn="l">
                        <a:spcAft>
                          <a:spcPts val="0"/>
                        </a:spcAft>
                      </a:pPr>
                      <a:r>
                        <a:rPr sz="1000" b="1">
                          <a:solidFill>
                            <a:srgbClr val="FFFFFF"/>
                          </a:solidFill>
                          <a:latin typeface="Arial"/>
                          <a:ea typeface="Microsoft JhengHei"/>
                          <a:cs typeface="Arial"/>
                        </a:rPr>
                        <a:t>判定</a:t>
                      </a:r>
                    </a:p>
                  </a:txBody>
                  <a:tcPr marL="54864" marR="54864" marT="22860" marB="22860" anchor="ctr">
                    <a:solidFill>
                      <a:srgbClr val="1B1D36"/>
                    </a:solidFill>
                  </a:tcPr>
                </a:tc>
                <a:tc>
                  <a:txBody>
                    <a:bodyPr wrap="square"/>
                    <a:lstStyle/>
                    <a:p>
                      <a:pPr algn="l">
                        <a:spcAft>
                          <a:spcPts val="0"/>
                        </a:spcAft>
                      </a:pPr>
                      <a:r>
                        <a:rPr sz="1000" b="1">
                          <a:solidFill>
                            <a:srgbClr val="FFFFFF"/>
                          </a:solidFill>
                          <a:latin typeface="Arial"/>
                          <a:ea typeface="Microsoft JhengHei"/>
                          <a:cs typeface="Arial"/>
                        </a:rPr>
                        <a:t>說明</a:t>
                      </a:r>
                    </a:p>
                  </a:txBody>
                  <a:tcPr marL="54864" marR="54864" marT="22860" marB="22860" anchor="ctr">
                    <a:solidFill>
                      <a:srgbClr val="1B1D36"/>
                    </a:solidFill>
                  </a:tcPr>
                </a:tc>
                <a:tc>
                  <a:txBody>
                    <a:bodyPr wrap="square"/>
                    <a:lstStyle/>
                    <a:p>
                      <a:pPr algn="l">
                        <a:spcAft>
                          <a:spcPts val="0"/>
                        </a:spcAft>
                      </a:pPr>
                      <a:r>
                        <a:rPr sz="1000" b="1">
                          <a:solidFill>
                            <a:srgbClr val="FFFFFF"/>
                          </a:solidFill>
                          <a:latin typeface="Arial"/>
                          <a:ea typeface="Microsoft JhengHei"/>
                          <a:cs typeface="Arial"/>
                        </a:rPr>
                        <a:t>建議步驟</a:t>
                      </a:r>
                    </a:p>
                  </a:txBody>
                  <a:tcPr marL="54864" marR="54864" marT="22860" marB="22860" anchor="ctr">
                    <a:solidFill>
                      <a:srgbClr val="1B1D36"/>
                    </a:solidFill>
                  </a:tcPr>
                </a:tc>
              </a:tr>
              <a:tr h="329184">
                <a:tc>
                  <a:txBody>
                    <a:bodyPr wrap="square"/>
                    <a:lstStyle/>
                    <a:p>
                      <a:pPr algn="l">
                        <a:spcAft>
                          <a:spcPts val="0"/>
                        </a:spcAft>
                      </a:pPr>
                      <a:r>
                        <a:rPr sz="950" b="0">
                          <a:solidFill>
                            <a:srgbClr val="333333"/>
                          </a:solidFill>
                          <a:latin typeface="Arial"/>
                          <a:ea typeface="Microsoft JhengHei"/>
                          <a:cs typeface="Arial"/>
                        </a:rPr>
                        <a:t>1</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vMotion vRO（= Aria Operations）、vRA to Management Cluster</a:t>
                      </a:r>
                    </a:p>
                  </a:txBody>
                  <a:tcPr marL="54864" marR="54864" marT="22860" marB="22860" anchor="ctr">
                    <a:solidFill>
                      <a:srgbClr val="FFFFFF"/>
                    </a:solidFill>
                  </a:tcPr>
                </a:tc>
                <a:tc>
                  <a:txBody>
                    <a:bodyPr wrap="square"/>
                    <a:lstStyle/>
                    <a:p>
                      <a:pPr algn="l">
                        <a:spcAft>
                          <a:spcPts val="0"/>
                        </a:spcAft>
                      </a:pPr>
                      <a:r>
                        <a:rPr sz="950" b="1">
                          <a:solidFill>
                            <a:srgbClr val="FFFFFF"/>
                          </a:solidFill>
                          <a:latin typeface="Arial"/>
                          <a:ea typeface="Microsoft JhengHei"/>
                          <a:cs typeface="Arial"/>
                        </a:rPr>
                        <a:t>調整</a:t>
                      </a:r>
                    </a:p>
                  </a:txBody>
                  <a:tcPr marL="54864" marR="54864" marT="22860" marB="22860" anchor="ctr">
                    <a:solidFill>
                      <a:srgbClr val="E68C28"/>
                    </a:solidFill>
                  </a:tcPr>
                </a:tc>
                <a:tc>
                  <a:txBody>
                    <a:bodyPr wrap="square"/>
                    <a:lstStyle/>
                    <a:p>
                      <a:pPr algn="l">
                        <a:spcAft>
                          <a:spcPts val="0"/>
                        </a:spcAft>
                      </a:pPr>
                      <a:r>
                        <a:rPr sz="950" b="0">
                          <a:solidFill>
                            <a:srgbClr val="333333"/>
                          </a:solidFill>
                          <a:latin typeface="Arial"/>
                          <a:ea typeface="Microsoft JhengHei"/>
                          <a:cs typeface="Arial"/>
                        </a:rPr>
                        <a:t>改為冷遷移；目標 port group 與現行同一 L2（IP / FQDN 不變）；Aria Ops 先 Take Cluster Offline</a:t>
                      </a:r>
                    </a:p>
                  </a:txBody>
                  <a:tcPr marL="54864" marR="54864" marT="22860" marB="22860" anchor="ctr">
                    <a:solidFill>
                      <a:srgbClr val="FFFFFF"/>
                    </a:solidFill>
                  </a:tcPr>
                </a:tc>
                <a:tc>
                  <a:txBody>
                    <a:bodyPr wrap="square"/>
                    <a:lstStyle/>
                    <a:p>
                      <a:pPr algn="l">
                        <a:spcAft>
                          <a:spcPts val="0"/>
                        </a:spcAft>
                      </a:pPr>
                      <a:r>
                        <a:rPr sz="950" b="1">
                          <a:solidFill>
                            <a:srgbClr val="333333"/>
                          </a:solidFill>
                          <a:latin typeface="Arial"/>
                          <a:ea typeface="Microsoft JhengHei"/>
                          <a:cs typeface="Arial"/>
                        </a:rPr>
                        <a:t>S01</a:t>
                      </a:r>
                    </a:p>
                  </a:txBody>
                  <a:tcPr marL="54864" marR="54864" marT="22860" marB="22860" anchor="ctr">
                    <a:solidFill>
                      <a:srgbClr val="FFFFFF"/>
                    </a:solidFill>
                  </a:tcPr>
                </a:tc>
              </a:tr>
              <a:tr h="329184">
                <a:tc>
                  <a:txBody>
                    <a:bodyPr wrap="square"/>
                    <a:lstStyle/>
                    <a:p>
                      <a:pPr algn="l">
                        <a:spcAft>
                          <a:spcPts val="0"/>
                        </a:spcAft>
                      </a:pPr>
                      <a:r>
                        <a:rPr sz="950" b="0">
                          <a:solidFill>
                            <a:srgbClr val="333333"/>
                          </a:solidFill>
                          <a:latin typeface="Arial"/>
                          <a:ea typeface="Microsoft JhengHei"/>
                          <a:cs typeface="Arial"/>
                        </a:rPr>
                        <a:t>2</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Upgrade vRO（= Aria Operations 8.18.7）to 9.1.1</a:t>
                      </a:r>
                    </a:p>
                  </a:txBody>
                  <a:tcPr marL="54864" marR="54864" marT="22860" marB="22860" anchor="ctr">
                    <a:solidFill>
                      <a:srgbClr val="F5F7F9"/>
                    </a:solidFill>
                  </a:tcPr>
                </a:tc>
                <a:tc>
                  <a:txBody>
                    <a:bodyPr wrap="square"/>
                    <a:lstStyle/>
                    <a:p>
                      <a:pPr algn="l">
                        <a:spcAft>
                          <a:spcPts val="0"/>
                        </a:spcAft>
                      </a:pPr>
                      <a:r>
                        <a:rPr sz="950" b="1">
                          <a:solidFill>
                            <a:srgbClr val="FFFFFF"/>
                          </a:solidFill>
                          <a:latin typeface="Arial"/>
                          <a:ea typeface="Microsoft JhengHei"/>
                          <a:cs typeface="Arial"/>
                        </a:rPr>
                        <a:t>照做</a:t>
                      </a:r>
                    </a:p>
                  </a:txBody>
                  <a:tcPr marL="54864" marR="54864" marT="22860" marB="22860" anchor="ctr">
                    <a:solidFill>
                      <a:srgbClr val="61A60E"/>
                    </a:solidFill>
                  </a:tcPr>
                </a:tc>
                <a:tc>
                  <a:txBody>
                    <a:bodyPr wrap="square"/>
                    <a:lstStyle/>
                    <a:p>
                      <a:pPr algn="l">
                        <a:spcAft>
                          <a:spcPts val="0"/>
                        </a:spcAft>
                      </a:pPr>
                      <a:r>
                        <a:rPr sz="950" b="0">
                          <a:solidFill>
                            <a:srgbClr val="333333"/>
                          </a:solidFill>
                          <a:latin typeface="Arial"/>
                          <a:ea typeface="Microsoft JhengHei"/>
                          <a:cs typeface="Arial"/>
                        </a:rPr>
                        <a:t>in-place PAK 升到 VCF Operations 9.1.1；9.1.1 起 VCF Ops 須在管理網域，S05 Converge 沿用這套</a:t>
                      </a:r>
                    </a:p>
                  </a:txBody>
                  <a:tcPr marL="54864" marR="54864" marT="22860" marB="22860" anchor="ctr">
                    <a:solidFill>
                      <a:srgbClr val="F5F7F9"/>
                    </a:solidFill>
                  </a:tcPr>
                </a:tc>
                <a:tc>
                  <a:txBody>
                    <a:bodyPr wrap="square"/>
                    <a:lstStyle/>
                    <a:p>
                      <a:pPr algn="l">
                        <a:spcAft>
                          <a:spcPts val="0"/>
                        </a:spcAft>
                      </a:pPr>
                      <a:r>
                        <a:rPr sz="950" b="1">
                          <a:solidFill>
                            <a:srgbClr val="333333"/>
                          </a:solidFill>
                          <a:latin typeface="Arial"/>
                          <a:ea typeface="Microsoft JhengHei"/>
                          <a:cs typeface="Arial"/>
                        </a:rPr>
                        <a:t>S02</a:t>
                      </a:r>
                    </a:p>
                  </a:txBody>
                  <a:tcPr marL="54864" marR="54864" marT="22860" marB="22860" anchor="ctr">
                    <a:solidFill>
                      <a:srgbClr val="F5F7F9"/>
                    </a:solidFill>
                  </a:tcPr>
                </a:tc>
              </a:tr>
              <a:tr h="329184">
                <a:tc>
                  <a:txBody>
                    <a:bodyPr wrap="square"/>
                    <a:lstStyle/>
                    <a:p>
                      <a:pPr algn="l">
                        <a:spcAft>
                          <a:spcPts val="0"/>
                        </a:spcAft>
                      </a:pPr>
                      <a:r>
                        <a:rPr sz="950" b="0">
                          <a:solidFill>
                            <a:srgbClr val="333333"/>
                          </a:solidFill>
                          <a:latin typeface="Arial"/>
                          <a:ea typeface="Microsoft JhengHei"/>
                          <a:cs typeface="Arial"/>
                        </a:rPr>
                        <a:t>3</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Deploy VCF Installer 9.1.1</a:t>
                      </a:r>
                    </a:p>
                  </a:txBody>
                  <a:tcPr marL="54864" marR="54864" marT="22860" marB="22860" anchor="ctr">
                    <a:solidFill>
                      <a:srgbClr val="FFFFFF"/>
                    </a:solidFill>
                  </a:tcPr>
                </a:tc>
                <a:tc>
                  <a:txBody>
                    <a:bodyPr wrap="square"/>
                    <a:lstStyle/>
                    <a:p>
                      <a:pPr algn="l">
                        <a:spcAft>
                          <a:spcPts val="0"/>
                        </a:spcAft>
                      </a:pPr>
                      <a:r>
                        <a:rPr sz="950" b="1">
                          <a:solidFill>
                            <a:srgbClr val="FFFFFF"/>
                          </a:solidFill>
                          <a:latin typeface="Arial"/>
                          <a:ea typeface="Microsoft JhengHei"/>
                          <a:cs typeface="Arial"/>
                        </a:rPr>
                        <a:t>照做</a:t>
                      </a:r>
                    </a:p>
                  </a:txBody>
                  <a:tcPr marL="54864" marR="54864" marT="22860" marB="22860" anchor="ctr">
                    <a:solidFill>
                      <a:srgbClr val="61A60E"/>
                    </a:solidFill>
                  </a:tcPr>
                </a:tc>
                <a:tc>
                  <a:txBody>
                    <a:bodyPr wrap="square"/>
                    <a:lstStyle/>
                    <a:p>
                      <a:pPr algn="l">
                        <a:spcAft>
                          <a:spcPts val="0"/>
                        </a:spcAft>
                      </a:pPr>
                      <a:r>
                        <a:rPr sz="950" b="0">
                          <a:solidFill>
                            <a:srgbClr val="333333"/>
                          </a:solidFill>
                          <a:latin typeface="Arial"/>
                          <a:ea typeface="Microsoft JhengHei"/>
                          <a:cs typeface="Arial"/>
                        </a:rPr>
                        <a:t>全新 Installer、版本 ≥ 9.1.1</a:t>
                      </a:r>
                    </a:p>
                  </a:txBody>
                  <a:tcPr marL="54864" marR="54864" marT="22860" marB="22860" anchor="ctr">
                    <a:solidFill>
                      <a:srgbClr val="FFFFFF"/>
                    </a:solidFill>
                  </a:tcPr>
                </a:tc>
                <a:tc>
                  <a:txBody>
                    <a:bodyPr wrap="square"/>
                    <a:lstStyle/>
                    <a:p>
                      <a:pPr algn="l">
                        <a:spcAft>
                          <a:spcPts val="0"/>
                        </a:spcAft>
                      </a:pPr>
                      <a:r>
                        <a:rPr sz="950" b="1">
                          <a:solidFill>
                            <a:srgbClr val="333333"/>
                          </a:solidFill>
                          <a:latin typeface="Arial"/>
                          <a:ea typeface="Microsoft JhengHei"/>
                          <a:cs typeface="Arial"/>
                        </a:rPr>
                        <a:t>S03</a:t>
                      </a:r>
                    </a:p>
                  </a:txBody>
                  <a:tcPr marL="54864" marR="54864" marT="22860" marB="22860" anchor="ctr">
                    <a:solidFill>
                      <a:srgbClr val="FFFFFF"/>
                    </a:solidFill>
                  </a:tcPr>
                </a:tc>
              </a:tr>
              <a:tr h="329184">
                <a:tc>
                  <a:txBody>
                    <a:bodyPr wrap="square"/>
                    <a:lstStyle/>
                    <a:p>
                      <a:pPr algn="l">
                        <a:spcAft>
                          <a:spcPts val="0"/>
                        </a:spcAft>
                      </a:pPr>
                      <a:r>
                        <a:rPr sz="950" b="0">
                          <a:solidFill>
                            <a:srgbClr val="333333"/>
                          </a:solidFill>
                          <a:latin typeface="Arial"/>
                          <a:ea typeface="Microsoft JhengHei"/>
                          <a:cs typeface="Arial"/>
                        </a:rPr>
                        <a:t>4</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Offline Depot???</a:t>
                      </a:r>
                    </a:p>
                  </a:txBody>
                  <a:tcPr marL="54864" marR="54864" marT="22860" marB="22860" anchor="ctr">
                    <a:solidFill>
                      <a:srgbClr val="F5F7F9"/>
                    </a:solidFill>
                  </a:tcPr>
                </a:tc>
                <a:tc>
                  <a:txBody>
                    <a:bodyPr wrap="square"/>
                    <a:lstStyle/>
                    <a:p>
                      <a:pPr algn="l">
                        <a:spcAft>
                          <a:spcPts val="0"/>
                        </a:spcAft>
                      </a:pPr>
                      <a:r>
                        <a:rPr sz="950" b="1">
                          <a:solidFill>
                            <a:srgbClr val="FFFFFF"/>
                          </a:solidFill>
                          <a:latin typeface="Arial"/>
                          <a:ea typeface="Microsoft JhengHei"/>
                          <a:cs typeface="Arial"/>
                        </a:rPr>
                        <a:t>建議架</a:t>
                      </a:r>
                    </a:p>
                  </a:txBody>
                  <a:tcPr marL="54864" marR="54864" marT="22860" marB="22860" anchor="ctr">
                    <a:solidFill>
                      <a:srgbClr val="007B8C"/>
                    </a:solidFill>
                  </a:tcPr>
                </a:tc>
                <a:tc>
                  <a:txBody>
                    <a:bodyPr wrap="square"/>
                    <a:lstStyle/>
                    <a:p>
                      <a:pPr algn="l">
                        <a:spcAft>
                          <a:spcPts val="0"/>
                        </a:spcAft>
                      </a:pPr>
                      <a:r>
                        <a:rPr sz="950" b="0">
                          <a:solidFill>
                            <a:srgbClr val="333333"/>
                          </a:solidFill>
                          <a:latin typeface="Arial"/>
                          <a:ea typeface="Microsoft JhengHei"/>
                          <a:cs typeface="Arial"/>
                        </a:rPr>
                        <a:t>非必要（可 Manual Transfer），但 Installer 內 binaries 不會轉移，後續 VCFA / WLD 升級還要用</a:t>
                      </a:r>
                    </a:p>
                  </a:txBody>
                  <a:tcPr marL="54864" marR="54864" marT="22860" marB="22860" anchor="ctr">
                    <a:solidFill>
                      <a:srgbClr val="F5F7F9"/>
                    </a:solidFill>
                  </a:tcPr>
                </a:tc>
                <a:tc>
                  <a:txBody>
                    <a:bodyPr wrap="square"/>
                    <a:lstStyle/>
                    <a:p>
                      <a:pPr algn="l">
                        <a:spcAft>
                          <a:spcPts val="0"/>
                        </a:spcAft>
                      </a:pPr>
                      <a:r>
                        <a:rPr sz="950" b="1">
                          <a:solidFill>
                            <a:srgbClr val="333333"/>
                          </a:solidFill>
                          <a:latin typeface="Arial"/>
                          <a:ea typeface="Microsoft JhengHei"/>
                          <a:cs typeface="Arial"/>
                        </a:rPr>
                        <a:t>S04</a:t>
                      </a:r>
                    </a:p>
                  </a:txBody>
                  <a:tcPr marL="54864" marR="54864" marT="22860" marB="22860" anchor="ctr">
                    <a:solidFill>
                      <a:srgbClr val="F5F7F9"/>
                    </a:solidFill>
                  </a:tcPr>
                </a:tc>
              </a:tr>
              <a:tr h="329184">
                <a:tc>
                  <a:txBody>
                    <a:bodyPr wrap="square"/>
                    <a:lstStyle/>
                    <a:p>
                      <a:pPr algn="l">
                        <a:spcAft>
                          <a:spcPts val="0"/>
                        </a:spcAft>
                      </a:pPr>
                      <a:r>
                        <a:rPr sz="950" b="0">
                          <a:solidFill>
                            <a:srgbClr val="333333"/>
                          </a:solidFill>
                          <a:latin typeface="Arial"/>
                          <a:ea typeface="Microsoft JhengHei"/>
                          <a:cs typeface="Arial"/>
                        </a:rPr>
                        <a:t>5</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Converge Management Cluster to VCF 9.1.1</a:t>
                      </a:r>
                    </a:p>
                  </a:txBody>
                  <a:tcPr marL="54864" marR="54864" marT="22860" marB="22860" anchor="ctr">
                    <a:solidFill>
                      <a:srgbClr val="FFFFFF"/>
                    </a:solidFill>
                  </a:tcPr>
                </a:tc>
                <a:tc>
                  <a:txBody>
                    <a:bodyPr wrap="square"/>
                    <a:lstStyle/>
                    <a:p>
                      <a:pPr algn="l">
                        <a:spcAft>
                          <a:spcPts val="0"/>
                        </a:spcAft>
                      </a:pPr>
                      <a:r>
                        <a:rPr sz="950" b="1">
                          <a:solidFill>
                            <a:srgbClr val="FFFFFF"/>
                          </a:solidFill>
                          <a:latin typeface="Arial"/>
                          <a:ea typeface="Microsoft JhengHei"/>
                          <a:cs typeface="Arial"/>
                        </a:rPr>
                        <a:t>照做</a:t>
                      </a:r>
                    </a:p>
                  </a:txBody>
                  <a:tcPr marL="54864" marR="54864" marT="22860" marB="22860" anchor="ctr">
                    <a:solidFill>
                      <a:srgbClr val="61A60E"/>
                    </a:solidFill>
                  </a:tcPr>
                </a:tc>
                <a:tc>
                  <a:txBody>
                    <a:bodyPr wrap="square"/>
                    <a:lstStyle/>
                    <a:p>
                      <a:pPr algn="l">
                        <a:spcAft>
                          <a:spcPts val="0"/>
                        </a:spcAft>
                      </a:pPr>
                      <a:r>
                        <a:rPr sz="950" b="0">
                          <a:solidFill>
                            <a:srgbClr val="333333"/>
                          </a:solidFill>
                          <a:latin typeface="Arial"/>
                          <a:ea typeface="Microsoft JhengHei"/>
                          <a:cs typeface="Arial"/>
                        </a:rPr>
                        <a:t>先過支援組態檢查；成功後不可逆（PONR）</a:t>
                      </a:r>
                    </a:p>
                  </a:txBody>
                  <a:tcPr marL="54864" marR="54864" marT="22860" marB="22860" anchor="ctr">
                    <a:solidFill>
                      <a:srgbClr val="FFFFFF"/>
                    </a:solidFill>
                  </a:tcPr>
                </a:tc>
                <a:tc>
                  <a:txBody>
                    <a:bodyPr wrap="square"/>
                    <a:lstStyle/>
                    <a:p>
                      <a:pPr algn="l">
                        <a:spcAft>
                          <a:spcPts val="0"/>
                        </a:spcAft>
                      </a:pPr>
                      <a:r>
                        <a:rPr sz="950" b="1">
                          <a:solidFill>
                            <a:srgbClr val="333333"/>
                          </a:solidFill>
                          <a:latin typeface="Arial"/>
                          <a:ea typeface="Microsoft JhengHei"/>
                          <a:cs typeface="Arial"/>
                        </a:rPr>
                        <a:t>S05</a:t>
                      </a:r>
                    </a:p>
                  </a:txBody>
                  <a:tcPr marL="54864" marR="54864" marT="22860" marB="22860" anchor="ctr">
                    <a:solidFill>
                      <a:srgbClr val="FFFFFF"/>
                    </a:solidFill>
                  </a:tcPr>
                </a:tc>
              </a:tr>
              <a:tr h="329184">
                <a:tc>
                  <a:txBody>
                    <a:bodyPr wrap="square"/>
                    <a:lstStyle/>
                    <a:p>
                      <a:pPr algn="l">
                        <a:spcAft>
                          <a:spcPts val="0"/>
                        </a:spcAft>
                      </a:pPr>
                      <a:r>
                        <a:rPr sz="950" b="0">
                          <a:solidFill>
                            <a:srgbClr val="333333"/>
                          </a:solidFill>
                          <a:latin typeface="Arial"/>
                          <a:ea typeface="Microsoft JhengHei"/>
                          <a:cs typeface="Arial"/>
                        </a:rPr>
                        <a:t>6</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Import vRA to VCF</a:t>
                      </a:r>
                    </a:p>
                  </a:txBody>
                  <a:tcPr marL="54864" marR="54864" marT="22860" marB="22860" anchor="ctr">
                    <a:solidFill>
                      <a:srgbClr val="F5F7F9"/>
                    </a:solidFill>
                  </a:tcPr>
                </a:tc>
                <a:tc>
                  <a:txBody>
                    <a:bodyPr wrap="square"/>
                    <a:lstStyle/>
                    <a:p>
                      <a:pPr algn="l">
                        <a:spcAft>
                          <a:spcPts val="0"/>
                        </a:spcAft>
                      </a:pPr>
                      <a:r>
                        <a:rPr sz="950" b="1">
                          <a:solidFill>
                            <a:srgbClr val="FFFFFF"/>
                          </a:solidFill>
                          <a:latin typeface="Arial"/>
                          <a:ea typeface="Microsoft JhengHei"/>
                          <a:cs typeface="Arial"/>
                        </a:rPr>
                        <a:t>照做</a:t>
                      </a:r>
                    </a:p>
                  </a:txBody>
                  <a:tcPr marL="54864" marR="54864" marT="22860" marB="22860" anchor="ctr">
                    <a:solidFill>
                      <a:srgbClr val="61A60E"/>
                    </a:solidFill>
                  </a:tcPr>
                </a:tc>
                <a:tc>
                  <a:txBody>
                    <a:bodyPr wrap="square"/>
                    <a:lstStyle/>
                    <a:p>
                      <a:pPr algn="l">
                        <a:spcAft>
                          <a:spcPts val="0"/>
                        </a:spcAft>
                      </a:pPr>
                      <a:r>
                        <a:rPr sz="950" b="0">
                          <a:solidFill>
                            <a:srgbClr val="333333"/>
                          </a:solidFill>
                          <a:latin typeface="Arial"/>
                          <a:ea typeface="Microsoft JhengHei"/>
                          <a:cs typeface="Arial"/>
                        </a:rPr>
                        <a:t>前提：vRA 已在管理網域（Step 1）</a:t>
                      </a:r>
                    </a:p>
                  </a:txBody>
                  <a:tcPr marL="54864" marR="54864" marT="22860" marB="22860" anchor="ctr">
                    <a:solidFill>
                      <a:srgbClr val="F5F7F9"/>
                    </a:solidFill>
                  </a:tcPr>
                </a:tc>
                <a:tc>
                  <a:txBody>
                    <a:bodyPr wrap="square"/>
                    <a:lstStyle/>
                    <a:p>
                      <a:pPr algn="l">
                        <a:spcAft>
                          <a:spcPts val="0"/>
                        </a:spcAft>
                      </a:pPr>
                      <a:r>
                        <a:rPr sz="950" b="1">
                          <a:solidFill>
                            <a:srgbClr val="333333"/>
                          </a:solidFill>
                          <a:latin typeface="Arial"/>
                          <a:ea typeface="Microsoft JhengHei"/>
                          <a:cs typeface="Arial"/>
                        </a:rPr>
                        <a:t>S06</a:t>
                      </a:r>
                    </a:p>
                  </a:txBody>
                  <a:tcPr marL="54864" marR="54864" marT="22860" marB="22860" anchor="ctr">
                    <a:solidFill>
                      <a:srgbClr val="F5F7F9"/>
                    </a:solidFill>
                  </a:tcPr>
                </a:tc>
              </a:tr>
              <a:tr h="329184">
                <a:tc>
                  <a:txBody>
                    <a:bodyPr wrap="square"/>
                    <a:lstStyle/>
                    <a:p>
                      <a:pPr algn="l">
                        <a:spcAft>
                          <a:spcPts val="0"/>
                        </a:spcAft>
                      </a:pPr>
                      <a:r>
                        <a:rPr sz="950" b="0">
                          <a:solidFill>
                            <a:srgbClr val="333333"/>
                          </a:solidFill>
                          <a:latin typeface="Arial"/>
                          <a:ea typeface="Microsoft JhengHei"/>
                          <a:cs typeface="Arial"/>
                        </a:rPr>
                        <a:t>7</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Upgrade vRA to 9.1.1</a:t>
                      </a:r>
                    </a:p>
                  </a:txBody>
                  <a:tcPr marL="54864" marR="54864" marT="22860" marB="22860" anchor="ctr">
                    <a:solidFill>
                      <a:srgbClr val="FFFFFF"/>
                    </a:solidFill>
                  </a:tcPr>
                </a:tc>
                <a:tc>
                  <a:txBody>
                    <a:bodyPr wrap="square"/>
                    <a:lstStyle/>
                    <a:p>
                      <a:pPr algn="l">
                        <a:spcAft>
                          <a:spcPts val="0"/>
                        </a:spcAft>
                      </a:pPr>
                      <a:r>
                        <a:rPr sz="950" b="1">
                          <a:solidFill>
                            <a:srgbClr val="FFFFFF"/>
                          </a:solidFill>
                          <a:latin typeface="Arial"/>
                          <a:ea typeface="Microsoft JhengHei"/>
                          <a:cs typeface="Arial"/>
                        </a:rPr>
                        <a:t>照做</a:t>
                      </a:r>
                    </a:p>
                  </a:txBody>
                  <a:tcPr marL="54864" marR="54864" marT="22860" marB="22860" anchor="ctr">
                    <a:solidFill>
                      <a:srgbClr val="61A60E"/>
                    </a:solidFill>
                  </a:tcPr>
                </a:tc>
                <a:tc>
                  <a:txBody>
                    <a:bodyPr wrap="square"/>
                    <a:lstStyle/>
                    <a:p>
                      <a:pPr algn="l">
                        <a:spcAft>
                          <a:spcPts val="0"/>
                        </a:spcAft>
                      </a:pPr>
                      <a:r>
                        <a:rPr sz="950" b="0">
                          <a:solidFill>
                            <a:srgbClr val="333333"/>
                          </a:solidFill>
                          <a:latin typeface="Arial"/>
                          <a:ea typeface="Microsoft JhengHei"/>
                          <a:cs typeface="Arial"/>
                        </a:rPr>
                        <a:t>KB 425489 腳本；5 IP + runtime FQDN 同網段</a:t>
                      </a:r>
                    </a:p>
                  </a:txBody>
                  <a:tcPr marL="54864" marR="54864" marT="22860" marB="22860" anchor="ctr">
                    <a:solidFill>
                      <a:srgbClr val="FFFFFF"/>
                    </a:solidFill>
                  </a:tcPr>
                </a:tc>
                <a:tc>
                  <a:txBody>
                    <a:bodyPr wrap="square"/>
                    <a:lstStyle/>
                    <a:p>
                      <a:pPr algn="l">
                        <a:spcAft>
                          <a:spcPts val="0"/>
                        </a:spcAft>
                      </a:pPr>
                      <a:r>
                        <a:rPr sz="950" b="1">
                          <a:solidFill>
                            <a:srgbClr val="333333"/>
                          </a:solidFill>
                          <a:latin typeface="Arial"/>
                          <a:ea typeface="Microsoft JhengHei"/>
                          <a:cs typeface="Arial"/>
                        </a:rPr>
                        <a:t>S07</a:t>
                      </a:r>
                    </a:p>
                  </a:txBody>
                  <a:tcPr marL="54864" marR="54864" marT="22860" marB="22860" anchor="ctr">
                    <a:solidFill>
                      <a:srgbClr val="FFFFFF"/>
                    </a:solidFill>
                  </a:tcPr>
                </a:tc>
              </a:tr>
              <a:tr h="329184">
                <a:tc>
                  <a:txBody>
                    <a:bodyPr wrap="square"/>
                    <a:lstStyle/>
                    <a:p>
                      <a:pPr algn="l">
                        <a:spcAft>
                          <a:spcPts val="0"/>
                        </a:spcAft>
                      </a:pPr>
                      <a:r>
                        <a:rPr sz="950" b="0">
                          <a:solidFill>
                            <a:srgbClr val="333333"/>
                          </a:solidFill>
                          <a:latin typeface="Arial"/>
                          <a:ea typeface="Microsoft JhengHei"/>
                          <a:cs typeface="Arial"/>
                        </a:rPr>
                        <a:t>8</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Import 整合雲</a:t>
                      </a:r>
                    </a:p>
                  </a:txBody>
                  <a:tcPr marL="54864" marR="54864" marT="22860" marB="22860" anchor="ctr">
                    <a:solidFill>
                      <a:srgbClr val="F5F7F9"/>
                    </a:solidFill>
                  </a:tcPr>
                </a:tc>
                <a:tc>
                  <a:txBody>
                    <a:bodyPr wrap="square"/>
                    <a:lstStyle/>
                    <a:p>
                      <a:pPr algn="l">
                        <a:spcAft>
                          <a:spcPts val="0"/>
                        </a:spcAft>
                      </a:pPr>
                      <a:r>
                        <a:rPr sz="950" b="1">
                          <a:solidFill>
                            <a:srgbClr val="FFFFFF"/>
                          </a:solidFill>
                          <a:latin typeface="Arial"/>
                          <a:ea typeface="Microsoft JhengHei"/>
                          <a:cs typeface="Arial"/>
                        </a:rPr>
                        <a:t>調整</a:t>
                      </a:r>
                    </a:p>
                  </a:txBody>
                  <a:tcPr marL="54864" marR="54864" marT="22860" marB="22860" anchor="ctr">
                    <a:solidFill>
                      <a:srgbClr val="E68C28"/>
                    </a:solidFill>
                  </a:tcPr>
                </a:tc>
                <a:tc>
                  <a:txBody>
                    <a:bodyPr wrap="square"/>
                    <a:lstStyle/>
                    <a:p>
                      <a:pPr algn="l">
                        <a:spcAft>
                          <a:spcPts val="0"/>
                        </a:spcAft>
                      </a:pPr>
                      <a:r>
                        <a:rPr sz="950" b="0">
                          <a:solidFill>
                            <a:srgbClr val="333333"/>
                          </a:solidFill>
                          <a:latin typeface="Arial"/>
                          <a:ea typeface="Microsoft JhengHei"/>
                          <a:cs typeface="Arial"/>
                        </a:rPr>
                        <a:t>import 8.0.3 會自建 3-node NSX 4.2；建議先升 vCenter 再 import、共用管理網域 NSX</a:t>
                      </a:r>
                    </a:p>
                  </a:txBody>
                  <a:tcPr marL="54864" marR="54864" marT="22860" marB="22860" anchor="ctr">
                    <a:solidFill>
                      <a:srgbClr val="F5F7F9"/>
                    </a:solidFill>
                  </a:tcPr>
                </a:tc>
                <a:tc>
                  <a:txBody>
                    <a:bodyPr wrap="square"/>
                    <a:lstStyle/>
                    <a:p>
                      <a:pPr algn="l">
                        <a:spcAft>
                          <a:spcPts val="0"/>
                        </a:spcAft>
                      </a:pPr>
                      <a:r>
                        <a:rPr sz="950" b="1">
                          <a:solidFill>
                            <a:srgbClr val="333333"/>
                          </a:solidFill>
                          <a:latin typeface="Arial"/>
                          <a:ea typeface="Microsoft JhengHei"/>
                          <a:cs typeface="Arial"/>
                        </a:rPr>
                        <a:t>S10</a:t>
                      </a:r>
                    </a:p>
                  </a:txBody>
                  <a:tcPr marL="54864" marR="54864" marT="22860" marB="22860" anchor="ctr">
                    <a:solidFill>
                      <a:srgbClr val="F5F7F9"/>
                    </a:solidFill>
                  </a:tcPr>
                </a:tc>
              </a:tr>
              <a:tr h="329184">
                <a:tc>
                  <a:txBody>
                    <a:bodyPr wrap="square"/>
                    <a:lstStyle/>
                    <a:p>
                      <a:pPr algn="l">
                        <a:spcAft>
                          <a:spcPts val="0"/>
                        </a:spcAft>
                      </a:pPr>
                      <a:r>
                        <a:rPr sz="950" b="0">
                          <a:solidFill>
                            <a:srgbClr val="333333"/>
                          </a:solidFill>
                          <a:latin typeface="Arial"/>
                          <a:ea typeface="Microsoft JhengHei"/>
                          <a:cs typeface="Arial"/>
                        </a:rPr>
                        <a:t>9</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Import 中信雲</a:t>
                      </a:r>
                    </a:p>
                  </a:txBody>
                  <a:tcPr marL="54864" marR="54864" marT="22860" marB="22860" anchor="ctr">
                    <a:solidFill>
                      <a:srgbClr val="FFFFFF"/>
                    </a:solidFill>
                  </a:tcPr>
                </a:tc>
                <a:tc>
                  <a:txBody>
                    <a:bodyPr wrap="square"/>
                    <a:lstStyle/>
                    <a:p>
                      <a:pPr algn="l">
                        <a:spcAft>
                          <a:spcPts val="0"/>
                        </a:spcAft>
                      </a:pPr>
                      <a:r>
                        <a:rPr sz="950" b="1">
                          <a:solidFill>
                            <a:srgbClr val="FFFFFF"/>
                          </a:solidFill>
                          <a:latin typeface="Arial"/>
                          <a:ea typeface="Microsoft JhengHei"/>
                          <a:cs typeface="Arial"/>
                        </a:rPr>
                        <a:t>調整</a:t>
                      </a:r>
                    </a:p>
                  </a:txBody>
                  <a:tcPr marL="54864" marR="54864" marT="22860" marB="22860" anchor="ctr">
                    <a:solidFill>
                      <a:srgbClr val="E68C28"/>
                    </a:solidFill>
                  </a:tcPr>
                </a:tc>
                <a:tc>
                  <a:txBody>
                    <a:bodyPr wrap="square"/>
                    <a:lstStyle/>
                    <a:p>
                      <a:pPr algn="l">
                        <a:spcAft>
                          <a:spcPts val="0"/>
                        </a:spcAft>
                      </a:pPr>
                      <a:r>
                        <a:rPr sz="950" b="0">
                          <a:solidFill>
                            <a:srgbClr val="333333"/>
                          </a:solidFill>
                          <a:latin typeface="Arial"/>
                          <a:ea typeface="Microsoft JhengHei"/>
                          <a:cs typeface="Arial"/>
                        </a:rPr>
                        <a:t>同上</a:t>
                      </a:r>
                    </a:p>
                  </a:txBody>
                  <a:tcPr marL="54864" marR="54864" marT="22860" marB="22860" anchor="ctr">
                    <a:solidFill>
                      <a:srgbClr val="FFFFFF"/>
                    </a:solidFill>
                  </a:tcPr>
                </a:tc>
                <a:tc>
                  <a:txBody>
                    <a:bodyPr wrap="square"/>
                    <a:lstStyle/>
                    <a:p>
                      <a:pPr algn="l">
                        <a:spcAft>
                          <a:spcPts val="0"/>
                        </a:spcAft>
                      </a:pPr>
                      <a:r>
                        <a:rPr sz="950" b="1">
                          <a:solidFill>
                            <a:srgbClr val="333333"/>
                          </a:solidFill>
                          <a:latin typeface="Arial"/>
                          <a:ea typeface="Microsoft JhengHei"/>
                          <a:cs typeface="Arial"/>
                        </a:rPr>
                        <a:t>S14</a:t>
                      </a:r>
                    </a:p>
                  </a:txBody>
                  <a:tcPr marL="54864" marR="54864" marT="22860" marB="22860" anchor="ctr">
                    <a:solidFill>
                      <a:srgbClr val="FFFFFF"/>
                    </a:solidFill>
                  </a:tcPr>
                </a:tc>
              </a:tr>
              <a:tr h="329184">
                <a:tc>
                  <a:txBody>
                    <a:bodyPr wrap="square"/>
                    <a:lstStyle/>
                    <a:p>
                      <a:pPr algn="l">
                        <a:spcAft>
                          <a:spcPts val="0"/>
                        </a:spcAft>
                      </a:pPr>
                      <a:r>
                        <a:rPr sz="950" b="0">
                          <a:solidFill>
                            <a:srgbClr val="333333"/>
                          </a:solidFill>
                          <a:latin typeface="Arial"/>
                          <a:ea typeface="Microsoft JhengHei"/>
                          <a:cs typeface="Arial"/>
                        </a:rPr>
                        <a:t>10</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Upgrade 整合雲 to 9.1.1</a:t>
                      </a:r>
                    </a:p>
                  </a:txBody>
                  <a:tcPr marL="54864" marR="54864" marT="22860" marB="22860" anchor="ctr">
                    <a:solidFill>
                      <a:srgbClr val="F5F7F9"/>
                    </a:solidFill>
                  </a:tcPr>
                </a:tc>
                <a:tc>
                  <a:txBody>
                    <a:bodyPr wrap="square"/>
                    <a:lstStyle/>
                    <a:p>
                      <a:pPr algn="l">
                        <a:spcAft>
                          <a:spcPts val="0"/>
                        </a:spcAft>
                      </a:pPr>
                      <a:r>
                        <a:rPr sz="950" b="1">
                          <a:solidFill>
                            <a:srgbClr val="FFFFFF"/>
                          </a:solidFill>
                          <a:latin typeface="Arial"/>
                          <a:ea typeface="Microsoft JhengHei"/>
                          <a:cs typeface="Arial"/>
                        </a:rPr>
                        <a:t>拆兩段</a:t>
                      </a:r>
                    </a:p>
                  </a:txBody>
                  <a:tcPr marL="54864" marR="54864" marT="22860" marB="22860" anchor="ctr">
                    <a:solidFill>
                      <a:srgbClr val="E68C28"/>
                    </a:solidFill>
                  </a:tcPr>
                </a:tc>
                <a:tc>
                  <a:txBody>
                    <a:bodyPr wrap="square"/>
                    <a:lstStyle/>
                    <a:p>
                      <a:pPr algn="l">
                        <a:spcAft>
                          <a:spcPts val="0"/>
                        </a:spcAft>
                      </a:pPr>
                      <a:r>
                        <a:rPr sz="950" b="0">
                          <a:solidFill>
                            <a:srgbClr val="333333"/>
                          </a:solidFill>
                          <a:latin typeface="Arial"/>
                          <a:ea typeface="Microsoft JhengHei"/>
                          <a:cs typeface="Arial"/>
                        </a:rPr>
                        <a:t>vCenter 在 import 前以 RDU 升；ESXi 在 import 後走 VCF LCM</a:t>
                      </a:r>
                    </a:p>
                  </a:txBody>
                  <a:tcPr marL="54864" marR="54864" marT="22860" marB="22860" anchor="ctr">
                    <a:solidFill>
                      <a:srgbClr val="F5F7F9"/>
                    </a:solidFill>
                  </a:tcPr>
                </a:tc>
                <a:tc>
                  <a:txBody>
                    <a:bodyPr wrap="square"/>
                    <a:lstStyle/>
                    <a:p>
                      <a:pPr algn="l">
                        <a:spcAft>
                          <a:spcPts val="0"/>
                        </a:spcAft>
                      </a:pPr>
                      <a:r>
                        <a:rPr sz="950" b="1">
                          <a:solidFill>
                            <a:srgbClr val="333333"/>
                          </a:solidFill>
                          <a:latin typeface="Arial"/>
                          <a:ea typeface="Microsoft JhengHei"/>
                          <a:cs typeface="Arial"/>
                        </a:rPr>
                        <a:t>S08 + S11</a:t>
                      </a:r>
                    </a:p>
                  </a:txBody>
                  <a:tcPr marL="54864" marR="54864" marT="22860" marB="22860" anchor="ctr">
                    <a:solidFill>
                      <a:srgbClr val="F5F7F9"/>
                    </a:solidFill>
                  </a:tcPr>
                </a:tc>
              </a:tr>
              <a:tr h="329184">
                <a:tc>
                  <a:txBody>
                    <a:bodyPr wrap="square"/>
                    <a:lstStyle/>
                    <a:p>
                      <a:pPr algn="l">
                        <a:spcAft>
                          <a:spcPts val="0"/>
                        </a:spcAft>
                      </a:pPr>
                      <a:r>
                        <a:rPr sz="950" b="0">
                          <a:solidFill>
                            <a:srgbClr val="333333"/>
                          </a:solidFill>
                          <a:latin typeface="Arial"/>
                          <a:ea typeface="Microsoft JhengHei"/>
                          <a:cs typeface="Arial"/>
                        </a:rPr>
                        <a:t>11</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SRM 重新註冊（整合雲）</a:t>
                      </a:r>
                    </a:p>
                  </a:txBody>
                  <a:tcPr marL="54864" marR="54864" marT="22860" marB="22860" anchor="ctr">
                    <a:solidFill>
                      <a:srgbClr val="FFFFFF"/>
                    </a:solidFill>
                  </a:tcPr>
                </a:tc>
                <a:tc>
                  <a:txBody>
                    <a:bodyPr wrap="square"/>
                    <a:lstStyle/>
                    <a:p>
                      <a:pPr algn="l">
                        <a:spcAft>
                          <a:spcPts val="0"/>
                        </a:spcAft>
                      </a:pPr>
                      <a:r>
                        <a:rPr sz="950" b="1">
                          <a:solidFill>
                            <a:srgbClr val="FFFFFF"/>
                          </a:solidFill>
                          <a:latin typeface="Arial"/>
                          <a:ea typeface="Microsoft JhengHei"/>
                          <a:cs typeface="Arial"/>
                        </a:rPr>
                        <a:t>照做</a:t>
                      </a:r>
                    </a:p>
                  </a:txBody>
                  <a:tcPr marL="54864" marR="54864" marT="22860" marB="22860" anchor="ctr">
                    <a:solidFill>
                      <a:srgbClr val="61A60E"/>
                    </a:solidFill>
                  </a:tcPr>
                </a:tc>
                <a:tc>
                  <a:txBody>
                    <a:bodyPr wrap="square"/>
                    <a:lstStyle/>
                    <a:p>
                      <a:pPr algn="l">
                        <a:spcAft>
                          <a:spcPts val="0"/>
                        </a:spcAft>
                      </a:pPr>
                      <a:r>
                        <a:rPr sz="950" b="0">
                          <a:solidFill>
                            <a:srgbClr val="333333"/>
                          </a:solidFill>
                          <a:latin typeface="Arial"/>
                          <a:ea typeface="Microsoft JhengHei"/>
                          <a:cs typeface="Arial"/>
                        </a:rPr>
                        <a:t>兩站 VAMI Reconfigure + Site Pair Reconnect</a:t>
                      </a:r>
                    </a:p>
                  </a:txBody>
                  <a:tcPr marL="54864" marR="54864" marT="22860" marB="22860" anchor="ctr">
                    <a:solidFill>
                      <a:srgbClr val="FFFFFF"/>
                    </a:solidFill>
                  </a:tcPr>
                </a:tc>
                <a:tc>
                  <a:txBody>
                    <a:bodyPr wrap="square"/>
                    <a:lstStyle/>
                    <a:p>
                      <a:pPr algn="l">
                        <a:spcAft>
                          <a:spcPts val="0"/>
                        </a:spcAft>
                      </a:pPr>
                      <a:r>
                        <a:rPr sz="950" b="1">
                          <a:solidFill>
                            <a:srgbClr val="333333"/>
                          </a:solidFill>
                          <a:latin typeface="Arial"/>
                          <a:ea typeface="Microsoft JhengHei"/>
                          <a:cs typeface="Arial"/>
                        </a:rPr>
                        <a:t>S09</a:t>
                      </a:r>
                    </a:p>
                  </a:txBody>
                  <a:tcPr marL="54864" marR="54864" marT="22860" marB="22860" anchor="ctr">
                    <a:solidFill>
                      <a:srgbClr val="FFFFFF"/>
                    </a:solidFill>
                  </a:tcPr>
                </a:tc>
              </a:tr>
              <a:tr h="329184">
                <a:tc>
                  <a:txBody>
                    <a:bodyPr wrap="square"/>
                    <a:lstStyle/>
                    <a:p>
                      <a:pPr algn="l">
                        <a:spcAft>
                          <a:spcPts val="0"/>
                        </a:spcAft>
                      </a:pPr>
                      <a:r>
                        <a:rPr sz="950" b="0">
                          <a:solidFill>
                            <a:srgbClr val="333333"/>
                          </a:solidFill>
                          <a:latin typeface="Arial"/>
                          <a:ea typeface="Microsoft JhengHei"/>
                          <a:cs typeface="Arial"/>
                        </a:rPr>
                        <a:t>12</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Upgrade 中信雲 to 9.1.1</a:t>
                      </a:r>
                    </a:p>
                  </a:txBody>
                  <a:tcPr marL="54864" marR="54864" marT="22860" marB="22860" anchor="ctr">
                    <a:solidFill>
                      <a:srgbClr val="F5F7F9"/>
                    </a:solidFill>
                  </a:tcPr>
                </a:tc>
                <a:tc>
                  <a:txBody>
                    <a:bodyPr wrap="square"/>
                    <a:lstStyle/>
                    <a:p>
                      <a:pPr algn="l">
                        <a:spcAft>
                          <a:spcPts val="0"/>
                        </a:spcAft>
                      </a:pPr>
                      <a:r>
                        <a:rPr sz="950" b="1">
                          <a:solidFill>
                            <a:srgbClr val="FFFFFF"/>
                          </a:solidFill>
                          <a:latin typeface="Arial"/>
                          <a:ea typeface="Microsoft JhengHei"/>
                          <a:cs typeface="Arial"/>
                        </a:rPr>
                        <a:t>拆兩段</a:t>
                      </a:r>
                    </a:p>
                  </a:txBody>
                  <a:tcPr marL="54864" marR="54864" marT="22860" marB="22860" anchor="ctr">
                    <a:solidFill>
                      <a:srgbClr val="E68C28"/>
                    </a:solidFill>
                  </a:tcPr>
                </a:tc>
                <a:tc>
                  <a:txBody>
                    <a:bodyPr wrap="square"/>
                    <a:lstStyle/>
                    <a:p>
                      <a:pPr algn="l">
                        <a:spcAft>
                          <a:spcPts val="0"/>
                        </a:spcAft>
                      </a:pPr>
                      <a:r>
                        <a:rPr sz="950" b="0">
                          <a:solidFill>
                            <a:srgbClr val="333333"/>
                          </a:solidFill>
                          <a:latin typeface="Arial"/>
                          <a:ea typeface="Microsoft JhengHei"/>
                          <a:cs typeface="Arial"/>
                        </a:rPr>
                        <a:t>同 10</a:t>
                      </a:r>
                    </a:p>
                  </a:txBody>
                  <a:tcPr marL="54864" marR="54864" marT="22860" marB="22860" anchor="ctr">
                    <a:solidFill>
                      <a:srgbClr val="F5F7F9"/>
                    </a:solidFill>
                  </a:tcPr>
                </a:tc>
                <a:tc>
                  <a:txBody>
                    <a:bodyPr wrap="square"/>
                    <a:lstStyle/>
                    <a:p>
                      <a:pPr algn="l">
                        <a:spcAft>
                          <a:spcPts val="0"/>
                        </a:spcAft>
                      </a:pPr>
                      <a:r>
                        <a:rPr sz="950" b="1">
                          <a:solidFill>
                            <a:srgbClr val="333333"/>
                          </a:solidFill>
                          <a:latin typeface="Arial"/>
                          <a:ea typeface="Microsoft JhengHei"/>
                          <a:cs typeface="Arial"/>
                        </a:rPr>
                        <a:t>S12 + S15</a:t>
                      </a:r>
                    </a:p>
                  </a:txBody>
                  <a:tcPr marL="54864" marR="54864" marT="22860" marB="22860" anchor="ctr">
                    <a:solidFill>
                      <a:srgbClr val="F5F7F9"/>
                    </a:solidFill>
                  </a:tcPr>
                </a:tc>
              </a:tr>
              <a:tr h="329184">
                <a:tc>
                  <a:txBody>
                    <a:bodyPr wrap="square"/>
                    <a:lstStyle/>
                    <a:p>
                      <a:pPr algn="l">
                        <a:spcAft>
                          <a:spcPts val="0"/>
                        </a:spcAft>
                      </a:pPr>
                      <a:r>
                        <a:rPr sz="950" b="0">
                          <a:solidFill>
                            <a:srgbClr val="333333"/>
                          </a:solidFill>
                          <a:latin typeface="Arial"/>
                          <a:ea typeface="Microsoft JhengHei"/>
                          <a:cs typeface="Arial"/>
                        </a:rPr>
                        <a:t>13</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SRM 重新註冊（中信雲）</a:t>
                      </a:r>
                    </a:p>
                  </a:txBody>
                  <a:tcPr marL="54864" marR="54864" marT="22860" marB="22860" anchor="ctr">
                    <a:solidFill>
                      <a:srgbClr val="FFFFFF"/>
                    </a:solidFill>
                  </a:tcPr>
                </a:tc>
                <a:tc>
                  <a:txBody>
                    <a:bodyPr wrap="square"/>
                    <a:lstStyle/>
                    <a:p>
                      <a:pPr algn="l">
                        <a:spcAft>
                          <a:spcPts val="0"/>
                        </a:spcAft>
                      </a:pPr>
                      <a:r>
                        <a:rPr sz="950" b="1">
                          <a:solidFill>
                            <a:srgbClr val="FFFFFF"/>
                          </a:solidFill>
                          <a:latin typeface="Arial"/>
                          <a:ea typeface="Microsoft JhengHei"/>
                          <a:cs typeface="Arial"/>
                        </a:rPr>
                        <a:t>照做</a:t>
                      </a:r>
                    </a:p>
                  </a:txBody>
                  <a:tcPr marL="54864" marR="54864" marT="22860" marB="22860" anchor="ctr">
                    <a:solidFill>
                      <a:srgbClr val="61A60E"/>
                    </a:solidFill>
                  </a:tcPr>
                </a:tc>
                <a:tc>
                  <a:txBody>
                    <a:bodyPr wrap="square"/>
                    <a:lstStyle/>
                    <a:p>
                      <a:pPr algn="l">
                        <a:spcAft>
                          <a:spcPts val="0"/>
                        </a:spcAft>
                      </a:pPr>
                      <a:r>
                        <a:rPr sz="950" b="0">
                          <a:solidFill>
                            <a:srgbClr val="333333"/>
                          </a:solidFill>
                          <a:latin typeface="Arial"/>
                          <a:ea typeface="Microsoft JhengHei"/>
                          <a:cs typeface="Arial"/>
                        </a:rPr>
                        <a:t>同 11；每次 vCenter 升級後兩站都要做</a:t>
                      </a:r>
                    </a:p>
                  </a:txBody>
                  <a:tcPr marL="54864" marR="54864" marT="22860" marB="22860" anchor="ctr">
                    <a:solidFill>
                      <a:srgbClr val="FFFFFF"/>
                    </a:solidFill>
                  </a:tcPr>
                </a:tc>
                <a:tc>
                  <a:txBody>
                    <a:bodyPr wrap="square"/>
                    <a:lstStyle/>
                    <a:p>
                      <a:pPr algn="l">
                        <a:spcAft>
                          <a:spcPts val="0"/>
                        </a:spcAft>
                      </a:pPr>
                      <a:r>
                        <a:rPr sz="950" b="1">
                          <a:solidFill>
                            <a:srgbClr val="333333"/>
                          </a:solidFill>
                          <a:latin typeface="Arial"/>
                          <a:ea typeface="Microsoft JhengHei"/>
                          <a:cs typeface="Arial"/>
                        </a:rPr>
                        <a:t>S13</a:t>
                      </a:r>
                    </a:p>
                  </a:txBody>
                  <a:tcPr marL="54864" marR="54864" marT="22860" marB="22860" anchor="ctr">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Decision ｜ How the Two vSphere 8 Clouds Enter VCF</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6C4B94"/>
                </a:solidFill>
                <a:latin typeface="Arial"/>
                <a:ea typeface="Microsoft JhengHei"/>
                <a:cs typeface="Arial"/>
              </a:rPr>
              <a:t>Import 8.0.3 vCenter 一定會帶 NSX → 兩種路徑擇一（建議方案 B）</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依據：TechDocs《Import an Existing vCenter to Create a Workload Domain》（NSX 9.1 does not support vCenter 8.0 Update 3a or later）、《Sequential / Optimized Update of vCenter and NSX》；KB 429205；CXS Lab 實測（v8tov9 import-wld）</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sp>
        <p:nvSpPr>
          <p:cNvPr id="6" name="Rectangle 5"/>
          <p:cNvSpPr/>
          <p:nvPr/>
        </p:nvSpPr>
        <p:spPr>
          <a:xfrm>
            <a:off x="576072" y="1234440"/>
            <a:ext cx="5440680" cy="411480"/>
          </a:xfrm>
          <a:prstGeom prst="rect">
            <a:avLst/>
          </a:prstGeom>
          <a:solidFill>
            <a:srgbClr val="717074"/>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wrap="square"/>
          <a:lstStyle/>
          <a:p>
            <a:pPr algn="l">
              <a:spcAft>
                <a:spcPts val="0"/>
              </a:spcAft>
            </a:pPr>
            <a:r>
              <a:rPr sz="1250" b="1">
                <a:solidFill>
                  <a:srgbClr val="FFFFFF"/>
                </a:solidFill>
                <a:latin typeface="Arial"/>
                <a:ea typeface="Microsoft JhengHei"/>
                <a:cs typeface="Arial"/>
              </a:rPr>
              <a:t>方案 A ｜ 照原順序：先 Import 8.0.3，再在 VCF 內升級</a:t>
            </a:r>
          </a:p>
        </p:txBody>
      </p:sp>
      <p:sp>
        <p:nvSpPr>
          <p:cNvPr id="7" name="Rectangle 6"/>
          <p:cNvSpPr/>
          <p:nvPr/>
        </p:nvSpPr>
        <p:spPr>
          <a:xfrm>
            <a:off x="576072" y="1645920"/>
            <a:ext cx="5440680" cy="3246120"/>
          </a:xfrm>
          <a:prstGeom prst="rect">
            <a:avLst/>
          </a:prstGeom>
          <a:solidFill>
            <a:srgbClr val="F5F7F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783080"/>
            <a:ext cx="1243584" cy="566928"/>
          </a:xfrm>
          <a:prstGeom prst="roundRect">
            <a:avLst>
              <a:gd name="adj" fmla="val 15000"/>
            </a:avLst>
          </a:prstGeom>
          <a:solidFill>
            <a:srgbClr val="FFFFFF"/>
          </a:solidFill>
          <a:ln w="15875">
            <a:solidFill>
              <a:srgbClr val="717074"/>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18288" bIns="18288" wrap="square"/>
          <a:lstStyle/>
          <a:p>
            <a:pPr algn="ctr">
              <a:spcAft>
                <a:spcPts val="0"/>
              </a:spcAft>
            </a:pPr>
            <a:r>
              <a:rPr sz="900" b="1">
                <a:solidFill>
                  <a:srgbClr val="717074"/>
                </a:solidFill>
                <a:latin typeface="Arial"/>
                <a:ea typeface="Microsoft JhengHei"/>
                <a:cs typeface="Arial"/>
              </a:rPr>
              <a:t>Import
(+NSX 4.2 ×3)</a:t>
            </a:r>
          </a:p>
        </p:txBody>
      </p:sp>
      <p:sp>
        <p:nvSpPr>
          <p:cNvPr id="9" name="Rounded Rectangle 8"/>
          <p:cNvSpPr/>
          <p:nvPr/>
        </p:nvSpPr>
        <p:spPr>
          <a:xfrm>
            <a:off x="2011680" y="1783080"/>
            <a:ext cx="1243584" cy="566928"/>
          </a:xfrm>
          <a:prstGeom prst="roundRect">
            <a:avLst>
              <a:gd name="adj" fmla="val 15000"/>
            </a:avLst>
          </a:prstGeom>
          <a:solidFill>
            <a:srgbClr val="FFFFFF"/>
          </a:solidFill>
          <a:ln w="15875">
            <a:solidFill>
              <a:srgbClr val="717074"/>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18288" bIns="18288" wrap="square"/>
          <a:lstStyle/>
          <a:p>
            <a:pPr algn="ctr">
              <a:spcAft>
                <a:spcPts val="0"/>
              </a:spcAft>
            </a:pPr>
            <a:r>
              <a:rPr sz="900" b="1">
                <a:solidFill>
                  <a:srgbClr val="717074"/>
                </a:solidFill>
                <a:latin typeface="Arial"/>
                <a:ea typeface="Microsoft JhengHei"/>
                <a:cs typeface="Arial"/>
              </a:rPr>
              <a:t>NSX
4.2 → 9.1.1</a:t>
            </a:r>
          </a:p>
        </p:txBody>
      </p:sp>
      <p:sp>
        <p:nvSpPr>
          <p:cNvPr id="10" name="Rounded Rectangle 9"/>
          <p:cNvSpPr/>
          <p:nvPr/>
        </p:nvSpPr>
        <p:spPr>
          <a:xfrm>
            <a:off x="3337560" y="1783080"/>
            <a:ext cx="1243584" cy="566928"/>
          </a:xfrm>
          <a:prstGeom prst="roundRect">
            <a:avLst>
              <a:gd name="adj" fmla="val 15000"/>
            </a:avLst>
          </a:prstGeom>
          <a:solidFill>
            <a:srgbClr val="FFFFFF"/>
          </a:solidFill>
          <a:ln w="15875">
            <a:solidFill>
              <a:srgbClr val="717074"/>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18288" bIns="18288" wrap="square"/>
          <a:lstStyle/>
          <a:p>
            <a:pPr algn="ctr">
              <a:spcAft>
                <a:spcPts val="0"/>
              </a:spcAft>
            </a:pPr>
            <a:r>
              <a:rPr sz="900" b="1">
                <a:solidFill>
                  <a:srgbClr val="717074"/>
                </a:solidFill>
                <a:latin typeface="Arial"/>
                <a:ea typeface="Microsoft JhengHei"/>
                <a:cs typeface="Arial"/>
              </a:rPr>
              <a:t>vCenter RDU
(SDDC Mgr)</a:t>
            </a:r>
          </a:p>
        </p:txBody>
      </p:sp>
      <p:sp>
        <p:nvSpPr>
          <p:cNvPr id="11" name="Rounded Rectangle 10"/>
          <p:cNvSpPr/>
          <p:nvPr/>
        </p:nvSpPr>
        <p:spPr>
          <a:xfrm>
            <a:off x="4663440" y="1783080"/>
            <a:ext cx="1243584" cy="566928"/>
          </a:xfrm>
          <a:prstGeom prst="roundRect">
            <a:avLst>
              <a:gd name="adj" fmla="val 15000"/>
            </a:avLst>
          </a:prstGeom>
          <a:solidFill>
            <a:srgbClr val="FFFFFF"/>
          </a:solidFill>
          <a:ln w="15875">
            <a:solidFill>
              <a:srgbClr val="717074"/>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18288" bIns="18288" wrap="square"/>
          <a:lstStyle/>
          <a:p>
            <a:pPr algn="ctr">
              <a:spcAft>
                <a:spcPts val="0"/>
              </a:spcAft>
            </a:pPr>
            <a:r>
              <a:rPr sz="900" b="1">
                <a:solidFill>
                  <a:srgbClr val="717074"/>
                </a:solidFill>
                <a:latin typeface="Arial"/>
                <a:ea typeface="Microsoft JhengHei"/>
                <a:cs typeface="Arial"/>
              </a:rPr>
              <a:t>ESXi
9.1.1</a:t>
            </a:r>
          </a:p>
        </p:txBody>
      </p:sp>
      <p:sp>
        <p:nvSpPr>
          <p:cNvPr id="12" name="TextBox 11"/>
          <p:cNvSpPr txBox="1"/>
          <p:nvPr/>
        </p:nvSpPr>
        <p:spPr>
          <a:xfrm>
            <a:off x="685800" y="2487168"/>
            <a:ext cx="5221224" cy="2377440"/>
          </a:xfrm>
          <a:prstGeom prst="rect">
            <a:avLst/>
          </a:prstGeom>
          <a:noFill/>
        </p:spPr>
        <p:txBody>
          <a:bodyPr wrap="square" lIns="45720" rIns="45720" tIns="27432" bIns="27432" anchor="t">
            <a:spAutoFit/>
          </a:bodyPr>
          <a:lstStyle/>
          <a:p>
            <a:pPr algn="l">
              <a:spcAft>
                <a:spcPts val="600"/>
              </a:spcAft>
            </a:pPr>
            <a:r>
              <a:rPr sz="1100" b="1">
                <a:solidFill>
                  <a:srgbClr val="61A60E"/>
                </a:solidFill>
                <a:latin typeface="Arial"/>
                <a:ea typeface="Microsoft JhengHei"/>
                <a:cs typeface="Arial"/>
              </a:rPr>
              <a:t>✔ </a:t>
            </a:r>
            <a:r>
              <a:rPr sz="1100" b="0">
                <a:solidFill>
                  <a:srgbClr val="333333"/>
                </a:solidFill>
                <a:latin typeface="Arial"/>
                <a:ea typeface="Microsoft JhengHei"/>
                <a:cs typeface="Arial"/>
              </a:rPr>
              <a:t>vCenter 升級走 SDDC Manager LCM（含 precheck）</a:t>
            </a:r>
          </a:p>
          <a:p>
            <a:pPr algn="l">
              <a:spcAft>
                <a:spcPts val="600"/>
              </a:spcAft>
            </a:pPr>
            <a:r>
              <a:rPr sz="1100" b="1">
                <a:solidFill>
                  <a:srgbClr val="A6192E"/>
                </a:solidFill>
                <a:latin typeface="Arial"/>
                <a:ea typeface="Microsoft JhengHei"/>
                <a:cs typeface="Arial"/>
              </a:rPr>
              <a:t>✖ </a:t>
            </a:r>
            <a:r>
              <a:rPr sz="1100" b="0">
                <a:solidFill>
                  <a:srgbClr val="333333"/>
                </a:solidFill>
                <a:latin typeface="Arial"/>
                <a:ea typeface="Microsoft JhengHei"/>
                <a:cs typeface="Arial"/>
              </a:rPr>
              <a:t>每朵雲新部署 3-node NSX Manager（4.2.x，裝在該叢集）→ 多 6 台 NSX VM</a:t>
            </a:r>
          </a:p>
          <a:p>
            <a:pPr algn="l">
              <a:spcAft>
                <a:spcPts val="600"/>
              </a:spcAft>
            </a:pPr>
            <a:r>
              <a:rPr sz="1100" b="1">
                <a:solidFill>
                  <a:srgbClr val="A6192E"/>
                </a:solidFill>
                <a:latin typeface="Arial"/>
                <a:ea typeface="Microsoft JhengHei"/>
                <a:cs typeface="Arial"/>
              </a:rPr>
              <a:t>✖ </a:t>
            </a:r>
            <a:r>
              <a:rPr sz="1100" b="0">
                <a:solidFill>
                  <a:srgbClr val="333333"/>
                </a:solidFill>
                <a:latin typeface="Arial"/>
                <a:ea typeface="Microsoft JhengHei"/>
                <a:cs typeface="Arial"/>
              </a:rPr>
              <a:t>WLD 升級變三段：NSX → vCenter → ESXi</a:t>
            </a:r>
          </a:p>
          <a:p>
            <a:pPr algn="l">
              <a:spcAft>
                <a:spcPts val="600"/>
              </a:spcAft>
            </a:pPr>
            <a:r>
              <a:rPr sz="1100" b="1">
                <a:solidFill>
                  <a:srgbClr val="E68C28"/>
                </a:solidFill>
                <a:latin typeface="Arial"/>
                <a:ea typeface="Microsoft JhengHei"/>
                <a:cs typeface="Arial"/>
              </a:rPr>
              <a:t>▲ </a:t>
            </a:r>
            <a:r>
              <a:rPr sz="1100" b="0">
                <a:solidFill>
                  <a:srgbClr val="333333"/>
                </a:solidFill>
                <a:latin typeface="Arial"/>
                <a:ea typeface="Microsoft JhengHei"/>
                <a:cs typeface="Arial"/>
              </a:rPr>
              <a:t>Import 的 NSX 版本須在 9.1.1 升級矩陣內（KB 429205 控版）</a:t>
            </a:r>
          </a:p>
          <a:p>
            <a:pPr algn="l">
              <a:spcAft>
                <a:spcPts val="600"/>
              </a:spcAft>
            </a:pPr>
            <a:r>
              <a:rPr sz="1100" b="1">
                <a:solidFill>
                  <a:srgbClr val="E68C28"/>
                </a:solidFill>
                <a:latin typeface="Arial"/>
                <a:ea typeface="Microsoft JhengHei"/>
                <a:cs typeface="Arial"/>
              </a:rPr>
              <a:t>▲ </a:t>
            </a:r>
            <a:r>
              <a:rPr sz="1100" b="0">
                <a:solidFill>
                  <a:srgbClr val="333333"/>
                </a:solidFill>
                <a:latin typeface="Arial"/>
                <a:ea typeface="Microsoft JhengHei"/>
                <a:cs typeface="Arial"/>
              </a:rPr>
              <a:t>SDDC Manager 的 RDU 完成後會刪除來源 vCenter VM</a:t>
            </a:r>
          </a:p>
        </p:txBody>
      </p:sp>
      <p:sp>
        <p:nvSpPr>
          <p:cNvPr id="13" name="Rectangle 12"/>
          <p:cNvSpPr/>
          <p:nvPr/>
        </p:nvSpPr>
        <p:spPr>
          <a:xfrm>
            <a:off x="6172200" y="1234440"/>
            <a:ext cx="5440680" cy="411480"/>
          </a:xfrm>
          <a:prstGeom prst="rect">
            <a:avLst/>
          </a:prstGeom>
          <a:solidFill>
            <a:srgbClr val="61A60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wrap="square"/>
          <a:lstStyle/>
          <a:p>
            <a:pPr algn="l">
              <a:spcAft>
                <a:spcPts val="0"/>
              </a:spcAft>
            </a:pPr>
            <a:r>
              <a:rPr sz="1250" b="1">
                <a:solidFill>
                  <a:srgbClr val="FFFFFF"/>
                </a:solidFill>
                <a:latin typeface="Arial"/>
                <a:ea typeface="Microsoft JhengHei"/>
                <a:cs typeface="Arial"/>
              </a:rPr>
              <a:t>方案 B ｜ vCenter 先升 9.1.1，再 Import 共用 NSX</a:t>
            </a:r>
          </a:p>
        </p:txBody>
      </p:sp>
      <p:sp>
        <p:nvSpPr>
          <p:cNvPr id="14" name="Rounded Rectangle 13"/>
          <p:cNvSpPr/>
          <p:nvPr/>
        </p:nvSpPr>
        <p:spPr>
          <a:xfrm>
            <a:off x="10469880" y="1298448"/>
            <a:ext cx="1051560" cy="274320"/>
          </a:xfrm>
          <a:prstGeom prst="roundRect">
            <a:avLst>
              <a:gd name="adj" fmla="val 50000"/>
            </a:avLst>
          </a:prstGeom>
          <a:solidFill>
            <a:srgbClr val="F3BA1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18288" bIns="18288" wrap="square"/>
          <a:lstStyle/>
          <a:p>
            <a:pPr algn="ctr">
              <a:spcAft>
                <a:spcPts val="0"/>
              </a:spcAft>
            </a:pPr>
            <a:r>
              <a:rPr sz="850" b="1">
                <a:solidFill>
                  <a:srgbClr val="1B1D36"/>
                </a:solidFill>
                <a:latin typeface="Arial"/>
                <a:ea typeface="Microsoft JhengHei"/>
                <a:cs typeface="Arial"/>
              </a:rPr>
              <a:t>建議 Recommended</a:t>
            </a:r>
          </a:p>
        </p:txBody>
      </p:sp>
      <p:sp>
        <p:nvSpPr>
          <p:cNvPr id="15" name="Rectangle 14"/>
          <p:cNvSpPr/>
          <p:nvPr/>
        </p:nvSpPr>
        <p:spPr>
          <a:xfrm>
            <a:off x="6172200" y="1645920"/>
            <a:ext cx="5440680" cy="3246120"/>
          </a:xfrm>
          <a:prstGeom prst="rect">
            <a:avLst/>
          </a:prstGeom>
          <a:solidFill>
            <a:srgbClr val="F5F7F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81928" y="1783080"/>
            <a:ext cx="1243584" cy="566928"/>
          </a:xfrm>
          <a:prstGeom prst="roundRect">
            <a:avLst>
              <a:gd name="adj" fmla="val 15000"/>
            </a:avLst>
          </a:prstGeom>
          <a:solidFill>
            <a:srgbClr val="FFFFFF"/>
          </a:solidFill>
          <a:ln w="15875">
            <a:solidFill>
              <a:srgbClr val="61A60E"/>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18288" bIns="18288" wrap="square"/>
          <a:lstStyle/>
          <a:p>
            <a:pPr algn="ctr">
              <a:spcAft>
                <a:spcPts val="0"/>
              </a:spcAft>
            </a:pPr>
            <a:r>
              <a:rPr sz="900" b="1">
                <a:solidFill>
                  <a:srgbClr val="61A60E"/>
                </a:solidFill>
                <a:latin typeface="Arial"/>
                <a:ea typeface="Microsoft JhengHei"/>
                <a:cs typeface="Arial"/>
              </a:rPr>
              <a:t>vCenter
RDU 9.1.1</a:t>
            </a:r>
          </a:p>
        </p:txBody>
      </p:sp>
      <p:sp>
        <p:nvSpPr>
          <p:cNvPr id="17" name="Rounded Rectangle 16"/>
          <p:cNvSpPr/>
          <p:nvPr/>
        </p:nvSpPr>
        <p:spPr>
          <a:xfrm>
            <a:off x="7607808" y="1783080"/>
            <a:ext cx="1243584" cy="566928"/>
          </a:xfrm>
          <a:prstGeom prst="roundRect">
            <a:avLst>
              <a:gd name="adj" fmla="val 15000"/>
            </a:avLst>
          </a:prstGeom>
          <a:solidFill>
            <a:srgbClr val="FFFFFF"/>
          </a:solidFill>
          <a:ln w="15875">
            <a:solidFill>
              <a:srgbClr val="61A60E"/>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18288" bIns="18288" wrap="square"/>
          <a:lstStyle/>
          <a:p>
            <a:pPr algn="ctr">
              <a:spcAft>
                <a:spcPts val="0"/>
              </a:spcAft>
            </a:pPr>
            <a:r>
              <a:rPr sz="900" b="1">
                <a:solidFill>
                  <a:srgbClr val="61A60E"/>
                </a:solidFill>
                <a:latin typeface="Arial"/>
                <a:ea typeface="Microsoft JhengHei"/>
                <a:cs typeface="Arial"/>
              </a:rPr>
              <a:t>SRM
Reconfigure</a:t>
            </a:r>
          </a:p>
        </p:txBody>
      </p:sp>
      <p:sp>
        <p:nvSpPr>
          <p:cNvPr id="18" name="Rounded Rectangle 17"/>
          <p:cNvSpPr/>
          <p:nvPr/>
        </p:nvSpPr>
        <p:spPr>
          <a:xfrm>
            <a:off x="8933688" y="1783080"/>
            <a:ext cx="1243584" cy="566928"/>
          </a:xfrm>
          <a:prstGeom prst="roundRect">
            <a:avLst>
              <a:gd name="adj" fmla="val 15000"/>
            </a:avLst>
          </a:prstGeom>
          <a:solidFill>
            <a:srgbClr val="FFFFFF"/>
          </a:solidFill>
          <a:ln w="15875">
            <a:solidFill>
              <a:srgbClr val="61A60E"/>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18288" bIns="18288" wrap="square"/>
          <a:lstStyle/>
          <a:p>
            <a:pPr algn="ctr">
              <a:spcAft>
                <a:spcPts val="0"/>
              </a:spcAft>
            </a:pPr>
            <a:r>
              <a:rPr sz="900" b="1">
                <a:solidFill>
                  <a:srgbClr val="61A60E"/>
                </a:solidFill>
                <a:latin typeface="Arial"/>
                <a:ea typeface="Microsoft JhengHei"/>
                <a:cs typeface="Arial"/>
              </a:rPr>
              <a:t>Import
(共用 NSX)</a:t>
            </a:r>
          </a:p>
        </p:txBody>
      </p:sp>
      <p:sp>
        <p:nvSpPr>
          <p:cNvPr id="19" name="Rounded Rectangle 18"/>
          <p:cNvSpPr/>
          <p:nvPr/>
        </p:nvSpPr>
        <p:spPr>
          <a:xfrm>
            <a:off x="10259567" y="1783080"/>
            <a:ext cx="1243584" cy="566928"/>
          </a:xfrm>
          <a:prstGeom prst="roundRect">
            <a:avLst>
              <a:gd name="adj" fmla="val 15000"/>
            </a:avLst>
          </a:prstGeom>
          <a:solidFill>
            <a:srgbClr val="FFFFFF"/>
          </a:solidFill>
          <a:ln w="15875">
            <a:solidFill>
              <a:srgbClr val="61A60E"/>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18288" bIns="18288" wrap="square"/>
          <a:lstStyle/>
          <a:p>
            <a:pPr algn="ctr">
              <a:spcAft>
                <a:spcPts val="0"/>
              </a:spcAft>
            </a:pPr>
            <a:r>
              <a:rPr sz="900" b="1">
                <a:solidFill>
                  <a:srgbClr val="61A60E"/>
                </a:solidFill>
                <a:latin typeface="Arial"/>
                <a:ea typeface="Microsoft JhengHei"/>
                <a:cs typeface="Arial"/>
              </a:rPr>
              <a:t>ESXi 9.1.1
(VCF LCM)</a:t>
            </a:r>
          </a:p>
        </p:txBody>
      </p:sp>
      <p:sp>
        <p:nvSpPr>
          <p:cNvPr id="20" name="TextBox 19"/>
          <p:cNvSpPr txBox="1"/>
          <p:nvPr/>
        </p:nvSpPr>
        <p:spPr>
          <a:xfrm>
            <a:off x="6281928" y="2487168"/>
            <a:ext cx="5221224" cy="2377440"/>
          </a:xfrm>
          <a:prstGeom prst="rect">
            <a:avLst/>
          </a:prstGeom>
          <a:noFill/>
        </p:spPr>
        <p:txBody>
          <a:bodyPr wrap="square" lIns="45720" rIns="45720" tIns="27432" bIns="27432" anchor="t">
            <a:spAutoFit/>
          </a:bodyPr>
          <a:lstStyle/>
          <a:p>
            <a:pPr algn="l">
              <a:spcAft>
                <a:spcPts val="600"/>
              </a:spcAft>
            </a:pPr>
            <a:r>
              <a:rPr sz="1100" b="1">
                <a:solidFill>
                  <a:srgbClr val="61A60E"/>
                </a:solidFill>
                <a:latin typeface="Arial"/>
                <a:ea typeface="Microsoft JhengHei"/>
                <a:cs typeface="Arial"/>
              </a:rPr>
              <a:t>✔ </a:t>
            </a:r>
            <a:r>
              <a:rPr sz="1100" b="0">
                <a:solidFill>
                  <a:srgbClr val="333333"/>
                </a:solidFill>
                <a:latin typeface="Arial"/>
                <a:ea typeface="Microsoft JhengHei"/>
                <a:cs typeface="Arial"/>
              </a:rPr>
              <a:t>共用管理網域 NSX 9.1.1：不新增 NSX VM、不必升 NSX</a:t>
            </a:r>
          </a:p>
          <a:p>
            <a:pPr algn="l">
              <a:spcAft>
                <a:spcPts val="600"/>
              </a:spcAft>
            </a:pPr>
            <a:r>
              <a:rPr sz="1100" b="1">
                <a:solidFill>
                  <a:srgbClr val="61A60E"/>
                </a:solidFill>
                <a:latin typeface="Arial"/>
                <a:ea typeface="Microsoft JhengHei"/>
                <a:cs typeface="Arial"/>
              </a:rPr>
              <a:t>✔ </a:t>
            </a:r>
            <a:r>
              <a:rPr sz="1100" b="0">
                <a:solidFill>
                  <a:srgbClr val="333333"/>
                </a:solidFill>
                <a:latin typeface="Arial"/>
                <a:ea typeface="Microsoft JhengHei"/>
                <a:cs typeface="Arial"/>
              </a:rPr>
              <a:t>官方明文：要用 NSX 9.1 須先把 vCenter 升到 9.1</a:t>
            </a:r>
          </a:p>
          <a:p>
            <a:pPr algn="l">
              <a:spcAft>
                <a:spcPts val="600"/>
              </a:spcAft>
            </a:pPr>
            <a:r>
              <a:rPr sz="1100" b="1">
                <a:solidFill>
                  <a:srgbClr val="61A60E"/>
                </a:solidFill>
                <a:latin typeface="Arial"/>
                <a:ea typeface="Microsoft JhengHei"/>
                <a:cs typeface="Arial"/>
              </a:rPr>
              <a:t>✔ </a:t>
            </a:r>
            <a:r>
              <a:rPr sz="1100" b="0">
                <a:solidFill>
                  <a:srgbClr val="333333"/>
                </a:solidFill>
                <a:latin typeface="Arial"/>
                <a:ea typeface="Microsoft JhengHei"/>
                <a:cs typeface="Arial"/>
              </a:rPr>
              <a:t>CXS Lab 已實測：import 57/57 成功、約 15 分、ESXi 8.0.3 照常運作</a:t>
            </a:r>
          </a:p>
          <a:p>
            <a:pPr algn="l">
              <a:spcAft>
                <a:spcPts val="600"/>
              </a:spcAft>
            </a:pPr>
            <a:r>
              <a:rPr sz="1100" b="1">
                <a:solidFill>
                  <a:srgbClr val="E68C28"/>
                </a:solidFill>
                <a:latin typeface="Arial"/>
                <a:ea typeface="Microsoft JhengHei"/>
                <a:cs typeface="Arial"/>
              </a:rPr>
              <a:t>▲ </a:t>
            </a:r>
            <a:r>
              <a:rPr sz="1100" b="0">
                <a:solidFill>
                  <a:srgbClr val="333333"/>
                </a:solidFill>
                <a:latin typeface="Arial"/>
                <a:ea typeface="Microsoft JhengHei"/>
                <a:cs typeface="Arial"/>
              </a:rPr>
              <a:t>vCenter 升級在 VCF 外以 RDU 執行 → 用 VAMI precheck + Lab 演練補強</a:t>
            </a:r>
          </a:p>
          <a:p>
            <a:pPr algn="l">
              <a:spcAft>
                <a:spcPts val="600"/>
              </a:spcAft>
            </a:pPr>
            <a:r>
              <a:rPr sz="1100" b="1">
                <a:solidFill>
                  <a:srgbClr val="E68C28"/>
                </a:solidFill>
                <a:latin typeface="Arial"/>
                <a:ea typeface="Microsoft JhengHei"/>
                <a:cs typeface="Arial"/>
              </a:rPr>
              <a:t>▲ </a:t>
            </a:r>
            <a:r>
              <a:rPr sz="1100" b="0">
                <a:solidFill>
                  <a:srgbClr val="333333"/>
                </a:solidFill>
                <a:latin typeface="Arial"/>
                <a:ea typeface="Microsoft JhengHei"/>
                <a:cs typeface="Arial"/>
              </a:rPr>
              <a:t>Import 前須在管理網域 NSX 註冊 Compute Manager</a:t>
            </a:r>
          </a:p>
        </p:txBody>
      </p:sp>
      <p:sp>
        <p:nvSpPr>
          <p:cNvPr id="21" name="Rounded Rectangle 20"/>
          <p:cNvSpPr/>
          <p:nvPr/>
        </p:nvSpPr>
        <p:spPr>
          <a:xfrm>
            <a:off x="576072" y="5029200"/>
            <a:ext cx="11036808" cy="868680"/>
          </a:xfrm>
          <a:prstGeom prst="roundRect">
            <a:avLst>
              <a:gd name="adj" fmla="val 10000"/>
            </a:avLst>
          </a:prstGeom>
          <a:solidFill>
            <a:srgbClr val="FFF8E6"/>
          </a:solidFill>
          <a:ln w="15875">
            <a:solidFill>
              <a:srgbClr val="F3BA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074920"/>
            <a:ext cx="10789920" cy="777240"/>
          </a:xfrm>
          <a:prstGeom prst="rect">
            <a:avLst/>
          </a:prstGeom>
          <a:noFill/>
        </p:spPr>
        <p:txBody>
          <a:bodyPr wrap="square" lIns="45720" rIns="45720" tIns="27432" bIns="27432" anchor="ctr">
            <a:spAutoFit/>
          </a:bodyPr>
          <a:lstStyle/>
          <a:p>
            <a:pPr algn="l">
              <a:spcAft>
                <a:spcPts val="400"/>
              </a:spcAft>
            </a:pPr>
            <a:r>
              <a:rPr sz="1100" b="1">
                <a:solidFill>
                  <a:srgbClr val="1B1D36"/>
                </a:solidFill>
                <a:latin typeface="Arial"/>
                <a:ea typeface="Microsoft JhengHei"/>
                <a:cs typeface="Arial"/>
              </a:rPr>
              <a:t>決策需求 ｜ </a:t>
            </a:r>
            <a:r>
              <a:rPr sz="1100" b="0">
                <a:solidFill>
                  <a:srgbClr val="333333"/>
                </a:solidFill>
                <a:latin typeface="Arial"/>
                <a:ea typeface="Microsoft JhengHei"/>
                <a:cs typeface="Arial"/>
              </a:rPr>
              <a:t>G0 前由 ARC + PM 定案。建議方案 B（本簡報與 Excel 的 S08–S15 以方案 B 撰寫）。</a:t>
            </a:r>
          </a:p>
          <a:p>
            <a:pPr algn="l">
              <a:spcAft>
                <a:spcPts val="400"/>
              </a:spcAft>
            </a:pPr>
            <a:r>
              <a:rPr sz="1100" b="1">
                <a:solidFill>
                  <a:srgbClr val="1B1D36"/>
                </a:solidFill>
                <a:latin typeface="Arial"/>
                <a:ea typeface="Microsoft JhengHei"/>
                <a:cs typeface="Arial"/>
              </a:rPr>
              <a:t>若選方案 A ｜ </a:t>
            </a:r>
            <a:r>
              <a:rPr sz="1100" b="0">
                <a:solidFill>
                  <a:srgbClr val="333333"/>
                </a:solidFill>
                <a:latin typeface="Arial"/>
                <a:ea typeface="Microsoft JhengHei"/>
                <a:cs typeface="Arial"/>
              </a:rPr>
              <a:t>Import 前以 KB 429205 控制 NSX 版本；WLD 升級改為 NSX → vCenter → ESXi，退版改以 file-based restore 為主（來源 vCenter VM 會被刪除）。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Recommended Flow</a:t>
            </a:r>
          </a:p>
        </p:txBody>
      </p:sp>
      <p:sp>
        <p:nvSpPr>
          <p:cNvPr id="3" name="Subtitle 2"/>
          <p:cNvSpPr>
            <a:spLocks noGrp="1"/>
          </p:cNvSpPr>
          <p:nvPr>
            <p:ph type="subTitle" idx="10"/>
          </p:nvPr>
        </p:nvSpPr>
        <p:spPr/>
        <p:txBody>
          <a:bodyPr/>
          <a:lstStyle/>
          <a:p>
            <a:r>
              <a:rPr>
                <a:ea typeface="Microsoft JhengHei"/>
              </a:rPr>
              <a:t>建議執行順序、Gate 與 Point of No Return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Recommended Flow ｜ 17 Steps in 5 Phases</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007B8C"/>
                </a:solidFill>
                <a:latin typeface="Arial"/>
                <a:ea typeface="Microsoft JhengHei"/>
                <a:cs typeface="Arial"/>
              </a:rPr>
              <a:t>管理網域先做對，再一朵雲一朵雲接進來；方括號內為原計畫步驟編號</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紅色 = Point of No Return（需簽核）　金色 = Gate　｜ 依據：TechDocs《Upgrading to VCF 9.1.x》元件順序；KB 440630</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sp>
        <p:nvSpPr>
          <p:cNvPr id="6" name="Rounded Rectangle 5"/>
          <p:cNvSpPr/>
          <p:nvPr/>
        </p:nvSpPr>
        <p:spPr>
          <a:xfrm>
            <a:off x="576072" y="1261872"/>
            <a:ext cx="1325880" cy="786384"/>
          </a:xfrm>
          <a:prstGeom prst="roundRect">
            <a:avLst>
              <a:gd name="adj" fmla="val 12000"/>
            </a:avLst>
          </a:prstGeom>
          <a:solidFill>
            <a:srgbClr val="1D428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18288" bIns="18288" wrap="square"/>
          <a:lstStyle/>
          <a:p>
            <a:pPr algn="ctr">
              <a:spcAft>
                <a:spcPts val="0"/>
              </a:spcAft>
            </a:pPr>
            <a:r>
              <a:rPr sz="900" b="1">
                <a:solidFill>
                  <a:srgbClr val="FFFFFF"/>
                </a:solidFill>
                <a:latin typeface="Arial"/>
                <a:ea typeface="Microsoft JhengHei"/>
                <a:cs typeface="Arial"/>
              </a:rPr>
              <a:t>P0
</a:t>
            </a:r>
          </a:p>
          <a:p>
            <a:pPr algn="ctr">
              <a:spcAft>
                <a:spcPts val="0"/>
              </a:spcAft>
            </a:pPr>
            <a:r>
              <a:rPr sz="1200" b="1">
                <a:solidFill>
                  <a:srgbClr val="FFFFFF"/>
                </a:solidFill>
                <a:latin typeface="Arial"/>
                <a:ea typeface="Microsoft JhengHei"/>
                <a:cs typeface="Arial"/>
              </a:rPr>
              <a:t>準備</a:t>
            </a:r>
          </a:p>
        </p:txBody>
      </p:sp>
      <p:sp>
        <p:nvSpPr>
          <p:cNvPr id="7" name="Rounded Rectangle 6"/>
          <p:cNvSpPr/>
          <p:nvPr/>
        </p:nvSpPr>
        <p:spPr>
          <a:xfrm>
            <a:off x="2011680" y="1261872"/>
            <a:ext cx="1517904" cy="786384"/>
          </a:xfrm>
          <a:prstGeom prst="roundRect">
            <a:avLst>
              <a:gd name="adj" fmla="val 12000"/>
            </a:avLst>
          </a:prstGeom>
          <a:solidFill>
            <a:srgbClr val="FFFFFF"/>
          </a:solidFill>
          <a:ln w="15875">
            <a:solidFill>
              <a:srgbClr val="1D428A"/>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1D428A"/>
                </a:solidFill>
                <a:latin typeface="Arial"/>
                <a:ea typeface="Microsoft JhengHei"/>
                <a:cs typeface="Arial"/>
              </a:rPr>
              <a:t>S00  </a:t>
            </a:r>
            <a:r>
              <a:rPr sz="900" b="0">
                <a:solidFill>
                  <a:srgbClr val="717074"/>
                </a:solidFill>
                <a:latin typeface="Arial"/>
                <a:ea typeface="Microsoft JhengHei"/>
                <a:cs typeface="Arial"/>
              </a:rPr>
              <a:t>[新增]</a:t>
            </a:r>
          </a:p>
          <a:p>
            <a:pPr algn="ctr">
              <a:spcAft>
                <a:spcPts val="0"/>
              </a:spcAft>
            </a:pPr>
            <a:r>
              <a:rPr sz="1200" b="1">
                <a:solidFill>
                  <a:srgbClr val="333333"/>
                </a:solidFill>
                <a:latin typeface="Arial"/>
                <a:ea typeface="Microsoft JhengHei"/>
                <a:cs typeface="Arial"/>
              </a:rPr>
              <a:t>盤點 / 備份</a:t>
            </a:r>
          </a:p>
        </p:txBody>
      </p:sp>
      <p:sp>
        <p:nvSpPr>
          <p:cNvPr id="8" name="Rounded Rectangle 7"/>
          <p:cNvSpPr/>
          <p:nvPr/>
        </p:nvSpPr>
        <p:spPr>
          <a:xfrm>
            <a:off x="2816352" y="1161287"/>
            <a:ext cx="694944" cy="219456"/>
          </a:xfrm>
          <a:prstGeom prst="roundRect">
            <a:avLst>
              <a:gd name="adj" fmla="val 50000"/>
            </a:avLst>
          </a:prstGeom>
          <a:solidFill>
            <a:srgbClr val="F3BA1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18288" bIns="18288" wrap="square"/>
          <a:lstStyle/>
          <a:p>
            <a:pPr algn="ctr">
              <a:spcAft>
                <a:spcPts val="0"/>
              </a:spcAft>
            </a:pPr>
            <a:r>
              <a:rPr sz="800" b="1">
                <a:solidFill>
                  <a:srgbClr val="1B1D36"/>
                </a:solidFill>
                <a:latin typeface="Arial"/>
                <a:ea typeface="Microsoft JhengHei"/>
                <a:cs typeface="Arial"/>
              </a:rPr>
              <a:t>G0</a:t>
            </a:r>
          </a:p>
        </p:txBody>
      </p:sp>
      <p:sp>
        <p:nvSpPr>
          <p:cNvPr id="9" name="Rounded Rectangle 8"/>
          <p:cNvSpPr/>
          <p:nvPr/>
        </p:nvSpPr>
        <p:spPr>
          <a:xfrm>
            <a:off x="576072" y="2203704"/>
            <a:ext cx="1325880" cy="786384"/>
          </a:xfrm>
          <a:prstGeom prst="roundRect">
            <a:avLst>
              <a:gd name="adj" fmla="val 12000"/>
            </a:avLst>
          </a:prstGeom>
          <a:solidFill>
            <a:srgbClr val="6C4B94"/>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18288" bIns="18288" wrap="square"/>
          <a:lstStyle/>
          <a:p>
            <a:pPr algn="ctr">
              <a:spcAft>
                <a:spcPts val="0"/>
              </a:spcAft>
            </a:pPr>
            <a:r>
              <a:rPr sz="900" b="1">
                <a:solidFill>
                  <a:srgbClr val="FFFFFF"/>
                </a:solidFill>
                <a:latin typeface="Arial"/>
                <a:ea typeface="Microsoft JhengHei"/>
                <a:cs typeface="Arial"/>
              </a:rPr>
              <a:t>P1
</a:t>
            </a:r>
          </a:p>
          <a:p>
            <a:pPr algn="ctr">
              <a:spcAft>
                <a:spcPts val="0"/>
              </a:spcAft>
            </a:pPr>
            <a:r>
              <a:rPr sz="1200" b="1">
                <a:solidFill>
                  <a:srgbClr val="FFFFFF"/>
                </a:solidFill>
                <a:latin typeface="Arial"/>
                <a:ea typeface="Microsoft JhengHei"/>
                <a:cs typeface="Arial"/>
              </a:rPr>
              <a:t>管理網域</a:t>
            </a:r>
          </a:p>
        </p:txBody>
      </p:sp>
      <p:sp>
        <p:nvSpPr>
          <p:cNvPr id="10" name="Rounded Rectangle 9"/>
          <p:cNvSpPr/>
          <p:nvPr/>
        </p:nvSpPr>
        <p:spPr>
          <a:xfrm>
            <a:off x="2011680" y="2203704"/>
            <a:ext cx="1293222" cy="786384"/>
          </a:xfrm>
          <a:prstGeom prst="roundRect">
            <a:avLst>
              <a:gd name="adj" fmla="val 12000"/>
            </a:avLst>
          </a:prstGeom>
          <a:solidFill>
            <a:srgbClr val="FFFFFF"/>
          </a:solidFill>
          <a:ln w="15875">
            <a:solidFill>
              <a:srgbClr val="6C4B94"/>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6C4B94"/>
                </a:solidFill>
                <a:latin typeface="Arial"/>
                <a:ea typeface="Microsoft JhengHei"/>
                <a:cs typeface="Arial"/>
              </a:rPr>
              <a:t>S01  </a:t>
            </a:r>
            <a:r>
              <a:rPr sz="900" b="0">
                <a:solidFill>
                  <a:srgbClr val="717074"/>
                </a:solidFill>
                <a:latin typeface="Arial"/>
                <a:ea typeface="Microsoft JhengHei"/>
                <a:cs typeface="Arial"/>
              </a:rPr>
              <a:t>[#1]</a:t>
            </a:r>
          </a:p>
          <a:p>
            <a:pPr algn="ctr">
              <a:spcAft>
                <a:spcPts val="0"/>
              </a:spcAft>
            </a:pPr>
            <a:r>
              <a:rPr sz="1200" b="1">
                <a:solidFill>
                  <a:srgbClr val="333333"/>
                </a:solidFill>
                <a:latin typeface="Arial"/>
                <a:ea typeface="Microsoft JhengHei"/>
                <a:cs typeface="Arial"/>
              </a:rPr>
              <a:t>vRA/Ops 冷搬</a:t>
            </a:r>
          </a:p>
        </p:txBody>
      </p:sp>
      <p:sp>
        <p:nvSpPr>
          <p:cNvPr id="11" name="Right Arrow 10"/>
          <p:cNvSpPr/>
          <p:nvPr/>
        </p:nvSpPr>
        <p:spPr>
          <a:xfrm>
            <a:off x="3304902" y="2505456"/>
            <a:ext cx="91440" cy="182880"/>
          </a:xfrm>
          <a:prstGeom prst="rightArrow">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396342" y="2203704"/>
            <a:ext cx="1293222" cy="786384"/>
          </a:xfrm>
          <a:prstGeom prst="roundRect">
            <a:avLst>
              <a:gd name="adj" fmla="val 12000"/>
            </a:avLst>
          </a:prstGeom>
          <a:solidFill>
            <a:srgbClr val="FFFFFF"/>
          </a:solidFill>
          <a:ln w="15875">
            <a:solidFill>
              <a:srgbClr val="6C4B94"/>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6C4B94"/>
                </a:solidFill>
                <a:latin typeface="Arial"/>
                <a:ea typeface="Microsoft JhengHei"/>
                <a:cs typeface="Arial"/>
              </a:rPr>
              <a:t>S02  </a:t>
            </a:r>
            <a:r>
              <a:rPr sz="900" b="0">
                <a:solidFill>
                  <a:srgbClr val="717074"/>
                </a:solidFill>
                <a:latin typeface="Arial"/>
                <a:ea typeface="Microsoft JhengHei"/>
                <a:cs typeface="Arial"/>
              </a:rPr>
              <a:t>[#2]</a:t>
            </a:r>
          </a:p>
          <a:p>
            <a:pPr algn="ctr">
              <a:spcAft>
                <a:spcPts val="0"/>
              </a:spcAft>
            </a:pPr>
            <a:r>
              <a:rPr sz="1200" b="1">
                <a:solidFill>
                  <a:srgbClr val="333333"/>
                </a:solidFill>
                <a:latin typeface="Arial"/>
                <a:ea typeface="Microsoft JhengHei"/>
                <a:cs typeface="Arial"/>
              </a:rPr>
              <a:t>Ops → 9.1.1</a:t>
            </a:r>
          </a:p>
        </p:txBody>
      </p:sp>
      <p:sp>
        <p:nvSpPr>
          <p:cNvPr id="13" name="Right Arrow 12"/>
          <p:cNvSpPr/>
          <p:nvPr/>
        </p:nvSpPr>
        <p:spPr>
          <a:xfrm>
            <a:off x="4689565" y="2505456"/>
            <a:ext cx="91440" cy="182880"/>
          </a:xfrm>
          <a:prstGeom prst="rightArrow">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781005" y="2203704"/>
            <a:ext cx="1293222" cy="786384"/>
          </a:xfrm>
          <a:prstGeom prst="roundRect">
            <a:avLst>
              <a:gd name="adj" fmla="val 12000"/>
            </a:avLst>
          </a:prstGeom>
          <a:solidFill>
            <a:srgbClr val="FFFFFF"/>
          </a:solidFill>
          <a:ln w="15875">
            <a:solidFill>
              <a:srgbClr val="6C4B94"/>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6C4B94"/>
                </a:solidFill>
                <a:latin typeface="Arial"/>
                <a:ea typeface="Microsoft JhengHei"/>
                <a:cs typeface="Arial"/>
              </a:rPr>
              <a:t>S03  </a:t>
            </a:r>
            <a:r>
              <a:rPr sz="900" b="0">
                <a:solidFill>
                  <a:srgbClr val="717074"/>
                </a:solidFill>
                <a:latin typeface="Arial"/>
                <a:ea typeface="Microsoft JhengHei"/>
                <a:cs typeface="Arial"/>
              </a:rPr>
              <a:t>[#3]</a:t>
            </a:r>
          </a:p>
          <a:p>
            <a:pPr algn="ctr">
              <a:spcAft>
                <a:spcPts val="0"/>
              </a:spcAft>
            </a:pPr>
            <a:r>
              <a:rPr sz="1200" b="1">
                <a:solidFill>
                  <a:srgbClr val="333333"/>
                </a:solidFill>
                <a:latin typeface="Arial"/>
                <a:ea typeface="Microsoft JhengHei"/>
                <a:cs typeface="Arial"/>
              </a:rPr>
              <a:t>VCF Installer</a:t>
            </a:r>
          </a:p>
        </p:txBody>
      </p:sp>
      <p:sp>
        <p:nvSpPr>
          <p:cNvPr id="15" name="Right Arrow 14"/>
          <p:cNvSpPr/>
          <p:nvPr/>
        </p:nvSpPr>
        <p:spPr>
          <a:xfrm>
            <a:off x="6074228" y="2505456"/>
            <a:ext cx="91440" cy="182880"/>
          </a:xfrm>
          <a:prstGeom prst="rightArrow">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165668" y="2203704"/>
            <a:ext cx="1293222" cy="786384"/>
          </a:xfrm>
          <a:prstGeom prst="roundRect">
            <a:avLst>
              <a:gd name="adj" fmla="val 12000"/>
            </a:avLst>
          </a:prstGeom>
          <a:solidFill>
            <a:srgbClr val="FFFFFF"/>
          </a:solidFill>
          <a:ln w="15875">
            <a:solidFill>
              <a:srgbClr val="6C4B94"/>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6C4B94"/>
                </a:solidFill>
                <a:latin typeface="Arial"/>
                <a:ea typeface="Microsoft JhengHei"/>
                <a:cs typeface="Arial"/>
              </a:rPr>
              <a:t>S04  </a:t>
            </a:r>
            <a:r>
              <a:rPr sz="900" b="0">
                <a:solidFill>
                  <a:srgbClr val="717074"/>
                </a:solidFill>
                <a:latin typeface="Arial"/>
                <a:ea typeface="Microsoft JhengHei"/>
                <a:cs typeface="Arial"/>
              </a:rPr>
              <a:t>[#4]</a:t>
            </a:r>
          </a:p>
          <a:p>
            <a:pPr algn="ctr">
              <a:spcAft>
                <a:spcPts val="0"/>
              </a:spcAft>
            </a:pPr>
            <a:r>
              <a:rPr sz="1200" b="1">
                <a:solidFill>
                  <a:srgbClr val="333333"/>
                </a:solidFill>
                <a:latin typeface="Arial"/>
                <a:ea typeface="Microsoft JhengHei"/>
                <a:cs typeface="Arial"/>
              </a:rPr>
              <a:t>Depot / Binaries</a:t>
            </a:r>
          </a:p>
        </p:txBody>
      </p:sp>
      <p:sp>
        <p:nvSpPr>
          <p:cNvPr id="17" name="Right Arrow 16"/>
          <p:cNvSpPr/>
          <p:nvPr/>
        </p:nvSpPr>
        <p:spPr>
          <a:xfrm>
            <a:off x="7458891" y="2505456"/>
            <a:ext cx="91440" cy="182880"/>
          </a:xfrm>
          <a:prstGeom prst="rightArrow">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550331" y="2203704"/>
            <a:ext cx="1293222" cy="786384"/>
          </a:xfrm>
          <a:prstGeom prst="roundRect">
            <a:avLst>
              <a:gd name="adj" fmla="val 12000"/>
            </a:avLst>
          </a:prstGeom>
          <a:solidFill>
            <a:srgbClr val="FFFFFF"/>
          </a:solidFill>
          <a:ln w="25400">
            <a:solidFill>
              <a:srgbClr val="A6192E"/>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6C4B94"/>
                </a:solidFill>
                <a:latin typeface="Arial"/>
                <a:ea typeface="Microsoft JhengHei"/>
                <a:cs typeface="Arial"/>
              </a:rPr>
              <a:t>S05  </a:t>
            </a:r>
            <a:r>
              <a:rPr sz="900" b="0">
                <a:solidFill>
                  <a:srgbClr val="717074"/>
                </a:solidFill>
                <a:latin typeface="Arial"/>
                <a:ea typeface="Microsoft JhengHei"/>
                <a:cs typeface="Arial"/>
              </a:rPr>
              <a:t>[#5]</a:t>
            </a:r>
          </a:p>
          <a:p>
            <a:pPr algn="ctr">
              <a:spcAft>
                <a:spcPts val="0"/>
              </a:spcAft>
            </a:pPr>
            <a:r>
              <a:rPr sz="1200" b="1">
                <a:solidFill>
                  <a:srgbClr val="333333"/>
                </a:solidFill>
                <a:latin typeface="Arial"/>
                <a:ea typeface="Microsoft JhengHei"/>
                <a:cs typeface="Arial"/>
              </a:rPr>
              <a:t>Converge</a:t>
            </a:r>
          </a:p>
        </p:txBody>
      </p:sp>
      <p:sp>
        <p:nvSpPr>
          <p:cNvPr id="19" name="Rounded Rectangle 18"/>
          <p:cNvSpPr/>
          <p:nvPr/>
        </p:nvSpPr>
        <p:spPr>
          <a:xfrm>
            <a:off x="8130322" y="2103120"/>
            <a:ext cx="694944" cy="219456"/>
          </a:xfrm>
          <a:prstGeom prst="roundRect">
            <a:avLst>
              <a:gd name="adj" fmla="val 50000"/>
            </a:avLst>
          </a:prstGeom>
          <a:solidFill>
            <a:srgbClr val="A6192E"/>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18288" bIns="18288" wrap="square"/>
          <a:lstStyle/>
          <a:p>
            <a:pPr algn="ctr">
              <a:spcAft>
                <a:spcPts val="0"/>
              </a:spcAft>
            </a:pPr>
            <a:r>
              <a:rPr sz="800" b="1">
                <a:solidFill>
                  <a:srgbClr val="FFFFFF"/>
                </a:solidFill>
                <a:latin typeface="Arial"/>
                <a:ea typeface="Microsoft JhengHei"/>
                <a:cs typeface="Arial"/>
              </a:rPr>
              <a:t>G1 PONR</a:t>
            </a:r>
          </a:p>
        </p:txBody>
      </p:sp>
      <p:sp>
        <p:nvSpPr>
          <p:cNvPr id="20" name="Right Arrow 19"/>
          <p:cNvSpPr/>
          <p:nvPr/>
        </p:nvSpPr>
        <p:spPr>
          <a:xfrm>
            <a:off x="8843554" y="2505456"/>
            <a:ext cx="91440" cy="182880"/>
          </a:xfrm>
          <a:prstGeom prst="rightArrow">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934994" y="2203704"/>
            <a:ext cx="1293222" cy="786384"/>
          </a:xfrm>
          <a:prstGeom prst="roundRect">
            <a:avLst>
              <a:gd name="adj" fmla="val 12000"/>
            </a:avLst>
          </a:prstGeom>
          <a:solidFill>
            <a:srgbClr val="FFFFFF"/>
          </a:solidFill>
          <a:ln w="15875">
            <a:solidFill>
              <a:srgbClr val="6C4B94"/>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6C4B94"/>
                </a:solidFill>
                <a:latin typeface="Arial"/>
                <a:ea typeface="Microsoft JhengHei"/>
                <a:cs typeface="Arial"/>
              </a:rPr>
              <a:t>S06  </a:t>
            </a:r>
            <a:r>
              <a:rPr sz="900" b="0">
                <a:solidFill>
                  <a:srgbClr val="717074"/>
                </a:solidFill>
                <a:latin typeface="Arial"/>
                <a:ea typeface="Microsoft JhengHei"/>
                <a:cs typeface="Arial"/>
              </a:rPr>
              <a:t>[#6]</a:t>
            </a:r>
          </a:p>
          <a:p>
            <a:pPr algn="ctr">
              <a:spcAft>
                <a:spcPts val="0"/>
              </a:spcAft>
            </a:pPr>
            <a:r>
              <a:rPr sz="1200" b="1">
                <a:solidFill>
                  <a:srgbClr val="333333"/>
                </a:solidFill>
                <a:latin typeface="Arial"/>
                <a:ea typeface="Microsoft JhengHei"/>
                <a:cs typeface="Arial"/>
              </a:rPr>
              <a:t>Import vRA</a:t>
            </a:r>
          </a:p>
        </p:txBody>
      </p:sp>
      <p:sp>
        <p:nvSpPr>
          <p:cNvPr id="22" name="Right Arrow 21"/>
          <p:cNvSpPr/>
          <p:nvPr/>
        </p:nvSpPr>
        <p:spPr>
          <a:xfrm>
            <a:off x="10228217" y="2505456"/>
            <a:ext cx="91440" cy="182880"/>
          </a:xfrm>
          <a:prstGeom prst="rightArrow">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319657" y="2203704"/>
            <a:ext cx="1293222" cy="786384"/>
          </a:xfrm>
          <a:prstGeom prst="roundRect">
            <a:avLst>
              <a:gd name="adj" fmla="val 12000"/>
            </a:avLst>
          </a:prstGeom>
          <a:solidFill>
            <a:srgbClr val="FFFFFF"/>
          </a:solidFill>
          <a:ln w="15875">
            <a:solidFill>
              <a:srgbClr val="6C4B94"/>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6C4B94"/>
                </a:solidFill>
                <a:latin typeface="Arial"/>
                <a:ea typeface="Microsoft JhengHei"/>
                <a:cs typeface="Arial"/>
              </a:rPr>
              <a:t>S07  </a:t>
            </a:r>
            <a:r>
              <a:rPr sz="900" b="0">
                <a:solidFill>
                  <a:srgbClr val="717074"/>
                </a:solidFill>
                <a:latin typeface="Arial"/>
                <a:ea typeface="Microsoft JhengHei"/>
                <a:cs typeface="Arial"/>
              </a:rPr>
              <a:t>[#7]</a:t>
            </a:r>
          </a:p>
          <a:p>
            <a:pPr algn="ctr">
              <a:spcAft>
                <a:spcPts val="0"/>
              </a:spcAft>
            </a:pPr>
            <a:r>
              <a:rPr sz="1200" b="1">
                <a:solidFill>
                  <a:srgbClr val="333333"/>
                </a:solidFill>
                <a:latin typeface="Arial"/>
                <a:ea typeface="Microsoft JhengHei"/>
                <a:cs typeface="Arial"/>
              </a:rPr>
              <a:t>VCFA 9.1.1</a:t>
            </a:r>
          </a:p>
        </p:txBody>
      </p:sp>
      <p:sp>
        <p:nvSpPr>
          <p:cNvPr id="24" name="Rounded Rectangle 23"/>
          <p:cNvSpPr/>
          <p:nvPr/>
        </p:nvSpPr>
        <p:spPr>
          <a:xfrm>
            <a:off x="10899648" y="2103120"/>
            <a:ext cx="694944" cy="219456"/>
          </a:xfrm>
          <a:prstGeom prst="roundRect">
            <a:avLst>
              <a:gd name="adj" fmla="val 50000"/>
            </a:avLst>
          </a:prstGeom>
          <a:solidFill>
            <a:srgbClr val="F3BA1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18288" bIns="18288" wrap="square"/>
          <a:lstStyle/>
          <a:p>
            <a:pPr algn="ctr">
              <a:spcAft>
                <a:spcPts val="0"/>
              </a:spcAft>
            </a:pPr>
            <a:r>
              <a:rPr sz="800" b="1">
                <a:solidFill>
                  <a:srgbClr val="1B1D36"/>
                </a:solidFill>
                <a:latin typeface="Arial"/>
                <a:ea typeface="Microsoft JhengHei"/>
                <a:cs typeface="Arial"/>
              </a:rPr>
              <a:t>G2</a:t>
            </a:r>
          </a:p>
        </p:txBody>
      </p:sp>
      <p:sp>
        <p:nvSpPr>
          <p:cNvPr id="25" name="Rounded Rectangle 24"/>
          <p:cNvSpPr/>
          <p:nvPr/>
        </p:nvSpPr>
        <p:spPr>
          <a:xfrm>
            <a:off x="576072" y="3145536"/>
            <a:ext cx="1325880" cy="786384"/>
          </a:xfrm>
          <a:prstGeom prst="roundRect">
            <a:avLst>
              <a:gd name="adj" fmla="val 12000"/>
            </a:avLst>
          </a:prstGeom>
          <a:solidFill>
            <a:srgbClr val="007B8C"/>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18288" bIns="18288" wrap="square"/>
          <a:lstStyle/>
          <a:p>
            <a:pPr algn="ctr">
              <a:spcAft>
                <a:spcPts val="0"/>
              </a:spcAft>
            </a:pPr>
            <a:r>
              <a:rPr sz="900" b="1">
                <a:solidFill>
                  <a:srgbClr val="FFFFFF"/>
                </a:solidFill>
                <a:latin typeface="Arial"/>
                <a:ea typeface="Microsoft JhengHei"/>
                <a:cs typeface="Arial"/>
              </a:rPr>
              <a:t>P2
</a:t>
            </a:r>
          </a:p>
          <a:p>
            <a:pPr algn="ctr">
              <a:spcAft>
                <a:spcPts val="0"/>
              </a:spcAft>
            </a:pPr>
            <a:r>
              <a:rPr sz="1200" b="1">
                <a:solidFill>
                  <a:srgbClr val="FFFFFF"/>
                </a:solidFill>
                <a:latin typeface="Arial"/>
                <a:ea typeface="Microsoft JhengHei"/>
                <a:cs typeface="Arial"/>
              </a:rPr>
              <a:t>整合雲</a:t>
            </a:r>
          </a:p>
        </p:txBody>
      </p:sp>
      <p:sp>
        <p:nvSpPr>
          <p:cNvPr id="26" name="Rounded Rectangle 25"/>
          <p:cNvSpPr/>
          <p:nvPr/>
        </p:nvSpPr>
        <p:spPr>
          <a:xfrm>
            <a:off x="2011680" y="3145536"/>
            <a:ext cx="1517904" cy="786384"/>
          </a:xfrm>
          <a:prstGeom prst="roundRect">
            <a:avLst>
              <a:gd name="adj" fmla="val 12000"/>
            </a:avLst>
          </a:prstGeom>
          <a:solidFill>
            <a:srgbClr val="FFFFFF"/>
          </a:solidFill>
          <a:ln w="15875">
            <a:solidFill>
              <a:srgbClr val="007B8C"/>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007B8C"/>
                </a:solidFill>
                <a:latin typeface="Arial"/>
                <a:ea typeface="Microsoft JhengHei"/>
                <a:cs typeface="Arial"/>
              </a:rPr>
              <a:t>S08  </a:t>
            </a:r>
            <a:r>
              <a:rPr sz="900" b="0">
                <a:solidFill>
                  <a:srgbClr val="717074"/>
                </a:solidFill>
                <a:latin typeface="Arial"/>
                <a:ea typeface="Microsoft JhengHei"/>
                <a:cs typeface="Arial"/>
              </a:rPr>
              <a:t>[#10]</a:t>
            </a:r>
          </a:p>
          <a:p>
            <a:pPr algn="ctr">
              <a:spcAft>
                <a:spcPts val="0"/>
              </a:spcAft>
            </a:pPr>
            <a:r>
              <a:rPr sz="1200" b="1">
                <a:solidFill>
                  <a:srgbClr val="333333"/>
                </a:solidFill>
                <a:latin typeface="Arial"/>
                <a:ea typeface="Microsoft JhengHei"/>
                <a:cs typeface="Arial"/>
              </a:rPr>
              <a:t>vCenter RDU</a:t>
            </a:r>
          </a:p>
        </p:txBody>
      </p:sp>
      <p:sp>
        <p:nvSpPr>
          <p:cNvPr id="27" name="Right Arrow 26"/>
          <p:cNvSpPr/>
          <p:nvPr/>
        </p:nvSpPr>
        <p:spPr>
          <a:xfrm>
            <a:off x="3529584" y="3447288"/>
            <a:ext cx="91440" cy="182880"/>
          </a:xfrm>
          <a:prstGeom prst="rightArrow">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3621024" y="3145536"/>
            <a:ext cx="1517904" cy="786384"/>
          </a:xfrm>
          <a:prstGeom prst="roundRect">
            <a:avLst>
              <a:gd name="adj" fmla="val 12000"/>
            </a:avLst>
          </a:prstGeom>
          <a:solidFill>
            <a:srgbClr val="FFFFFF"/>
          </a:solidFill>
          <a:ln w="15875">
            <a:solidFill>
              <a:srgbClr val="007B8C"/>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007B8C"/>
                </a:solidFill>
                <a:latin typeface="Arial"/>
                <a:ea typeface="Microsoft JhengHei"/>
                <a:cs typeface="Arial"/>
              </a:rPr>
              <a:t>S09  </a:t>
            </a:r>
            <a:r>
              <a:rPr sz="900" b="0">
                <a:solidFill>
                  <a:srgbClr val="717074"/>
                </a:solidFill>
                <a:latin typeface="Arial"/>
                <a:ea typeface="Microsoft JhengHei"/>
                <a:cs typeface="Arial"/>
              </a:rPr>
              <a:t>[#11]</a:t>
            </a:r>
          </a:p>
          <a:p>
            <a:pPr algn="ctr">
              <a:spcAft>
                <a:spcPts val="0"/>
              </a:spcAft>
            </a:pPr>
            <a:r>
              <a:rPr sz="1200" b="1">
                <a:solidFill>
                  <a:srgbClr val="333333"/>
                </a:solidFill>
                <a:latin typeface="Arial"/>
                <a:ea typeface="Microsoft JhengHei"/>
                <a:cs typeface="Arial"/>
              </a:rPr>
              <a:t>SRM 重新註冊</a:t>
            </a:r>
          </a:p>
        </p:txBody>
      </p:sp>
      <p:sp>
        <p:nvSpPr>
          <p:cNvPr id="29" name="Right Arrow 28"/>
          <p:cNvSpPr/>
          <p:nvPr/>
        </p:nvSpPr>
        <p:spPr>
          <a:xfrm>
            <a:off x="5138928" y="3447288"/>
            <a:ext cx="91440" cy="182880"/>
          </a:xfrm>
          <a:prstGeom prst="rightArrow">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230368" y="3145536"/>
            <a:ext cx="1517904" cy="786384"/>
          </a:xfrm>
          <a:prstGeom prst="roundRect">
            <a:avLst>
              <a:gd name="adj" fmla="val 12000"/>
            </a:avLst>
          </a:prstGeom>
          <a:solidFill>
            <a:srgbClr val="FFFFFF"/>
          </a:solidFill>
          <a:ln w="25400">
            <a:solidFill>
              <a:srgbClr val="A6192E"/>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007B8C"/>
                </a:solidFill>
                <a:latin typeface="Arial"/>
                <a:ea typeface="Microsoft JhengHei"/>
                <a:cs typeface="Arial"/>
              </a:rPr>
              <a:t>S10  </a:t>
            </a:r>
            <a:r>
              <a:rPr sz="900" b="0">
                <a:solidFill>
                  <a:srgbClr val="717074"/>
                </a:solidFill>
                <a:latin typeface="Arial"/>
                <a:ea typeface="Microsoft JhengHei"/>
                <a:cs typeface="Arial"/>
              </a:rPr>
              <a:t>[#8]</a:t>
            </a:r>
          </a:p>
          <a:p>
            <a:pPr algn="ctr">
              <a:spcAft>
                <a:spcPts val="0"/>
              </a:spcAft>
            </a:pPr>
            <a:r>
              <a:rPr sz="1200" b="1">
                <a:solidFill>
                  <a:srgbClr val="333333"/>
                </a:solidFill>
                <a:latin typeface="Arial"/>
                <a:ea typeface="Microsoft JhengHei"/>
                <a:cs typeface="Arial"/>
              </a:rPr>
              <a:t>Import WLD</a:t>
            </a:r>
          </a:p>
        </p:txBody>
      </p:sp>
      <p:sp>
        <p:nvSpPr>
          <p:cNvPr id="31" name="Rounded Rectangle 30"/>
          <p:cNvSpPr/>
          <p:nvPr/>
        </p:nvSpPr>
        <p:spPr>
          <a:xfrm>
            <a:off x="6035040" y="3044952"/>
            <a:ext cx="694944" cy="219456"/>
          </a:xfrm>
          <a:prstGeom prst="roundRect">
            <a:avLst>
              <a:gd name="adj" fmla="val 50000"/>
            </a:avLst>
          </a:prstGeom>
          <a:solidFill>
            <a:srgbClr val="A6192E"/>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18288" bIns="18288" wrap="square"/>
          <a:lstStyle/>
          <a:p>
            <a:pPr algn="ctr">
              <a:spcAft>
                <a:spcPts val="0"/>
              </a:spcAft>
            </a:pPr>
            <a:r>
              <a:rPr sz="800" b="1">
                <a:solidFill>
                  <a:srgbClr val="FFFFFF"/>
                </a:solidFill>
                <a:latin typeface="Arial"/>
                <a:ea typeface="Microsoft JhengHei"/>
                <a:cs typeface="Arial"/>
              </a:rPr>
              <a:t>G3 PONR</a:t>
            </a:r>
          </a:p>
        </p:txBody>
      </p:sp>
      <p:sp>
        <p:nvSpPr>
          <p:cNvPr id="32" name="Right Arrow 31"/>
          <p:cNvSpPr/>
          <p:nvPr/>
        </p:nvSpPr>
        <p:spPr>
          <a:xfrm>
            <a:off x="6748272" y="3447288"/>
            <a:ext cx="91440" cy="182880"/>
          </a:xfrm>
          <a:prstGeom prst="rightArrow">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839712" y="3145536"/>
            <a:ext cx="1517904" cy="786384"/>
          </a:xfrm>
          <a:prstGeom prst="roundRect">
            <a:avLst>
              <a:gd name="adj" fmla="val 12000"/>
            </a:avLst>
          </a:prstGeom>
          <a:solidFill>
            <a:srgbClr val="FFFFFF"/>
          </a:solidFill>
          <a:ln w="15875">
            <a:solidFill>
              <a:srgbClr val="007B8C"/>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007B8C"/>
                </a:solidFill>
                <a:latin typeface="Arial"/>
                <a:ea typeface="Microsoft JhengHei"/>
                <a:cs typeface="Arial"/>
              </a:rPr>
              <a:t>S11  </a:t>
            </a:r>
            <a:r>
              <a:rPr sz="900" b="0">
                <a:solidFill>
                  <a:srgbClr val="717074"/>
                </a:solidFill>
                <a:latin typeface="Arial"/>
                <a:ea typeface="Microsoft JhengHei"/>
                <a:cs typeface="Arial"/>
              </a:rPr>
              <a:t>[#10]</a:t>
            </a:r>
          </a:p>
          <a:p>
            <a:pPr algn="ctr">
              <a:spcAft>
                <a:spcPts val="0"/>
              </a:spcAft>
            </a:pPr>
            <a:r>
              <a:rPr sz="1200" b="1">
                <a:solidFill>
                  <a:srgbClr val="333333"/>
                </a:solidFill>
                <a:latin typeface="Arial"/>
                <a:ea typeface="Microsoft JhengHei"/>
                <a:cs typeface="Arial"/>
              </a:rPr>
              <a:t>ESXi 9.1.1</a:t>
            </a:r>
          </a:p>
        </p:txBody>
      </p:sp>
      <p:sp>
        <p:nvSpPr>
          <p:cNvPr id="34" name="Rounded Rectangle 33"/>
          <p:cNvSpPr/>
          <p:nvPr/>
        </p:nvSpPr>
        <p:spPr>
          <a:xfrm>
            <a:off x="576072" y="4087368"/>
            <a:ext cx="1325880" cy="786384"/>
          </a:xfrm>
          <a:prstGeom prst="roundRect">
            <a:avLst>
              <a:gd name="adj" fmla="val 12000"/>
            </a:avLst>
          </a:prstGeom>
          <a:solidFill>
            <a:srgbClr val="0098C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18288" bIns="18288" wrap="square"/>
          <a:lstStyle/>
          <a:p>
            <a:pPr algn="ctr">
              <a:spcAft>
                <a:spcPts val="0"/>
              </a:spcAft>
            </a:pPr>
            <a:r>
              <a:rPr sz="900" b="1">
                <a:solidFill>
                  <a:srgbClr val="FFFFFF"/>
                </a:solidFill>
                <a:latin typeface="Arial"/>
                <a:ea typeface="Microsoft JhengHei"/>
                <a:cs typeface="Arial"/>
              </a:rPr>
              <a:t>P3
</a:t>
            </a:r>
          </a:p>
          <a:p>
            <a:pPr algn="ctr">
              <a:spcAft>
                <a:spcPts val="0"/>
              </a:spcAft>
            </a:pPr>
            <a:r>
              <a:rPr sz="1200" b="1">
                <a:solidFill>
                  <a:srgbClr val="FFFFFF"/>
                </a:solidFill>
                <a:latin typeface="Arial"/>
                <a:ea typeface="Microsoft JhengHei"/>
                <a:cs typeface="Arial"/>
              </a:rPr>
              <a:t>中信雲</a:t>
            </a:r>
          </a:p>
        </p:txBody>
      </p:sp>
      <p:sp>
        <p:nvSpPr>
          <p:cNvPr id="35" name="Rounded Rectangle 34"/>
          <p:cNvSpPr/>
          <p:nvPr/>
        </p:nvSpPr>
        <p:spPr>
          <a:xfrm>
            <a:off x="2011680" y="4087368"/>
            <a:ext cx="1517904" cy="786384"/>
          </a:xfrm>
          <a:prstGeom prst="roundRect">
            <a:avLst>
              <a:gd name="adj" fmla="val 12000"/>
            </a:avLst>
          </a:prstGeom>
          <a:solidFill>
            <a:srgbClr val="FFFFFF"/>
          </a:solidFill>
          <a:ln w="15875">
            <a:solidFill>
              <a:srgbClr val="0098C7"/>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0098C7"/>
                </a:solidFill>
                <a:latin typeface="Arial"/>
                <a:ea typeface="Microsoft JhengHei"/>
                <a:cs typeface="Arial"/>
              </a:rPr>
              <a:t>S12  </a:t>
            </a:r>
            <a:r>
              <a:rPr sz="900" b="0">
                <a:solidFill>
                  <a:srgbClr val="717074"/>
                </a:solidFill>
                <a:latin typeface="Arial"/>
                <a:ea typeface="Microsoft JhengHei"/>
                <a:cs typeface="Arial"/>
              </a:rPr>
              <a:t>[#12]</a:t>
            </a:r>
          </a:p>
          <a:p>
            <a:pPr algn="ctr">
              <a:spcAft>
                <a:spcPts val="0"/>
              </a:spcAft>
            </a:pPr>
            <a:r>
              <a:rPr sz="1200" b="1">
                <a:solidFill>
                  <a:srgbClr val="333333"/>
                </a:solidFill>
                <a:latin typeface="Arial"/>
                <a:ea typeface="Microsoft JhengHei"/>
                <a:cs typeface="Arial"/>
              </a:rPr>
              <a:t>vCenter RDU</a:t>
            </a:r>
          </a:p>
        </p:txBody>
      </p:sp>
      <p:sp>
        <p:nvSpPr>
          <p:cNvPr id="36" name="Right Arrow 35"/>
          <p:cNvSpPr/>
          <p:nvPr/>
        </p:nvSpPr>
        <p:spPr>
          <a:xfrm>
            <a:off x="3529584" y="4389120"/>
            <a:ext cx="91440" cy="182880"/>
          </a:xfrm>
          <a:prstGeom prst="rightArrow">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3621024" y="4087368"/>
            <a:ext cx="1517904" cy="786384"/>
          </a:xfrm>
          <a:prstGeom prst="roundRect">
            <a:avLst>
              <a:gd name="adj" fmla="val 12000"/>
            </a:avLst>
          </a:prstGeom>
          <a:solidFill>
            <a:srgbClr val="FFFFFF"/>
          </a:solidFill>
          <a:ln w="15875">
            <a:solidFill>
              <a:srgbClr val="0098C7"/>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0098C7"/>
                </a:solidFill>
                <a:latin typeface="Arial"/>
                <a:ea typeface="Microsoft JhengHei"/>
                <a:cs typeface="Arial"/>
              </a:rPr>
              <a:t>S13  </a:t>
            </a:r>
            <a:r>
              <a:rPr sz="900" b="0">
                <a:solidFill>
                  <a:srgbClr val="717074"/>
                </a:solidFill>
                <a:latin typeface="Arial"/>
                <a:ea typeface="Microsoft JhengHei"/>
                <a:cs typeface="Arial"/>
              </a:rPr>
              <a:t>[#13]</a:t>
            </a:r>
          </a:p>
          <a:p>
            <a:pPr algn="ctr">
              <a:spcAft>
                <a:spcPts val="0"/>
              </a:spcAft>
            </a:pPr>
            <a:r>
              <a:rPr sz="1200" b="1">
                <a:solidFill>
                  <a:srgbClr val="333333"/>
                </a:solidFill>
                <a:latin typeface="Arial"/>
                <a:ea typeface="Microsoft JhengHei"/>
                <a:cs typeface="Arial"/>
              </a:rPr>
              <a:t>SRM 重新註冊</a:t>
            </a:r>
          </a:p>
        </p:txBody>
      </p:sp>
      <p:sp>
        <p:nvSpPr>
          <p:cNvPr id="38" name="Right Arrow 37"/>
          <p:cNvSpPr/>
          <p:nvPr/>
        </p:nvSpPr>
        <p:spPr>
          <a:xfrm>
            <a:off x="5138928" y="4389120"/>
            <a:ext cx="91440" cy="182880"/>
          </a:xfrm>
          <a:prstGeom prst="rightArrow">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5230368" y="4087368"/>
            <a:ext cx="1517904" cy="786384"/>
          </a:xfrm>
          <a:prstGeom prst="roundRect">
            <a:avLst>
              <a:gd name="adj" fmla="val 12000"/>
            </a:avLst>
          </a:prstGeom>
          <a:solidFill>
            <a:srgbClr val="FFFFFF"/>
          </a:solidFill>
          <a:ln w="25400">
            <a:solidFill>
              <a:srgbClr val="A6192E"/>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0098C7"/>
                </a:solidFill>
                <a:latin typeface="Arial"/>
                <a:ea typeface="Microsoft JhengHei"/>
                <a:cs typeface="Arial"/>
              </a:rPr>
              <a:t>S14  </a:t>
            </a:r>
            <a:r>
              <a:rPr sz="900" b="0">
                <a:solidFill>
                  <a:srgbClr val="717074"/>
                </a:solidFill>
                <a:latin typeface="Arial"/>
                <a:ea typeface="Microsoft JhengHei"/>
                <a:cs typeface="Arial"/>
              </a:rPr>
              <a:t>[#9]</a:t>
            </a:r>
          </a:p>
          <a:p>
            <a:pPr algn="ctr">
              <a:spcAft>
                <a:spcPts val="0"/>
              </a:spcAft>
            </a:pPr>
            <a:r>
              <a:rPr sz="1200" b="1">
                <a:solidFill>
                  <a:srgbClr val="333333"/>
                </a:solidFill>
                <a:latin typeface="Arial"/>
                <a:ea typeface="Microsoft JhengHei"/>
                <a:cs typeface="Arial"/>
              </a:rPr>
              <a:t>Import WLD</a:t>
            </a:r>
          </a:p>
        </p:txBody>
      </p:sp>
      <p:sp>
        <p:nvSpPr>
          <p:cNvPr id="40" name="Rounded Rectangle 39"/>
          <p:cNvSpPr/>
          <p:nvPr/>
        </p:nvSpPr>
        <p:spPr>
          <a:xfrm>
            <a:off x="6035040" y="3986784"/>
            <a:ext cx="694944" cy="219456"/>
          </a:xfrm>
          <a:prstGeom prst="roundRect">
            <a:avLst>
              <a:gd name="adj" fmla="val 50000"/>
            </a:avLst>
          </a:prstGeom>
          <a:solidFill>
            <a:srgbClr val="A6192E"/>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18288" bIns="18288" wrap="square"/>
          <a:lstStyle/>
          <a:p>
            <a:pPr algn="ctr">
              <a:spcAft>
                <a:spcPts val="0"/>
              </a:spcAft>
            </a:pPr>
            <a:r>
              <a:rPr sz="800" b="1">
                <a:solidFill>
                  <a:srgbClr val="FFFFFF"/>
                </a:solidFill>
                <a:latin typeface="Arial"/>
                <a:ea typeface="Microsoft JhengHei"/>
                <a:cs typeface="Arial"/>
              </a:rPr>
              <a:t>G4 PONR</a:t>
            </a:r>
          </a:p>
        </p:txBody>
      </p:sp>
      <p:sp>
        <p:nvSpPr>
          <p:cNvPr id="41" name="Right Arrow 40"/>
          <p:cNvSpPr/>
          <p:nvPr/>
        </p:nvSpPr>
        <p:spPr>
          <a:xfrm>
            <a:off x="6748272" y="4389120"/>
            <a:ext cx="91440" cy="182880"/>
          </a:xfrm>
          <a:prstGeom prst="rightArrow">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6839712" y="4087368"/>
            <a:ext cx="1517904" cy="786384"/>
          </a:xfrm>
          <a:prstGeom prst="roundRect">
            <a:avLst>
              <a:gd name="adj" fmla="val 12000"/>
            </a:avLst>
          </a:prstGeom>
          <a:solidFill>
            <a:srgbClr val="FFFFFF"/>
          </a:solidFill>
          <a:ln w="15875">
            <a:solidFill>
              <a:srgbClr val="0098C7"/>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0098C7"/>
                </a:solidFill>
                <a:latin typeface="Arial"/>
                <a:ea typeface="Microsoft JhengHei"/>
                <a:cs typeface="Arial"/>
              </a:rPr>
              <a:t>S15  </a:t>
            </a:r>
            <a:r>
              <a:rPr sz="900" b="0">
                <a:solidFill>
                  <a:srgbClr val="717074"/>
                </a:solidFill>
                <a:latin typeface="Arial"/>
                <a:ea typeface="Microsoft JhengHei"/>
                <a:cs typeface="Arial"/>
              </a:rPr>
              <a:t>[#12]</a:t>
            </a:r>
          </a:p>
          <a:p>
            <a:pPr algn="ctr">
              <a:spcAft>
                <a:spcPts val="0"/>
              </a:spcAft>
            </a:pPr>
            <a:r>
              <a:rPr sz="1200" b="1">
                <a:solidFill>
                  <a:srgbClr val="333333"/>
                </a:solidFill>
                <a:latin typeface="Arial"/>
                <a:ea typeface="Microsoft JhengHei"/>
                <a:cs typeface="Arial"/>
              </a:rPr>
              <a:t>ESXi 9.1.1</a:t>
            </a:r>
          </a:p>
        </p:txBody>
      </p:sp>
      <p:sp>
        <p:nvSpPr>
          <p:cNvPr id="43" name="Rounded Rectangle 42"/>
          <p:cNvSpPr/>
          <p:nvPr/>
        </p:nvSpPr>
        <p:spPr>
          <a:xfrm>
            <a:off x="576072" y="5029200"/>
            <a:ext cx="1325880" cy="786384"/>
          </a:xfrm>
          <a:prstGeom prst="roundRect">
            <a:avLst>
              <a:gd name="adj" fmla="val 12000"/>
            </a:avLst>
          </a:prstGeom>
          <a:solidFill>
            <a:srgbClr val="316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18288" bIns="18288" wrap="square"/>
          <a:lstStyle/>
          <a:p>
            <a:pPr algn="ctr">
              <a:spcAft>
                <a:spcPts val="0"/>
              </a:spcAft>
            </a:pPr>
            <a:r>
              <a:rPr sz="900" b="1">
                <a:solidFill>
                  <a:srgbClr val="FFFFFF"/>
                </a:solidFill>
                <a:latin typeface="Arial"/>
                <a:ea typeface="Microsoft JhengHei"/>
                <a:cs typeface="Arial"/>
              </a:rPr>
              <a:t>P4
</a:t>
            </a:r>
          </a:p>
          <a:p>
            <a:pPr algn="ctr">
              <a:spcAft>
                <a:spcPts val="0"/>
              </a:spcAft>
            </a:pPr>
            <a:r>
              <a:rPr sz="1200" b="1">
                <a:solidFill>
                  <a:srgbClr val="FFFFFF"/>
                </a:solidFill>
                <a:latin typeface="Arial"/>
                <a:ea typeface="Microsoft JhengHei"/>
                <a:cs typeface="Arial"/>
              </a:rPr>
              <a:t>收尾</a:t>
            </a:r>
          </a:p>
        </p:txBody>
      </p:sp>
      <p:sp>
        <p:nvSpPr>
          <p:cNvPr id="44" name="Rounded Rectangle 43"/>
          <p:cNvSpPr/>
          <p:nvPr/>
        </p:nvSpPr>
        <p:spPr>
          <a:xfrm>
            <a:off x="2011680" y="5029200"/>
            <a:ext cx="1517904" cy="786384"/>
          </a:xfrm>
          <a:prstGeom prst="roundRect">
            <a:avLst>
              <a:gd name="adj" fmla="val 12000"/>
            </a:avLst>
          </a:prstGeom>
          <a:solidFill>
            <a:srgbClr val="FFFFFF"/>
          </a:solidFill>
          <a:ln w="25400">
            <a:solidFill>
              <a:srgbClr val="A6192E"/>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316E60"/>
                </a:solidFill>
                <a:latin typeface="Arial"/>
                <a:ea typeface="Microsoft JhengHei"/>
                <a:cs typeface="Arial"/>
              </a:rPr>
              <a:t>S16  </a:t>
            </a:r>
            <a:r>
              <a:rPr sz="900" b="0">
                <a:solidFill>
                  <a:srgbClr val="717074"/>
                </a:solidFill>
                <a:latin typeface="Arial"/>
                <a:ea typeface="Microsoft JhengHei"/>
                <a:cs typeface="Arial"/>
              </a:rPr>
              <a:t>[新增]</a:t>
            </a:r>
          </a:p>
          <a:p>
            <a:pPr algn="ctr">
              <a:spcAft>
                <a:spcPts val="0"/>
              </a:spcAft>
            </a:pPr>
            <a:r>
              <a:rPr sz="1200" b="1">
                <a:solidFill>
                  <a:srgbClr val="333333"/>
                </a:solidFill>
                <a:latin typeface="Arial"/>
                <a:ea typeface="Microsoft JhengHei"/>
                <a:cs typeface="Arial"/>
              </a:rPr>
              <a:t>vSAN / 收尾</a:t>
            </a:r>
          </a:p>
        </p:txBody>
      </p:sp>
      <p:sp>
        <p:nvSpPr>
          <p:cNvPr id="45" name="Rounded Rectangle 44"/>
          <p:cNvSpPr/>
          <p:nvPr/>
        </p:nvSpPr>
        <p:spPr>
          <a:xfrm>
            <a:off x="2816352" y="4928616"/>
            <a:ext cx="694944" cy="219456"/>
          </a:xfrm>
          <a:prstGeom prst="roundRect">
            <a:avLst>
              <a:gd name="adj" fmla="val 50000"/>
            </a:avLst>
          </a:prstGeom>
          <a:solidFill>
            <a:srgbClr val="A6192E"/>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18288" bIns="18288" wrap="square"/>
          <a:lstStyle/>
          <a:p>
            <a:pPr algn="ctr">
              <a:spcAft>
                <a:spcPts val="0"/>
              </a:spcAft>
            </a:pPr>
            <a:r>
              <a:rPr sz="800" b="1">
                <a:solidFill>
                  <a:srgbClr val="FFFFFF"/>
                </a:solidFill>
                <a:latin typeface="Arial"/>
                <a:ea typeface="Microsoft JhengHei"/>
                <a:cs typeface="Arial"/>
              </a:rPr>
              <a:t>G5 PONR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Rollback Means &amp; Cut-off by Step</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007B8C"/>
                </a:solidFill>
                <a:latin typeface="Arial"/>
                <a:ea typeface="Microsoft JhengHei"/>
                <a:cs typeface="Arial"/>
              </a:rPr>
              <a:t>每一步「用什麼退」以及「退到哪個時間點為止」</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依據：KB 448258、436924、430524、441333、446701、448322、316592；TechDocs《Optimized Update of vCenter and NSX》《About the vSAN Disk Format》；CXS Lab 實測</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graphicFrame>
        <p:nvGraphicFramePr>
          <p:cNvPr id="6" name="Table 5"/>
          <p:cNvGraphicFramePr>
            <a:graphicFrameLocks noGrp="1"/>
          </p:cNvGraphicFramePr>
          <p:nvPr/>
        </p:nvGraphicFramePr>
        <p:xfrm>
          <a:off x="576072" y="1207008"/>
          <a:ext cx="11036808" cy="4325112"/>
        </p:xfrm>
        <a:graphic>
          <a:graphicData uri="http://schemas.openxmlformats.org/drawingml/2006/table">
            <a:tbl>
              <a:tblPr firstRow="1" bandRow="0">
                <a:tableStyleId>{5C22544A-7EE6-4342-B048-85BDC9FD1C3A}</a:tableStyleId>
              </a:tblPr>
              <a:tblGrid>
                <a:gridCol w="2240280"/>
                <a:gridCol w="6144768"/>
                <a:gridCol w="2651760"/>
              </a:tblGrid>
              <a:tr h="393192">
                <a:tc>
                  <a:txBody>
                    <a:bodyPr wrap="square"/>
                    <a:lstStyle/>
                    <a:p>
                      <a:pPr algn="l">
                        <a:spcAft>
                          <a:spcPts val="0"/>
                        </a:spcAft>
                      </a:pPr>
                      <a:r>
                        <a:rPr sz="1000" b="1">
                          <a:solidFill>
                            <a:srgbClr val="FFFFFF"/>
                          </a:solidFill>
                          <a:latin typeface="Arial"/>
                          <a:ea typeface="Microsoft JhengHei"/>
                          <a:cs typeface="Arial"/>
                        </a:rPr>
                        <a:t>步驟</a:t>
                      </a:r>
                    </a:p>
                  </a:txBody>
                  <a:tcPr marL="54864" marR="54864" marT="22860" marB="22860" anchor="ctr">
                    <a:solidFill>
                      <a:srgbClr val="1B1D36"/>
                    </a:solidFill>
                  </a:tcPr>
                </a:tc>
                <a:tc>
                  <a:txBody>
                    <a:bodyPr wrap="square"/>
                    <a:lstStyle/>
                    <a:p>
                      <a:pPr algn="l">
                        <a:spcAft>
                          <a:spcPts val="0"/>
                        </a:spcAft>
                      </a:pPr>
                      <a:r>
                        <a:rPr sz="1000" b="1">
                          <a:solidFill>
                            <a:srgbClr val="FFFFFF"/>
                          </a:solidFill>
                          <a:latin typeface="Arial"/>
                          <a:ea typeface="Microsoft JhengHei"/>
                          <a:cs typeface="Arial"/>
                        </a:rPr>
                        <a:t>退版手段</a:t>
                      </a:r>
                    </a:p>
                  </a:txBody>
                  <a:tcPr marL="54864" marR="54864" marT="22860" marB="22860" anchor="ctr">
                    <a:solidFill>
                      <a:srgbClr val="1B1D36"/>
                    </a:solidFill>
                  </a:tcPr>
                </a:tc>
                <a:tc>
                  <a:txBody>
                    <a:bodyPr wrap="square"/>
                    <a:lstStyle/>
                    <a:p>
                      <a:pPr algn="l">
                        <a:spcAft>
                          <a:spcPts val="0"/>
                        </a:spcAft>
                      </a:pPr>
                      <a:r>
                        <a:rPr sz="1000" b="1">
                          <a:solidFill>
                            <a:srgbClr val="FFFFFF"/>
                          </a:solidFill>
                          <a:latin typeface="Arial"/>
                          <a:ea typeface="Microsoft JhengHei"/>
                          <a:cs typeface="Arial"/>
                        </a:rPr>
                        <a:t>截止點 / PONR</a:t>
                      </a:r>
                    </a:p>
                  </a:txBody>
                  <a:tcPr marL="54864" marR="54864" marT="22860" marB="22860" anchor="ctr">
                    <a:solidFill>
                      <a:srgbClr val="1B1D36"/>
                    </a:solidFill>
                  </a:tcPr>
                </a:tc>
              </a:tr>
              <a:tr h="393192">
                <a:tc>
                  <a:txBody>
                    <a:bodyPr wrap="square"/>
                    <a:lstStyle/>
                    <a:p>
                      <a:pPr algn="l">
                        <a:spcAft>
                          <a:spcPts val="0"/>
                        </a:spcAft>
                      </a:pPr>
                      <a:r>
                        <a:rPr sz="950" b="1">
                          <a:solidFill>
                            <a:srgbClr val="333333"/>
                          </a:solidFill>
                          <a:latin typeface="Arial"/>
                          <a:ea typeface="Microsoft JhengHei"/>
                          <a:cs typeface="Arial"/>
                        </a:rPr>
                        <a:t>S01 vRA / Aria Ops 冷遷移</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反向冷遷移回中信雲；或開回 Clone 保留的來源（保持關機）</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S06 Import 前</a:t>
                      </a:r>
                    </a:p>
                  </a:txBody>
                  <a:tcPr marL="54864" marR="54864" marT="22860" marB="22860" anchor="ctr">
                    <a:solidFill>
                      <a:srgbClr val="FFFFFF"/>
                    </a:solidFill>
                  </a:tcPr>
                </a:tc>
              </a:tr>
              <a:tr h="393192">
                <a:tc>
                  <a:txBody>
                    <a:bodyPr wrap="square"/>
                    <a:lstStyle/>
                    <a:p>
                      <a:pPr algn="l">
                        <a:spcAft>
                          <a:spcPts val="0"/>
                        </a:spcAft>
                      </a:pPr>
                      <a:r>
                        <a:rPr sz="950" b="1">
                          <a:solidFill>
                            <a:srgbClr val="333333"/>
                          </a:solidFill>
                          <a:latin typeface="Arial"/>
                          <a:ea typeface="Microsoft JhengHei"/>
                          <a:cs typeface="Arial"/>
                        </a:rPr>
                        <a:t>S02 Aria Ops → VCF Ops 9.1.1</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Take Cluster Offline → 全節點 revert snapshot（不含 memory）</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S05 Converge 併入前</a:t>
                      </a:r>
                    </a:p>
                  </a:txBody>
                  <a:tcPr marL="54864" marR="54864" marT="22860" marB="22860" anchor="ctr">
                    <a:solidFill>
                      <a:srgbClr val="F5F7F9"/>
                    </a:solidFill>
                  </a:tcPr>
                </a:tc>
              </a:tr>
              <a:tr h="393192">
                <a:tc>
                  <a:txBody>
                    <a:bodyPr wrap="square"/>
                    <a:lstStyle/>
                    <a:p>
                      <a:pPr algn="l">
                        <a:spcAft>
                          <a:spcPts val="0"/>
                        </a:spcAft>
                      </a:pPr>
                      <a:r>
                        <a:rPr sz="950" b="1">
                          <a:solidFill>
                            <a:srgbClr val="333333"/>
                          </a:solidFill>
                          <a:latin typeface="Arial"/>
                          <a:ea typeface="Microsoft JhengHei"/>
                          <a:cs typeface="Arial"/>
                        </a:rPr>
                        <a:t>S05 Converge</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完成前失敗：刪除已部署元件與 Installer，依 JSON 重做（KB 448258）</a:t>
                      </a:r>
                    </a:p>
                  </a:txBody>
                  <a:tcPr marL="54864" marR="54864" marT="22860" marB="22860" anchor="ctr">
                    <a:solidFill>
                      <a:srgbClr val="FFFFFF"/>
                    </a:solidFill>
                  </a:tcPr>
                </a:tc>
                <a:tc>
                  <a:txBody>
                    <a:bodyPr wrap="square"/>
                    <a:lstStyle/>
                    <a:p>
                      <a:pPr algn="l">
                        <a:spcAft>
                          <a:spcPts val="0"/>
                        </a:spcAft>
                      </a:pPr>
                      <a:r>
                        <a:rPr sz="950" b="1">
                          <a:solidFill>
                            <a:srgbClr val="A6192E"/>
                          </a:solidFill>
                          <a:latin typeface="Arial"/>
                          <a:ea typeface="Microsoft JhengHei"/>
                          <a:cs typeface="Arial"/>
                        </a:rPr>
                        <a:t>⚠ 成功即 PONR（G1）</a:t>
                      </a:r>
                    </a:p>
                  </a:txBody>
                  <a:tcPr marL="54864" marR="54864" marT="22860" marB="22860" anchor="ctr">
                    <a:solidFill>
                      <a:srgbClr val="FBE9EB"/>
                    </a:solidFill>
                  </a:tcPr>
                </a:tc>
              </a:tr>
              <a:tr h="393192">
                <a:tc>
                  <a:txBody>
                    <a:bodyPr wrap="square"/>
                    <a:lstStyle/>
                    <a:p>
                      <a:pPr algn="l">
                        <a:spcAft>
                          <a:spcPts val="0"/>
                        </a:spcAft>
                      </a:pPr>
                      <a:r>
                        <a:rPr sz="950" b="1">
                          <a:solidFill>
                            <a:srgbClr val="333333"/>
                          </a:solidFill>
                          <a:latin typeface="Arial"/>
                          <a:ea typeface="Microsoft JhengHei"/>
                          <a:cs typeface="Arial"/>
                        </a:rPr>
                        <a:t>S06 Import vRA</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只是註冊、來源不變；需撤除依 KB 441333 cleanup</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a:t>
                      </a:r>
                    </a:p>
                  </a:txBody>
                  <a:tcPr marL="54864" marR="54864" marT="22860" marB="22860" anchor="ctr">
                    <a:solidFill>
                      <a:srgbClr val="F5F7F9"/>
                    </a:solidFill>
                  </a:tcPr>
                </a:tc>
              </a:tr>
              <a:tr h="393192">
                <a:tc>
                  <a:txBody>
                    <a:bodyPr wrap="square"/>
                    <a:lstStyle/>
                    <a:p>
                      <a:pPr algn="l">
                        <a:spcAft>
                          <a:spcPts val="0"/>
                        </a:spcAft>
                      </a:pPr>
                      <a:r>
                        <a:rPr sz="950" b="1">
                          <a:solidFill>
                            <a:srgbClr val="333333"/>
                          </a:solidFill>
                          <a:latin typeface="Arial"/>
                          <a:ea typeface="Microsoft JhengHei"/>
                          <a:cs typeface="Arial"/>
                        </a:rPr>
                        <a:t>S07 VCFA 9.1.1</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Cutover 前來源原封不動；Cutover 後開回 8.18 / revert snapshot + 開 SR</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刪除 8.18 來源 VM / snapshot</a:t>
                      </a:r>
                    </a:p>
                  </a:txBody>
                  <a:tcPr marL="54864" marR="54864" marT="22860" marB="22860" anchor="ctr">
                    <a:solidFill>
                      <a:srgbClr val="FFFFFF"/>
                    </a:solidFill>
                  </a:tcPr>
                </a:tc>
              </a:tr>
              <a:tr h="393192">
                <a:tc>
                  <a:txBody>
                    <a:bodyPr wrap="square"/>
                    <a:lstStyle/>
                    <a:p>
                      <a:pPr algn="l">
                        <a:spcAft>
                          <a:spcPts val="0"/>
                        </a:spcAft>
                      </a:pPr>
                      <a:r>
                        <a:rPr sz="950" b="1">
                          <a:solidFill>
                            <a:srgbClr val="333333"/>
                          </a:solidFill>
                          <a:latin typeface="Arial"/>
                          <a:ea typeface="Microsoft JhengHei"/>
                          <a:cs typeface="Arial"/>
                        </a:rPr>
                        <a:t>S08 / S12 vCenter RDU</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Switchover 前 RDU 自動回復；之後以 file-based backup restore</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刪除退役來源 VM / 舊備份</a:t>
                      </a:r>
                    </a:p>
                  </a:txBody>
                  <a:tcPr marL="54864" marR="54864" marT="22860" marB="22860" anchor="ctr">
                    <a:solidFill>
                      <a:srgbClr val="F5F7F9"/>
                    </a:solidFill>
                  </a:tcPr>
                </a:tc>
              </a:tr>
              <a:tr h="393192">
                <a:tc>
                  <a:txBody>
                    <a:bodyPr wrap="square"/>
                    <a:lstStyle/>
                    <a:p>
                      <a:pPr algn="l">
                        <a:spcAft>
                          <a:spcPts val="0"/>
                        </a:spcAft>
                      </a:pPr>
                      <a:r>
                        <a:rPr sz="950" b="1">
                          <a:solidFill>
                            <a:srgbClr val="333333"/>
                          </a:solidFill>
                          <a:latin typeface="Arial"/>
                          <a:ea typeface="Microsoft JhengHei"/>
                          <a:cs typeface="Arial"/>
                        </a:rPr>
                        <a:t>S09 / S13 SRM 重新註冊</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Reconfigure 不破壞設定；失敗依 KB 448322 修正後重做</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a:t>
                      </a:r>
                    </a:p>
                  </a:txBody>
                  <a:tcPr marL="54864" marR="54864" marT="22860" marB="22860" anchor="ctr">
                    <a:solidFill>
                      <a:srgbClr val="FFFFFF"/>
                    </a:solidFill>
                  </a:tcPr>
                </a:tc>
              </a:tr>
              <a:tr h="393192">
                <a:tc>
                  <a:txBody>
                    <a:bodyPr wrap="square"/>
                    <a:lstStyle/>
                    <a:p>
                      <a:pPr algn="l">
                        <a:spcAft>
                          <a:spcPts val="0"/>
                        </a:spcAft>
                      </a:pPr>
                      <a:r>
                        <a:rPr sz="950" b="1">
                          <a:solidFill>
                            <a:srgbClr val="333333"/>
                          </a:solidFill>
                          <a:latin typeface="Arial"/>
                          <a:ea typeface="Microsoft JhengHei"/>
                          <a:cs typeface="Arial"/>
                        </a:rPr>
                        <a:t>S10 / S14 Import WLD</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無 UI 反向；KB 436924（API 移除 domain）+ KB 430524</a:t>
                      </a:r>
                    </a:p>
                  </a:txBody>
                  <a:tcPr marL="54864" marR="54864" marT="22860" marB="22860" anchor="ctr">
                    <a:solidFill>
                      <a:srgbClr val="F5F7F9"/>
                    </a:solidFill>
                  </a:tcPr>
                </a:tc>
                <a:tc>
                  <a:txBody>
                    <a:bodyPr wrap="square"/>
                    <a:lstStyle/>
                    <a:p>
                      <a:pPr algn="l">
                        <a:spcAft>
                          <a:spcPts val="0"/>
                        </a:spcAft>
                      </a:pPr>
                      <a:r>
                        <a:rPr sz="950" b="1">
                          <a:solidFill>
                            <a:srgbClr val="A6192E"/>
                          </a:solidFill>
                          <a:latin typeface="Arial"/>
                          <a:ea typeface="Microsoft JhengHei"/>
                          <a:cs typeface="Arial"/>
                        </a:rPr>
                        <a:t>⚠ Import 完成即 PONR（G3 / G4）</a:t>
                      </a:r>
                    </a:p>
                  </a:txBody>
                  <a:tcPr marL="54864" marR="54864" marT="22860" marB="22860" anchor="ctr">
                    <a:solidFill>
                      <a:srgbClr val="FBE9EB"/>
                    </a:solidFill>
                  </a:tcPr>
                </a:tc>
              </a:tr>
              <a:tr h="393192">
                <a:tc>
                  <a:txBody>
                    <a:bodyPr wrap="square"/>
                    <a:lstStyle/>
                    <a:p>
                      <a:pPr algn="l">
                        <a:spcAft>
                          <a:spcPts val="0"/>
                        </a:spcAft>
                      </a:pPr>
                      <a:r>
                        <a:rPr sz="950" b="1">
                          <a:solidFill>
                            <a:srgbClr val="333333"/>
                          </a:solidFill>
                          <a:latin typeface="Arial"/>
                          <a:ea typeface="Microsoft JhengHei"/>
                          <a:cs typeface="Arial"/>
                        </a:rPr>
                        <a:t>S11 / S15 ESXi</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單台 Shift+R 回 altbootbank（KB 316592；vLCM image 影響待 Lab 驗證）</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vSAN on-disk format 升級</a:t>
                      </a:r>
                    </a:p>
                  </a:txBody>
                  <a:tcPr marL="54864" marR="54864" marT="22860" marB="22860" anchor="ctr">
                    <a:solidFill>
                      <a:srgbClr val="FFFFFF"/>
                    </a:solidFill>
                  </a:tcPr>
                </a:tc>
              </a:tr>
              <a:tr h="393192">
                <a:tc>
                  <a:txBody>
                    <a:bodyPr wrap="square"/>
                    <a:lstStyle/>
                    <a:p>
                      <a:pPr algn="l">
                        <a:spcAft>
                          <a:spcPts val="0"/>
                        </a:spcAft>
                      </a:pPr>
                      <a:r>
                        <a:rPr sz="950" b="1">
                          <a:solidFill>
                            <a:srgbClr val="333333"/>
                          </a:solidFill>
                          <a:latin typeface="Arial"/>
                          <a:ea typeface="Microsoft JhengHei"/>
                          <a:cs typeface="Arial"/>
                        </a:rPr>
                        <a:t>S16 vSAN format</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無退版手段</a:t>
                      </a:r>
                    </a:p>
                  </a:txBody>
                  <a:tcPr marL="54864" marR="54864" marT="22860" marB="22860" anchor="ctr">
                    <a:solidFill>
                      <a:srgbClr val="F5F7F9"/>
                    </a:solidFill>
                  </a:tcPr>
                </a:tc>
                <a:tc>
                  <a:txBody>
                    <a:bodyPr wrap="square"/>
                    <a:lstStyle/>
                    <a:p>
                      <a:pPr algn="l">
                        <a:spcAft>
                          <a:spcPts val="0"/>
                        </a:spcAft>
                      </a:pPr>
                      <a:r>
                        <a:rPr sz="950" b="1">
                          <a:solidFill>
                            <a:srgbClr val="A6192E"/>
                          </a:solidFill>
                          <a:latin typeface="Arial"/>
                          <a:ea typeface="Microsoft JhengHei"/>
                          <a:cs typeface="Arial"/>
                        </a:rPr>
                        <a:t>⚠ 執行即 PONR（G5）</a:t>
                      </a:r>
                    </a:p>
                  </a:txBody>
                  <a:tcPr marL="54864" marR="54864" marT="22860" marB="22860" anchor="ctr">
                    <a:solidFill>
                      <a:srgbClr val="FBE9EB"/>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Lab Coverage ｜ What Has Been Tested in CXS Lab</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007B8C"/>
                </a:solidFill>
                <a:latin typeface="Arial"/>
                <a:ea typeface="Microsoft JhengHei"/>
                <a:cs typeface="Arial"/>
              </a:rPr>
              <a:t>每一步是否已在 CXS Lab（VCF 9.1.1 nested）實測過；未驗證者正式前須補測</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來源：github.com/kostenyang（v8tov9、vra-lifecycle、vcf9offlinescript、debug-vcf9.1）— CXS Lab 實測紀錄，非官方文件</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graphicFrame>
        <p:nvGraphicFramePr>
          <p:cNvPr id="6" name="Table 5"/>
          <p:cNvGraphicFramePr>
            <a:graphicFrameLocks noGrp="1"/>
          </p:cNvGraphicFramePr>
          <p:nvPr/>
        </p:nvGraphicFramePr>
        <p:xfrm>
          <a:off x="576072" y="1188720"/>
          <a:ext cx="11036808" cy="4608576"/>
        </p:xfrm>
        <a:graphic>
          <a:graphicData uri="http://schemas.openxmlformats.org/drawingml/2006/table">
            <a:tbl>
              <a:tblPr firstRow="1" bandRow="0">
                <a:tableStyleId>{5C22544A-7EE6-4342-B048-85BDC9FD1C3A}</a:tableStyleId>
              </a:tblPr>
              <a:tblGrid>
                <a:gridCol w="960120"/>
                <a:gridCol w="2514600"/>
                <a:gridCol w="777240"/>
                <a:gridCol w="1737360"/>
                <a:gridCol w="5047488"/>
              </a:tblGrid>
              <a:tr h="384048">
                <a:tc>
                  <a:txBody>
                    <a:bodyPr wrap="square"/>
                    <a:lstStyle/>
                    <a:p>
                      <a:pPr algn="l">
                        <a:spcAft>
                          <a:spcPts val="0"/>
                        </a:spcAft>
                      </a:pPr>
                      <a:r>
                        <a:rPr sz="950" b="1">
                          <a:solidFill>
                            <a:srgbClr val="FFFFFF"/>
                          </a:solidFill>
                          <a:latin typeface="Arial"/>
                          <a:ea typeface="Microsoft JhengHei"/>
                          <a:cs typeface="Arial"/>
                        </a:rPr>
                        <a:t>步驟</a:t>
                      </a:r>
                    </a:p>
                  </a:txBody>
                  <a:tcPr marL="54864" marR="54864" marT="22860" marB="22860" anchor="ctr">
                    <a:solidFill>
                      <a:srgbClr val="1B1D36"/>
                    </a:solidFill>
                  </a:tcPr>
                </a:tc>
                <a:tc>
                  <a:txBody>
                    <a:bodyPr wrap="square"/>
                    <a:lstStyle/>
                    <a:p>
                      <a:pPr algn="l">
                        <a:spcAft>
                          <a:spcPts val="0"/>
                        </a:spcAft>
                      </a:pPr>
                      <a:r>
                        <a:rPr sz="950" b="1">
                          <a:solidFill>
                            <a:srgbClr val="FFFFFF"/>
                          </a:solidFill>
                          <a:latin typeface="Arial"/>
                          <a:ea typeface="Microsoft JhengHei"/>
                          <a:cs typeface="Arial"/>
                        </a:rPr>
                        <a:t>內容</a:t>
                      </a:r>
                    </a:p>
                  </a:txBody>
                  <a:tcPr marL="54864" marR="54864" marT="22860" marB="22860" anchor="ctr">
                    <a:solidFill>
                      <a:srgbClr val="1B1D36"/>
                    </a:solidFill>
                  </a:tcPr>
                </a:tc>
                <a:tc>
                  <a:txBody>
                    <a:bodyPr wrap="square"/>
                    <a:lstStyle/>
                    <a:p>
                      <a:pPr algn="l">
                        <a:spcAft>
                          <a:spcPts val="0"/>
                        </a:spcAft>
                      </a:pPr>
                      <a:r>
                        <a:rPr sz="950" b="1">
                          <a:solidFill>
                            <a:srgbClr val="FFFFFF"/>
                          </a:solidFill>
                          <a:latin typeface="Arial"/>
                          <a:ea typeface="Microsoft JhengHei"/>
                          <a:cs typeface="Arial"/>
                        </a:rPr>
                        <a:t>狀態</a:t>
                      </a:r>
                    </a:p>
                  </a:txBody>
                  <a:tcPr marL="54864" marR="54864" marT="22860" marB="22860" anchor="ctr">
                    <a:solidFill>
                      <a:srgbClr val="1B1D36"/>
                    </a:solidFill>
                  </a:tcPr>
                </a:tc>
                <a:tc>
                  <a:txBody>
                    <a:bodyPr wrap="square"/>
                    <a:lstStyle/>
                    <a:p>
                      <a:pPr algn="l">
                        <a:spcAft>
                          <a:spcPts val="0"/>
                        </a:spcAft>
                      </a:pPr>
                      <a:r>
                        <a:rPr sz="950" b="1">
                          <a:solidFill>
                            <a:srgbClr val="FFFFFF"/>
                          </a:solidFill>
                          <a:latin typeface="Arial"/>
                          <a:ea typeface="Microsoft JhengHei"/>
                          <a:cs typeface="Arial"/>
                        </a:rPr>
                        <a:t>實測日期</a:t>
                      </a:r>
                    </a:p>
                  </a:txBody>
                  <a:tcPr marL="54864" marR="54864" marT="22860" marB="22860" anchor="ctr">
                    <a:solidFill>
                      <a:srgbClr val="1B1D36"/>
                    </a:solidFill>
                  </a:tcPr>
                </a:tc>
                <a:tc>
                  <a:txBody>
                    <a:bodyPr wrap="square"/>
                    <a:lstStyle/>
                    <a:p>
                      <a:pPr algn="l">
                        <a:spcAft>
                          <a:spcPts val="0"/>
                        </a:spcAft>
                      </a:pPr>
                      <a:r>
                        <a:rPr sz="950" b="1">
                          <a:solidFill>
                            <a:srgbClr val="FFFFFF"/>
                          </a:solidFill>
                          <a:latin typeface="Arial"/>
                          <a:ea typeface="Microsoft JhengHei"/>
                          <a:cs typeface="Arial"/>
                        </a:rPr>
                        <a:t>結果 / 差異</a:t>
                      </a:r>
                    </a:p>
                  </a:txBody>
                  <a:tcPr marL="54864" marR="54864" marT="22860" marB="22860" anchor="ctr">
                    <a:solidFill>
                      <a:srgbClr val="1B1D36"/>
                    </a:solidFill>
                  </a:tcPr>
                </a:tc>
              </a:tr>
              <a:tr h="384048">
                <a:tc>
                  <a:txBody>
                    <a:bodyPr wrap="square"/>
                    <a:lstStyle/>
                    <a:p>
                      <a:pPr algn="l">
                        <a:spcAft>
                          <a:spcPts val="0"/>
                        </a:spcAft>
                      </a:pPr>
                      <a:r>
                        <a:rPr sz="850" b="1">
                          <a:solidFill>
                            <a:srgbClr val="333333"/>
                          </a:solidFill>
                          <a:latin typeface="Arial"/>
                          <a:ea typeface="Microsoft JhengHei"/>
                          <a:cs typeface="Arial"/>
                        </a:rPr>
                        <a:t>S01</a:t>
                      </a:r>
                    </a:p>
                  </a:txBody>
                  <a:tcPr marL="54864" marR="54864" marT="22860" marB="22860" anchor="ctr">
                    <a:solidFill>
                      <a:srgbClr val="FFFFFF"/>
                    </a:solidFill>
                  </a:tcPr>
                </a:tc>
                <a:tc>
                  <a:txBody>
                    <a:bodyPr wrap="square"/>
                    <a:lstStyle/>
                    <a:p>
                      <a:pPr algn="l">
                        <a:spcAft>
                          <a:spcPts val="0"/>
                        </a:spcAft>
                      </a:pPr>
                      <a:r>
                        <a:rPr sz="850" b="0">
                          <a:solidFill>
                            <a:srgbClr val="333333"/>
                          </a:solidFill>
                          <a:latin typeface="Arial"/>
                          <a:ea typeface="Microsoft JhengHei"/>
                          <a:cs typeface="Arial"/>
                        </a:rPr>
                        <a:t>vRA 冷遷移進管理網域</a:t>
                      </a:r>
                    </a:p>
                  </a:txBody>
                  <a:tcPr marL="54864" marR="54864" marT="22860" marB="22860" anchor="ctr">
                    <a:solidFill>
                      <a:srgbClr val="FFFFFF"/>
                    </a:solidFill>
                  </a:tcPr>
                </a:tc>
                <a:tc>
                  <a:txBody>
                    <a:bodyPr wrap="square"/>
                    <a:lstStyle/>
                    <a:p>
                      <a:pPr algn="l">
                        <a:spcAft>
                          <a:spcPts val="0"/>
                        </a:spcAft>
                      </a:pPr>
                      <a:r>
                        <a:rPr sz="850" b="1">
                          <a:solidFill>
                            <a:srgbClr val="2E6B0E"/>
                          </a:solidFill>
                          <a:latin typeface="Arial"/>
                          <a:ea typeface="Microsoft JhengHei"/>
                          <a:cs typeface="Arial"/>
                        </a:rPr>
                        <a:t>已驗證</a:t>
                      </a:r>
                    </a:p>
                  </a:txBody>
                  <a:tcPr marL="54864" marR="54864" marT="22860" marB="22860" anchor="ctr">
                    <a:solidFill>
                      <a:srgbClr val="D9EAD3"/>
                    </a:solidFill>
                  </a:tcPr>
                </a:tc>
                <a:tc>
                  <a:txBody>
                    <a:bodyPr wrap="square"/>
                    <a:lstStyle/>
                    <a:p>
                      <a:pPr algn="l">
                        <a:spcAft>
                          <a:spcPts val="0"/>
                        </a:spcAft>
                      </a:pPr>
                      <a:r>
                        <a:rPr sz="850" b="0">
                          <a:solidFill>
                            <a:srgbClr val="333333"/>
                          </a:solidFill>
                          <a:latin typeface="Arial"/>
                          <a:ea typeface="Microsoft JhengHei"/>
                          <a:cs typeface="Arial"/>
                        </a:rPr>
                        <a:t>2026-09-09（m02）</a:t>
                      </a:r>
                    </a:p>
                  </a:txBody>
                  <a:tcPr marL="54864" marR="54864" marT="22860" marB="22860" anchor="ctr">
                    <a:solidFill>
                      <a:srgbClr val="FFFFFF"/>
                    </a:solidFill>
                  </a:tcPr>
                </a:tc>
                <a:tc>
                  <a:txBody>
                    <a:bodyPr wrap="square"/>
                    <a:lstStyle/>
                    <a:p>
                      <a:pPr algn="l">
                        <a:spcAft>
                          <a:spcPts val="0"/>
                        </a:spcAft>
                      </a:pPr>
                      <a:r>
                        <a:rPr sz="850" b="0">
                          <a:solidFill>
                            <a:srgbClr val="333333"/>
                          </a:solidFill>
                          <a:latin typeface="Arial"/>
                          <a:ea typeface="Microsoft JhengHei"/>
                          <a:cs typeface="Arial"/>
                        </a:rPr>
                        <a:t>熱遷移因 CPU feature 失敗 → 冷遷移 165 GB 約 97 分；搬入後 import precheck 通過；Lab 是管理網域已建好後才搬；先搬再 Converge 未驗證</a:t>
                      </a:r>
                    </a:p>
                  </a:txBody>
                  <a:tcPr marL="54864" marR="54864" marT="22860" marB="22860" anchor="ctr">
                    <a:solidFill>
                      <a:srgbClr val="FFFFFF"/>
                    </a:solidFill>
                  </a:tcPr>
                </a:tc>
              </a:tr>
              <a:tr h="384048">
                <a:tc>
                  <a:txBody>
                    <a:bodyPr wrap="square"/>
                    <a:lstStyle/>
                    <a:p>
                      <a:pPr algn="l">
                        <a:spcAft>
                          <a:spcPts val="0"/>
                        </a:spcAft>
                      </a:pPr>
                      <a:r>
                        <a:rPr sz="850" b="1">
                          <a:solidFill>
                            <a:srgbClr val="333333"/>
                          </a:solidFill>
                          <a:latin typeface="Arial"/>
                          <a:ea typeface="Microsoft JhengHei"/>
                          <a:cs typeface="Arial"/>
                        </a:rPr>
                        <a:t>S03 / S04</a:t>
                      </a:r>
                    </a:p>
                  </a:txBody>
                  <a:tcPr marL="54864" marR="54864" marT="22860" marB="22860" anchor="ctr">
                    <a:solidFill>
                      <a:srgbClr val="F5F7F9"/>
                    </a:solidFill>
                  </a:tcPr>
                </a:tc>
                <a:tc>
                  <a:txBody>
                    <a:bodyPr wrap="square"/>
                    <a:lstStyle/>
                    <a:p>
                      <a:pPr algn="l">
                        <a:spcAft>
                          <a:spcPts val="0"/>
                        </a:spcAft>
                      </a:pPr>
                      <a:r>
                        <a:rPr sz="850" b="0">
                          <a:solidFill>
                            <a:srgbClr val="333333"/>
                          </a:solidFill>
                          <a:latin typeface="Arial"/>
                          <a:ea typeface="Microsoft JhengHei"/>
                          <a:cs typeface="Arial"/>
                        </a:rPr>
                        <a:t>VCF Installer、Offline Depot</a:t>
                      </a:r>
                    </a:p>
                  </a:txBody>
                  <a:tcPr marL="54864" marR="54864" marT="22860" marB="22860" anchor="ctr">
                    <a:solidFill>
                      <a:srgbClr val="F5F7F9"/>
                    </a:solidFill>
                  </a:tcPr>
                </a:tc>
                <a:tc>
                  <a:txBody>
                    <a:bodyPr wrap="square"/>
                    <a:lstStyle/>
                    <a:p>
                      <a:pPr algn="l">
                        <a:spcAft>
                          <a:spcPts val="0"/>
                        </a:spcAft>
                      </a:pPr>
                      <a:r>
                        <a:rPr sz="850" b="1">
                          <a:solidFill>
                            <a:srgbClr val="2E6B0E"/>
                          </a:solidFill>
                          <a:latin typeface="Arial"/>
                          <a:ea typeface="Microsoft JhengHei"/>
                          <a:cs typeface="Arial"/>
                        </a:rPr>
                        <a:t>已驗證</a:t>
                      </a:r>
                    </a:p>
                  </a:txBody>
                  <a:tcPr marL="54864" marR="54864" marT="22860" marB="22860" anchor="ctr">
                    <a:solidFill>
                      <a:srgbClr val="D9EAD3"/>
                    </a:solidFill>
                  </a:tcPr>
                </a:tc>
                <a:tc>
                  <a:txBody>
                    <a:bodyPr wrap="square"/>
                    <a:lstStyle/>
                    <a:p>
                      <a:pPr algn="l">
                        <a:spcAft>
                          <a:spcPts val="0"/>
                        </a:spcAft>
                      </a:pPr>
                      <a:r>
                        <a:rPr sz="850" b="0">
                          <a:solidFill>
                            <a:srgbClr val="333333"/>
                          </a:solidFill>
                          <a:latin typeface="Arial"/>
                          <a:ea typeface="Microsoft JhengHei"/>
                          <a:cs typeface="Arial"/>
                        </a:rPr>
                        <a:t>多次（9 月）</a:t>
                      </a:r>
                    </a:p>
                  </a:txBody>
                  <a:tcPr marL="54864" marR="54864" marT="22860" marB="22860" anchor="ctr">
                    <a:solidFill>
                      <a:srgbClr val="F5F7F9"/>
                    </a:solidFill>
                  </a:tcPr>
                </a:tc>
                <a:tc>
                  <a:txBody>
                    <a:bodyPr wrap="square"/>
                    <a:lstStyle/>
                    <a:p>
                      <a:pPr algn="l">
                        <a:spcAft>
                          <a:spcPts val="0"/>
                        </a:spcAft>
                      </a:pPr>
                      <a:r>
                        <a:rPr sz="850" b="0">
                          <a:solidFill>
                            <a:srgbClr val="333333"/>
                          </a:solidFill>
                          <a:latin typeface="Arial"/>
                          <a:ea typeface="Microsoft JhengHei"/>
                          <a:cs typeface="Arial"/>
                        </a:rPr>
                        <a:t>v5 depot 腳本、CA 匯入、客戶交付包；depot URL 用 IP</a:t>
                      </a:r>
                    </a:p>
                  </a:txBody>
                  <a:tcPr marL="54864" marR="54864" marT="22860" marB="22860" anchor="ctr">
                    <a:solidFill>
                      <a:srgbClr val="F5F7F9"/>
                    </a:solidFill>
                  </a:tcPr>
                </a:tc>
              </a:tr>
              <a:tr h="384048">
                <a:tc>
                  <a:txBody>
                    <a:bodyPr wrap="square"/>
                    <a:lstStyle/>
                    <a:p>
                      <a:pPr algn="l">
                        <a:spcAft>
                          <a:spcPts val="0"/>
                        </a:spcAft>
                      </a:pPr>
                      <a:r>
                        <a:rPr sz="850" b="1">
                          <a:solidFill>
                            <a:srgbClr val="333333"/>
                          </a:solidFill>
                          <a:latin typeface="Arial"/>
                          <a:ea typeface="Microsoft JhengHei"/>
                          <a:cs typeface="Arial"/>
                        </a:rPr>
                        <a:t>S05</a:t>
                      </a:r>
                    </a:p>
                  </a:txBody>
                  <a:tcPr marL="54864" marR="54864" marT="22860" marB="22860" anchor="ctr">
                    <a:solidFill>
                      <a:srgbClr val="FFFFFF"/>
                    </a:solidFill>
                  </a:tcPr>
                </a:tc>
                <a:tc>
                  <a:txBody>
                    <a:bodyPr wrap="square"/>
                    <a:lstStyle/>
                    <a:p>
                      <a:pPr algn="l">
                        <a:spcAft>
                          <a:spcPts val="0"/>
                        </a:spcAft>
                      </a:pPr>
                      <a:r>
                        <a:rPr sz="850" b="0">
                          <a:solidFill>
                            <a:srgbClr val="333333"/>
                          </a:solidFill>
                          <a:latin typeface="Arial"/>
                          <a:ea typeface="Microsoft JhengHei"/>
                          <a:cs typeface="Arial"/>
                        </a:rPr>
                        <a:t>Converge vCenter 9.1.1 + ESXi 9.1.1</a:t>
                      </a:r>
                    </a:p>
                  </a:txBody>
                  <a:tcPr marL="54864" marR="54864" marT="22860" marB="22860" anchor="ctr">
                    <a:solidFill>
                      <a:srgbClr val="FFFFFF"/>
                    </a:solidFill>
                  </a:tcPr>
                </a:tc>
                <a:tc>
                  <a:txBody>
                    <a:bodyPr wrap="square"/>
                    <a:lstStyle/>
                    <a:p>
                      <a:pPr algn="l">
                        <a:spcAft>
                          <a:spcPts val="0"/>
                        </a:spcAft>
                      </a:pPr>
                      <a:r>
                        <a:rPr sz="850" b="1">
                          <a:solidFill>
                            <a:srgbClr val="2E6B0E"/>
                          </a:solidFill>
                          <a:latin typeface="Arial"/>
                          <a:ea typeface="Microsoft JhengHei"/>
                          <a:cs typeface="Arial"/>
                        </a:rPr>
                        <a:t>已驗證</a:t>
                      </a:r>
                    </a:p>
                  </a:txBody>
                  <a:tcPr marL="54864" marR="54864" marT="22860" marB="22860" anchor="ctr">
                    <a:solidFill>
                      <a:srgbClr val="D9EAD3"/>
                    </a:solidFill>
                  </a:tcPr>
                </a:tc>
                <a:tc>
                  <a:txBody>
                    <a:bodyPr wrap="square"/>
                    <a:lstStyle/>
                    <a:p>
                      <a:pPr algn="l">
                        <a:spcAft>
                          <a:spcPts val="0"/>
                        </a:spcAft>
                      </a:pPr>
                      <a:r>
                        <a:rPr sz="850" b="0">
                          <a:solidFill>
                            <a:srgbClr val="333333"/>
                          </a:solidFill>
                          <a:latin typeface="Arial"/>
                          <a:ea typeface="Microsoft JhengHei"/>
                          <a:cs typeface="Arial"/>
                        </a:rPr>
                        <a:t>2026-09-19 / 09-30 / 10-05</a:t>
                      </a:r>
                    </a:p>
                  </a:txBody>
                  <a:tcPr marL="54864" marR="54864" marT="22860" marB="22860" anchor="ctr">
                    <a:solidFill>
                      <a:srgbClr val="FFFFFF"/>
                    </a:solidFill>
                  </a:tcPr>
                </a:tc>
                <a:tc>
                  <a:txBody>
                    <a:bodyPr wrap="square"/>
                    <a:lstStyle/>
                    <a:p>
                      <a:pPr algn="l">
                        <a:spcAft>
                          <a:spcPts val="0"/>
                        </a:spcAft>
                      </a:pPr>
                      <a:r>
                        <a:rPr sz="850" b="0">
                          <a:solidFill>
                            <a:srgbClr val="333333"/>
                          </a:solidFill>
                          <a:latin typeface="Arial"/>
                          <a:ea typeface="Microsoft JhengHei"/>
                          <a:cs typeface="Arial"/>
                        </a:rPr>
                        <a:t>多 cluster、無 overlay、overlay over mgmt 皆 COMPLETED_WITH_SUCCESS（約 5–5.5 h）；沿用既有 VCF Ops 的 convert 段 42/42 成功（10/5 NSX 失敗為單台主機 vCPU 不足）；Lab 是 nested 4 台；CTBC 為 6 台實體</a:t>
                      </a:r>
                    </a:p>
                  </a:txBody>
                  <a:tcPr marL="54864" marR="54864" marT="22860" marB="22860" anchor="ctr">
                    <a:solidFill>
                      <a:srgbClr val="FFFFFF"/>
                    </a:solidFill>
                  </a:tcPr>
                </a:tc>
              </a:tr>
              <a:tr h="384048">
                <a:tc>
                  <a:txBody>
                    <a:bodyPr wrap="square"/>
                    <a:lstStyle/>
                    <a:p>
                      <a:pPr algn="l">
                        <a:spcAft>
                          <a:spcPts val="0"/>
                        </a:spcAft>
                      </a:pPr>
                      <a:r>
                        <a:rPr sz="850" b="1">
                          <a:solidFill>
                            <a:srgbClr val="333333"/>
                          </a:solidFill>
                          <a:latin typeface="Arial"/>
                          <a:ea typeface="Microsoft JhengHei"/>
                          <a:cs typeface="Arial"/>
                        </a:rPr>
                        <a:t>S06</a:t>
                      </a:r>
                    </a:p>
                  </a:txBody>
                  <a:tcPr marL="54864" marR="54864" marT="22860" marB="22860" anchor="ctr">
                    <a:solidFill>
                      <a:srgbClr val="F5F7F9"/>
                    </a:solidFill>
                  </a:tcPr>
                </a:tc>
                <a:tc>
                  <a:txBody>
                    <a:bodyPr wrap="square"/>
                    <a:lstStyle/>
                    <a:p>
                      <a:pPr algn="l">
                        <a:spcAft>
                          <a:spcPts val="0"/>
                        </a:spcAft>
                      </a:pPr>
                      <a:r>
                        <a:rPr sz="850" b="0">
                          <a:solidFill>
                            <a:srgbClr val="333333"/>
                          </a:solidFill>
                          <a:latin typeface="Arial"/>
                          <a:ea typeface="Microsoft JhengHei"/>
                          <a:cs typeface="Arial"/>
                        </a:rPr>
                        <a:t>Import vRA 8.18.1</a:t>
                      </a:r>
                    </a:p>
                  </a:txBody>
                  <a:tcPr marL="54864" marR="54864" marT="22860" marB="22860" anchor="ctr">
                    <a:solidFill>
                      <a:srgbClr val="F5F7F9"/>
                    </a:solidFill>
                  </a:tcPr>
                </a:tc>
                <a:tc>
                  <a:txBody>
                    <a:bodyPr wrap="square"/>
                    <a:lstStyle/>
                    <a:p>
                      <a:pPr algn="l">
                        <a:spcAft>
                          <a:spcPts val="0"/>
                        </a:spcAft>
                      </a:pPr>
                      <a:r>
                        <a:rPr sz="850" b="1">
                          <a:solidFill>
                            <a:srgbClr val="2E6B0E"/>
                          </a:solidFill>
                          <a:latin typeface="Arial"/>
                          <a:ea typeface="Microsoft JhengHei"/>
                          <a:cs typeface="Arial"/>
                        </a:rPr>
                        <a:t>已驗證</a:t>
                      </a:r>
                    </a:p>
                  </a:txBody>
                  <a:tcPr marL="54864" marR="54864" marT="22860" marB="22860" anchor="ctr">
                    <a:solidFill>
                      <a:srgbClr val="D9EAD3"/>
                    </a:solidFill>
                  </a:tcPr>
                </a:tc>
                <a:tc>
                  <a:txBody>
                    <a:bodyPr wrap="square"/>
                    <a:lstStyle/>
                    <a:p>
                      <a:pPr algn="l">
                        <a:spcAft>
                          <a:spcPts val="0"/>
                        </a:spcAft>
                      </a:pPr>
                      <a:r>
                        <a:rPr sz="850" b="0">
                          <a:solidFill>
                            <a:srgbClr val="333333"/>
                          </a:solidFill>
                          <a:latin typeface="Arial"/>
                          <a:ea typeface="Microsoft JhengHei"/>
                          <a:cs typeface="Arial"/>
                        </a:rPr>
                        <a:t>2026-09-06 / 10-07（m03）</a:t>
                      </a:r>
                    </a:p>
                  </a:txBody>
                  <a:tcPr marL="54864" marR="54864" marT="22860" marB="22860" anchor="ctr">
                    <a:solidFill>
                      <a:srgbClr val="F5F7F9"/>
                    </a:solidFill>
                  </a:tcPr>
                </a:tc>
                <a:tc>
                  <a:txBody>
                    <a:bodyPr wrap="square"/>
                    <a:lstStyle/>
                    <a:p>
                      <a:pPr algn="l">
                        <a:spcAft>
                          <a:spcPts val="0"/>
                        </a:spcAft>
                      </a:pPr>
                      <a:r>
                        <a:rPr sz="850" b="0">
                          <a:solidFill>
                            <a:srgbClr val="333333"/>
                          </a:solidFill>
                          <a:latin typeface="Arial"/>
                          <a:ea typeface="Microsoft JhengHei"/>
                          <a:cs typeface="Arial"/>
                        </a:rPr>
                        <a:t>import 約 5 分，來源不受影響</a:t>
                      </a:r>
                    </a:p>
                  </a:txBody>
                  <a:tcPr marL="54864" marR="54864" marT="22860" marB="22860" anchor="ctr">
                    <a:solidFill>
                      <a:srgbClr val="F5F7F9"/>
                    </a:solidFill>
                  </a:tcPr>
                </a:tc>
              </a:tr>
              <a:tr h="384048">
                <a:tc>
                  <a:txBody>
                    <a:bodyPr wrap="square"/>
                    <a:lstStyle/>
                    <a:p>
                      <a:pPr algn="l">
                        <a:spcAft>
                          <a:spcPts val="0"/>
                        </a:spcAft>
                      </a:pPr>
                      <a:r>
                        <a:rPr sz="850" b="1">
                          <a:solidFill>
                            <a:srgbClr val="333333"/>
                          </a:solidFill>
                          <a:latin typeface="Arial"/>
                          <a:ea typeface="Microsoft JhengHei"/>
                          <a:cs typeface="Arial"/>
                        </a:rPr>
                        <a:t>S07</a:t>
                      </a:r>
                    </a:p>
                  </a:txBody>
                  <a:tcPr marL="54864" marR="54864" marT="22860" marB="22860" anchor="ctr">
                    <a:solidFill>
                      <a:srgbClr val="FFFFFF"/>
                    </a:solidFill>
                  </a:tcPr>
                </a:tc>
                <a:tc>
                  <a:txBody>
                    <a:bodyPr wrap="square"/>
                    <a:lstStyle/>
                    <a:p>
                      <a:pPr algn="l">
                        <a:spcAft>
                          <a:spcPts val="0"/>
                        </a:spcAft>
                      </a:pPr>
                      <a:r>
                        <a:rPr sz="850" b="0">
                          <a:solidFill>
                            <a:srgbClr val="333333"/>
                          </a:solidFill>
                          <a:latin typeface="Arial"/>
                          <a:ea typeface="Microsoft JhengHei"/>
                          <a:cs typeface="Arial"/>
                        </a:rPr>
                        <a:t>vRA → VCF Automation 9.1.1</a:t>
                      </a:r>
                    </a:p>
                  </a:txBody>
                  <a:tcPr marL="54864" marR="54864" marT="22860" marB="22860" anchor="ctr">
                    <a:solidFill>
                      <a:srgbClr val="FFFFFF"/>
                    </a:solidFill>
                  </a:tcPr>
                </a:tc>
                <a:tc>
                  <a:txBody>
                    <a:bodyPr wrap="square"/>
                    <a:lstStyle/>
                    <a:p>
                      <a:pPr algn="l">
                        <a:spcAft>
                          <a:spcPts val="0"/>
                        </a:spcAft>
                      </a:pPr>
                      <a:r>
                        <a:rPr sz="850" b="1">
                          <a:solidFill>
                            <a:srgbClr val="2E6B0E"/>
                          </a:solidFill>
                          <a:latin typeface="Arial"/>
                          <a:ea typeface="Microsoft JhengHei"/>
                          <a:cs typeface="Arial"/>
                        </a:rPr>
                        <a:t>已驗證</a:t>
                      </a:r>
                    </a:p>
                  </a:txBody>
                  <a:tcPr marL="54864" marR="54864" marT="22860" marB="22860" anchor="ctr">
                    <a:solidFill>
                      <a:srgbClr val="D9EAD3"/>
                    </a:solidFill>
                  </a:tcPr>
                </a:tc>
                <a:tc>
                  <a:txBody>
                    <a:bodyPr wrap="square"/>
                    <a:lstStyle/>
                    <a:p>
                      <a:pPr algn="l">
                        <a:spcAft>
                          <a:spcPts val="0"/>
                        </a:spcAft>
                      </a:pPr>
                      <a:r>
                        <a:rPr sz="850" b="0">
                          <a:solidFill>
                            <a:srgbClr val="333333"/>
                          </a:solidFill>
                          <a:latin typeface="Arial"/>
                          <a:ea typeface="Microsoft JhengHei"/>
                          <a:cs typeface="Arial"/>
                        </a:rPr>
                        <a:t>2026-10-07（m03）</a:t>
                      </a:r>
                    </a:p>
                  </a:txBody>
                  <a:tcPr marL="54864" marR="54864" marT="22860" marB="22860" anchor="ctr">
                    <a:solidFill>
                      <a:srgbClr val="FFFFFF"/>
                    </a:solidFill>
                  </a:tcPr>
                </a:tc>
                <a:tc>
                  <a:txBody>
                    <a:bodyPr wrap="square"/>
                    <a:lstStyle/>
                    <a:p>
                      <a:pPr algn="l">
                        <a:spcAft>
                          <a:spcPts val="0"/>
                        </a:spcAft>
                      </a:pPr>
                      <a:r>
                        <a:rPr sz="850" b="0">
                          <a:solidFill>
                            <a:srgbClr val="333333"/>
                          </a:solidFill>
                          <a:latin typeface="Arial"/>
                          <a:ea typeface="Microsoft JhengHei"/>
                          <a:cs typeface="Arial"/>
                        </a:rPr>
                        <a:t>precheck 一次過 36 分、升級 4 h 47 m 一次成功、中斷約 44 分、資料 ID 全相同；來源自動 snapshot；9/9 m02（fleet 9.1.0.0400）曾 7 h 55 m + 假失敗</a:t>
                      </a:r>
                    </a:p>
                  </a:txBody>
                  <a:tcPr marL="54864" marR="54864" marT="22860" marB="22860" anchor="ctr">
                    <a:solidFill>
                      <a:srgbClr val="FFFFFF"/>
                    </a:solidFill>
                  </a:tcPr>
                </a:tc>
              </a:tr>
              <a:tr h="384048">
                <a:tc>
                  <a:txBody>
                    <a:bodyPr wrap="square"/>
                    <a:lstStyle/>
                    <a:p>
                      <a:pPr algn="l">
                        <a:spcAft>
                          <a:spcPts val="0"/>
                        </a:spcAft>
                      </a:pPr>
                      <a:r>
                        <a:rPr sz="850" b="1">
                          <a:solidFill>
                            <a:srgbClr val="333333"/>
                          </a:solidFill>
                          <a:latin typeface="Arial"/>
                          <a:ea typeface="Microsoft JhengHei"/>
                          <a:cs typeface="Arial"/>
                        </a:rPr>
                        <a:t>S08 / S12</a:t>
                      </a:r>
                    </a:p>
                  </a:txBody>
                  <a:tcPr marL="54864" marR="54864" marT="22860" marB="22860" anchor="ctr">
                    <a:solidFill>
                      <a:srgbClr val="F5F7F9"/>
                    </a:solidFill>
                  </a:tcPr>
                </a:tc>
                <a:tc>
                  <a:txBody>
                    <a:bodyPr wrap="square"/>
                    <a:lstStyle/>
                    <a:p>
                      <a:pPr algn="l">
                        <a:spcAft>
                          <a:spcPts val="0"/>
                        </a:spcAft>
                      </a:pPr>
                      <a:r>
                        <a:rPr sz="850" b="0">
                          <a:solidFill>
                            <a:srgbClr val="333333"/>
                          </a:solidFill>
                          <a:latin typeface="Arial"/>
                          <a:ea typeface="Microsoft JhengHei"/>
                          <a:cs typeface="Arial"/>
                        </a:rPr>
                        <a:t>vCenter 8.0.3 → 9.1.1</a:t>
                      </a:r>
                    </a:p>
                  </a:txBody>
                  <a:tcPr marL="54864" marR="54864" marT="22860" marB="22860" anchor="ctr">
                    <a:solidFill>
                      <a:srgbClr val="F5F7F9"/>
                    </a:solidFill>
                  </a:tcPr>
                </a:tc>
                <a:tc>
                  <a:txBody>
                    <a:bodyPr wrap="square"/>
                    <a:lstStyle/>
                    <a:p>
                      <a:pPr algn="l">
                        <a:spcAft>
                          <a:spcPts val="0"/>
                        </a:spcAft>
                      </a:pPr>
                      <a:r>
                        <a:rPr sz="850" b="1">
                          <a:solidFill>
                            <a:srgbClr val="2E6B0E"/>
                          </a:solidFill>
                          <a:latin typeface="Arial"/>
                          <a:ea typeface="Microsoft JhengHei"/>
                          <a:cs typeface="Arial"/>
                        </a:rPr>
                        <a:t>已驗證</a:t>
                      </a:r>
                    </a:p>
                  </a:txBody>
                  <a:tcPr marL="54864" marR="54864" marT="22860" marB="22860" anchor="ctr">
                    <a:solidFill>
                      <a:srgbClr val="D9EAD3"/>
                    </a:solidFill>
                  </a:tcPr>
                </a:tc>
                <a:tc>
                  <a:txBody>
                    <a:bodyPr wrap="square"/>
                    <a:lstStyle/>
                    <a:p>
                      <a:pPr algn="l">
                        <a:spcAft>
                          <a:spcPts val="0"/>
                        </a:spcAft>
                      </a:pPr>
                      <a:r>
                        <a:rPr sz="850" b="0">
                          <a:solidFill>
                            <a:srgbClr val="333333"/>
                          </a:solidFill>
                          <a:latin typeface="Arial"/>
                          <a:ea typeface="Microsoft JhengHei"/>
                          <a:cs typeface="Arial"/>
                        </a:rPr>
                        <a:t>2026-08-19 / 09-21 / 10-02</a:t>
                      </a:r>
                    </a:p>
                  </a:txBody>
                  <a:tcPr marL="54864" marR="54864" marT="22860" marB="22860" anchor="ctr">
                    <a:solidFill>
                      <a:srgbClr val="F5F7F9"/>
                    </a:solidFill>
                  </a:tcPr>
                </a:tc>
                <a:tc>
                  <a:txBody>
                    <a:bodyPr wrap="square"/>
                    <a:lstStyle/>
                    <a:p>
                      <a:pPr algn="l">
                        <a:spcAft>
                          <a:spcPts val="0"/>
                        </a:spcAft>
                      </a:pPr>
                      <a:r>
                        <a:rPr sz="850" b="0">
                          <a:solidFill>
                            <a:srgbClr val="333333"/>
                          </a:solidFill>
                          <a:latin typeface="Arial"/>
                          <a:ea typeface="Microsoft JhengHei"/>
                          <a:cs typeface="Arial"/>
                        </a:rPr>
                        <a:t>RDU 33 分；CLI migration 50 分；RDU 遇 NSX &lt; 9.1 註冊會卡 switchover；Lab 無 SRM extension</a:t>
                      </a:r>
                    </a:p>
                  </a:txBody>
                  <a:tcPr marL="54864" marR="54864" marT="22860" marB="22860" anchor="ctr">
                    <a:solidFill>
                      <a:srgbClr val="F5F7F9"/>
                    </a:solidFill>
                  </a:tcPr>
                </a:tc>
              </a:tr>
              <a:tr h="384048">
                <a:tc>
                  <a:txBody>
                    <a:bodyPr wrap="square"/>
                    <a:lstStyle/>
                    <a:p>
                      <a:pPr algn="l">
                        <a:spcAft>
                          <a:spcPts val="0"/>
                        </a:spcAft>
                      </a:pPr>
                      <a:r>
                        <a:rPr sz="850" b="1">
                          <a:solidFill>
                            <a:srgbClr val="333333"/>
                          </a:solidFill>
                          <a:latin typeface="Arial"/>
                          <a:ea typeface="Microsoft JhengHei"/>
                          <a:cs typeface="Arial"/>
                        </a:rPr>
                        <a:t>S09 / S13</a:t>
                      </a:r>
                    </a:p>
                  </a:txBody>
                  <a:tcPr marL="54864" marR="54864" marT="22860" marB="22860" anchor="ctr">
                    <a:solidFill>
                      <a:srgbClr val="FFFFFF"/>
                    </a:solidFill>
                  </a:tcPr>
                </a:tc>
                <a:tc>
                  <a:txBody>
                    <a:bodyPr wrap="square"/>
                    <a:lstStyle/>
                    <a:p>
                      <a:pPr algn="l">
                        <a:spcAft>
                          <a:spcPts val="0"/>
                        </a:spcAft>
                      </a:pPr>
                      <a:r>
                        <a:rPr sz="850" b="0">
                          <a:solidFill>
                            <a:srgbClr val="333333"/>
                          </a:solidFill>
                          <a:latin typeface="Arial"/>
                          <a:ea typeface="Microsoft JhengHei"/>
                          <a:cs typeface="Arial"/>
                        </a:rPr>
                        <a:t>SRM Reconfigure + Reconnect</a:t>
                      </a:r>
                    </a:p>
                  </a:txBody>
                  <a:tcPr marL="54864" marR="54864" marT="22860" marB="22860" anchor="ctr">
                    <a:solidFill>
                      <a:srgbClr val="FFFFFF"/>
                    </a:solidFill>
                  </a:tcPr>
                </a:tc>
                <a:tc>
                  <a:txBody>
                    <a:bodyPr wrap="square"/>
                    <a:lstStyle/>
                    <a:p>
                      <a:pPr algn="l">
                        <a:spcAft>
                          <a:spcPts val="0"/>
                        </a:spcAft>
                      </a:pPr>
                      <a:r>
                        <a:rPr sz="850" b="1">
                          <a:solidFill>
                            <a:srgbClr val="A6192E"/>
                          </a:solidFill>
                          <a:latin typeface="Arial"/>
                          <a:ea typeface="Microsoft JhengHei"/>
                          <a:cs typeface="Arial"/>
                        </a:rPr>
                        <a:t>未驗證</a:t>
                      </a:r>
                    </a:p>
                  </a:txBody>
                  <a:tcPr marL="54864" marR="54864" marT="22860" marB="22860" anchor="ctr">
                    <a:solidFill>
                      <a:srgbClr val="FBE9EB"/>
                    </a:solidFill>
                  </a:tcPr>
                </a:tc>
                <a:tc>
                  <a:txBody>
                    <a:bodyPr wrap="square"/>
                    <a:lstStyle/>
                    <a:p>
                      <a:pPr algn="l">
                        <a:spcAft>
                          <a:spcPts val="0"/>
                        </a:spcAft>
                      </a:pPr>
                      <a:r>
                        <a:rPr sz="850" b="0">
                          <a:solidFill>
                            <a:srgbClr val="333333"/>
                          </a:solidFill>
                          <a:latin typeface="Arial"/>
                          <a:ea typeface="Microsoft JhengHei"/>
                          <a:cs typeface="Arial"/>
                        </a:rPr>
                        <a:t>—</a:t>
                      </a:r>
                    </a:p>
                  </a:txBody>
                  <a:tcPr marL="54864" marR="54864" marT="22860" marB="22860" anchor="ctr">
                    <a:solidFill>
                      <a:srgbClr val="FFFFFF"/>
                    </a:solidFill>
                  </a:tcPr>
                </a:tc>
                <a:tc>
                  <a:txBody>
                    <a:bodyPr wrap="square"/>
                    <a:lstStyle/>
                    <a:p>
                      <a:pPr algn="l">
                        <a:spcAft>
                          <a:spcPts val="0"/>
                        </a:spcAft>
                      </a:pPr>
                      <a:r>
                        <a:rPr sz="850" b="0">
                          <a:solidFill>
                            <a:srgbClr val="333333"/>
                          </a:solidFill>
                          <a:latin typeface="Arial"/>
                          <a:ea typeface="Microsoft JhengHei"/>
                          <a:cs typeface="Arial"/>
                        </a:rPr>
                        <a:t>—；Git 無 SRM 實測 → 依 KB 446701；建議 Lab 補測</a:t>
                      </a:r>
                    </a:p>
                  </a:txBody>
                  <a:tcPr marL="54864" marR="54864" marT="22860" marB="22860" anchor="ctr">
                    <a:solidFill>
                      <a:srgbClr val="FFFFFF"/>
                    </a:solidFill>
                  </a:tcPr>
                </a:tc>
              </a:tr>
              <a:tr h="384048">
                <a:tc>
                  <a:txBody>
                    <a:bodyPr wrap="square"/>
                    <a:lstStyle/>
                    <a:p>
                      <a:pPr algn="l">
                        <a:spcAft>
                          <a:spcPts val="0"/>
                        </a:spcAft>
                      </a:pPr>
                      <a:r>
                        <a:rPr sz="850" b="1">
                          <a:solidFill>
                            <a:srgbClr val="333333"/>
                          </a:solidFill>
                          <a:latin typeface="Arial"/>
                          <a:ea typeface="Microsoft JhengHei"/>
                          <a:cs typeface="Arial"/>
                        </a:rPr>
                        <a:t>S10 / S14</a:t>
                      </a:r>
                    </a:p>
                  </a:txBody>
                  <a:tcPr marL="54864" marR="54864" marT="22860" marB="22860" anchor="ctr">
                    <a:solidFill>
                      <a:srgbClr val="F5F7F9"/>
                    </a:solidFill>
                  </a:tcPr>
                </a:tc>
                <a:tc>
                  <a:txBody>
                    <a:bodyPr wrap="square"/>
                    <a:lstStyle/>
                    <a:p>
                      <a:pPr algn="l">
                        <a:spcAft>
                          <a:spcPts val="0"/>
                        </a:spcAft>
                      </a:pPr>
                      <a:r>
                        <a:rPr sz="850" b="0">
                          <a:solidFill>
                            <a:srgbClr val="333333"/>
                          </a:solidFill>
                          <a:latin typeface="Arial"/>
                          <a:ea typeface="Microsoft JhengHei"/>
                          <a:cs typeface="Arial"/>
                        </a:rPr>
                        <a:t>Import WLD 共用管理網域 NSX</a:t>
                      </a:r>
                    </a:p>
                  </a:txBody>
                  <a:tcPr marL="54864" marR="54864" marT="22860" marB="22860" anchor="ctr">
                    <a:solidFill>
                      <a:srgbClr val="F5F7F9"/>
                    </a:solidFill>
                  </a:tcPr>
                </a:tc>
                <a:tc>
                  <a:txBody>
                    <a:bodyPr wrap="square"/>
                    <a:lstStyle/>
                    <a:p>
                      <a:pPr algn="l">
                        <a:spcAft>
                          <a:spcPts val="0"/>
                        </a:spcAft>
                      </a:pPr>
                      <a:r>
                        <a:rPr sz="850" b="1">
                          <a:solidFill>
                            <a:srgbClr val="2E6B0E"/>
                          </a:solidFill>
                          <a:latin typeface="Arial"/>
                          <a:ea typeface="Microsoft JhengHei"/>
                          <a:cs typeface="Arial"/>
                        </a:rPr>
                        <a:t>已驗證</a:t>
                      </a:r>
                    </a:p>
                  </a:txBody>
                  <a:tcPr marL="54864" marR="54864" marT="22860" marB="22860" anchor="ctr">
                    <a:solidFill>
                      <a:srgbClr val="D9EAD3"/>
                    </a:solidFill>
                  </a:tcPr>
                </a:tc>
                <a:tc>
                  <a:txBody>
                    <a:bodyPr wrap="square"/>
                    <a:lstStyle/>
                    <a:p>
                      <a:pPr algn="l">
                        <a:spcAft>
                          <a:spcPts val="0"/>
                        </a:spcAft>
                      </a:pPr>
                      <a:r>
                        <a:rPr sz="850" b="0">
                          <a:solidFill>
                            <a:srgbClr val="333333"/>
                          </a:solidFill>
                          <a:latin typeface="Arial"/>
                          <a:ea typeface="Microsoft JhengHei"/>
                          <a:cs typeface="Arial"/>
                        </a:rPr>
                        <a:t>2026-10-03</a:t>
                      </a:r>
                    </a:p>
                  </a:txBody>
                  <a:tcPr marL="54864" marR="54864" marT="22860" marB="22860" anchor="ctr">
                    <a:solidFill>
                      <a:srgbClr val="F5F7F9"/>
                    </a:solidFill>
                  </a:tcPr>
                </a:tc>
                <a:tc>
                  <a:txBody>
                    <a:bodyPr wrap="square"/>
                    <a:lstStyle/>
                    <a:p>
                      <a:pPr algn="l">
                        <a:spcAft>
                          <a:spcPts val="0"/>
                        </a:spcAft>
                      </a:pPr>
                      <a:r>
                        <a:rPr sz="850" b="0">
                          <a:solidFill>
                            <a:srgbClr val="333333"/>
                          </a:solidFill>
                          <a:latin typeface="Arial"/>
                          <a:ea typeface="Microsoft JhengHei"/>
                          <a:cs typeface="Arial"/>
                        </a:rPr>
                        <a:t>vCenter 9.1.1 + ESXi 8.0.3 匯入 57/57、約 15 分；precheck 3 個 Error 已有修法</a:t>
                      </a:r>
                    </a:p>
                  </a:txBody>
                  <a:tcPr marL="54864" marR="54864" marT="22860" marB="22860" anchor="ctr">
                    <a:solidFill>
                      <a:srgbClr val="F5F7F9"/>
                    </a:solidFill>
                  </a:tcPr>
                </a:tc>
              </a:tr>
              <a:tr h="384048">
                <a:tc>
                  <a:txBody>
                    <a:bodyPr wrap="square"/>
                    <a:lstStyle/>
                    <a:p>
                      <a:pPr algn="l">
                        <a:spcAft>
                          <a:spcPts val="0"/>
                        </a:spcAft>
                      </a:pPr>
                      <a:r>
                        <a:rPr sz="850" b="1">
                          <a:solidFill>
                            <a:srgbClr val="333333"/>
                          </a:solidFill>
                          <a:latin typeface="Arial"/>
                          <a:ea typeface="Microsoft JhengHei"/>
                          <a:cs typeface="Arial"/>
                        </a:rPr>
                        <a:t>S11 / S15</a:t>
                      </a:r>
                    </a:p>
                  </a:txBody>
                  <a:tcPr marL="54864" marR="54864" marT="22860" marB="22860" anchor="ctr">
                    <a:solidFill>
                      <a:srgbClr val="FFFFFF"/>
                    </a:solidFill>
                  </a:tcPr>
                </a:tc>
                <a:tc>
                  <a:txBody>
                    <a:bodyPr wrap="square"/>
                    <a:lstStyle/>
                    <a:p>
                      <a:pPr algn="l">
                        <a:spcAft>
                          <a:spcPts val="0"/>
                        </a:spcAft>
                      </a:pPr>
                      <a:r>
                        <a:rPr sz="850" b="0">
                          <a:solidFill>
                            <a:srgbClr val="333333"/>
                          </a:solidFill>
                          <a:latin typeface="Arial"/>
                          <a:ea typeface="Microsoft JhengHei"/>
                          <a:cs typeface="Arial"/>
                        </a:rPr>
                        <a:t>匯入後 ESXi 8.0.3 → 9.1.1（VCF LCM）</a:t>
                      </a:r>
                    </a:p>
                  </a:txBody>
                  <a:tcPr marL="54864" marR="54864" marT="22860" marB="22860" anchor="ctr">
                    <a:solidFill>
                      <a:srgbClr val="FFFFFF"/>
                    </a:solidFill>
                  </a:tcPr>
                </a:tc>
                <a:tc>
                  <a:txBody>
                    <a:bodyPr wrap="square"/>
                    <a:lstStyle/>
                    <a:p>
                      <a:pPr algn="l">
                        <a:spcAft>
                          <a:spcPts val="0"/>
                        </a:spcAft>
                      </a:pPr>
                      <a:r>
                        <a:rPr sz="850" b="1">
                          <a:solidFill>
                            <a:srgbClr val="A6192E"/>
                          </a:solidFill>
                          <a:latin typeface="Arial"/>
                          <a:ea typeface="Microsoft JhengHei"/>
                          <a:cs typeface="Arial"/>
                        </a:rPr>
                        <a:t>未驗證</a:t>
                      </a:r>
                    </a:p>
                  </a:txBody>
                  <a:tcPr marL="54864" marR="54864" marT="22860" marB="22860" anchor="ctr">
                    <a:solidFill>
                      <a:srgbClr val="FBE9EB"/>
                    </a:solidFill>
                  </a:tcPr>
                </a:tc>
                <a:tc>
                  <a:txBody>
                    <a:bodyPr wrap="square"/>
                    <a:lstStyle/>
                    <a:p>
                      <a:pPr algn="l">
                        <a:spcAft>
                          <a:spcPts val="0"/>
                        </a:spcAft>
                      </a:pPr>
                      <a:r>
                        <a:rPr sz="850" b="0">
                          <a:solidFill>
                            <a:srgbClr val="333333"/>
                          </a:solidFill>
                          <a:latin typeface="Arial"/>
                          <a:ea typeface="Microsoft JhengHei"/>
                          <a:cs typeface="Arial"/>
                        </a:rPr>
                        <a:t>—</a:t>
                      </a:r>
                    </a:p>
                  </a:txBody>
                  <a:tcPr marL="54864" marR="54864" marT="22860" marB="22860" anchor="ctr">
                    <a:solidFill>
                      <a:srgbClr val="FFFFFF"/>
                    </a:solidFill>
                  </a:tcPr>
                </a:tc>
                <a:tc>
                  <a:txBody>
                    <a:bodyPr wrap="square"/>
                    <a:lstStyle/>
                    <a:p>
                      <a:pPr algn="l">
                        <a:spcAft>
                          <a:spcPts val="0"/>
                        </a:spcAft>
                      </a:pPr>
                      <a:r>
                        <a:rPr sz="850" b="0">
                          <a:solidFill>
                            <a:srgbClr val="333333"/>
                          </a:solidFill>
                          <a:latin typeface="Arial"/>
                          <a:ea typeface="Microsoft JhengHei"/>
                          <a:cs typeface="Arial"/>
                        </a:rPr>
                        <a:t>相關：vLCM 升獨立主機（9/29）、ESX depot zip 取得法；Lab 匯入後主機維持 8.0.3，未在 VCF 內升級 → 建議 Lab 補測</a:t>
                      </a:r>
                    </a:p>
                  </a:txBody>
                  <a:tcPr marL="54864" marR="54864" marT="22860" marB="22860" anchor="ctr">
                    <a:solidFill>
                      <a:srgbClr val="FFFFFF"/>
                    </a:solidFill>
                  </a:tcPr>
                </a:tc>
              </a:tr>
              <a:tr h="384048">
                <a:tc>
                  <a:txBody>
                    <a:bodyPr wrap="square"/>
                    <a:lstStyle/>
                    <a:p>
                      <a:pPr algn="l">
                        <a:spcAft>
                          <a:spcPts val="0"/>
                        </a:spcAft>
                      </a:pPr>
                      <a:r>
                        <a:rPr sz="850" b="1">
                          <a:solidFill>
                            <a:srgbClr val="333333"/>
                          </a:solidFill>
                          <a:latin typeface="Arial"/>
                          <a:ea typeface="Microsoft JhengHei"/>
                          <a:cs typeface="Arial"/>
                        </a:rPr>
                        <a:t>S02</a:t>
                      </a:r>
                    </a:p>
                  </a:txBody>
                  <a:tcPr marL="54864" marR="54864" marT="22860" marB="22860" anchor="ctr">
                    <a:solidFill>
                      <a:srgbClr val="F5F7F9"/>
                    </a:solidFill>
                  </a:tcPr>
                </a:tc>
                <a:tc>
                  <a:txBody>
                    <a:bodyPr wrap="square"/>
                    <a:lstStyle/>
                    <a:p>
                      <a:pPr algn="l">
                        <a:spcAft>
                          <a:spcPts val="0"/>
                        </a:spcAft>
                      </a:pPr>
                      <a:r>
                        <a:rPr sz="850" b="0">
                          <a:solidFill>
                            <a:srgbClr val="333333"/>
                          </a:solidFill>
                          <a:latin typeface="Arial"/>
                          <a:ea typeface="Microsoft JhengHei"/>
                          <a:cs typeface="Arial"/>
                        </a:rPr>
                        <a:t>Aria Ops 8.18 → VCF Ops 9.1.1（PAK）</a:t>
                      </a:r>
                    </a:p>
                  </a:txBody>
                  <a:tcPr marL="54864" marR="54864" marT="22860" marB="22860" anchor="ctr">
                    <a:solidFill>
                      <a:srgbClr val="F5F7F9"/>
                    </a:solidFill>
                  </a:tcPr>
                </a:tc>
                <a:tc>
                  <a:txBody>
                    <a:bodyPr wrap="square"/>
                    <a:lstStyle/>
                    <a:p>
                      <a:pPr algn="l">
                        <a:spcAft>
                          <a:spcPts val="0"/>
                        </a:spcAft>
                      </a:pPr>
                      <a:r>
                        <a:rPr sz="850" b="1">
                          <a:solidFill>
                            <a:srgbClr val="2E6B0E"/>
                          </a:solidFill>
                          <a:latin typeface="Arial"/>
                          <a:ea typeface="Microsoft JhengHei"/>
                          <a:cs typeface="Arial"/>
                        </a:rPr>
                        <a:t>已驗證</a:t>
                      </a:r>
                    </a:p>
                  </a:txBody>
                  <a:tcPr marL="54864" marR="54864" marT="22860" marB="22860" anchor="ctr">
                    <a:solidFill>
                      <a:srgbClr val="D9EAD3"/>
                    </a:solidFill>
                  </a:tcPr>
                </a:tc>
                <a:tc>
                  <a:txBody>
                    <a:bodyPr wrap="square"/>
                    <a:lstStyle/>
                    <a:p>
                      <a:pPr algn="l">
                        <a:spcAft>
                          <a:spcPts val="0"/>
                        </a:spcAft>
                      </a:pPr>
                      <a:r>
                        <a:rPr sz="850" b="0">
                          <a:solidFill>
                            <a:srgbClr val="333333"/>
                          </a:solidFill>
                          <a:latin typeface="Arial"/>
                          <a:ea typeface="Microsoft JhengHei"/>
                          <a:cs typeface="Arial"/>
                        </a:rPr>
                        <a:t>2026-09-06</a:t>
                      </a:r>
                    </a:p>
                  </a:txBody>
                  <a:tcPr marL="54864" marR="54864" marT="22860" marB="22860" anchor="ctr">
                    <a:solidFill>
                      <a:srgbClr val="F5F7F9"/>
                    </a:solidFill>
                  </a:tcPr>
                </a:tc>
                <a:tc>
                  <a:txBody>
                    <a:bodyPr wrap="square"/>
                    <a:lstStyle/>
                    <a:p>
                      <a:pPr algn="l">
                        <a:spcAft>
                          <a:spcPts val="0"/>
                        </a:spcAft>
                      </a:pPr>
                      <a:r>
                        <a:rPr sz="850" b="0">
                          <a:solidFill>
                            <a:srgbClr val="333333"/>
                          </a:solidFill>
                          <a:latin typeface="Arial"/>
                          <a:ea typeface="Microsoft JhengHei"/>
                          <a:cs typeface="Arial"/>
                        </a:rPr>
                        <a:t>8.18.6 → 9.1.1 單節點約 23 分、nested 約 48 分；版本 API 會早於叢集 Online；Lab 未跑 pre-upgrade assessment；CTBC 為 8.18.7、可能多節點</a:t>
                      </a:r>
                    </a:p>
                  </a:txBody>
                  <a:tcPr marL="54864" marR="54864" marT="22860" marB="22860" anchor="ctr">
                    <a:solidFill>
                      <a:srgbClr val="F5F7F9"/>
                    </a:solidFill>
                  </a:tcPr>
                </a:tc>
              </a:tr>
              <a:tr h="384048">
                <a:tc>
                  <a:txBody>
                    <a:bodyPr wrap="square"/>
                    <a:lstStyle/>
                    <a:p>
                      <a:pPr algn="l">
                        <a:spcAft>
                          <a:spcPts val="0"/>
                        </a:spcAft>
                      </a:pPr>
                      <a:r>
                        <a:rPr sz="850" b="1">
                          <a:solidFill>
                            <a:srgbClr val="333333"/>
                          </a:solidFill>
                          <a:latin typeface="Arial"/>
                          <a:ea typeface="Microsoft JhengHei"/>
                          <a:cs typeface="Arial"/>
                        </a:rPr>
                        <a:t>方案 A</a:t>
                      </a:r>
                    </a:p>
                  </a:txBody>
                  <a:tcPr marL="54864" marR="54864" marT="22860" marB="22860" anchor="ctr">
                    <a:solidFill>
                      <a:srgbClr val="FFFFFF"/>
                    </a:solidFill>
                  </a:tcPr>
                </a:tc>
                <a:tc>
                  <a:txBody>
                    <a:bodyPr wrap="square"/>
                    <a:lstStyle/>
                    <a:p>
                      <a:pPr algn="l">
                        <a:spcAft>
                          <a:spcPts val="0"/>
                        </a:spcAft>
                      </a:pPr>
                      <a:r>
                        <a:rPr sz="850" b="0">
                          <a:solidFill>
                            <a:srgbClr val="333333"/>
                          </a:solidFill>
                          <a:latin typeface="Arial"/>
                          <a:ea typeface="Microsoft JhengHei"/>
                          <a:cs typeface="Arial"/>
                        </a:rPr>
                        <a:t>Import 8.0.3 並自建 NSX 4.2</a:t>
                      </a:r>
                    </a:p>
                  </a:txBody>
                  <a:tcPr marL="54864" marR="54864" marT="22860" marB="22860" anchor="ctr">
                    <a:solidFill>
                      <a:srgbClr val="FFFFFF"/>
                    </a:solidFill>
                  </a:tcPr>
                </a:tc>
                <a:tc>
                  <a:txBody>
                    <a:bodyPr wrap="square"/>
                    <a:lstStyle/>
                    <a:p>
                      <a:pPr algn="l">
                        <a:spcAft>
                          <a:spcPts val="0"/>
                        </a:spcAft>
                      </a:pPr>
                      <a:r>
                        <a:rPr sz="850" b="1">
                          <a:solidFill>
                            <a:srgbClr val="A6192E"/>
                          </a:solidFill>
                          <a:latin typeface="Arial"/>
                          <a:ea typeface="Microsoft JhengHei"/>
                          <a:cs typeface="Arial"/>
                        </a:rPr>
                        <a:t>未驗證</a:t>
                      </a:r>
                    </a:p>
                  </a:txBody>
                  <a:tcPr marL="54864" marR="54864" marT="22860" marB="22860" anchor="ctr">
                    <a:solidFill>
                      <a:srgbClr val="FBE9EB"/>
                    </a:solidFill>
                  </a:tcPr>
                </a:tc>
                <a:tc>
                  <a:txBody>
                    <a:bodyPr wrap="square"/>
                    <a:lstStyle/>
                    <a:p>
                      <a:pPr algn="l">
                        <a:spcAft>
                          <a:spcPts val="0"/>
                        </a:spcAft>
                      </a:pPr>
                      <a:r>
                        <a:rPr sz="850" b="0">
                          <a:solidFill>
                            <a:srgbClr val="333333"/>
                          </a:solidFill>
                          <a:latin typeface="Arial"/>
                          <a:ea typeface="Microsoft JhengHei"/>
                          <a:cs typeface="Arial"/>
                        </a:rPr>
                        <a:t>—</a:t>
                      </a:r>
                    </a:p>
                  </a:txBody>
                  <a:tcPr marL="54864" marR="54864" marT="22860" marB="22860" anchor="ctr">
                    <a:solidFill>
                      <a:srgbClr val="FFFFFF"/>
                    </a:solidFill>
                  </a:tcPr>
                </a:tc>
                <a:tc>
                  <a:txBody>
                    <a:bodyPr wrap="square"/>
                    <a:lstStyle/>
                    <a:p>
                      <a:pPr algn="l">
                        <a:spcAft>
                          <a:spcPts val="0"/>
                        </a:spcAft>
                      </a:pPr>
                      <a:r>
                        <a:rPr sz="850" b="0">
                          <a:solidFill>
                            <a:srgbClr val="333333"/>
                          </a:solidFill>
                          <a:latin typeface="Arial"/>
                          <a:ea typeface="Microsoft JhengHei"/>
                          <a:cs typeface="Arial"/>
                        </a:rPr>
                        <a:t>—；Lab 未測 → 也是建議方案 B 的理由之一</a:t>
                      </a:r>
                    </a:p>
                  </a:txBody>
                  <a:tcPr marL="54864" marR="54864" marT="22860" marB="22860" anchor="ctr">
                    <a:solidFill>
                      <a:srgbClr val="FFFFFF"/>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Step-by-step Checklist</a:t>
            </a:r>
          </a:p>
        </p:txBody>
      </p:sp>
      <p:sp>
        <p:nvSpPr>
          <p:cNvPr id="3" name="Subtitle 2"/>
          <p:cNvSpPr>
            <a:spLocks noGrp="1"/>
          </p:cNvSpPr>
          <p:nvPr>
            <p:ph type="subTitle" idx="10"/>
          </p:nvPr>
        </p:nvSpPr>
        <p:spPr/>
        <p:txBody>
          <a:bodyPr/>
          <a:lstStyle/>
          <a:p>
            <a:r>
              <a:rPr>
                <a:ea typeface="Microsoft JhengHei"/>
              </a:rPr>
              <a:t>每一動的前置檢查、執行、驗證與退版</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S00 ｜ Inventory, Blockers &amp; Backups</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1D428A"/>
                </a:solidFill>
                <a:latin typeface="Arial"/>
                <a:ea typeface="Microsoft JhengHei"/>
                <a:cs typeface="Arial"/>
              </a:rPr>
              <a:t>盤點、阻礙項排除與備份</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依據：TechDocs《Import an Existing VMware Aria Automation Instance》等；KB 450972、425102、453612、440630、367383；Converge … Aria Automation 情境頁；Import an Existing vCenter；CXS Lab 實測；Broadcom Interop Matrix</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sp>
        <p:nvSpPr>
          <p:cNvPr id="6" name="TextBox 5"/>
          <p:cNvSpPr txBox="1"/>
          <p:nvPr/>
        </p:nvSpPr>
        <p:spPr>
          <a:xfrm>
            <a:off x="548640" y="1097280"/>
            <a:ext cx="8686800" cy="256032"/>
          </a:xfrm>
          <a:prstGeom prst="rect">
            <a:avLst/>
          </a:prstGeom>
          <a:noFill/>
        </p:spPr>
        <p:txBody>
          <a:bodyPr wrap="square" lIns="27432" rIns="27432" tIns="27432" bIns="27432" anchor="t">
            <a:spAutoFit/>
          </a:bodyPr>
          <a:lstStyle/>
          <a:p>
            <a:pPr algn="l">
              <a:spcAft>
                <a:spcPts val="200"/>
              </a:spcAft>
            </a:pPr>
            <a:r>
              <a:rPr sz="1000" b="0">
                <a:solidFill>
                  <a:srgbClr val="717074"/>
                </a:solidFill>
                <a:latin typeface="Arial"/>
                <a:ea typeface="Microsoft JhengHei"/>
                <a:cs typeface="Arial"/>
              </a:rPr>
              <a:t>原計畫 新增 ｜ 負責：ARC、ENG、SYS、NET、DR、AUTO</a:t>
            </a:r>
          </a:p>
        </p:txBody>
      </p:sp>
      <p:sp>
        <p:nvSpPr>
          <p:cNvPr id="7" name="Rounded Rectangle 6"/>
          <p:cNvSpPr/>
          <p:nvPr/>
        </p:nvSpPr>
        <p:spPr>
          <a:xfrm>
            <a:off x="10835640" y="1097280"/>
            <a:ext cx="777240" cy="246888"/>
          </a:xfrm>
          <a:prstGeom prst="roundRect">
            <a:avLst>
              <a:gd name="adj" fmla="val 50000"/>
            </a:avLst>
          </a:prstGeom>
          <a:solidFill>
            <a:srgbClr val="F3BA1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18288" bIns="18288" wrap="square"/>
          <a:lstStyle/>
          <a:p>
            <a:pPr algn="ctr">
              <a:spcAft>
                <a:spcPts val="0"/>
              </a:spcAft>
            </a:pPr>
            <a:r>
              <a:rPr sz="900" b="1">
                <a:solidFill>
                  <a:srgbClr val="1B1D36"/>
                </a:solidFill>
                <a:latin typeface="Arial"/>
                <a:ea typeface="Microsoft JhengHei"/>
                <a:cs typeface="Arial"/>
              </a:rPr>
              <a:t>G0 Gate</a:t>
            </a:r>
          </a:p>
        </p:txBody>
      </p:sp>
      <p:sp>
        <p:nvSpPr>
          <p:cNvPr id="8" name="Rectangle 7"/>
          <p:cNvSpPr/>
          <p:nvPr/>
        </p:nvSpPr>
        <p:spPr>
          <a:xfrm>
            <a:off x="576072" y="1417320"/>
            <a:ext cx="2679192" cy="384048"/>
          </a:xfrm>
          <a:prstGeom prst="rect">
            <a:avLst/>
          </a:prstGeom>
          <a:solidFill>
            <a:srgbClr val="005C8A"/>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前置檢查</a:t>
            </a:r>
            <a:r>
              <a:rPr sz="900" b="0">
                <a:solidFill>
                  <a:srgbClr val="FFFFFF"/>
                </a:solidFill>
                <a:latin typeface="Arial"/>
                <a:ea typeface="Microsoft JhengHei"/>
                <a:cs typeface="Arial"/>
              </a:rPr>
              <a:t>  Pre-check</a:t>
            </a:r>
          </a:p>
        </p:txBody>
      </p:sp>
      <p:sp>
        <p:nvSpPr>
          <p:cNvPr id="9" name="Rectangle 8"/>
          <p:cNvSpPr/>
          <p:nvPr/>
        </p:nvSpPr>
        <p:spPr>
          <a:xfrm>
            <a:off x="57607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950" b="1">
                <a:solidFill>
                  <a:srgbClr val="005C8A"/>
                </a:solidFill>
                <a:latin typeface="Arial"/>
                <a:ea typeface="Microsoft JhengHei"/>
                <a:cs typeface="Arial"/>
              </a:rPr>
              <a:t>☐ </a:t>
            </a:r>
            <a:r>
              <a:rPr sz="950" b="0">
                <a:solidFill>
                  <a:srgbClr val="333333"/>
                </a:solidFill>
                <a:latin typeface="Arial"/>
                <a:ea typeface="Microsoft JhengHei"/>
                <a:cs typeface="Arial"/>
              </a:rPr>
              <a:t>vRA ≥ 8.18.1（建議 P3+）</a:t>
            </a:r>
          </a:p>
          <a:p>
            <a:pPr algn="l">
              <a:lnSpc>
                <a:spcPct val="100000"/>
              </a:lnSpc>
              <a:spcAft>
                <a:spcPts val="700"/>
              </a:spcAft>
            </a:pPr>
            <a:r>
              <a:rPr sz="950" b="1">
                <a:solidFill>
                  <a:srgbClr val="005C8A"/>
                </a:solidFill>
                <a:latin typeface="Arial"/>
                <a:ea typeface="Microsoft JhengHei"/>
                <a:cs typeface="Arial"/>
              </a:rPr>
              <a:t>☐ </a:t>
            </a:r>
            <a:r>
              <a:rPr sz="950" b="0">
                <a:solidFill>
                  <a:srgbClr val="333333"/>
                </a:solidFill>
                <a:latin typeface="Arial"/>
                <a:ea typeface="Microsoft JhengHei"/>
                <a:cs typeface="Arial"/>
              </a:rPr>
              <a:t>Aria Ops 8.18.7 節點 / cloud proxy / 自訂內容</a:t>
            </a:r>
          </a:p>
          <a:p>
            <a:pPr algn="l">
              <a:lnSpc>
                <a:spcPct val="100000"/>
              </a:lnSpc>
              <a:spcAft>
                <a:spcPts val="700"/>
              </a:spcAft>
            </a:pPr>
            <a:r>
              <a:rPr sz="950" b="1">
                <a:solidFill>
                  <a:srgbClr val="005C8A"/>
                </a:solidFill>
                <a:latin typeface="Arial"/>
                <a:ea typeface="Microsoft JhengHei"/>
                <a:cs typeface="Arial"/>
              </a:rPr>
              <a:t>☐ </a:t>
            </a:r>
            <a:r>
              <a:rPr sz="950" b="0">
                <a:solidFill>
                  <a:srgbClr val="333333"/>
                </a:solidFill>
                <a:latin typeface="Arial"/>
                <a:ea typeface="Microsoft JhengHei"/>
                <a:cs typeface="Arial"/>
              </a:rPr>
              <a:t>vIDM / ASL 版本與位置</a:t>
            </a:r>
          </a:p>
          <a:p>
            <a:pPr algn="l">
              <a:lnSpc>
                <a:spcPct val="100000"/>
              </a:lnSpc>
              <a:spcAft>
                <a:spcPts val="700"/>
              </a:spcAft>
            </a:pPr>
            <a:r>
              <a:rPr sz="950" b="1">
                <a:solidFill>
                  <a:srgbClr val="005C8A"/>
                </a:solidFill>
                <a:latin typeface="Arial"/>
                <a:ea typeface="Microsoft JhengHei"/>
                <a:cs typeface="Arial"/>
              </a:rPr>
              <a:t>☐ </a:t>
            </a:r>
            <a:r>
              <a:rPr sz="950" b="0">
                <a:solidFill>
                  <a:srgbClr val="333333"/>
                </a:solidFill>
                <a:latin typeface="Arial"/>
                <a:ea typeface="Microsoft JhengHei"/>
                <a:cs typeface="Arial"/>
              </a:rPr>
              <a:t>8.0.3 確切 build（back-in-time，KB 450972）</a:t>
            </a:r>
          </a:p>
          <a:p>
            <a:pPr algn="l">
              <a:lnSpc>
                <a:spcPct val="100000"/>
              </a:lnSpc>
              <a:spcAft>
                <a:spcPts val="700"/>
              </a:spcAft>
            </a:pPr>
            <a:r>
              <a:rPr sz="950" b="1">
                <a:solidFill>
                  <a:srgbClr val="005C8A"/>
                </a:solidFill>
                <a:latin typeface="Arial"/>
                <a:ea typeface="Microsoft JhengHei"/>
                <a:cs typeface="Arial"/>
              </a:rPr>
              <a:t>☐ </a:t>
            </a:r>
            <a:r>
              <a:rPr sz="950" b="0">
                <a:solidFill>
                  <a:srgbClr val="333333"/>
                </a:solidFill>
                <a:latin typeface="Arial"/>
                <a:ea typeface="Microsoft JhengHei"/>
                <a:cs typeface="Arial"/>
              </a:rPr>
              <a:t>無 ELM ✔（10/7 已確認）；確認無 VCHA</a:t>
            </a:r>
          </a:p>
          <a:p>
            <a:pPr algn="l">
              <a:lnSpc>
                <a:spcPct val="100000"/>
              </a:lnSpc>
              <a:spcAft>
                <a:spcPts val="700"/>
              </a:spcAft>
            </a:pPr>
            <a:r>
              <a:rPr sz="950" b="1">
                <a:solidFill>
                  <a:srgbClr val="005C8A"/>
                </a:solidFill>
                <a:latin typeface="Arial"/>
                <a:ea typeface="Microsoft JhengHei"/>
                <a:cs typeface="Arial"/>
              </a:rPr>
              <a:t>☐ </a:t>
            </a:r>
            <a:r>
              <a:rPr sz="950" b="0">
                <a:solidFill>
                  <a:srgbClr val="333333"/>
                </a:solidFill>
                <a:latin typeface="Arial"/>
                <a:ea typeface="Microsoft JhengHei"/>
                <a:cs typeface="Arial"/>
              </a:rPr>
              <a:t>vLCM image、DRS FA、VDS 8+、靜態 vmk、ESXi FQDN</a:t>
            </a:r>
          </a:p>
          <a:p>
            <a:pPr algn="l">
              <a:lnSpc>
                <a:spcPct val="100000"/>
              </a:lnSpc>
              <a:spcAft>
                <a:spcPts val="700"/>
              </a:spcAft>
            </a:pPr>
            <a:r>
              <a:rPr sz="950" b="1">
                <a:solidFill>
                  <a:srgbClr val="005C8A"/>
                </a:solidFill>
                <a:latin typeface="Arial"/>
                <a:ea typeface="Microsoft JhengHei"/>
                <a:cs typeface="Arial"/>
              </a:rPr>
              <a:t>☐ </a:t>
            </a:r>
            <a:r>
              <a:rPr sz="950" b="0">
                <a:solidFill>
                  <a:srgbClr val="333333"/>
                </a:solidFill>
                <a:latin typeface="Arial"/>
                <a:ea typeface="Microsoft JhengHei"/>
                <a:cs typeface="Arial"/>
              </a:rPr>
              <a:t>DNS A/PTR、FQDN 全小寫</a:t>
            </a:r>
          </a:p>
          <a:p>
            <a:pPr algn="l">
              <a:lnSpc>
                <a:spcPct val="100000"/>
              </a:lnSpc>
              <a:spcAft>
                <a:spcPts val="700"/>
              </a:spcAft>
            </a:pPr>
            <a:r>
              <a:rPr sz="950" b="1">
                <a:solidFill>
                  <a:srgbClr val="005C8A"/>
                </a:solidFill>
                <a:latin typeface="Arial"/>
                <a:ea typeface="Microsoft JhengHei"/>
                <a:cs typeface="Arial"/>
              </a:rPr>
              <a:t>☐ </a:t>
            </a:r>
            <a:r>
              <a:rPr sz="950" b="0">
                <a:solidFill>
                  <a:srgbClr val="333333"/>
                </a:solidFill>
                <a:latin typeface="Arial"/>
                <a:ea typeface="Microsoft JhengHei"/>
                <a:cs typeface="Arial"/>
              </a:rPr>
              <a:t>IP pool ≥ 12、VCFA 5 IP、RDU 暫時 IP</a:t>
            </a:r>
          </a:p>
          <a:p>
            <a:pPr algn="l">
              <a:lnSpc>
                <a:spcPct val="100000"/>
              </a:lnSpc>
              <a:spcAft>
                <a:spcPts val="700"/>
              </a:spcAft>
            </a:pPr>
            <a:r>
              <a:rPr sz="950" b="1">
                <a:solidFill>
                  <a:srgbClr val="005C8A"/>
                </a:solidFill>
                <a:latin typeface="Arial"/>
                <a:ea typeface="Microsoft JhengHei"/>
                <a:cs typeface="Arial"/>
              </a:rPr>
              <a:t>☐ </a:t>
            </a:r>
            <a:r>
              <a:rPr sz="950" b="0">
                <a:solidFill>
                  <a:srgbClr val="333333"/>
                </a:solidFill>
                <a:latin typeface="Arial"/>
                <a:ea typeface="Microsoft JhengHei"/>
                <a:cs typeface="Arial"/>
              </a:rPr>
              <a:t>容量：單台 CPU ≥ 最大 VM；VCFA 期間 ×2</a:t>
            </a:r>
          </a:p>
          <a:p>
            <a:pPr algn="l">
              <a:lnSpc>
                <a:spcPct val="100000"/>
              </a:lnSpc>
              <a:spcAft>
                <a:spcPts val="700"/>
              </a:spcAft>
            </a:pPr>
            <a:r>
              <a:rPr sz="950" b="1">
                <a:solidFill>
                  <a:srgbClr val="005C8A"/>
                </a:solidFill>
                <a:latin typeface="Arial"/>
                <a:ea typeface="Microsoft JhengHei"/>
                <a:cs typeface="Arial"/>
              </a:rPr>
              <a:t>☐ </a:t>
            </a:r>
            <a:r>
              <a:rPr sz="950" b="0">
                <a:solidFill>
                  <a:srgbClr val="333333"/>
                </a:solidFill>
                <a:latin typeface="Arial"/>
                <a:ea typeface="Microsoft JhengHei"/>
                <a:cs typeface="Arial"/>
              </a:rPr>
              <a:t>SRM 配對方向、replication 方式</a:t>
            </a:r>
          </a:p>
          <a:p>
            <a:pPr algn="l">
              <a:lnSpc>
                <a:spcPct val="100000"/>
              </a:lnSpc>
              <a:spcAft>
                <a:spcPts val="700"/>
              </a:spcAft>
            </a:pPr>
            <a:r>
              <a:rPr sz="950" b="1">
                <a:solidFill>
                  <a:srgbClr val="005C8A"/>
                </a:solidFill>
                <a:latin typeface="Arial"/>
                <a:ea typeface="Microsoft JhengHei"/>
                <a:cs typeface="Arial"/>
              </a:rPr>
              <a:t>☐ </a:t>
            </a:r>
            <a:r>
              <a:rPr sz="950" b="0">
                <a:solidFill>
                  <a:srgbClr val="333333"/>
                </a:solidFill>
                <a:latin typeface="Arial"/>
                <a:ea typeface="Microsoft JhengHei"/>
                <a:cs typeface="Arial"/>
              </a:rPr>
              <a:t>Interop：VCFA↔vC 8.0.3、備份軟體、plugin</a:t>
            </a:r>
          </a:p>
          <a:p>
            <a:pPr algn="l">
              <a:lnSpc>
                <a:spcPct val="100000"/>
              </a:lnSpc>
              <a:spcAft>
                <a:spcPts val="700"/>
              </a:spcAft>
            </a:pPr>
            <a:r>
              <a:rPr sz="950" b="1">
                <a:solidFill>
                  <a:srgbClr val="005C8A"/>
                </a:solidFill>
                <a:latin typeface="Arial"/>
                <a:ea typeface="Microsoft JhengHei"/>
                <a:cs typeface="Arial"/>
              </a:rPr>
              <a:t>☐ </a:t>
            </a:r>
            <a:r>
              <a:rPr sz="950" b="0">
                <a:solidFill>
                  <a:srgbClr val="333333"/>
                </a:solidFill>
                <a:latin typeface="Arial"/>
                <a:ea typeface="Microsoft JhengHei"/>
                <a:cs typeface="Arial"/>
              </a:rPr>
              <a:t>三套 vCenter file backup + 抽測還原</a:t>
            </a:r>
          </a:p>
        </p:txBody>
      </p:sp>
      <p:sp>
        <p:nvSpPr>
          <p:cNvPr id="11" name="Rectangle 10"/>
          <p:cNvSpPr/>
          <p:nvPr/>
        </p:nvSpPr>
        <p:spPr>
          <a:xfrm>
            <a:off x="3362248" y="1417320"/>
            <a:ext cx="2679192" cy="384048"/>
          </a:xfrm>
          <a:prstGeom prst="rect">
            <a:avLst/>
          </a:prstGeom>
          <a:solidFill>
            <a:srgbClr val="007B8C"/>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執行</a:t>
            </a:r>
            <a:r>
              <a:rPr sz="900" b="0">
                <a:solidFill>
                  <a:srgbClr val="FFFFFF"/>
                </a:solidFill>
                <a:latin typeface="Arial"/>
                <a:ea typeface="Microsoft JhengHei"/>
                <a:cs typeface="Arial"/>
              </a:rPr>
              <a:t>  Execute</a:t>
            </a:r>
          </a:p>
        </p:txBody>
      </p:sp>
      <p:sp>
        <p:nvSpPr>
          <p:cNvPr id="12" name="Rectangle 11"/>
          <p:cNvSpPr/>
          <p:nvPr/>
        </p:nvSpPr>
        <p:spPr>
          <a:xfrm>
            <a:off x="3362248"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17112"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950" b="1">
                <a:solidFill>
                  <a:srgbClr val="007B8C"/>
                </a:solidFill>
                <a:latin typeface="Arial"/>
                <a:ea typeface="Microsoft JhengHei"/>
                <a:cs typeface="Arial"/>
              </a:rPr>
              <a:t>☐ </a:t>
            </a:r>
            <a:r>
              <a:rPr sz="950" b="0">
                <a:solidFill>
                  <a:srgbClr val="333333"/>
                </a:solidFill>
                <a:latin typeface="Arial"/>
                <a:ea typeface="Microsoft JhengHei"/>
                <a:cs typeface="Arial"/>
              </a:rPr>
              <a:t>Planning Workbook、變更單</a:t>
            </a:r>
          </a:p>
        </p:txBody>
      </p:sp>
      <p:sp>
        <p:nvSpPr>
          <p:cNvPr id="14" name="Rectangle 13"/>
          <p:cNvSpPr/>
          <p:nvPr/>
        </p:nvSpPr>
        <p:spPr>
          <a:xfrm>
            <a:off x="6148425" y="1417320"/>
            <a:ext cx="2679192" cy="384048"/>
          </a:xfrm>
          <a:prstGeom prst="rect">
            <a:avLst/>
          </a:prstGeom>
          <a:solidFill>
            <a:srgbClr val="61A60E"/>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完成驗證</a:t>
            </a:r>
            <a:r>
              <a:rPr sz="900" b="0">
                <a:solidFill>
                  <a:srgbClr val="FFFFFF"/>
                </a:solidFill>
                <a:latin typeface="Arial"/>
                <a:ea typeface="Microsoft JhengHei"/>
                <a:cs typeface="Arial"/>
              </a:rPr>
              <a:t>  Verify</a:t>
            </a:r>
          </a:p>
        </p:txBody>
      </p:sp>
      <p:sp>
        <p:nvSpPr>
          <p:cNvPr id="15" name="Rectangle 14"/>
          <p:cNvSpPr/>
          <p:nvPr/>
        </p:nvSpPr>
        <p:spPr>
          <a:xfrm>
            <a:off x="6148425"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03289"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950" b="1">
                <a:solidFill>
                  <a:srgbClr val="61A60E"/>
                </a:solidFill>
                <a:latin typeface="Arial"/>
                <a:ea typeface="Microsoft JhengHei"/>
                <a:cs typeface="Arial"/>
              </a:rPr>
              <a:t>☐ </a:t>
            </a:r>
            <a:r>
              <a:rPr sz="950" b="0">
                <a:solidFill>
                  <a:srgbClr val="333333"/>
                </a:solidFill>
                <a:latin typeface="Arial"/>
                <a:ea typeface="Microsoft JhengHei"/>
                <a:cs typeface="Arial"/>
              </a:rPr>
              <a:t>G0 簽核：阻礙項清零、備份可還原</a:t>
            </a:r>
          </a:p>
        </p:txBody>
      </p:sp>
      <p:sp>
        <p:nvSpPr>
          <p:cNvPr id="17" name="Rectangle 16"/>
          <p:cNvSpPr/>
          <p:nvPr/>
        </p:nvSpPr>
        <p:spPr>
          <a:xfrm>
            <a:off x="8934602" y="1417320"/>
            <a:ext cx="2679192" cy="384048"/>
          </a:xfrm>
          <a:prstGeom prst="rect">
            <a:avLst/>
          </a:prstGeom>
          <a:solidFill>
            <a:srgbClr val="717074"/>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退版 / 截止點</a:t>
            </a:r>
            <a:r>
              <a:rPr sz="900" b="0">
                <a:solidFill>
                  <a:srgbClr val="FFFFFF"/>
                </a:solidFill>
                <a:latin typeface="Arial"/>
                <a:ea typeface="Microsoft JhengHei"/>
                <a:cs typeface="Arial"/>
              </a:rPr>
              <a:t>  Rollback</a:t>
            </a:r>
          </a:p>
        </p:txBody>
      </p:sp>
      <p:sp>
        <p:nvSpPr>
          <p:cNvPr id="18" name="Rectangle 17"/>
          <p:cNvSpPr/>
          <p:nvPr/>
        </p:nvSpPr>
        <p:spPr>
          <a:xfrm>
            <a:off x="893460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8946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950" b="1">
                <a:solidFill>
                  <a:srgbClr val="717074"/>
                </a:solidFill>
                <a:latin typeface="Arial"/>
                <a:ea typeface="Microsoft JhengHei"/>
                <a:cs typeface="Arial"/>
              </a:rPr>
              <a:t>☐ </a:t>
            </a:r>
            <a:r>
              <a:rPr sz="950" b="0">
                <a:solidFill>
                  <a:srgbClr val="333333"/>
                </a:solidFill>
                <a:latin typeface="Arial"/>
                <a:ea typeface="Microsoft JhengHei"/>
                <a:cs typeface="Arial"/>
              </a:rPr>
              <a:t>無變更</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S01 ｜ Cold-migrate vRA &amp; Aria Operations into the Management Cluster</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6C4B94"/>
                </a:solidFill>
                <a:latin typeface="Arial"/>
                <a:ea typeface="Microsoft JhengHei"/>
                <a:cs typeface="Arial"/>
              </a:rPr>
              <a:t>vRA、Aria Operations 冷遷移至 Management Cluster</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依據：TechDocs《Upgrading to VCF Automation 9.1》等；KB 318582、447218；Import an Existing VMware Aria Automation Instance；CXS Lab 實測</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sp>
        <p:nvSpPr>
          <p:cNvPr id="6" name="TextBox 5"/>
          <p:cNvSpPr txBox="1"/>
          <p:nvPr/>
        </p:nvSpPr>
        <p:spPr>
          <a:xfrm>
            <a:off x="548640" y="1097280"/>
            <a:ext cx="8686800" cy="256032"/>
          </a:xfrm>
          <a:prstGeom prst="rect">
            <a:avLst/>
          </a:prstGeom>
          <a:noFill/>
        </p:spPr>
        <p:txBody>
          <a:bodyPr wrap="square" lIns="27432" rIns="27432" tIns="27432" bIns="27432" anchor="t">
            <a:spAutoFit/>
          </a:bodyPr>
          <a:lstStyle/>
          <a:p>
            <a:pPr algn="l">
              <a:spcAft>
                <a:spcPts val="200"/>
              </a:spcAft>
            </a:pPr>
            <a:r>
              <a:rPr sz="1000" b="0">
                <a:solidFill>
                  <a:srgbClr val="717074"/>
                </a:solidFill>
                <a:latin typeface="Arial"/>
                <a:ea typeface="Microsoft JhengHei"/>
                <a:cs typeface="Arial"/>
              </a:rPr>
              <a:t>原計畫 #1 ｜ 負責：ENG、SYS、AUTO、NET ｜ Lab：165 GB 冷遷移約 97 分 / VM（nested）</a:t>
            </a:r>
          </a:p>
        </p:txBody>
      </p:sp>
      <p:sp>
        <p:nvSpPr>
          <p:cNvPr id="7" name="Rectangle 6"/>
          <p:cNvSpPr/>
          <p:nvPr/>
        </p:nvSpPr>
        <p:spPr>
          <a:xfrm>
            <a:off x="576072" y="1417320"/>
            <a:ext cx="2679192" cy="384048"/>
          </a:xfrm>
          <a:prstGeom prst="rect">
            <a:avLst/>
          </a:prstGeom>
          <a:solidFill>
            <a:srgbClr val="005C8A"/>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前置檢查</a:t>
            </a:r>
            <a:r>
              <a:rPr sz="900" b="0">
                <a:solidFill>
                  <a:srgbClr val="FFFFFF"/>
                </a:solidFill>
                <a:latin typeface="Arial"/>
                <a:ea typeface="Microsoft JhengHei"/>
                <a:cs typeface="Arial"/>
              </a:rPr>
              <a:t>  Pre-check</a:t>
            </a:r>
          </a:p>
        </p:txBody>
      </p:sp>
      <p:sp>
        <p:nvSpPr>
          <p:cNvPr id="8" name="Rectangle 7"/>
          <p:cNvSpPr/>
          <p:nvPr/>
        </p:nvSpPr>
        <p:spPr>
          <a:xfrm>
            <a:off x="57607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目標 port group 與 vRA 同一 L2 網段</a:t>
            </a:r>
          </a:p>
          <a:p>
            <a:pPr algn="l">
              <a:lnSpc>
                <a:spcPct val="100000"/>
              </a:lnSpc>
              <a:spcAft>
                <a:spcPts val="700"/>
              </a:spcAft>
            </a:pPr>
            <a:r>
              <a:rPr sz="1100" b="0">
                <a:solidFill>
                  <a:srgbClr val="717074"/>
                </a:solidFill>
                <a:latin typeface="Arial"/>
                <a:ea typeface="Microsoft JhengHei"/>
                <a:cs typeface="Arial"/>
              </a:rPr>
              <a:t>    VDS &gt; Port groups</a:t>
            </a:r>
          </a:p>
          <a:p>
            <a:pPr algn="l">
              <a:lnSpc>
                <a:spcPct val="100000"/>
              </a:lnSpc>
              <a:spcAft>
                <a:spcPts val="7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Aria Ops 先搬（VCF Ops 須在管理網域）</a:t>
            </a:r>
          </a:p>
          <a:p>
            <a:pPr algn="l">
              <a:lnSpc>
                <a:spcPct val="100000"/>
              </a:lnSpc>
              <a:spcAft>
                <a:spcPts val="7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vDS 版本不同 → 冷遷移（KB 318582）</a:t>
            </a:r>
          </a:p>
          <a:p>
            <a:pPr algn="l">
              <a:lnSpc>
                <a:spcPct val="100000"/>
              </a:lnSpc>
              <a:spcAft>
                <a:spcPts val="3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兩端 vCenter 443、ESXi 902（NFC）互通；目的 datastore 容量足夠</a:t>
            </a:r>
          </a:p>
          <a:p>
            <a:pPr algn="l">
              <a:lnSpc>
                <a:spcPct val="100000"/>
              </a:lnSpc>
              <a:spcAft>
                <a:spcPts val="700"/>
              </a:spcAft>
            </a:pPr>
            <a:r>
              <a:rPr sz="1100" b="0">
                <a:solidFill>
                  <a:srgbClr val="717074"/>
                </a:solidFill>
                <a:latin typeface="Arial"/>
                <a:ea typeface="Microsoft JhengHei"/>
                <a:cs typeface="Arial"/>
              </a:rPr>
              <a:t>    Test-NetConnection / nc -zv</a:t>
            </a:r>
          </a:p>
          <a:p>
            <a:pPr algn="l">
              <a:lnSpc>
                <a:spcPct val="100000"/>
              </a:lnSpc>
              <a:spcAft>
                <a:spcPts val="3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備份 vApp properties（KB 447218）</a:t>
            </a:r>
          </a:p>
          <a:p>
            <a:pPr algn="l">
              <a:lnSpc>
                <a:spcPct val="100000"/>
              </a:lnSpc>
              <a:spcAft>
                <a:spcPts val="700"/>
              </a:spcAft>
            </a:pPr>
            <a:r>
              <a:rPr sz="1100" b="0">
                <a:solidFill>
                  <a:srgbClr val="717074"/>
                </a:solidFill>
                <a:latin typeface="Arial"/>
                <a:ea typeface="Microsoft JhengHei"/>
                <a:cs typeface="Arial"/>
              </a:rPr>
              <a:t>    VM &gt; Configure &gt; vApp Options（匯出截圖 / OVF）</a:t>
            </a:r>
          </a:p>
          <a:p>
            <a:pPr algn="l">
              <a:lnSpc>
                <a:spcPct val="100000"/>
              </a:lnSpc>
              <a:spcAft>
                <a:spcPts val="3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健康基準 + 凍結請求 / 排程</a:t>
            </a:r>
          </a:p>
          <a:p>
            <a:pPr algn="l">
              <a:lnSpc>
                <a:spcPct val="100000"/>
              </a:lnSpc>
              <a:spcAft>
                <a:spcPts val="700"/>
              </a:spcAft>
            </a:pPr>
            <a:r>
              <a:rPr sz="1100" b="0">
                <a:solidFill>
                  <a:srgbClr val="717074"/>
                </a:solidFill>
                <a:latin typeface="Arial"/>
                <a:ea typeface="Microsoft JhengHei"/>
                <a:cs typeface="Arial"/>
              </a:rPr>
              <a:t>    kubectl get pods -n prelude</a:t>
            </a:r>
          </a:p>
        </p:txBody>
      </p:sp>
      <p:sp>
        <p:nvSpPr>
          <p:cNvPr id="10" name="Rectangle 9"/>
          <p:cNvSpPr/>
          <p:nvPr/>
        </p:nvSpPr>
        <p:spPr>
          <a:xfrm>
            <a:off x="3362248" y="1417320"/>
            <a:ext cx="2679192" cy="384048"/>
          </a:xfrm>
          <a:prstGeom prst="rect">
            <a:avLst/>
          </a:prstGeom>
          <a:solidFill>
            <a:srgbClr val="007B8C"/>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執行</a:t>
            </a:r>
            <a:r>
              <a:rPr sz="900" b="0">
                <a:solidFill>
                  <a:srgbClr val="FFFFFF"/>
                </a:solidFill>
                <a:latin typeface="Arial"/>
                <a:ea typeface="Microsoft JhengHei"/>
                <a:cs typeface="Arial"/>
              </a:rPr>
              <a:t>  Execute</a:t>
            </a:r>
          </a:p>
        </p:txBody>
      </p:sp>
      <p:sp>
        <p:nvSpPr>
          <p:cNvPr id="11" name="Rectangle 10"/>
          <p:cNvSpPr/>
          <p:nvPr/>
        </p:nvSpPr>
        <p:spPr>
          <a:xfrm>
            <a:off x="3362248"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7112"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250" b="1">
                <a:solidFill>
                  <a:srgbClr val="007B8C"/>
                </a:solidFill>
                <a:latin typeface="Arial"/>
                <a:ea typeface="Microsoft JhengHei"/>
                <a:cs typeface="Arial"/>
              </a:rPr>
              <a:t>☐ </a:t>
            </a:r>
            <a:r>
              <a:rPr sz="1250" b="0">
                <a:solidFill>
                  <a:srgbClr val="333333"/>
                </a:solidFill>
                <a:latin typeface="Arial"/>
                <a:ea typeface="Microsoft JhengHei"/>
                <a:cs typeface="Arial"/>
              </a:rPr>
              <a:t>deploy.sh --shutdown → 關機</a:t>
            </a:r>
          </a:p>
          <a:p>
            <a:pPr algn="l">
              <a:lnSpc>
                <a:spcPct val="100000"/>
              </a:lnSpc>
              <a:spcAft>
                <a:spcPts val="700"/>
              </a:spcAft>
            </a:pPr>
            <a:r>
              <a:rPr sz="1100" b="0">
                <a:solidFill>
                  <a:srgbClr val="717074"/>
                </a:solidFill>
                <a:latin typeface="Arial"/>
                <a:ea typeface="Microsoft JhengHei"/>
                <a:cs typeface="Arial"/>
              </a:rPr>
              <a:t>    主節點：/opt/scripts/deploy.sh --shutdown → Guest shutdown 各節點</a:t>
            </a:r>
          </a:p>
          <a:p>
            <a:pPr algn="l">
              <a:lnSpc>
                <a:spcPct val="100000"/>
              </a:lnSpc>
              <a:spcAft>
                <a:spcPts val="300"/>
              </a:spcAft>
            </a:pPr>
            <a:r>
              <a:rPr sz="1250" b="1">
                <a:solidFill>
                  <a:srgbClr val="007B8C"/>
                </a:solidFill>
                <a:latin typeface="Arial"/>
                <a:ea typeface="Microsoft JhengHei"/>
                <a:cs typeface="Arial"/>
              </a:rPr>
              <a:t>☐ </a:t>
            </a:r>
            <a:r>
              <a:rPr sz="1250" b="0">
                <a:solidFill>
                  <a:srgbClr val="333333"/>
                </a:solidFill>
                <a:latin typeface="Arial"/>
                <a:ea typeface="Microsoft JhengHei"/>
                <a:cs typeface="Arial"/>
              </a:rPr>
              <a:t>Aria Ops：Take Cluster Offline → 關機</a:t>
            </a:r>
          </a:p>
          <a:p>
            <a:pPr algn="l">
              <a:lnSpc>
                <a:spcPct val="100000"/>
              </a:lnSpc>
              <a:spcAft>
                <a:spcPts val="700"/>
              </a:spcAft>
            </a:pPr>
            <a:r>
              <a:rPr sz="1100" b="0">
                <a:solidFill>
                  <a:srgbClr val="717074"/>
                </a:solidFill>
                <a:latin typeface="Arial"/>
                <a:ea typeface="Microsoft JhengHei"/>
                <a:cs typeface="Arial"/>
              </a:rPr>
              <a:t>    Aria Ops /admin &gt; System Status &gt; Take Cluster Offline</a:t>
            </a:r>
          </a:p>
          <a:p>
            <a:pPr algn="l">
              <a:lnSpc>
                <a:spcPct val="100000"/>
              </a:lnSpc>
              <a:spcAft>
                <a:spcPts val="300"/>
              </a:spcAft>
            </a:pPr>
            <a:r>
              <a:rPr sz="1250" b="1">
                <a:solidFill>
                  <a:srgbClr val="007B8C"/>
                </a:solidFill>
                <a:latin typeface="Arial"/>
                <a:ea typeface="Microsoft JhengHei"/>
                <a:cs typeface="Arial"/>
              </a:rPr>
              <a:t>☐ </a:t>
            </a:r>
            <a:r>
              <a:rPr sz="1250" b="0">
                <a:solidFill>
                  <a:srgbClr val="333333"/>
                </a:solidFill>
                <a:latin typeface="Arial"/>
                <a:ea typeface="Microsoft JhengHei"/>
                <a:cs typeface="Arial"/>
              </a:rPr>
              <a:t>XVM 冷遷移 vRA + Aria Ops（可 Clone 留來源）</a:t>
            </a:r>
          </a:p>
          <a:p>
            <a:pPr algn="l">
              <a:lnSpc>
                <a:spcPct val="100000"/>
              </a:lnSpc>
              <a:spcAft>
                <a:spcPts val="700"/>
              </a:spcAft>
            </a:pPr>
            <a:r>
              <a:rPr sz="1100" b="0">
                <a:solidFill>
                  <a:srgbClr val="717074"/>
                </a:solidFill>
                <a:latin typeface="Arial"/>
                <a:ea typeface="Microsoft JhengHei"/>
                <a:cs typeface="Arial"/>
              </a:rPr>
              <a:t>    vSphere Client（目的 vCenter）&gt; Import VMs；或 PowerCLI Move-VM</a:t>
            </a:r>
          </a:p>
          <a:p>
            <a:pPr algn="l">
              <a:lnSpc>
                <a:spcPct val="100000"/>
              </a:lnSpc>
              <a:spcAft>
                <a:spcPts val="300"/>
              </a:spcAft>
            </a:pPr>
            <a:r>
              <a:rPr sz="1250" b="1">
                <a:solidFill>
                  <a:srgbClr val="007B8C"/>
                </a:solidFill>
                <a:latin typeface="Arial"/>
                <a:ea typeface="Microsoft JhengHei"/>
                <a:cs typeface="Arial"/>
              </a:rPr>
              <a:t>☐ </a:t>
            </a:r>
            <a:r>
              <a:rPr sz="1250" b="0">
                <a:solidFill>
                  <a:srgbClr val="333333"/>
                </a:solidFill>
                <a:latin typeface="Arial"/>
                <a:ea typeface="Microsoft JhengHei"/>
                <a:cs typeface="Arial"/>
              </a:rPr>
              <a:t>開機 → deploy.sh；Ops Bring Online</a:t>
            </a:r>
          </a:p>
          <a:p>
            <a:pPr algn="l">
              <a:lnSpc>
                <a:spcPct val="100000"/>
              </a:lnSpc>
              <a:spcAft>
                <a:spcPts val="700"/>
              </a:spcAft>
            </a:pPr>
            <a:r>
              <a:rPr sz="1100" b="0">
                <a:solidFill>
                  <a:srgbClr val="717074"/>
                </a:solidFill>
                <a:latin typeface="Arial"/>
                <a:ea typeface="Microsoft JhengHei"/>
                <a:cs typeface="Arial"/>
              </a:rPr>
              <a:t>    /opt/scripts/deploy.sh；Aria Ops /admin &gt; Bring Online</a:t>
            </a:r>
          </a:p>
        </p:txBody>
      </p:sp>
      <p:sp>
        <p:nvSpPr>
          <p:cNvPr id="13" name="Rectangle 12"/>
          <p:cNvSpPr/>
          <p:nvPr/>
        </p:nvSpPr>
        <p:spPr>
          <a:xfrm>
            <a:off x="6148425" y="1417320"/>
            <a:ext cx="2679192" cy="384048"/>
          </a:xfrm>
          <a:prstGeom prst="rect">
            <a:avLst/>
          </a:prstGeom>
          <a:solidFill>
            <a:srgbClr val="61A60E"/>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完成驗證</a:t>
            </a:r>
            <a:r>
              <a:rPr sz="900" b="0">
                <a:solidFill>
                  <a:srgbClr val="FFFFFF"/>
                </a:solidFill>
                <a:latin typeface="Arial"/>
                <a:ea typeface="Microsoft JhengHei"/>
                <a:cs typeface="Arial"/>
              </a:rPr>
              <a:t>  Verify</a:t>
            </a:r>
          </a:p>
        </p:txBody>
      </p:sp>
      <p:sp>
        <p:nvSpPr>
          <p:cNvPr id="14" name="Rectangle 13"/>
          <p:cNvSpPr/>
          <p:nvPr/>
        </p:nvSpPr>
        <p:spPr>
          <a:xfrm>
            <a:off x="6148425"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03289"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250" b="1">
                <a:solidFill>
                  <a:srgbClr val="61A60E"/>
                </a:solidFill>
                <a:latin typeface="Arial"/>
                <a:ea typeface="Microsoft JhengHei"/>
                <a:cs typeface="Arial"/>
              </a:rPr>
              <a:t>☐ </a:t>
            </a:r>
            <a:r>
              <a:rPr sz="1250" b="0">
                <a:solidFill>
                  <a:srgbClr val="333333"/>
                </a:solidFill>
                <a:latin typeface="Arial"/>
                <a:ea typeface="Microsoft JhengHei"/>
                <a:cs typeface="Arial"/>
              </a:rPr>
              <a:t>IP / FQDN / vApp properties 不變（ovfEnv 存在）</a:t>
            </a:r>
          </a:p>
          <a:p>
            <a:pPr algn="l">
              <a:lnSpc>
                <a:spcPct val="100000"/>
              </a:lnSpc>
              <a:spcAft>
                <a:spcPts val="700"/>
              </a:spcAft>
            </a:pPr>
            <a:r>
              <a:rPr sz="1100" b="0">
                <a:solidFill>
                  <a:srgbClr val="717074"/>
                </a:solidFill>
                <a:latin typeface="Arial"/>
                <a:ea typeface="Microsoft JhengHei"/>
                <a:cs typeface="Arial"/>
              </a:rPr>
              <a:t>    cat /opt/vmware/etc/vami/ovfEnv.xml</a:t>
            </a:r>
          </a:p>
          <a:p>
            <a:pPr algn="l">
              <a:lnSpc>
                <a:spcPct val="100000"/>
              </a:lnSpc>
              <a:spcAft>
                <a:spcPts val="300"/>
              </a:spcAft>
            </a:pPr>
            <a:r>
              <a:rPr sz="1250" b="1">
                <a:solidFill>
                  <a:srgbClr val="61A60E"/>
                </a:solidFill>
                <a:latin typeface="Arial"/>
                <a:ea typeface="Microsoft JhengHei"/>
                <a:cs typeface="Arial"/>
              </a:rPr>
              <a:t>☐ </a:t>
            </a:r>
            <a:r>
              <a:rPr sz="1250" b="0">
                <a:solidFill>
                  <a:srgbClr val="333333"/>
                </a:solidFill>
                <a:latin typeface="Arial"/>
                <a:ea typeface="Microsoft JhengHei"/>
                <a:cs typeface="Arial"/>
              </a:rPr>
              <a:t>healthstatus 200、pods Running</a:t>
            </a:r>
          </a:p>
          <a:p>
            <a:pPr algn="l">
              <a:lnSpc>
                <a:spcPct val="100000"/>
              </a:lnSpc>
              <a:spcAft>
                <a:spcPts val="700"/>
              </a:spcAft>
            </a:pPr>
            <a:r>
              <a:rPr sz="1100" b="0">
                <a:solidFill>
                  <a:srgbClr val="717074"/>
                </a:solidFill>
                <a:latin typeface="Arial"/>
                <a:ea typeface="Microsoft JhengHei"/>
                <a:cs typeface="Arial"/>
              </a:rPr>
              <a:t>    curl -k https://&lt;vra-fqdn&gt;/vco/api/healthstatus</a:t>
            </a:r>
          </a:p>
          <a:p>
            <a:pPr algn="l">
              <a:lnSpc>
                <a:spcPct val="100000"/>
              </a:lnSpc>
              <a:spcAft>
                <a:spcPts val="300"/>
              </a:spcAft>
            </a:pPr>
            <a:r>
              <a:rPr sz="1250" b="1">
                <a:solidFill>
                  <a:srgbClr val="61A60E"/>
                </a:solidFill>
                <a:latin typeface="Arial"/>
                <a:ea typeface="Microsoft JhengHei"/>
                <a:cs typeface="Arial"/>
              </a:rPr>
              <a:t>☐ </a:t>
            </a:r>
            <a:r>
              <a:rPr sz="1250" b="0">
                <a:solidFill>
                  <a:srgbClr val="333333"/>
                </a:solidFill>
                <a:latin typeface="Arial"/>
                <a:ea typeface="Microsoft JhengHei"/>
                <a:cs typeface="Arial"/>
              </a:rPr>
              <a:t>vRA Day-2 正常；Aria Ops Online 收集正常</a:t>
            </a:r>
          </a:p>
          <a:p>
            <a:pPr algn="l">
              <a:lnSpc>
                <a:spcPct val="100000"/>
              </a:lnSpc>
              <a:spcAft>
                <a:spcPts val="700"/>
              </a:spcAft>
            </a:pPr>
            <a:r>
              <a:rPr sz="1100" b="0">
                <a:solidFill>
                  <a:srgbClr val="717074"/>
                </a:solidFill>
                <a:latin typeface="Arial"/>
                <a:ea typeface="Microsoft JhengHei"/>
                <a:cs typeface="Arial"/>
              </a:rPr>
              <a:t>    Cloud Assembly / Service Broker；Aria Ops /admin</a:t>
            </a:r>
          </a:p>
        </p:txBody>
      </p:sp>
      <p:sp>
        <p:nvSpPr>
          <p:cNvPr id="16" name="Rectangle 15"/>
          <p:cNvSpPr/>
          <p:nvPr/>
        </p:nvSpPr>
        <p:spPr>
          <a:xfrm>
            <a:off x="8934602" y="1417320"/>
            <a:ext cx="2679192" cy="384048"/>
          </a:xfrm>
          <a:prstGeom prst="rect">
            <a:avLst/>
          </a:prstGeom>
          <a:solidFill>
            <a:srgbClr val="717074"/>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退版 / 截止點</a:t>
            </a:r>
            <a:r>
              <a:rPr sz="900" b="0">
                <a:solidFill>
                  <a:srgbClr val="FFFFFF"/>
                </a:solidFill>
                <a:latin typeface="Arial"/>
                <a:ea typeface="Microsoft JhengHei"/>
                <a:cs typeface="Arial"/>
              </a:rPr>
              <a:t>  Rollback</a:t>
            </a:r>
          </a:p>
        </p:txBody>
      </p:sp>
      <p:sp>
        <p:nvSpPr>
          <p:cNvPr id="17" name="Rectangle 16"/>
          <p:cNvSpPr/>
          <p:nvPr/>
        </p:nvSpPr>
        <p:spPr>
          <a:xfrm>
            <a:off x="893460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8946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250" b="1">
                <a:solidFill>
                  <a:srgbClr val="717074"/>
                </a:solidFill>
                <a:latin typeface="Arial"/>
                <a:ea typeface="Microsoft JhengHei"/>
                <a:cs typeface="Arial"/>
              </a:rPr>
              <a:t>☐ </a:t>
            </a:r>
            <a:r>
              <a:rPr sz="1250" b="0">
                <a:solidFill>
                  <a:srgbClr val="333333"/>
                </a:solidFill>
                <a:latin typeface="Arial"/>
                <a:ea typeface="Microsoft JhengHei"/>
                <a:cs typeface="Arial"/>
              </a:rPr>
              <a:t>反向冷遷移 / 開回保留來源</a:t>
            </a:r>
          </a:p>
          <a:p>
            <a:pPr algn="l">
              <a:lnSpc>
                <a:spcPct val="100000"/>
              </a:lnSpc>
              <a:spcAft>
                <a:spcPts val="700"/>
              </a:spcAft>
            </a:pPr>
            <a:r>
              <a:rPr sz="1250" b="1">
                <a:solidFill>
                  <a:srgbClr val="717074"/>
                </a:solidFill>
                <a:latin typeface="Arial"/>
                <a:ea typeface="Microsoft JhengHei"/>
                <a:cs typeface="Arial"/>
              </a:rPr>
              <a:t>☐ </a:t>
            </a:r>
            <a:r>
              <a:rPr sz="1250" b="0">
                <a:solidFill>
                  <a:srgbClr val="333333"/>
                </a:solidFill>
                <a:latin typeface="Arial"/>
                <a:ea typeface="Microsoft JhengHei"/>
                <a:cs typeface="Arial"/>
              </a:rPr>
              <a:t>截止：S06 Import 前</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S02 ｜ Upgrade Aria Operations 8.18.7 to VCF Operations 9.1.1</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6C4B94"/>
                </a:solidFill>
                <a:latin typeface="Arial"/>
                <a:ea typeface="Microsoft JhengHei"/>
                <a:cs typeface="Arial"/>
              </a:rPr>
              <a:t>Aria Operations 8.18.7 → VCF Operations 9.1.1（in-place PAK）</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依據：TechDocs《Deploy Components by Using VCF Installer…》《Perform the Upgrade to VCF Operations 9.1》《Back up Customized Content in VCF Operations Before an Upgrade》等；CXS Lab 實測</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sp>
        <p:nvSpPr>
          <p:cNvPr id="6" name="TextBox 5"/>
          <p:cNvSpPr txBox="1"/>
          <p:nvPr/>
        </p:nvSpPr>
        <p:spPr>
          <a:xfrm>
            <a:off x="548640" y="1097280"/>
            <a:ext cx="8686800" cy="256032"/>
          </a:xfrm>
          <a:prstGeom prst="rect">
            <a:avLst/>
          </a:prstGeom>
          <a:noFill/>
        </p:spPr>
        <p:txBody>
          <a:bodyPr wrap="square" lIns="27432" rIns="27432" tIns="27432" bIns="27432" anchor="t">
            <a:spAutoFit/>
          </a:bodyPr>
          <a:lstStyle/>
          <a:p>
            <a:pPr algn="l">
              <a:spcAft>
                <a:spcPts val="200"/>
              </a:spcAft>
            </a:pPr>
            <a:r>
              <a:rPr sz="1000" b="0">
                <a:solidFill>
                  <a:srgbClr val="717074"/>
                </a:solidFill>
                <a:latin typeface="Arial"/>
                <a:ea typeface="Microsoft JhengHei"/>
                <a:cs typeface="Arial"/>
              </a:rPr>
              <a:t>原計畫 #2 ｜ 負責：ENG、ARC ｜ Lab：8.18.6 → 9.1.1 單節點約 23 分；nested vSAN 約 48 分</a:t>
            </a:r>
          </a:p>
        </p:txBody>
      </p:sp>
      <p:sp>
        <p:nvSpPr>
          <p:cNvPr id="7" name="Rectangle 6"/>
          <p:cNvSpPr/>
          <p:nvPr/>
        </p:nvSpPr>
        <p:spPr>
          <a:xfrm>
            <a:off x="576072" y="1417320"/>
            <a:ext cx="2679192" cy="384048"/>
          </a:xfrm>
          <a:prstGeom prst="rect">
            <a:avLst/>
          </a:prstGeom>
          <a:solidFill>
            <a:srgbClr val="005C8A"/>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前置檢查</a:t>
            </a:r>
            <a:r>
              <a:rPr sz="900" b="0">
                <a:solidFill>
                  <a:srgbClr val="FFFFFF"/>
                </a:solidFill>
                <a:latin typeface="Arial"/>
                <a:ea typeface="Microsoft JhengHei"/>
                <a:cs typeface="Arial"/>
              </a:rPr>
              <a:t>  Pre-check</a:t>
            </a:r>
          </a:p>
        </p:txBody>
      </p:sp>
      <p:sp>
        <p:nvSpPr>
          <p:cNvPr id="8" name="Rectangle 7"/>
          <p:cNvSpPr/>
          <p:nvPr/>
        </p:nvSpPr>
        <p:spPr>
          <a:xfrm>
            <a:off x="57607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已在 Mgmt Cluster（S05 沿用）</a:t>
            </a:r>
          </a:p>
          <a:p>
            <a:pPr algn="l">
              <a:lnSpc>
                <a:spcPct val="100000"/>
              </a:lnSpc>
              <a:spcAft>
                <a:spcPts val="7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8.18.x → 9.1：只能 PAK</a:t>
            </a:r>
          </a:p>
          <a:p>
            <a:pPr algn="l">
              <a:lnSpc>
                <a:spcPct val="100000"/>
              </a:lnSpc>
              <a:spcAft>
                <a:spcPts val="3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vCenter integration 欄位只填 FQDN</a:t>
            </a:r>
          </a:p>
          <a:p>
            <a:pPr algn="l">
              <a:lnSpc>
                <a:spcPct val="100000"/>
              </a:lnSpc>
              <a:spcAft>
                <a:spcPts val="700"/>
              </a:spcAft>
            </a:pPr>
            <a:r>
              <a:rPr sz="1100" b="0">
                <a:solidFill>
                  <a:srgbClr val="717074"/>
                </a:solidFill>
                <a:latin typeface="Arial"/>
                <a:ea typeface="Microsoft JhengHei"/>
                <a:cs typeface="Arial"/>
              </a:rPr>
              <a:t>    VCF Ops &gt; Integrations &gt; vCenter</a:t>
            </a:r>
          </a:p>
          <a:p>
            <a:pPr algn="l">
              <a:lnSpc>
                <a:spcPct val="100000"/>
              </a:lnSpc>
              <a:spcAft>
                <a:spcPts val="3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憑證 SAN 含節點 + VIP</a:t>
            </a:r>
          </a:p>
          <a:p>
            <a:pPr algn="l">
              <a:lnSpc>
                <a:spcPct val="100000"/>
              </a:lnSpc>
              <a:spcAft>
                <a:spcPts val="700"/>
              </a:spcAft>
            </a:pPr>
            <a:r>
              <a:rPr sz="1100" b="0">
                <a:solidFill>
                  <a:srgbClr val="717074"/>
                </a:solidFill>
                <a:latin typeface="Arial"/>
                <a:ea typeface="Microsoft JhengHei"/>
                <a:cs typeface="Arial"/>
              </a:rPr>
              <a:t>    openssl s_client -connect &lt;ops&gt;:443</a:t>
            </a:r>
          </a:p>
          <a:p>
            <a:pPr algn="l">
              <a:lnSpc>
                <a:spcPct val="100000"/>
              </a:lnSpc>
              <a:spcAft>
                <a:spcPts val="3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匯出自訂內容 + assessment</a:t>
            </a:r>
          </a:p>
          <a:p>
            <a:pPr algn="l">
              <a:lnSpc>
                <a:spcPct val="100000"/>
              </a:lnSpc>
              <a:spcAft>
                <a:spcPts val="700"/>
              </a:spcAft>
            </a:pPr>
            <a:r>
              <a:rPr sz="1100" b="0">
                <a:solidFill>
                  <a:srgbClr val="717074"/>
                </a:solidFill>
                <a:latin typeface="Arial"/>
                <a:ea typeface="Microsoft JhengHei"/>
                <a:cs typeface="Arial"/>
              </a:rPr>
              <a:t>    VCF Ops &gt; Content Management &gt; Export</a:t>
            </a:r>
          </a:p>
          <a:p>
            <a:pPr algn="l">
              <a:lnSpc>
                <a:spcPct val="100000"/>
              </a:lnSpc>
              <a:spcAft>
                <a:spcPts val="3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Offline → 全節點 snapshot（無 memory）</a:t>
            </a:r>
          </a:p>
          <a:p>
            <a:pPr algn="l">
              <a:lnSpc>
                <a:spcPct val="100000"/>
              </a:lnSpc>
              <a:spcAft>
                <a:spcPts val="700"/>
              </a:spcAft>
            </a:pPr>
            <a:r>
              <a:rPr sz="1100" b="0">
                <a:solidFill>
                  <a:srgbClr val="717074"/>
                </a:solidFill>
                <a:latin typeface="Arial"/>
                <a:ea typeface="Microsoft JhengHei"/>
                <a:cs typeface="Arial"/>
              </a:rPr>
              <a:t>    /admin &gt; Take Cluster Offline；vSphere Client &gt; Take Snapshot</a:t>
            </a:r>
          </a:p>
        </p:txBody>
      </p:sp>
      <p:sp>
        <p:nvSpPr>
          <p:cNvPr id="10" name="Rectangle 9"/>
          <p:cNvSpPr/>
          <p:nvPr/>
        </p:nvSpPr>
        <p:spPr>
          <a:xfrm>
            <a:off x="3362248" y="1417320"/>
            <a:ext cx="2679192" cy="384048"/>
          </a:xfrm>
          <a:prstGeom prst="rect">
            <a:avLst/>
          </a:prstGeom>
          <a:solidFill>
            <a:srgbClr val="007B8C"/>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執行</a:t>
            </a:r>
            <a:r>
              <a:rPr sz="900" b="0">
                <a:solidFill>
                  <a:srgbClr val="FFFFFF"/>
                </a:solidFill>
                <a:latin typeface="Arial"/>
                <a:ea typeface="Microsoft JhengHei"/>
                <a:cs typeface="Arial"/>
              </a:rPr>
              <a:t>  Execute</a:t>
            </a:r>
          </a:p>
        </p:txBody>
      </p:sp>
      <p:sp>
        <p:nvSpPr>
          <p:cNvPr id="11" name="Rectangle 10"/>
          <p:cNvSpPr/>
          <p:nvPr/>
        </p:nvSpPr>
        <p:spPr>
          <a:xfrm>
            <a:off x="3362248"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7112"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250" b="1">
                <a:solidFill>
                  <a:srgbClr val="007B8C"/>
                </a:solidFill>
                <a:latin typeface="Arial"/>
                <a:ea typeface="Microsoft JhengHei"/>
                <a:cs typeface="Arial"/>
              </a:rPr>
              <a:t>☐ </a:t>
            </a:r>
            <a:r>
              <a:rPr sz="1250" b="0">
                <a:solidFill>
                  <a:srgbClr val="333333"/>
                </a:solidFill>
                <a:latin typeface="Arial"/>
                <a:ea typeface="Microsoft JhengHei"/>
                <a:cs typeface="Arial"/>
              </a:rPr>
              <a:t>/admin Software Update 上傳 PAK → Install</a:t>
            </a:r>
          </a:p>
          <a:p>
            <a:pPr algn="l">
              <a:lnSpc>
                <a:spcPct val="100000"/>
              </a:lnSpc>
              <a:spcAft>
                <a:spcPts val="700"/>
              </a:spcAft>
            </a:pPr>
            <a:r>
              <a:rPr sz="1100" b="0">
                <a:solidFill>
                  <a:srgbClr val="717074"/>
                </a:solidFill>
                <a:latin typeface="Arial"/>
                <a:ea typeface="Microsoft JhengHei"/>
                <a:cs typeface="Arial"/>
              </a:rPr>
              <a:t>    https://&lt;primary&gt;/admin</a:t>
            </a:r>
          </a:p>
          <a:p>
            <a:pPr algn="l">
              <a:lnSpc>
                <a:spcPct val="100000"/>
              </a:lnSpc>
              <a:spcAft>
                <a:spcPts val="300"/>
              </a:spcAft>
            </a:pPr>
            <a:r>
              <a:rPr sz="1250" b="1">
                <a:solidFill>
                  <a:srgbClr val="007B8C"/>
                </a:solidFill>
                <a:latin typeface="Arial"/>
                <a:ea typeface="Microsoft JhengHei"/>
                <a:cs typeface="Arial"/>
              </a:rPr>
              <a:t>☐ </a:t>
            </a:r>
            <a:r>
              <a:rPr sz="1250" b="0">
                <a:solidFill>
                  <a:srgbClr val="333333"/>
                </a:solidFill>
                <a:latin typeface="Arial"/>
                <a:ea typeface="Microsoft JhengHei"/>
                <a:cs typeface="Arial"/>
              </a:rPr>
              <a:t>升級會先升叢集節點，再自動升 cloud proxy；重新登入 Software Update 追進度</a:t>
            </a:r>
          </a:p>
          <a:p>
            <a:pPr algn="l">
              <a:lnSpc>
                <a:spcPct val="100000"/>
              </a:lnSpc>
              <a:spcAft>
                <a:spcPts val="700"/>
              </a:spcAft>
            </a:pPr>
            <a:r>
              <a:rPr sz="1100" b="0">
                <a:solidFill>
                  <a:srgbClr val="717074"/>
                </a:solidFill>
                <a:latin typeface="Arial"/>
                <a:ea typeface="Microsoft JhengHei"/>
                <a:cs typeface="Arial"/>
              </a:rPr>
              <a:t>    /admin &gt; Software Update</a:t>
            </a:r>
          </a:p>
        </p:txBody>
      </p:sp>
      <p:sp>
        <p:nvSpPr>
          <p:cNvPr id="13" name="Rectangle 12"/>
          <p:cNvSpPr/>
          <p:nvPr/>
        </p:nvSpPr>
        <p:spPr>
          <a:xfrm>
            <a:off x="6148425" y="1417320"/>
            <a:ext cx="2679192" cy="384048"/>
          </a:xfrm>
          <a:prstGeom prst="rect">
            <a:avLst/>
          </a:prstGeom>
          <a:solidFill>
            <a:srgbClr val="61A60E"/>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完成驗證</a:t>
            </a:r>
            <a:r>
              <a:rPr sz="900" b="0">
                <a:solidFill>
                  <a:srgbClr val="FFFFFF"/>
                </a:solidFill>
                <a:latin typeface="Arial"/>
                <a:ea typeface="Microsoft JhengHei"/>
                <a:cs typeface="Arial"/>
              </a:rPr>
              <a:t>  Verify</a:t>
            </a:r>
          </a:p>
        </p:txBody>
      </p:sp>
      <p:sp>
        <p:nvSpPr>
          <p:cNvPr id="14" name="Rectangle 13"/>
          <p:cNvSpPr/>
          <p:nvPr/>
        </p:nvSpPr>
        <p:spPr>
          <a:xfrm>
            <a:off x="6148425"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03289"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250" b="1">
                <a:solidFill>
                  <a:srgbClr val="61A60E"/>
                </a:solidFill>
                <a:latin typeface="Arial"/>
                <a:ea typeface="Microsoft JhengHei"/>
                <a:cs typeface="Arial"/>
              </a:rPr>
              <a:t>☐ </a:t>
            </a:r>
            <a:r>
              <a:rPr sz="1250" b="0">
                <a:solidFill>
                  <a:srgbClr val="333333"/>
                </a:solidFill>
                <a:latin typeface="Arial"/>
                <a:ea typeface="Microsoft JhengHei"/>
                <a:cs typeface="Arial"/>
              </a:rPr>
              <a:t>叢集真正 Online（不要只看版本號）</a:t>
            </a:r>
          </a:p>
          <a:p>
            <a:pPr algn="l">
              <a:lnSpc>
                <a:spcPct val="100000"/>
              </a:lnSpc>
              <a:spcAft>
                <a:spcPts val="700"/>
              </a:spcAft>
            </a:pPr>
            <a:r>
              <a:rPr sz="1100" b="0">
                <a:solidFill>
                  <a:srgbClr val="717074"/>
                </a:solidFill>
                <a:latin typeface="Arial"/>
                <a:ea typeface="Microsoft JhengHei"/>
                <a:cs typeface="Arial"/>
              </a:rPr>
              <a:t>    GET /suite-api/api/resources</a:t>
            </a:r>
          </a:p>
          <a:p>
            <a:pPr algn="l">
              <a:lnSpc>
                <a:spcPct val="100000"/>
              </a:lnSpc>
              <a:spcAft>
                <a:spcPts val="300"/>
              </a:spcAft>
            </a:pPr>
            <a:r>
              <a:rPr sz="1250" b="1">
                <a:solidFill>
                  <a:srgbClr val="61A60E"/>
                </a:solidFill>
                <a:latin typeface="Arial"/>
                <a:ea typeface="Microsoft JhengHei"/>
                <a:cs typeface="Arial"/>
              </a:rPr>
              <a:t>☐ </a:t>
            </a:r>
            <a:r>
              <a:rPr sz="1250" b="0">
                <a:solidFill>
                  <a:srgbClr val="333333"/>
                </a:solidFill>
                <a:latin typeface="Arial"/>
                <a:ea typeface="Microsoft JhengHei"/>
                <a:cs typeface="Arial"/>
              </a:rPr>
              <a:t>adapter / dashboard / cloud proxy 正常</a:t>
            </a:r>
          </a:p>
          <a:p>
            <a:pPr algn="l">
              <a:lnSpc>
                <a:spcPct val="100000"/>
              </a:lnSpc>
              <a:spcAft>
                <a:spcPts val="700"/>
              </a:spcAft>
            </a:pPr>
            <a:r>
              <a:rPr sz="1100" b="0">
                <a:solidFill>
                  <a:srgbClr val="717074"/>
                </a:solidFill>
                <a:latin typeface="Arial"/>
                <a:ea typeface="Microsoft JhengHei"/>
                <a:cs typeface="Arial"/>
              </a:rPr>
              <a:t>    VCF Ops UI</a:t>
            </a:r>
          </a:p>
          <a:p>
            <a:pPr algn="l">
              <a:lnSpc>
                <a:spcPct val="100000"/>
              </a:lnSpc>
              <a:spcAft>
                <a:spcPts val="300"/>
              </a:spcAft>
            </a:pPr>
            <a:r>
              <a:rPr sz="1250" b="1">
                <a:solidFill>
                  <a:srgbClr val="61A60E"/>
                </a:solidFill>
                <a:latin typeface="Arial"/>
                <a:ea typeface="Microsoft JhengHei"/>
                <a:cs typeface="Arial"/>
              </a:rPr>
              <a:t>☐ </a:t>
            </a:r>
            <a:r>
              <a:rPr sz="1250" b="0">
                <a:solidFill>
                  <a:srgbClr val="333333"/>
                </a:solidFill>
                <a:latin typeface="Arial"/>
                <a:ea typeface="Microsoft JhengHei"/>
                <a:cs typeface="Arial"/>
              </a:rPr>
              <a:t>從 ASL 移除 Ops（不刪 VM）</a:t>
            </a:r>
          </a:p>
          <a:p>
            <a:pPr algn="l">
              <a:lnSpc>
                <a:spcPct val="100000"/>
              </a:lnSpc>
              <a:spcAft>
                <a:spcPts val="700"/>
              </a:spcAft>
            </a:pPr>
            <a:r>
              <a:rPr sz="1100" b="0">
                <a:solidFill>
                  <a:srgbClr val="717074"/>
                </a:solidFill>
                <a:latin typeface="Arial"/>
                <a:ea typeface="Microsoft JhengHei"/>
                <a:cs typeface="Arial"/>
              </a:rPr>
              <a:t>    ASL &gt; Environments &gt; Delete Product</a:t>
            </a:r>
          </a:p>
        </p:txBody>
      </p:sp>
      <p:sp>
        <p:nvSpPr>
          <p:cNvPr id="16" name="Rectangle 15"/>
          <p:cNvSpPr/>
          <p:nvPr/>
        </p:nvSpPr>
        <p:spPr>
          <a:xfrm>
            <a:off x="8934602" y="1417320"/>
            <a:ext cx="2679192" cy="384048"/>
          </a:xfrm>
          <a:prstGeom prst="rect">
            <a:avLst/>
          </a:prstGeom>
          <a:solidFill>
            <a:srgbClr val="717074"/>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退版 / 截止點</a:t>
            </a:r>
            <a:r>
              <a:rPr sz="900" b="0">
                <a:solidFill>
                  <a:srgbClr val="FFFFFF"/>
                </a:solidFill>
                <a:latin typeface="Arial"/>
                <a:ea typeface="Microsoft JhengHei"/>
                <a:cs typeface="Arial"/>
              </a:rPr>
              <a:t>  Rollback</a:t>
            </a:r>
          </a:p>
        </p:txBody>
      </p:sp>
      <p:sp>
        <p:nvSpPr>
          <p:cNvPr id="17" name="Rectangle 16"/>
          <p:cNvSpPr/>
          <p:nvPr/>
        </p:nvSpPr>
        <p:spPr>
          <a:xfrm>
            <a:off x="893460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8946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250" b="1">
                <a:solidFill>
                  <a:srgbClr val="717074"/>
                </a:solidFill>
                <a:latin typeface="Arial"/>
                <a:ea typeface="Microsoft JhengHei"/>
                <a:cs typeface="Arial"/>
              </a:rPr>
              <a:t>☐ </a:t>
            </a:r>
            <a:r>
              <a:rPr sz="1250" b="0">
                <a:solidFill>
                  <a:srgbClr val="333333"/>
                </a:solidFill>
                <a:latin typeface="Arial"/>
                <a:ea typeface="Microsoft JhengHei"/>
                <a:cs typeface="Arial"/>
              </a:rPr>
              <a:t>全節點 revert snapshot</a:t>
            </a:r>
          </a:p>
          <a:p>
            <a:pPr algn="l">
              <a:lnSpc>
                <a:spcPct val="100000"/>
              </a:lnSpc>
              <a:spcAft>
                <a:spcPts val="700"/>
              </a:spcAft>
            </a:pPr>
            <a:r>
              <a:rPr sz="1250" b="1">
                <a:solidFill>
                  <a:srgbClr val="717074"/>
                </a:solidFill>
                <a:latin typeface="Arial"/>
                <a:ea typeface="Microsoft JhengHei"/>
                <a:cs typeface="Arial"/>
              </a:rPr>
              <a:t>☐ </a:t>
            </a:r>
            <a:r>
              <a:rPr sz="1250" b="0">
                <a:solidFill>
                  <a:srgbClr val="333333"/>
                </a:solidFill>
                <a:latin typeface="Arial"/>
                <a:ea typeface="Microsoft JhengHei"/>
                <a:cs typeface="Arial"/>
              </a:rPr>
              <a:t>截止：S05 Converge 前</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S03 ｜ Deploy VCF Installer 9.1.1</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6C4B94"/>
                </a:solidFill>
                <a:latin typeface="Arial"/>
                <a:ea typeface="Microsoft JhengHei"/>
                <a:cs typeface="Arial"/>
              </a:rPr>
              <a:t>部署 VCF Installer 9.1.1</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依據：TechDocs《Deploy Components by Using VCF Installer…》；VCF 9.1.1 BOM；CXS Lab 實測</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sp>
        <p:nvSpPr>
          <p:cNvPr id="6" name="TextBox 5"/>
          <p:cNvSpPr txBox="1"/>
          <p:nvPr/>
        </p:nvSpPr>
        <p:spPr>
          <a:xfrm>
            <a:off x="548640" y="1097280"/>
            <a:ext cx="8686800" cy="256032"/>
          </a:xfrm>
          <a:prstGeom prst="rect">
            <a:avLst/>
          </a:prstGeom>
          <a:noFill/>
        </p:spPr>
        <p:txBody>
          <a:bodyPr wrap="square" lIns="27432" rIns="27432" tIns="27432" bIns="27432" anchor="t">
            <a:spAutoFit/>
          </a:bodyPr>
          <a:lstStyle/>
          <a:p>
            <a:pPr algn="l">
              <a:spcAft>
                <a:spcPts val="200"/>
              </a:spcAft>
            </a:pPr>
            <a:r>
              <a:rPr sz="1000" b="0">
                <a:solidFill>
                  <a:srgbClr val="717074"/>
                </a:solidFill>
                <a:latin typeface="Arial"/>
                <a:ea typeface="Microsoft JhengHei"/>
                <a:cs typeface="Arial"/>
              </a:rPr>
              <a:t>原計畫 #3 ｜ 負責：ENG</a:t>
            </a:r>
          </a:p>
        </p:txBody>
      </p:sp>
      <p:sp>
        <p:nvSpPr>
          <p:cNvPr id="7" name="Rectangle 6"/>
          <p:cNvSpPr/>
          <p:nvPr/>
        </p:nvSpPr>
        <p:spPr>
          <a:xfrm>
            <a:off x="576072" y="1417320"/>
            <a:ext cx="2679192" cy="384048"/>
          </a:xfrm>
          <a:prstGeom prst="rect">
            <a:avLst/>
          </a:prstGeom>
          <a:solidFill>
            <a:srgbClr val="005C8A"/>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前置檢查</a:t>
            </a:r>
            <a:r>
              <a:rPr sz="900" b="0">
                <a:solidFill>
                  <a:srgbClr val="FFFFFF"/>
                </a:solidFill>
                <a:latin typeface="Arial"/>
                <a:ea typeface="Microsoft JhengHei"/>
                <a:cs typeface="Arial"/>
              </a:rPr>
              <a:t>  Pre-check</a:t>
            </a:r>
          </a:p>
        </p:txBody>
      </p:sp>
      <p:sp>
        <p:nvSpPr>
          <p:cNvPr id="8" name="Rectangle 7"/>
          <p:cNvSpPr/>
          <p:nvPr/>
        </p:nvSpPr>
        <p:spPr>
          <a:xfrm>
            <a:off x="57607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Installer ≥ 9.1.1（同 9.1.1 BOM）</a:t>
            </a:r>
          </a:p>
          <a:p>
            <a:pPr algn="l">
              <a:lnSpc>
                <a:spcPct val="100000"/>
              </a:lnSpc>
              <a:spcAft>
                <a:spcPts val="3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IP / FQDN、NTP、DNS</a:t>
            </a:r>
          </a:p>
          <a:p>
            <a:pPr algn="l">
              <a:lnSpc>
                <a:spcPct val="100000"/>
              </a:lnSpc>
              <a:spcAft>
                <a:spcPts val="700"/>
              </a:spcAft>
            </a:pPr>
            <a:r>
              <a:rPr sz="1100" b="0">
                <a:solidFill>
                  <a:srgbClr val="717074"/>
                </a:solidFill>
                <a:latin typeface="Arial"/>
                <a:ea typeface="Microsoft JhengHei"/>
                <a:cs typeface="Arial"/>
              </a:rPr>
              <a:t>    nslookup</a:t>
            </a:r>
          </a:p>
          <a:p>
            <a:pPr algn="l">
              <a:lnSpc>
                <a:spcPct val="100000"/>
              </a:lnSpc>
              <a:spcAft>
                <a:spcPts val="3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全新 Installer（/v1/sddcs = []）</a:t>
            </a:r>
          </a:p>
          <a:p>
            <a:pPr algn="l">
              <a:lnSpc>
                <a:spcPct val="100000"/>
              </a:lnSpc>
              <a:spcAft>
                <a:spcPts val="700"/>
              </a:spcAft>
            </a:pPr>
            <a:r>
              <a:rPr sz="1100" b="0">
                <a:solidFill>
                  <a:srgbClr val="717074"/>
                </a:solidFill>
                <a:latin typeface="Arial"/>
                <a:ea typeface="Microsoft JhengHei"/>
                <a:cs typeface="Arial"/>
              </a:rPr>
              <a:t>    GET https://&lt;installer&gt;/v1/sddcs</a:t>
            </a:r>
          </a:p>
        </p:txBody>
      </p:sp>
      <p:sp>
        <p:nvSpPr>
          <p:cNvPr id="10" name="Rectangle 9"/>
          <p:cNvSpPr/>
          <p:nvPr/>
        </p:nvSpPr>
        <p:spPr>
          <a:xfrm>
            <a:off x="3362248" y="1417320"/>
            <a:ext cx="2679192" cy="384048"/>
          </a:xfrm>
          <a:prstGeom prst="rect">
            <a:avLst/>
          </a:prstGeom>
          <a:solidFill>
            <a:srgbClr val="007B8C"/>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執行</a:t>
            </a:r>
            <a:r>
              <a:rPr sz="900" b="0">
                <a:solidFill>
                  <a:srgbClr val="FFFFFF"/>
                </a:solidFill>
                <a:latin typeface="Arial"/>
                <a:ea typeface="Microsoft JhengHei"/>
                <a:cs typeface="Arial"/>
              </a:rPr>
              <a:t>  Execute</a:t>
            </a:r>
          </a:p>
        </p:txBody>
      </p:sp>
      <p:sp>
        <p:nvSpPr>
          <p:cNvPr id="11" name="Rectangle 10"/>
          <p:cNvSpPr/>
          <p:nvPr/>
        </p:nvSpPr>
        <p:spPr>
          <a:xfrm>
            <a:off x="3362248"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7112"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250" b="1">
                <a:solidFill>
                  <a:srgbClr val="007B8C"/>
                </a:solidFill>
                <a:latin typeface="Arial"/>
                <a:ea typeface="Microsoft JhengHei"/>
                <a:cs typeface="Arial"/>
              </a:rPr>
              <a:t>☐ </a:t>
            </a:r>
            <a:r>
              <a:rPr sz="1250" b="0">
                <a:solidFill>
                  <a:srgbClr val="333333"/>
                </a:solidFill>
                <a:latin typeface="Arial"/>
                <a:ea typeface="Microsoft JhengHei"/>
                <a:cs typeface="Arial"/>
              </a:rPr>
              <a:t>部署 OVA；密碼交保管工具</a:t>
            </a:r>
          </a:p>
          <a:p>
            <a:pPr algn="l">
              <a:lnSpc>
                <a:spcPct val="100000"/>
              </a:lnSpc>
              <a:spcAft>
                <a:spcPts val="700"/>
              </a:spcAft>
            </a:pPr>
            <a:r>
              <a:rPr sz="1100" b="0">
                <a:solidFill>
                  <a:srgbClr val="717074"/>
                </a:solidFill>
                <a:latin typeface="Arial"/>
                <a:ea typeface="Microsoft JhengHei"/>
                <a:cs typeface="Arial"/>
              </a:rPr>
              <a:t>    vSphere Client &gt; Deploy OVF Template</a:t>
            </a:r>
          </a:p>
        </p:txBody>
      </p:sp>
      <p:sp>
        <p:nvSpPr>
          <p:cNvPr id="13" name="Rectangle 12"/>
          <p:cNvSpPr/>
          <p:nvPr/>
        </p:nvSpPr>
        <p:spPr>
          <a:xfrm>
            <a:off x="6148425" y="1417320"/>
            <a:ext cx="2679192" cy="384048"/>
          </a:xfrm>
          <a:prstGeom prst="rect">
            <a:avLst/>
          </a:prstGeom>
          <a:solidFill>
            <a:srgbClr val="61A60E"/>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完成驗證</a:t>
            </a:r>
            <a:r>
              <a:rPr sz="900" b="0">
                <a:solidFill>
                  <a:srgbClr val="FFFFFF"/>
                </a:solidFill>
                <a:latin typeface="Arial"/>
                <a:ea typeface="Microsoft JhengHei"/>
                <a:cs typeface="Arial"/>
              </a:rPr>
              <a:t>  Verify</a:t>
            </a:r>
          </a:p>
        </p:txBody>
      </p:sp>
      <p:sp>
        <p:nvSpPr>
          <p:cNvPr id="14" name="Rectangle 13"/>
          <p:cNvSpPr/>
          <p:nvPr/>
        </p:nvSpPr>
        <p:spPr>
          <a:xfrm>
            <a:off x="6148425"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03289"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250" b="1">
                <a:solidFill>
                  <a:srgbClr val="61A60E"/>
                </a:solidFill>
                <a:latin typeface="Arial"/>
                <a:ea typeface="Microsoft JhengHei"/>
                <a:cs typeface="Arial"/>
              </a:rPr>
              <a:t>☐ </a:t>
            </a:r>
            <a:r>
              <a:rPr sz="1250" b="0">
                <a:solidFill>
                  <a:srgbClr val="333333"/>
                </a:solidFill>
                <a:latin typeface="Arial"/>
                <a:ea typeface="Microsoft JhengHei"/>
                <a:cs typeface="Arial"/>
              </a:rPr>
              <a:t>UI 登入、版本 9.1.1</a:t>
            </a:r>
          </a:p>
          <a:p>
            <a:pPr algn="l">
              <a:lnSpc>
                <a:spcPct val="100000"/>
              </a:lnSpc>
              <a:spcAft>
                <a:spcPts val="700"/>
              </a:spcAft>
            </a:pPr>
            <a:r>
              <a:rPr sz="1100" b="0">
                <a:solidFill>
                  <a:srgbClr val="717074"/>
                </a:solidFill>
                <a:latin typeface="Arial"/>
                <a:ea typeface="Microsoft JhengHei"/>
                <a:cs typeface="Arial"/>
              </a:rPr>
              <a:t>    https://&lt;installer-fqdn&gt;</a:t>
            </a:r>
          </a:p>
        </p:txBody>
      </p:sp>
      <p:sp>
        <p:nvSpPr>
          <p:cNvPr id="16" name="Rectangle 15"/>
          <p:cNvSpPr/>
          <p:nvPr/>
        </p:nvSpPr>
        <p:spPr>
          <a:xfrm>
            <a:off x="8934602" y="1417320"/>
            <a:ext cx="2679192" cy="384048"/>
          </a:xfrm>
          <a:prstGeom prst="rect">
            <a:avLst/>
          </a:prstGeom>
          <a:solidFill>
            <a:srgbClr val="717074"/>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退版 / 截止點</a:t>
            </a:r>
            <a:r>
              <a:rPr sz="900" b="0">
                <a:solidFill>
                  <a:srgbClr val="FFFFFF"/>
                </a:solidFill>
                <a:latin typeface="Arial"/>
                <a:ea typeface="Microsoft JhengHei"/>
                <a:cs typeface="Arial"/>
              </a:rPr>
              <a:t>  Rollback</a:t>
            </a:r>
          </a:p>
        </p:txBody>
      </p:sp>
      <p:sp>
        <p:nvSpPr>
          <p:cNvPr id="17" name="Rectangle 16"/>
          <p:cNvSpPr/>
          <p:nvPr/>
        </p:nvSpPr>
        <p:spPr>
          <a:xfrm>
            <a:off x="893460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8946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250" b="1">
                <a:solidFill>
                  <a:srgbClr val="717074"/>
                </a:solidFill>
                <a:latin typeface="Arial"/>
                <a:ea typeface="Microsoft JhengHei"/>
                <a:cs typeface="Arial"/>
              </a:rPr>
              <a:t>☐ </a:t>
            </a:r>
            <a:r>
              <a:rPr sz="1250" b="0">
                <a:solidFill>
                  <a:srgbClr val="333333"/>
                </a:solidFill>
                <a:latin typeface="Arial"/>
                <a:ea typeface="Microsoft JhengHei"/>
                <a:cs typeface="Arial"/>
              </a:rPr>
              <a:t>刪除 VM 即可（無影響）</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S04 ｜ Software Depot &amp; Binaries</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6C4B94"/>
                </a:solidFill>
                <a:latin typeface="Arial"/>
                <a:ea typeface="Microsoft JhengHei"/>
                <a:cs typeface="Arial"/>
              </a:rPr>
              <a:t>Depot 與 Binaries（回答「Offline Depot???」）</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依據：TechDocs《Downloading Binaries to VCF Installer》《Connect VCF Installer to Broadcom or an Offline Depot》《Manual Transfer》等；CXS Lab 實測；Upgrading Workload Domains</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sp>
        <p:nvSpPr>
          <p:cNvPr id="6" name="TextBox 5"/>
          <p:cNvSpPr txBox="1"/>
          <p:nvPr/>
        </p:nvSpPr>
        <p:spPr>
          <a:xfrm>
            <a:off x="548640" y="1097280"/>
            <a:ext cx="8686800" cy="256032"/>
          </a:xfrm>
          <a:prstGeom prst="rect">
            <a:avLst/>
          </a:prstGeom>
          <a:noFill/>
        </p:spPr>
        <p:txBody>
          <a:bodyPr wrap="square" lIns="27432" rIns="27432" tIns="27432" bIns="27432" anchor="t">
            <a:spAutoFit/>
          </a:bodyPr>
          <a:lstStyle/>
          <a:p>
            <a:pPr algn="l">
              <a:spcAft>
                <a:spcPts val="200"/>
              </a:spcAft>
            </a:pPr>
            <a:r>
              <a:rPr sz="1000" b="0">
                <a:solidFill>
                  <a:srgbClr val="717074"/>
                </a:solidFill>
                <a:latin typeface="Arial"/>
                <a:ea typeface="Microsoft JhengHei"/>
                <a:cs typeface="Arial"/>
              </a:rPr>
              <a:t>原計畫 #4 ｜ 負責：ENG、NET</a:t>
            </a:r>
          </a:p>
        </p:txBody>
      </p:sp>
      <p:sp>
        <p:nvSpPr>
          <p:cNvPr id="7" name="Rectangle 6"/>
          <p:cNvSpPr/>
          <p:nvPr/>
        </p:nvSpPr>
        <p:spPr>
          <a:xfrm>
            <a:off x="576072" y="1417320"/>
            <a:ext cx="2679192" cy="384048"/>
          </a:xfrm>
          <a:prstGeom prst="rect">
            <a:avLst/>
          </a:prstGeom>
          <a:solidFill>
            <a:srgbClr val="005C8A"/>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前置檢查</a:t>
            </a:r>
            <a:r>
              <a:rPr sz="900" b="0">
                <a:solidFill>
                  <a:srgbClr val="FFFFFF"/>
                </a:solidFill>
                <a:latin typeface="Arial"/>
                <a:ea typeface="Microsoft JhengHei"/>
                <a:cs typeface="Arial"/>
              </a:rPr>
              <a:t>  Pre-check</a:t>
            </a:r>
          </a:p>
        </p:txBody>
      </p:sp>
      <p:sp>
        <p:nvSpPr>
          <p:cNvPr id="8" name="Rectangle 7"/>
          <p:cNvSpPr/>
          <p:nvPr/>
        </p:nvSpPr>
        <p:spPr>
          <a:xfrm>
            <a:off x="57607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100" b="1">
                <a:solidFill>
                  <a:srgbClr val="005C8A"/>
                </a:solidFill>
                <a:latin typeface="Arial"/>
                <a:ea typeface="Microsoft JhengHei"/>
                <a:cs typeface="Arial"/>
              </a:rPr>
              <a:t>☐ </a:t>
            </a:r>
            <a:r>
              <a:rPr sz="1100" b="0">
                <a:solidFill>
                  <a:srgbClr val="333333"/>
                </a:solidFill>
                <a:latin typeface="Arial"/>
                <a:ea typeface="Microsoft JhengHei"/>
                <a:cs typeface="Arial"/>
              </a:rPr>
              <a:t>三選一：Online / Offline Depot / Manual</a:t>
            </a:r>
          </a:p>
          <a:p>
            <a:pPr algn="l">
              <a:lnSpc>
                <a:spcPct val="100000"/>
              </a:lnSpc>
              <a:spcAft>
                <a:spcPts val="700"/>
              </a:spcAft>
            </a:pPr>
            <a:r>
              <a:rPr sz="1100" b="1">
                <a:solidFill>
                  <a:srgbClr val="005C8A"/>
                </a:solidFill>
                <a:latin typeface="Arial"/>
                <a:ea typeface="Microsoft JhengHei"/>
                <a:cs typeface="Arial"/>
              </a:rPr>
              <a:t>☐ </a:t>
            </a:r>
            <a:r>
              <a:rPr sz="1100" b="0">
                <a:solidFill>
                  <a:srgbClr val="333333"/>
                </a:solidFill>
                <a:latin typeface="Arial"/>
                <a:ea typeface="Microsoft JhengHei"/>
                <a:cs typeface="Arial"/>
              </a:rPr>
              <a:t>建議 Offline Depot（binaries 不會轉移）</a:t>
            </a:r>
          </a:p>
          <a:p>
            <a:pPr algn="l">
              <a:lnSpc>
                <a:spcPct val="100000"/>
              </a:lnSpc>
              <a:spcAft>
                <a:spcPts val="700"/>
              </a:spcAft>
            </a:pPr>
            <a:r>
              <a:rPr sz="1100" b="1">
                <a:solidFill>
                  <a:srgbClr val="005C8A"/>
                </a:solidFill>
                <a:latin typeface="Arial"/>
                <a:ea typeface="Microsoft JhengHei"/>
                <a:cs typeface="Arial"/>
              </a:rPr>
              <a:t>☐ </a:t>
            </a:r>
            <a:r>
              <a:rPr sz="1100" b="0">
                <a:solidFill>
                  <a:srgbClr val="333333"/>
                </a:solidFill>
                <a:latin typeface="Arial"/>
                <a:ea typeface="Microsoft JhengHei"/>
                <a:cs typeface="Arial"/>
              </a:rPr>
              <a:t>無 Internet 時，VCF Download Tool 是唯一支援的下載方式 → 準備可上網下載機 + activation code</a:t>
            </a:r>
          </a:p>
          <a:p>
            <a:pPr algn="l">
              <a:lnSpc>
                <a:spcPct val="100000"/>
              </a:lnSpc>
              <a:spcAft>
                <a:spcPts val="300"/>
              </a:spcAft>
            </a:pPr>
            <a:r>
              <a:rPr sz="1100" b="1">
                <a:solidFill>
                  <a:srgbClr val="005C8A"/>
                </a:solidFill>
                <a:latin typeface="Arial"/>
                <a:ea typeface="Microsoft JhengHei"/>
                <a:cs typeface="Arial"/>
              </a:rPr>
              <a:t>☐ </a:t>
            </a:r>
            <a:r>
              <a:rPr sz="1100" b="0">
                <a:solidFill>
                  <a:srgbClr val="333333"/>
                </a:solidFill>
                <a:latin typeface="Arial"/>
                <a:ea typeface="Microsoft JhengHei"/>
                <a:cs typeface="Arial"/>
              </a:rPr>
              <a:t>HTTPS 憑證（SAN 含 FQDN+IP）、匯入 CA</a:t>
            </a:r>
          </a:p>
          <a:p>
            <a:pPr algn="l">
              <a:lnSpc>
                <a:spcPct val="100000"/>
              </a:lnSpc>
              <a:spcAft>
                <a:spcPts val="700"/>
              </a:spcAft>
            </a:pPr>
            <a:r>
              <a:rPr sz="950" b="0">
                <a:solidFill>
                  <a:srgbClr val="717074"/>
                </a:solidFill>
                <a:latin typeface="Arial"/>
                <a:ea typeface="Microsoft JhengHei"/>
                <a:cs typeface="Arial"/>
              </a:rPr>
              <a:t>    openssl s_client -connect &lt;depot&gt;:443</a:t>
            </a:r>
          </a:p>
        </p:txBody>
      </p:sp>
      <p:sp>
        <p:nvSpPr>
          <p:cNvPr id="10" name="Rectangle 9"/>
          <p:cNvSpPr/>
          <p:nvPr/>
        </p:nvSpPr>
        <p:spPr>
          <a:xfrm>
            <a:off x="3362248" y="1417320"/>
            <a:ext cx="2679192" cy="384048"/>
          </a:xfrm>
          <a:prstGeom prst="rect">
            <a:avLst/>
          </a:prstGeom>
          <a:solidFill>
            <a:srgbClr val="007B8C"/>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執行</a:t>
            </a:r>
            <a:r>
              <a:rPr sz="900" b="0">
                <a:solidFill>
                  <a:srgbClr val="FFFFFF"/>
                </a:solidFill>
                <a:latin typeface="Arial"/>
                <a:ea typeface="Microsoft JhengHei"/>
                <a:cs typeface="Arial"/>
              </a:rPr>
              <a:t>  Execute</a:t>
            </a:r>
          </a:p>
        </p:txBody>
      </p:sp>
      <p:sp>
        <p:nvSpPr>
          <p:cNvPr id="11" name="Rectangle 10"/>
          <p:cNvSpPr/>
          <p:nvPr/>
        </p:nvSpPr>
        <p:spPr>
          <a:xfrm>
            <a:off x="3362248"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7112"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100" b="1">
                <a:solidFill>
                  <a:srgbClr val="007B8C"/>
                </a:solidFill>
                <a:latin typeface="Arial"/>
                <a:ea typeface="Microsoft JhengHei"/>
                <a:cs typeface="Arial"/>
              </a:rPr>
              <a:t>☐ </a:t>
            </a:r>
            <a:r>
              <a:rPr sz="1100" b="0">
                <a:solidFill>
                  <a:srgbClr val="333333"/>
                </a:solidFill>
                <a:latin typeface="Arial"/>
                <a:ea typeface="Microsoft JhengHei"/>
                <a:cs typeface="Arial"/>
              </a:rPr>
              <a:t>Converge 全套 INSTALL binaries</a:t>
            </a:r>
          </a:p>
          <a:p>
            <a:pPr algn="l">
              <a:lnSpc>
                <a:spcPct val="100000"/>
              </a:lnSpc>
              <a:spcAft>
                <a:spcPts val="700"/>
              </a:spcAft>
            </a:pPr>
            <a:r>
              <a:rPr sz="950" b="0">
                <a:solidFill>
                  <a:srgbClr val="717074"/>
                </a:solidFill>
                <a:latin typeface="Arial"/>
                <a:ea typeface="Microsoft JhengHei"/>
                <a:cs typeface="Arial"/>
              </a:rPr>
              <a:t>    vcf-download-tool binaries download …</a:t>
            </a:r>
          </a:p>
          <a:p>
            <a:pPr algn="l">
              <a:lnSpc>
                <a:spcPct val="100000"/>
              </a:lnSpc>
              <a:spcAft>
                <a:spcPts val="300"/>
              </a:spcAft>
            </a:pPr>
            <a:r>
              <a:rPr sz="1100" b="1">
                <a:solidFill>
                  <a:srgbClr val="007B8C"/>
                </a:solidFill>
                <a:latin typeface="Arial"/>
                <a:ea typeface="Microsoft JhengHei"/>
                <a:cs typeface="Arial"/>
              </a:rPr>
              <a:t>☐ </a:t>
            </a:r>
            <a:r>
              <a:rPr sz="1100" b="0">
                <a:solidFill>
                  <a:srgbClr val="333333"/>
                </a:solidFill>
                <a:latin typeface="Arial"/>
                <a:ea typeface="Microsoft JhengHei"/>
                <a:cs typeface="Arial"/>
              </a:rPr>
              <a:t>VCFA 9.1.1 + Migration service engine</a:t>
            </a:r>
          </a:p>
          <a:p>
            <a:pPr algn="l">
              <a:lnSpc>
                <a:spcPct val="100000"/>
              </a:lnSpc>
              <a:spcAft>
                <a:spcPts val="700"/>
              </a:spcAft>
            </a:pPr>
            <a:r>
              <a:rPr sz="950" b="0">
                <a:solidFill>
                  <a:srgbClr val="717074"/>
                </a:solidFill>
                <a:latin typeface="Arial"/>
                <a:ea typeface="Microsoft JhengHei"/>
                <a:cs typeface="Arial"/>
              </a:rPr>
              <a:t>    vcf-download-tool binaries download …</a:t>
            </a:r>
          </a:p>
          <a:p>
            <a:pPr algn="l">
              <a:lnSpc>
                <a:spcPct val="100000"/>
              </a:lnSpc>
              <a:spcAft>
                <a:spcPts val="300"/>
              </a:spcAft>
            </a:pPr>
            <a:r>
              <a:rPr sz="1100" b="1">
                <a:solidFill>
                  <a:srgbClr val="007B8C"/>
                </a:solidFill>
                <a:latin typeface="Arial"/>
                <a:ea typeface="Microsoft JhengHei"/>
                <a:cs typeface="Arial"/>
              </a:rPr>
              <a:t>☐ </a:t>
            </a:r>
            <a:r>
              <a:rPr sz="1100" b="0">
                <a:solidFill>
                  <a:srgbClr val="333333"/>
                </a:solidFill>
                <a:latin typeface="Arial"/>
                <a:ea typeface="Microsoft JhengHei"/>
                <a:cs typeface="Arial"/>
              </a:rPr>
              <a:t>WLD：vCenter / ESX 9.1.1（方案 A 加 NSX）</a:t>
            </a:r>
          </a:p>
          <a:p>
            <a:pPr algn="l">
              <a:lnSpc>
                <a:spcPct val="100000"/>
              </a:lnSpc>
              <a:spcAft>
                <a:spcPts val="700"/>
              </a:spcAft>
            </a:pPr>
            <a:r>
              <a:rPr sz="950" b="0">
                <a:solidFill>
                  <a:srgbClr val="717074"/>
                </a:solidFill>
                <a:latin typeface="Arial"/>
                <a:ea typeface="Microsoft JhengHei"/>
                <a:cs typeface="Arial"/>
              </a:rPr>
              <a:t>    vcf-download-tool …</a:t>
            </a:r>
          </a:p>
          <a:p>
            <a:pPr algn="l">
              <a:lnSpc>
                <a:spcPct val="100000"/>
              </a:lnSpc>
              <a:spcAft>
                <a:spcPts val="300"/>
              </a:spcAft>
            </a:pPr>
            <a:r>
              <a:rPr sz="1100" b="1">
                <a:solidFill>
                  <a:srgbClr val="007B8C"/>
                </a:solidFill>
                <a:latin typeface="Arial"/>
                <a:ea typeface="Microsoft JhengHei"/>
                <a:cs typeface="Arial"/>
              </a:rPr>
              <a:t>☐ </a:t>
            </a:r>
            <a:r>
              <a:rPr sz="1100" b="0">
                <a:solidFill>
                  <a:srgbClr val="333333"/>
                </a:solidFill>
                <a:latin typeface="Arial"/>
                <a:ea typeface="Microsoft JhengHei"/>
                <a:cs typeface="Arial"/>
              </a:rPr>
              <a:t>ESX 9.1.1 depot zip（不是 ISO）</a:t>
            </a:r>
          </a:p>
          <a:p>
            <a:pPr algn="l">
              <a:lnSpc>
                <a:spcPct val="100000"/>
              </a:lnSpc>
              <a:spcAft>
                <a:spcPts val="700"/>
              </a:spcAft>
            </a:pPr>
            <a:r>
              <a:rPr sz="950" b="0">
                <a:solidFill>
                  <a:srgbClr val="717074"/>
                </a:solidFill>
                <a:latin typeface="Arial"/>
                <a:ea typeface="Microsoft JhengHei"/>
                <a:cs typeface="Arial"/>
              </a:rPr>
              <a:t>    https://dl.broadcom.com/&lt;TOKEN&gt;/PROD/COMP/ESX_HOST/&lt;檔名&gt;</a:t>
            </a:r>
          </a:p>
          <a:p>
            <a:pPr algn="l">
              <a:lnSpc>
                <a:spcPct val="100000"/>
              </a:lnSpc>
              <a:spcAft>
                <a:spcPts val="300"/>
              </a:spcAft>
            </a:pPr>
            <a:r>
              <a:rPr sz="1100" b="1">
                <a:solidFill>
                  <a:srgbClr val="007B8C"/>
                </a:solidFill>
                <a:latin typeface="Arial"/>
                <a:ea typeface="Microsoft JhengHei"/>
                <a:cs typeface="Arial"/>
              </a:rPr>
              <a:t>☐ </a:t>
            </a:r>
            <a:r>
              <a:rPr sz="1100" b="0">
                <a:solidFill>
                  <a:srgbClr val="333333"/>
                </a:solidFill>
                <a:latin typeface="Arial"/>
                <a:ea typeface="Microsoft JhengHei"/>
                <a:cs typeface="Arial"/>
              </a:rPr>
              <a:t>VCF Ops 9.1.1 upgrade PAK（Support Portal）</a:t>
            </a:r>
          </a:p>
          <a:p>
            <a:pPr algn="l">
              <a:lnSpc>
                <a:spcPct val="100000"/>
              </a:lnSpc>
              <a:spcAft>
                <a:spcPts val="700"/>
              </a:spcAft>
            </a:pPr>
            <a:r>
              <a:rPr sz="950" b="0">
                <a:solidFill>
                  <a:srgbClr val="717074"/>
                </a:solidFill>
                <a:latin typeface="Arial"/>
                <a:ea typeface="Microsoft JhengHei"/>
                <a:cs typeface="Arial"/>
              </a:rPr>
              <a:t>    Support Portal &gt; VCF 9 &gt; 9.1.1.0 &gt; VCF Operations</a:t>
            </a:r>
          </a:p>
          <a:p>
            <a:pPr algn="l">
              <a:lnSpc>
                <a:spcPct val="100000"/>
              </a:lnSpc>
              <a:spcAft>
                <a:spcPts val="300"/>
              </a:spcAft>
            </a:pPr>
            <a:r>
              <a:rPr sz="1100" b="1">
                <a:solidFill>
                  <a:srgbClr val="007B8C"/>
                </a:solidFill>
                <a:latin typeface="Arial"/>
                <a:ea typeface="Microsoft JhengHei"/>
                <a:cs typeface="Arial"/>
              </a:rPr>
              <a:t>☐ </a:t>
            </a:r>
            <a:r>
              <a:rPr sz="1100" b="0">
                <a:solidFill>
                  <a:srgbClr val="333333"/>
                </a:solidFill>
                <a:latin typeface="Arial"/>
                <a:ea typeface="Microsoft JhengHei"/>
                <a:cs typeface="Arial"/>
              </a:rPr>
              <a:t>Installer 連 depot（Lab：URL 用 IP）</a:t>
            </a:r>
          </a:p>
          <a:p>
            <a:pPr algn="l">
              <a:lnSpc>
                <a:spcPct val="100000"/>
              </a:lnSpc>
              <a:spcAft>
                <a:spcPts val="700"/>
              </a:spcAft>
            </a:pPr>
            <a:r>
              <a:rPr sz="950" b="0">
                <a:solidFill>
                  <a:srgbClr val="717074"/>
                </a:solidFill>
                <a:latin typeface="Arial"/>
                <a:ea typeface="Microsoft JhengHei"/>
                <a:cs typeface="Arial"/>
              </a:rPr>
              <a:t>    Installer &gt; Depot Settings</a:t>
            </a:r>
          </a:p>
        </p:txBody>
      </p:sp>
      <p:sp>
        <p:nvSpPr>
          <p:cNvPr id="13" name="Rectangle 12"/>
          <p:cNvSpPr/>
          <p:nvPr/>
        </p:nvSpPr>
        <p:spPr>
          <a:xfrm>
            <a:off x="6148425" y="1417320"/>
            <a:ext cx="2679192" cy="384048"/>
          </a:xfrm>
          <a:prstGeom prst="rect">
            <a:avLst/>
          </a:prstGeom>
          <a:solidFill>
            <a:srgbClr val="61A60E"/>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完成驗證</a:t>
            </a:r>
            <a:r>
              <a:rPr sz="900" b="0">
                <a:solidFill>
                  <a:srgbClr val="FFFFFF"/>
                </a:solidFill>
                <a:latin typeface="Arial"/>
                <a:ea typeface="Microsoft JhengHei"/>
                <a:cs typeface="Arial"/>
              </a:rPr>
              <a:t>  Verify</a:t>
            </a:r>
          </a:p>
        </p:txBody>
      </p:sp>
      <p:sp>
        <p:nvSpPr>
          <p:cNvPr id="14" name="Rectangle 13"/>
          <p:cNvSpPr/>
          <p:nvPr/>
        </p:nvSpPr>
        <p:spPr>
          <a:xfrm>
            <a:off x="6148425"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03289"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100" b="1">
                <a:solidFill>
                  <a:srgbClr val="61A60E"/>
                </a:solidFill>
                <a:latin typeface="Arial"/>
                <a:ea typeface="Microsoft JhengHei"/>
                <a:cs typeface="Arial"/>
              </a:rPr>
              <a:t>☐ </a:t>
            </a:r>
            <a:r>
              <a:rPr sz="1100" b="0">
                <a:solidFill>
                  <a:srgbClr val="333333"/>
                </a:solidFill>
                <a:latin typeface="Arial"/>
                <a:ea typeface="Microsoft JhengHei"/>
                <a:cs typeface="Arial"/>
              </a:rPr>
              <a:t>Binary Management 全部 Downloaded</a:t>
            </a:r>
          </a:p>
          <a:p>
            <a:pPr algn="l">
              <a:lnSpc>
                <a:spcPct val="100000"/>
              </a:lnSpc>
              <a:spcAft>
                <a:spcPts val="700"/>
              </a:spcAft>
            </a:pPr>
            <a:r>
              <a:rPr sz="950" b="0">
                <a:solidFill>
                  <a:srgbClr val="717074"/>
                </a:solidFill>
                <a:latin typeface="Arial"/>
                <a:ea typeface="Microsoft JhengHei"/>
                <a:cs typeface="Arial"/>
              </a:rPr>
              <a:t>    Installer &gt; Binary Management</a:t>
            </a:r>
          </a:p>
        </p:txBody>
      </p:sp>
      <p:sp>
        <p:nvSpPr>
          <p:cNvPr id="16" name="Rectangle 15"/>
          <p:cNvSpPr/>
          <p:nvPr/>
        </p:nvSpPr>
        <p:spPr>
          <a:xfrm>
            <a:off x="8934602" y="1417320"/>
            <a:ext cx="2679192" cy="384048"/>
          </a:xfrm>
          <a:prstGeom prst="rect">
            <a:avLst/>
          </a:prstGeom>
          <a:solidFill>
            <a:srgbClr val="717074"/>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退版 / 截止點</a:t>
            </a:r>
            <a:r>
              <a:rPr sz="900" b="0">
                <a:solidFill>
                  <a:srgbClr val="FFFFFF"/>
                </a:solidFill>
                <a:latin typeface="Arial"/>
                <a:ea typeface="Microsoft JhengHei"/>
                <a:cs typeface="Arial"/>
              </a:rPr>
              <a:t>  Rollback</a:t>
            </a:r>
          </a:p>
        </p:txBody>
      </p:sp>
      <p:sp>
        <p:nvSpPr>
          <p:cNvPr id="17" name="Rectangle 16"/>
          <p:cNvSpPr/>
          <p:nvPr/>
        </p:nvSpPr>
        <p:spPr>
          <a:xfrm>
            <a:off x="893460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8946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100" b="1">
                <a:solidFill>
                  <a:srgbClr val="717074"/>
                </a:solidFill>
                <a:latin typeface="Arial"/>
                <a:ea typeface="Microsoft JhengHei"/>
                <a:cs typeface="Arial"/>
              </a:rPr>
              <a:t>☐ </a:t>
            </a:r>
            <a:r>
              <a:rPr sz="1100" b="0">
                <a:solidFill>
                  <a:srgbClr val="333333"/>
                </a:solidFill>
                <a:latin typeface="Arial"/>
                <a:ea typeface="Microsoft JhengHei"/>
                <a:cs typeface="Arial"/>
              </a:rPr>
              <a:t>無變更</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S05 ｜ Converge Management Cluster to VCF 9.1.1</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6C4B94"/>
                </a:solidFill>
                <a:latin typeface="Arial"/>
                <a:ea typeface="Microsoft JhengHei"/>
                <a:cs typeface="Arial"/>
              </a:rPr>
              <a:t>Management Cluster Converge 成 VCF 9.1.1 管理網域</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依據：TechDocs《Supported and Not Supported Configurations to Converge to VCF》《Deploy Components by Using VCF Installer…》；KB 448258；CXS Lab 實測；VCF 9.1.1 BOM</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sp>
        <p:nvSpPr>
          <p:cNvPr id="6" name="TextBox 5"/>
          <p:cNvSpPr txBox="1"/>
          <p:nvPr/>
        </p:nvSpPr>
        <p:spPr>
          <a:xfrm>
            <a:off x="548640" y="1097280"/>
            <a:ext cx="8686800" cy="256032"/>
          </a:xfrm>
          <a:prstGeom prst="rect">
            <a:avLst/>
          </a:prstGeom>
          <a:noFill/>
        </p:spPr>
        <p:txBody>
          <a:bodyPr wrap="square" lIns="27432" rIns="27432" tIns="27432" bIns="27432" anchor="t">
            <a:spAutoFit/>
          </a:bodyPr>
          <a:lstStyle/>
          <a:p>
            <a:pPr algn="l">
              <a:spcAft>
                <a:spcPts val="200"/>
              </a:spcAft>
            </a:pPr>
            <a:r>
              <a:rPr sz="1000" b="0">
                <a:solidFill>
                  <a:srgbClr val="717074"/>
                </a:solidFill>
                <a:latin typeface="Arial"/>
                <a:ea typeface="Microsoft JhengHei"/>
                <a:cs typeface="Arial"/>
              </a:rPr>
              <a:t>原計畫 #5 ｜ 負責：ARC、ENG、SYS、NET ｜ Lab：約 5–5.5 h（nested）</a:t>
            </a:r>
          </a:p>
        </p:txBody>
      </p:sp>
      <p:sp>
        <p:nvSpPr>
          <p:cNvPr id="7" name="Rounded Rectangle 6"/>
          <p:cNvSpPr/>
          <p:nvPr/>
        </p:nvSpPr>
        <p:spPr>
          <a:xfrm>
            <a:off x="10332720" y="1097280"/>
            <a:ext cx="1280160" cy="246888"/>
          </a:xfrm>
          <a:prstGeom prst="roundRect">
            <a:avLst>
              <a:gd name="adj" fmla="val 50000"/>
            </a:avLst>
          </a:prstGeom>
          <a:solidFill>
            <a:srgbClr val="A6192E"/>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18288" bIns="18288" wrap="square"/>
          <a:lstStyle/>
          <a:p>
            <a:pPr algn="ctr">
              <a:spcAft>
                <a:spcPts val="0"/>
              </a:spcAft>
            </a:pPr>
            <a:r>
              <a:rPr sz="900" b="1">
                <a:solidFill>
                  <a:srgbClr val="FFFFFF"/>
                </a:solidFill>
                <a:latin typeface="Arial"/>
                <a:ea typeface="Microsoft JhengHei"/>
                <a:cs typeface="Arial"/>
              </a:rPr>
              <a:t>G1 ⚠ PONR</a:t>
            </a:r>
          </a:p>
        </p:txBody>
      </p:sp>
      <p:sp>
        <p:nvSpPr>
          <p:cNvPr id="8" name="Rectangle 7"/>
          <p:cNvSpPr/>
          <p:nvPr/>
        </p:nvSpPr>
        <p:spPr>
          <a:xfrm>
            <a:off x="576072" y="1417320"/>
            <a:ext cx="2679192" cy="384048"/>
          </a:xfrm>
          <a:prstGeom prst="rect">
            <a:avLst/>
          </a:prstGeom>
          <a:solidFill>
            <a:srgbClr val="005C8A"/>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前置檢查</a:t>
            </a:r>
            <a:r>
              <a:rPr sz="900" b="0">
                <a:solidFill>
                  <a:srgbClr val="FFFFFF"/>
                </a:solidFill>
                <a:latin typeface="Arial"/>
                <a:ea typeface="Microsoft JhengHei"/>
                <a:cs typeface="Arial"/>
              </a:rPr>
              <a:t>  Pre-check</a:t>
            </a:r>
          </a:p>
        </p:txBody>
      </p:sp>
      <p:sp>
        <p:nvSpPr>
          <p:cNvPr id="9" name="Rectangle 8"/>
          <p:cNvSpPr/>
          <p:nvPr/>
        </p:nvSpPr>
        <p:spPr>
          <a:xfrm>
            <a:off x="57607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050" b="1">
                <a:solidFill>
                  <a:srgbClr val="005C8A"/>
                </a:solidFill>
                <a:latin typeface="Arial"/>
                <a:ea typeface="Microsoft JhengHei"/>
                <a:cs typeface="Arial"/>
              </a:rPr>
              <a:t>☐ </a:t>
            </a:r>
            <a:r>
              <a:rPr sz="1050" b="0">
                <a:solidFill>
                  <a:srgbClr val="333333"/>
                </a:solidFill>
                <a:latin typeface="Arial"/>
                <a:ea typeface="Microsoft JhengHei"/>
                <a:cs typeface="Arial"/>
              </a:rPr>
              <a:t>支援組態全過（vLCM / DRS / VDS / ELM）</a:t>
            </a:r>
          </a:p>
          <a:p>
            <a:pPr algn="l">
              <a:lnSpc>
                <a:spcPct val="100000"/>
              </a:lnSpc>
              <a:spcAft>
                <a:spcPts val="700"/>
              </a:spcAft>
            </a:pPr>
            <a:r>
              <a:rPr sz="1050" b="1">
                <a:solidFill>
                  <a:srgbClr val="005C8A"/>
                </a:solidFill>
                <a:latin typeface="Arial"/>
                <a:ea typeface="Microsoft JhengHei"/>
                <a:cs typeface="Arial"/>
              </a:rPr>
              <a:t>☐ </a:t>
            </a:r>
            <a:r>
              <a:rPr sz="1050" b="0">
                <a:solidFill>
                  <a:srgbClr val="333333"/>
                </a:solidFill>
                <a:latin typeface="Arial"/>
                <a:ea typeface="Microsoft JhengHei"/>
                <a:cs typeface="Arial"/>
              </a:rPr>
              <a:t>vCenter VM 在自管叢集；全部 cluster 一起進</a:t>
            </a:r>
          </a:p>
          <a:p>
            <a:pPr algn="l">
              <a:lnSpc>
                <a:spcPct val="100000"/>
              </a:lnSpc>
              <a:spcAft>
                <a:spcPts val="300"/>
              </a:spcAft>
            </a:pPr>
            <a:r>
              <a:rPr sz="1050" b="1">
                <a:solidFill>
                  <a:srgbClr val="005C8A"/>
                </a:solidFill>
                <a:latin typeface="Arial"/>
                <a:ea typeface="Microsoft JhengHei"/>
                <a:cs typeface="Arial"/>
              </a:rPr>
              <a:t>☐ </a:t>
            </a:r>
            <a:r>
              <a:rPr sz="1050" b="0">
                <a:solidFill>
                  <a:srgbClr val="333333"/>
                </a:solidFill>
                <a:latin typeface="Arial"/>
                <a:ea typeface="Microsoft JhengHei"/>
                <a:cs typeface="Arial"/>
              </a:rPr>
              <a:t>vCenter / ESXi build = 9.1.1 BOM</a:t>
            </a:r>
          </a:p>
          <a:p>
            <a:pPr algn="l">
              <a:lnSpc>
                <a:spcPct val="100000"/>
              </a:lnSpc>
              <a:spcAft>
                <a:spcPts val="700"/>
              </a:spcAft>
            </a:pPr>
            <a:r>
              <a:rPr sz="900" b="0">
                <a:solidFill>
                  <a:srgbClr val="717074"/>
                </a:solidFill>
                <a:latin typeface="Arial"/>
                <a:ea typeface="Microsoft JhengHei"/>
                <a:cs typeface="Arial"/>
              </a:rPr>
              <a:t>    VAMI；esxcli system version get</a:t>
            </a:r>
          </a:p>
          <a:p>
            <a:pPr algn="l">
              <a:lnSpc>
                <a:spcPct val="100000"/>
              </a:lnSpc>
              <a:spcAft>
                <a:spcPts val="300"/>
              </a:spcAft>
            </a:pPr>
            <a:r>
              <a:rPr sz="1050" b="1">
                <a:solidFill>
                  <a:srgbClr val="005C8A"/>
                </a:solidFill>
                <a:latin typeface="Arial"/>
                <a:ea typeface="Microsoft JhengHei"/>
                <a:cs typeface="Arial"/>
              </a:rPr>
              <a:t>☐ </a:t>
            </a:r>
            <a:r>
              <a:rPr sz="1050" b="0">
                <a:solidFill>
                  <a:srgbClr val="333333"/>
                </a:solidFill>
                <a:latin typeface="Arial"/>
                <a:ea typeface="Microsoft JhengHei"/>
                <a:cs typeface="Arial"/>
              </a:rPr>
              <a:t>vCenter 無殘留 com.vmware.sddcManager / com.vmware.vcf.client extension，無同名 SDDC Manager VM</a:t>
            </a:r>
          </a:p>
          <a:p>
            <a:pPr algn="l">
              <a:lnSpc>
                <a:spcPct val="100000"/>
              </a:lnSpc>
              <a:spcAft>
                <a:spcPts val="700"/>
              </a:spcAft>
            </a:pPr>
            <a:r>
              <a:rPr sz="900" b="0">
                <a:solidFill>
                  <a:srgbClr val="717074"/>
                </a:solidFill>
                <a:latin typeface="Arial"/>
                <a:ea typeface="Microsoft JhengHei"/>
                <a:cs typeface="Arial"/>
              </a:rPr>
              <a:t>    govc extension.info | grep -iE 'sddcmanager|vcf.client'</a:t>
            </a:r>
          </a:p>
          <a:p>
            <a:pPr algn="l">
              <a:lnSpc>
                <a:spcPct val="100000"/>
              </a:lnSpc>
              <a:spcAft>
                <a:spcPts val="300"/>
              </a:spcAft>
            </a:pPr>
            <a:r>
              <a:rPr sz="1050" b="1">
                <a:solidFill>
                  <a:srgbClr val="005C8A"/>
                </a:solidFill>
                <a:latin typeface="Arial"/>
                <a:ea typeface="Microsoft JhengHei"/>
                <a:cs typeface="Arial"/>
              </a:rPr>
              <a:t>☐ </a:t>
            </a:r>
            <a:r>
              <a:rPr sz="1050" b="0">
                <a:solidFill>
                  <a:srgbClr val="333333"/>
                </a:solidFill>
                <a:latin typeface="Arial"/>
                <a:ea typeface="Microsoft JhengHei"/>
                <a:cs typeface="Arial"/>
              </a:rPr>
              <a:t>vLCM evacuate_offline_vms = true</a:t>
            </a:r>
          </a:p>
          <a:p>
            <a:pPr algn="l">
              <a:lnSpc>
                <a:spcPct val="100000"/>
              </a:lnSpc>
              <a:spcAft>
                <a:spcPts val="700"/>
              </a:spcAft>
            </a:pPr>
            <a:r>
              <a:rPr sz="900" b="0">
                <a:solidFill>
                  <a:srgbClr val="717074"/>
                </a:solidFill>
                <a:latin typeface="Arial"/>
                <a:ea typeface="Microsoft JhengHei"/>
                <a:cs typeface="Arial"/>
              </a:rPr>
              <a:t>    PUT /api/esx/settings/clusters/{id}/policies/apply</a:t>
            </a:r>
          </a:p>
          <a:p>
            <a:pPr algn="l">
              <a:lnSpc>
                <a:spcPct val="100000"/>
              </a:lnSpc>
              <a:spcAft>
                <a:spcPts val="700"/>
              </a:spcAft>
            </a:pPr>
            <a:r>
              <a:rPr sz="1050" b="1">
                <a:solidFill>
                  <a:srgbClr val="005C8A"/>
                </a:solidFill>
                <a:latin typeface="Arial"/>
                <a:ea typeface="Microsoft JhengHei"/>
                <a:cs typeface="Arial"/>
              </a:rPr>
              <a:t>☐ </a:t>
            </a:r>
            <a:r>
              <a:rPr sz="1050" b="0">
                <a:solidFill>
                  <a:srgbClr val="333333"/>
                </a:solidFill>
                <a:latin typeface="Arial"/>
                <a:ea typeface="Microsoft JhengHei"/>
                <a:cs typeface="Arial"/>
              </a:rPr>
              <a:t>Overlay：無 TEP 或 over mgmt（MTU ≥ 1600）</a:t>
            </a:r>
          </a:p>
          <a:p>
            <a:pPr algn="l">
              <a:lnSpc>
                <a:spcPct val="100000"/>
              </a:lnSpc>
              <a:spcAft>
                <a:spcPts val="700"/>
              </a:spcAft>
            </a:pPr>
            <a:r>
              <a:rPr sz="1050" b="1">
                <a:solidFill>
                  <a:srgbClr val="005C8A"/>
                </a:solidFill>
                <a:latin typeface="Arial"/>
                <a:ea typeface="Microsoft JhengHei"/>
                <a:cs typeface="Arial"/>
              </a:rPr>
              <a:t>☐ </a:t>
            </a:r>
            <a:r>
              <a:rPr sz="1050" b="0">
                <a:solidFill>
                  <a:srgbClr val="333333"/>
                </a:solidFill>
                <a:latin typeface="Arial"/>
                <a:ea typeface="Microsoft JhengHei"/>
                <a:cs typeface="Arial"/>
              </a:rPr>
              <a:t>沿用既有 VCF Ops 9.1.1（S02）</a:t>
            </a:r>
          </a:p>
          <a:p>
            <a:pPr algn="l">
              <a:lnSpc>
                <a:spcPct val="100000"/>
              </a:lnSpc>
              <a:spcAft>
                <a:spcPts val="700"/>
              </a:spcAft>
            </a:pPr>
            <a:r>
              <a:rPr sz="1050" b="1">
                <a:solidFill>
                  <a:srgbClr val="005C8A"/>
                </a:solidFill>
                <a:latin typeface="Arial"/>
                <a:ea typeface="Microsoft JhengHei"/>
                <a:cs typeface="Arial"/>
              </a:rPr>
              <a:t>☐ </a:t>
            </a:r>
            <a:r>
              <a:rPr sz="1050" b="0">
                <a:solidFill>
                  <a:srgbClr val="333333"/>
                </a:solidFill>
                <a:latin typeface="Arial"/>
                <a:ea typeface="Microsoft JhengHei"/>
                <a:cs typeface="Arial"/>
              </a:rPr>
              <a:t>VCFA 選「稍後」，留給 vRA import</a:t>
            </a:r>
          </a:p>
        </p:txBody>
      </p:sp>
      <p:sp>
        <p:nvSpPr>
          <p:cNvPr id="11" name="Rectangle 10"/>
          <p:cNvSpPr/>
          <p:nvPr/>
        </p:nvSpPr>
        <p:spPr>
          <a:xfrm>
            <a:off x="3362248" y="1417320"/>
            <a:ext cx="2679192" cy="384048"/>
          </a:xfrm>
          <a:prstGeom prst="rect">
            <a:avLst/>
          </a:prstGeom>
          <a:solidFill>
            <a:srgbClr val="007B8C"/>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執行</a:t>
            </a:r>
            <a:r>
              <a:rPr sz="900" b="0">
                <a:solidFill>
                  <a:srgbClr val="FFFFFF"/>
                </a:solidFill>
                <a:latin typeface="Arial"/>
                <a:ea typeface="Microsoft JhengHei"/>
                <a:cs typeface="Arial"/>
              </a:rPr>
              <a:t>  Execute</a:t>
            </a:r>
          </a:p>
        </p:txBody>
      </p:sp>
      <p:sp>
        <p:nvSpPr>
          <p:cNvPr id="12" name="Rectangle 11"/>
          <p:cNvSpPr/>
          <p:nvPr/>
        </p:nvSpPr>
        <p:spPr>
          <a:xfrm>
            <a:off x="3362248"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17112"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050" b="1">
                <a:solidFill>
                  <a:srgbClr val="007B8C"/>
                </a:solidFill>
                <a:latin typeface="Arial"/>
                <a:ea typeface="Microsoft JhengHei"/>
                <a:cs typeface="Arial"/>
              </a:rPr>
              <a:t>☐ </a:t>
            </a:r>
            <a:r>
              <a:rPr sz="1050" b="0">
                <a:solidFill>
                  <a:srgbClr val="333333"/>
                </a:solidFill>
                <a:latin typeface="Arial"/>
                <a:ea typeface="Microsoft JhengHei"/>
                <a:cs typeface="Arial"/>
              </a:rPr>
              <a:t>Plan 勾 existing VCF Ops 9.1（vCenter 自動鎖定）</a:t>
            </a:r>
          </a:p>
          <a:p>
            <a:pPr algn="l">
              <a:lnSpc>
                <a:spcPct val="100000"/>
              </a:lnSpc>
              <a:spcAft>
                <a:spcPts val="700"/>
              </a:spcAft>
            </a:pPr>
            <a:r>
              <a:rPr sz="900" b="0">
                <a:solidFill>
                  <a:srgbClr val="717074"/>
                </a:solidFill>
                <a:latin typeface="Arial"/>
                <a:ea typeface="Microsoft JhengHei"/>
                <a:cs typeface="Arial"/>
              </a:rPr>
              <a:t>    Installer UI</a:t>
            </a:r>
          </a:p>
          <a:p>
            <a:pPr algn="l">
              <a:lnSpc>
                <a:spcPct val="100000"/>
              </a:lnSpc>
              <a:spcAft>
                <a:spcPts val="300"/>
              </a:spcAft>
            </a:pPr>
            <a:r>
              <a:rPr sz="1050" b="1">
                <a:solidFill>
                  <a:srgbClr val="007B8C"/>
                </a:solidFill>
                <a:latin typeface="Arial"/>
                <a:ea typeface="Microsoft JhengHei"/>
                <a:cs typeface="Arial"/>
              </a:rPr>
              <a:t>☐ </a:t>
            </a:r>
            <a:r>
              <a:rPr sz="1050" b="0">
                <a:solidFill>
                  <a:srgbClr val="333333"/>
                </a:solidFill>
                <a:latin typeface="Arial"/>
                <a:ea typeface="Microsoft JhengHei"/>
                <a:cs typeface="Arial"/>
              </a:rPr>
              <a:t>Validate → Deploy；JSON spec 存檔</a:t>
            </a:r>
          </a:p>
          <a:p>
            <a:pPr algn="l">
              <a:lnSpc>
                <a:spcPct val="100000"/>
              </a:lnSpc>
              <a:spcAft>
                <a:spcPts val="700"/>
              </a:spcAft>
            </a:pPr>
            <a:r>
              <a:rPr sz="900" b="0">
                <a:solidFill>
                  <a:srgbClr val="717074"/>
                </a:solidFill>
                <a:latin typeface="Arial"/>
                <a:ea typeface="Microsoft JhengHei"/>
                <a:cs typeface="Arial"/>
              </a:rPr>
              <a:t>    Installer UI &gt; Review &gt; Download JSON spec</a:t>
            </a:r>
          </a:p>
          <a:p>
            <a:pPr algn="l">
              <a:lnSpc>
                <a:spcPct val="100000"/>
              </a:lnSpc>
              <a:spcAft>
                <a:spcPts val="300"/>
              </a:spcAft>
            </a:pPr>
            <a:r>
              <a:rPr sz="1050" b="1">
                <a:solidFill>
                  <a:srgbClr val="007B8C"/>
                </a:solidFill>
                <a:latin typeface="Arial"/>
                <a:ea typeface="Microsoft JhengHei"/>
                <a:cs typeface="Arial"/>
              </a:rPr>
              <a:t>☐ </a:t>
            </a:r>
            <a:r>
              <a:rPr sz="1050" b="0">
                <a:solidFill>
                  <a:srgbClr val="333333"/>
                </a:solidFill>
                <a:latin typeface="Arial"/>
                <a:ea typeface="Microsoft JhengHei"/>
                <a:cs typeface="Arial"/>
              </a:rPr>
              <a:t>監看里程碑：Deploy SDDC Manager → Convert vCenter → NSX → VCF Management Platform → Join the existing operations appliance</a:t>
            </a:r>
          </a:p>
          <a:p>
            <a:pPr algn="l">
              <a:lnSpc>
                <a:spcPct val="100000"/>
              </a:lnSpc>
              <a:spcAft>
                <a:spcPts val="700"/>
              </a:spcAft>
            </a:pPr>
            <a:r>
              <a:rPr sz="900" b="0">
                <a:solidFill>
                  <a:srgbClr val="717074"/>
                </a:solidFill>
                <a:latin typeface="Arial"/>
                <a:ea typeface="Microsoft JhengHei"/>
                <a:cs typeface="Arial"/>
              </a:rPr>
              <a:t>    Installer UI / GET /v1/sddcs/{id}</a:t>
            </a:r>
          </a:p>
        </p:txBody>
      </p:sp>
      <p:sp>
        <p:nvSpPr>
          <p:cNvPr id="14" name="Rectangle 13"/>
          <p:cNvSpPr/>
          <p:nvPr/>
        </p:nvSpPr>
        <p:spPr>
          <a:xfrm>
            <a:off x="6148425" y="1417320"/>
            <a:ext cx="2679192" cy="384048"/>
          </a:xfrm>
          <a:prstGeom prst="rect">
            <a:avLst/>
          </a:prstGeom>
          <a:solidFill>
            <a:srgbClr val="61A60E"/>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完成驗證</a:t>
            </a:r>
            <a:r>
              <a:rPr sz="900" b="0">
                <a:solidFill>
                  <a:srgbClr val="FFFFFF"/>
                </a:solidFill>
                <a:latin typeface="Arial"/>
                <a:ea typeface="Microsoft JhengHei"/>
                <a:cs typeface="Arial"/>
              </a:rPr>
              <a:t>  Verify</a:t>
            </a:r>
          </a:p>
        </p:txBody>
      </p:sp>
      <p:sp>
        <p:nvSpPr>
          <p:cNvPr id="15" name="Rectangle 14"/>
          <p:cNvSpPr/>
          <p:nvPr/>
        </p:nvSpPr>
        <p:spPr>
          <a:xfrm>
            <a:off x="6148425"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03289"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050" b="1">
                <a:solidFill>
                  <a:srgbClr val="61A60E"/>
                </a:solidFill>
                <a:latin typeface="Arial"/>
                <a:ea typeface="Microsoft JhengHei"/>
                <a:cs typeface="Arial"/>
              </a:rPr>
              <a:t>☐ </a:t>
            </a:r>
            <a:r>
              <a:rPr sz="1050" b="0">
                <a:solidFill>
                  <a:srgbClr val="333333"/>
                </a:solidFill>
                <a:latin typeface="Arial"/>
                <a:ea typeface="Microsoft JhengHei"/>
                <a:cs typeface="Arial"/>
              </a:rPr>
              <a:t>全部 subtask 成功、Domain ACTIVE</a:t>
            </a:r>
          </a:p>
          <a:p>
            <a:pPr algn="l">
              <a:lnSpc>
                <a:spcPct val="100000"/>
              </a:lnSpc>
              <a:spcAft>
                <a:spcPts val="700"/>
              </a:spcAft>
            </a:pPr>
            <a:r>
              <a:rPr sz="900" b="0">
                <a:solidFill>
                  <a:srgbClr val="717074"/>
                </a:solidFill>
                <a:latin typeface="Arial"/>
                <a:ea typeface="Microsoft JhengHei"/>
                <a:cs typeface="Arial"/>
              </a:rPr>
              <a:t>    SDDC Manager UI / GET /v1/domains</a:t>
            </a:r>
          </a:p>
          <a:p>
            <a:pPr algn="l">
              <a:lnSpc>
                <a:spcPct val="100000"/>
              </a:lnSpc>
              <a:spcAft>
                <a:spcPts val="300"/>
              </a:spcAft>
            </a:pPr>
            <a:r>
              <a:rPr sz="1050" b="1">
                <a:solidFill>
                  <a:srgbClr val="61A60E"/>
                </a:solidFill>
                <a:latin typeface="Arial"/>
                <a:ea typeface="Microsoft JhengHei"/>
                <a:cs typeface="Arial"/>
              </a:rPr>
              <a:t>☐ </a:t>
            </a:r>
            <a:r>
              <a:rPr sz="1050" b="0">
                <a:solidFill>
                  <a:srgbClr val="333333"/>
                </a:solidFill>
                <a:latin typeface="Arial"/>
                <a:ea typeface="Microsoft JhengHei"/>
                <a:cs typeface="Arial"/>
              </a:rPr>
              <a:t>NSX hosts Up、VCF Ops 看得到 fleet</a:t>
            </a:r>
          </a:p>
          <a:p>
            <a:pPr algn="l">
              <a:lnSpc>
                <a:spcPct val="100000"/>
              </a:lnSpc>
              <a:spcAft>
                <a:spcPts val="700"/>
              </a:spcAft>
            </a:pPr>
            <a:r>
              <a:rPr sz="900" b="0">
                <a:solidFill>
                  <a:srgbClr val="717074"/>
                </a:solidFill>
                <a:latin typeface="Arial"/>
                <a:ea typeface="Microsoft JhengHei"/>
                <a:cs typeface="Arial"/>
              </a:rPr>
              <a:t>    NSX UI &gt; Fabric &gt; Hosts；VCF Ops &gt; Build &gt; Lifecycle</a:t>
            </a:r>
          </a:p>
          <a:p>
            <a:pPr algn="l">
              <a:lnSpc>
                <a:spcPct val="100000"/>
              </a:lnSpc>
              <a:spcAft>
                <a:spcPts val="700"/>
              </a:spcAft>
            </a:pPr>
            <a:r>
              <a:rPr sz="1050" b="1">
                <a:solidFill>
                  <a:srgbClr val="61A60E"/>
                </a:solidFill>
                <a:latin typeface="Arial"/>
                <a:ea typeface="Microsoft JhengHei"/>
                <a:cs typeface="Arial"/>
              </a:rPr>
              <a:t>☐ </a:t>
            </a:r>
            <a:r>
              <a:rPr sz="1050" b="0">
                <a:solidFill>
                  <a:srgbClr val="333333"/>
                </a:solidFill>
                <a:latin typeface="Arial"/>
                <a:ea typeface="Microsoft JhengHei"/>
                <a:cs typeface="Arial"/>
              </a:rPr>
              <a:t>授權 + 第一次 SFTP 備份</a:t>
            </a:r>
          </a:p>
        </p:txBody>
      </p:sp>
      <p:sp>
        <p:nvSpPr>
          <p:cNvPr id="17" name="Rectangle 16"/>
          <p:cNvSpPr/>
          <p:nvPr/>
        </p:nvSpPr>
        <p:spPr>
          <a:xfrm>
            <a:off x="8934602" y="1417320"/>
            <a:ext cx="2679192" cy="384048"/>
          </a:xfrm>
          <a:prstGeom prst="rect">
            <a:avLst/>
          </a:prstGeom>
          <a:solidFill>
            <a:srgbClr val="A6192E"/>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退版 / 截止點</a:t>
            </a:r>
            <a:r>
              <a:rPr sz="900" b="0">
                <a:solidFill>
                  <a:srgbClr val="FFFFFF"/>
                </a:solidFill>
                <a:latin typeface="Arial"/>
                <a:ea typeface="Microsoft JhengHei"/>
                <a:cs typeface="Arial"/>
              </a:rPr>
              <a:t>  Rollback</a:t>
            </a:r>
          </a:p>
        </p:txBody>
      </p:sp>
      <p:sp>
        <p:nvSpPr>
          <p:cNvPr id="18" name="Rectangle 17"/>
          <p:cNvSpPr/>
          <p:nvPr/>
        </p:nvSpPr>
        <p:spPr>
          <a:xfrm>
            <a:off x="893460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8946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050" b="1">
                <a:solidFill>
                  <a:srgbClr val="A6192E"/>
                </a:solidFill>
                <a:latin typeface="Arial"/>
                <a:ea typeface="Microsoft JhengHei"/>
                <a:cs typeface="Arial"/>
              </a:rPr>
              <a:t>☐ </a:t>
            </a:r>
            <a:r>
              <a:rPr sz="1050" b="0">
                <a:solidFill>
                  <a:srgbClr val="333333"/>
                </a:solidFill>
                <a:latin typeface="Arial"/>
                <a:ea typeface="Microsoft JhengHei"/>
                <a:cs typeface="Arial"/>
              </a:rPr>
              <a:t>失敗：KB 448258 清除後重做</a:t>
            </a:r>
          </a:p>
          <a:p>
            <a:pPr algn="l">
              <a:lnSpc>
                <a:spcPct val="100000"/>
              </a:lnSpc>
              <a:spcAft>
                <a:spcPts val="700"/>
              </a:spcAft>
            </a:pPr>
            <a:r>
              <a:rPr sz="1050" b="1">
                <a:solidFill>
                  <a:srgbClr val="A6192E"/>
                </a:solidFill>
                <a:latin typeface="Arial"/>
                <a:ea typeface="Microsoft JhengHei"/>
                <a:cs typeface="Arial"/>
              </a:rPr>
              <a:t>☐ </a:t>
            </a:r>
            <a:r>
              <a:rPr sz="1050" b="0">
                <a:solidFill>
                  <a:srgbClr val="333333"/>
                </a:solidFill>
                <a:latin typeface="Arial"/>
                <a:ea typeface="Microsoft JhengHei"/>
                <a:cs typeface="Arial"/>
              </a:rPr>
              <a:t>⚠ 成功後不可逆（PONR）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S06 ｜ Import vRA into VCF Operations</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6C4B94"/>
                </a:solidFill>
                <a:latin typeface="Arial"/>
                <a:ea typeface="Microsoft JhengHei"/>
                <a:cs typeface="Arial"/>
              </a:rPr>
              <a:t>vRA 匯入 VCF Operations（Fleet Lifecycle）</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依據：TechDocs《Import an Existing VMware Aria Automation Instance》；KB 425169、441333；CXS Lab 實測</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sp>
        <p:nvSpPr>
          <p:cNvPr id="6" name="TextBox 5"/>
          <p:cNvSpPr txBox="1"/>
          <p:nvPr/>
        </p:nvSpPr>
        <p:spPr>
          <a:xfrm>
            <a:off x="548640" y="1097280"/>
            <a:ext cx="8686800" cy="256032"/>
          </a:xfrm>
          <a:prstGeom prst="rect">
            <a:avLst/>
          </a:prstGeom>
          <a:noFill/>
        </p:spPr>
        <p:txBody>
          <a:bodyPr wrap="square" lIns="27432" rIns="27432" tIns="27432" bIns="27432" anchor="t">
            <a:spAutoFit/>
          </a:bodyPr>
          <a:lstStyle/>
          <a:p>
            <a:pPr algn="l">
              <a:spcAft>
                <a:spcPts val="200"/>
              </a:spcAft>
            </a:pPr>
            <a:r>
              <a:rPr sz="1000" b="0">
                <a:solidFill>
                  <a:srgbClr val="717074"/>
                </a:solidFill>
                <a:latin typeface="Arial"/>
                <a:ea typeface="Microsoft JhengHei"/>
                <a:cs typeface="Arial"/>
              </a:rPr>
              <a:t>原計畫 #6 ｜ 負責：ENG、AUTO ｜ Lab 9.1.1：約 5 分</a:t>
            </a:r>
          </a:p>
        </p:txBody>
      </p:sp>
      <p:sp>
        <p:nvSpPr>
          <p:cNvPr id="7" name="Rectangle 6"/>
          <p:cNvSpPr/>
          <p:nvPr/>
        </p:nvSpPr>
        <p:spPr>
          <a:xfrm>
            <a:off x="576072" y="1417320"/>
            <a:ext cx="2679192" cy="384048"/>
          </a:xfrm>
          <a:prstGeom prst="rect">
            <a:avLst/>
          </a:prstGeom>
          <a:solidFill>
            <a:srgbClr val="005C8A"/>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前置檢查</a:t>
            </a:r>
            <a:r>
              <a:rPr sz="900" b="0">
                <a:solidFill>
                  <a:srgbClr val="FFFFFF"/>
                </a:solidFill>
                <a:latin typeface="Arial"/>
                <a:ea typeface="Microsoft JhengHei"/>
                <a:cs typeface="Arial"/>
              </a:rPr>
              <a:t>  Pre-check</a:t>
            </a:r>
          </a:p>
        </p:txBody>
      </p:sp>
      <p:sp>
        <p:nvSpPr>
          <p:cNvPr id="8" name="Rectangle 7"/>
          <p:cNvSpPr/>
          <p:nvPr/>
        </p:nvSpPr>
        <p:spPr>
          <a:xfrm>
            <a:off x="57607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vRA 已在管理網域（KB 425169）</a:t>
            </a:r>
          </a:p>
          <a:p>
            <a:pPr algn="l">
              <a:lnSpc>
                <a:spcPct val="100000"/>
              </a:lnSpc>
              <a:spcAft>
                <a:spcPts val="3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vRA ≥ 8.18.1、服務健康</a:t>
            </a:r>
          </a:p>
          <a:p>
            <a:pPr algn="l">
              <a:lnSpc>
                <a:spcPct val="100000"/>
              </a:lnSpc>
              <a:spcAft>
                <a:spcPts val="700"/>
              </a:spcAft>
            </a:pPr>
            <a:r>
              <a:rPr sz="1100" b="0">
                <a:solidFill>
                  <a:srgbClr val="717074"/>
                </a:solidFill>
                <a:latin typeface="Arial"/>
                <a:ea typeface="Microsoft JhengHei"/>
                <a:cs typeface="Arial"/>
              </a:rPr>
              <a:t>    vracli status</a:t>
            </a:r>
          </a:p>
          <a:p>
            <a:pPr algn="l">
              <a:lnSpc>
                <a:spcPct val="100000"/>
              </a:lnSpc>
              <a:spcAft>
                <a:spcPts val="3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Fleet 內尚無 VCFA</a:t>
            </a:r>
          </a:p>
          <a:p>
            <a:pPr algn="l">
              <a:lnSpc>
                <a:spcPct val="100000"/>
              </a:lnSpc>
              <a:spcAft>
                <a:spcPts val="700"/>
              </a:spcAft>
            </a:pPr>
            <a:r>
              <a:rPr sz="1100" b="0">
                <a:solidFill>
                  <a:srgbClr val="717074"/>
                </a:solidFill>
                <a:latin typeface="Arial"/>
                <a:ea typeface="Microsoft JhengHei"/>
                <a:cs typeface="Arial"/>
              </a:rPr>
              <a:t>    VCF Ops &gt; Lifecycle &gt; Components</a:t>
            </a:r>
          </a:p>
        </p:txBody>
      </p:sp>
      <p:sp>
        <p:nvSpPr>
          <p:cNvPr id="10" name="Rectangle 9"/>
          <p:cNvSpPr/>
          <p:nvPr/>
        </p:nvSpPr>
        <p:spPr>
          <a:xfrm>
            <a:off x="3362248" y="1417320"/>
            <a:ext cx="2679192" cy="384048"/>
          </a:xfrm>
          <a:prstGeom prst="rect">
            <a:avLst/>
          </a:prstGeom>
          <a:solidFill>
            <a:srgbClr val="007B8C"/>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執行</a:t>
            </a:r>
            <a:r>
              <a:rPr sz="900" b="0">
                <a:solidFill>
                  <a:srgbClr val="FFFFFF"/>
                </a:solidFill>
                <a:latin typeface="Arial"/>
                <a:ea typeface="Microsoft JhengHei"/>
                <a:cs typeface="Arial"/>
              </a:rPr>
              <a:t>  Execute</a:t>
            </a:r>
          </a:p>
        </p:txBody>
      </p:sp>
      <p:sp>
        <p:nvSpPr>
          <p:cNvPr id="11" name="Rectangle 10"/>
          <p:cNvSpPr/>
          <p:nvPr/>
        </p:nvSpPr>
        <p:spPr>
          <a:xfrm>
            <a:off x="3362248"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7112"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250" b="1">
                <a:solidFill>
                  <a:srgbClr val="007B8C"/>
                </a:solidFill>
                <a:latin typeface="Arial"/>
                <a:ea typeface="Microsoft JhengHei"/>
                <a:cs typeface="Arial"/>
              </a:rPr>
              <a:t>☐ </a:t>
            </a:r>
            <a:r>
              <a:rPr sz="1250" b="0">
                <a:solidFill>
                  <a:srgbClr val="333333"/>
                </a:solidFill>
                <a:latin typeface="Arial"/>
                <a:ea typeface="Microsoft JhengHei"/>
                <a:cs typeface="Arial"/>
              </a:rPr>
              <a:t>Lifecycle &gt; Add Component &gt; Import 8.x</a:t>
            </a:r>
          </a:p>
          <a:p>
            <a:pPr algn="l">
              <a:lnSpc>
                <a:spcPct val="100000"/>
              </a:lnSpc>
              <a:spcAft>
                <a:spcPts val="700"/>
              </a:spcAft>
            </a:pPr>
            <a:r>
              <a:rPr sz="1100" b="0">
                <a:solidFill>
                  <a:srgbClr val="717074"/>
                </a:solidFill>
                <a:latin typeface="Arial"/>
                <a:ea typeface="Microsoft JhengHei"/>
                <a:cs typeface="Arial"/>
              </a:rPr>
              <a:t>    VCF Ops &gt; Build &gt; Lifecycle &gt; VCF Management &gt; Components</a:t>
            </a:r>
          </a:p>
          <a:p>
            <a:pPr algn="l">
              <a:lnSpc>
                <a:spcPct val="100000"/>
              </a:lnSpc>
              <a:spcAft>
                <a:spcPts val="300"/>
              </a:spcAft>
            </a:pPr>
            <a:r>
              <a:rPr sz="1250" b="1">
                <a:solidFill>
                  <a:srgbClr val="007B8C"/>
                </a:solidFill>
                <a:latin typeface="Arial"/>
                <a:ea typeface="Microsoft JhengHei"/>
                <a:cs typeface="Arial"/>
              </a:rPr>
              <a:t>☐ </a:t>
            </a:r>
            <a:r>
              <a:rPr sz="1250" b="0">
                <a:solidFill>
                  <a:srgbClr val="333333"/>
                </a:solidFill>
                <a:latin typeface="Arial"/>
                <a:ea typeface="Microsoft JhengHei"/>
                <a:cs typeface="Arial"/>
              </a:rPr>
              <a:t>完成後按 Sync</a:t>
            </a:r>
          </a:p>
          <a:p>
            <a:pPr algn="l">
              <a:lnSpc>
                <a:spcPct val="100000"/>
              </a:lnSpc>
              <a:spcAft>
                <a:spcPts val="700"/>
              </a:spcAft>
            </a:pPr>
            <a:r>
              <a:rPr sz="1100" b="0">
                <a:solidFill>
                  <a:srgbClr val="717074"/>
                </a:solidFill>
                <a:latin typeface="Arial"/>
                <a:ea typeface="Microsoft JhengHei"/>
                <a:cs typeface="Arial"/>
              </a:rPr>
              <a:t>    VCF Ops &gt; Lifecycle &gt; Sync</a:t>
            </a:r>
          </a:p>
        </p:txBody>
      </p:sp>
      <p:sp>
        <p:nvSpPr>
          <p:cNvPr id="13" name="Rectangle 12"/>
          <p:cNvSpPr/>
          <p:nvPr/>
        </p:nvSpPr>
        <p:spPr>
          <a:xfrm>
            <a:off x="6148425" y="1417320"/>
            <a:ext cx="2679192" cy="384048"/>
          </a:xfrm>
          <a:prstGeom prst="rect">
            <a:avLst/>
          </a:prstGeom>
          <a:solidFill>
            <a:srgbClr val="61A60E"/>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完成驗證</a:t>
            </a:r>
            <a:r>
              <a:rPr sz="900" b="0">
                <a:solidFill>
                  <a:srgbClr val="FFFFFF"/>
                </a:solidFill>
                <a:latin typeface="Arial"/>
                <a:ea typeface="Microsoft JhengHei"/>
                <a:cs typeface="Arial"/>
              </a:rPr>
              <a:t>  Verify</a:t>
            </a:r>
          </a:p>
        </p:txBody>
      </p:sp>
      <p:sp>
        <p:nvSpPr>
          <p:cNvPr id="14" name="Rectangle 13"/>
          <p:cNvSpPr/>
          <p:nvPr/>
        </p:nvSpPr>
        <p:spPr>
          <a:xfrm>
            <a:off x="6148425"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03289"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250" b="1">
                <a:solidFill>
                  <a:srgbClr val="61A60E"/>
                </a:solidFill>
                <a:latin typeface="Arial"/>
                <a:ea typeface="Microsoft JhengHei"/>
                <a:cs typeface="Arial"/>
              </a:rPr>
              <a:t>☐ </a:t>
            </a:r>
            <a:r>
              <a:rPr sz="1250" b="0">
                <a:solidFill>
                  <a:srgbClr val="333333"/>
                </a:solidFill>
                <a:latin typeface="Arial"/>
                <a:ea typeface="Microsoft JhengHei"/>
                <a:cs typeface="Arial"/>
              </a:rPr>
              <a:t>Task Completed、Components 有 VCFA 8.18.x</a:t>
            </a:r>
          </a:p>
          <a:p>
            <a:pPr algn="l">
              <a:lnSpc>
                <a:spcPct val="100000"/>
              </a:lnSpc>
              <a:spcAft>
                <a:spcPts val="700"/>
              </a:spcAft>
            </a:pPr>
            <a:r>
              <a:rPr sz="1100" b="0">
                <a:solidFill>
                  <a:srgbClr val="717074"/>
                </a:solidFill>
                <a:latin typeface="Arial"/>
                <a:ea typeface="Microsoft JhengHei"/>
                <a:cs typeface="Arial"/>
              </a:rPr>
              <a:t>    VCF Ops &gt; Lifecycle &gt; Tasks / Components</a:t>
            </a:r>
          </a:p>
          <a:p>
            <a:pPr algn="l">
              <a:lnSpc>
                <a:spcPct val="100000"/>
              </a:lnSpc>
              <a:spcAft>
                <a:spcPts val="700"/>
              </a:spcAft>
            </a:pPr>
            <a:r>
              <a:rPr sz="1250" b="1">
                <a:solidFill>
                  <a:srgbClr val="61A60E"/>
                </a:solidFill>
                <a:latin typeface="Arial"/>
                <a:ea typeface="Microsoft JhengHei"/>
                <a:cs typeface="Arial"/>
              </a:rPr>
              <a:t>☐ </a:t>
            </a:r>
            <a:r>
              <a:rPr sz="1250" b="0">
                <a:solidFill>
                  <a:srgbClr val="333333"/>
                </a:solidFill>
                <a:latin typeface="Arial"/>
                <a:ea typeface="Microsoft JhengHei"/>
                <a:cs typeface="Arial"/>
              </a:rPr>
              <a:t>來源 vRA 不受影響</a:t>
            </a:r>
          </a:p>
        </p:txBody>
      </p:sp>
      <p:sp>
        <p:nvSpPr>
          <p:cNvPr id="16" name="Rectangle 15"/>
          <p:cNvSpPr/>
          <p:nvPr/>
        </p:nvSpPr>
        <p:spPr>
          <a:xfrm>
            <a:off x="8934602" y="1417320"/>
            <a:ext cx="2679192" cy="384048"/>
          </a:xfrm>
          <a:prstGeom prst="rect">
            <a:avLst/>
          </a:prstGeom>
          <a:solidFill>
            <a:srgbClr val="717074"/>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退版 / 截止點</a:t>
            </a:r>
            <a:r>
              <a:rPr sz="900" b="0">
                <a:solidFill>
                  <a:srgbClr val="FFFFFF"/>
                </a:solidFill>
                <a:latin typeface="Arial"/>
                <a:ea typeface="Microsoft JhengHei"/>
                <a:cs typeface="Arial"/>
              </a:rPr>
              <a:t>  Rollback</a:t>
            </a:r>
          </a:p>
        </p:txBody>
      </p:sp>
      <p:sp>
        <p:nvSpPr>
          <p:cNvPr id="17" name="Rectangle 16"/>
          <p:cNvSpPr/>
          <p:nvPr/>
        </p:nvSpPr>
        <p:spPr>
          <a:xfrm>
            <a:off x="893460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8946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250" b="1">
                <a:solidFill>
                  <a:srgbClr val="717074"/>
                </a:solidFill>
                <a:latin typeface="Arial"/>
                <a:ea typeface="Microsoft JhengHei"/>
                <a:cs typeface="Arial"/>
              </a:rPr>
              <a:t>☐ </a:t>
            </a:r>
            <a:r>
              <a:rPr sz="1250" b="0">
                <a:solidFill>
                  <a:srgbClr val="333333"/>
                </a:solidFill>
                <a:latin typeface="Arial"/>
                <a:ea typeface="Microsoft JhengHei"/>
                <a:cs typeface="Arial"/>
              </a:rPr>
              <a:t>只是註冊；撤除走 KB 441333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S07 ｜ Upgrade vRA 8.18 to VCF Automation 9.1.1</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6C4B94"/>
                </a:solidFill>
                <a:latin typeface="Arial"/>
                <a:ea typeface="Microsoft JhengHei"/>
                <a:cs typeface="Arial"/>
              </a:rPr>
              <a:t>vRA 8.18 → VCF Automation 9.1.1（藍綠升級）</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依據：TechDocs《Upgrading to VCF Automation 9.1》等；KB 425489、389563、447667、450345、441333；CXS Lab 實測；VCFA 升級精靈 / VCF Automation 9.1.1 Release Notes</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sp>
        <p:nvSpPr>
          <p:cNvPr id="6" name="TextBox 5"/>
          <p:cNvSpPr txBox="1"/>
          <p:nvPr/>
        </p:nvSpPr>
        <p:spPr>
          <a:xfrm>
            <a:off x="548640" y="1097280"/>
            <a:ext cx="8686800" cy="256032"/>
          </a:xfrm>
          <a:prstGeom prst="rect">
            <a:avLst/>
          </a:prstGeom>
          <a:noFill/>
        </p:spPr>
        <p:txBody>
          <a:bodyPr wrap="square" lIns="27432" rIns="27432" tIns="27432" bIns="27432" anchor="t">
            <a:spAutoFit/>
          </a:bodyPr>
          <a:lstStyle/>
          <a:p>
            <a:pPr algn="l">
              <a:spcAft>
                <a:spcPts val="200"/>
              </a:spcAft>
            </a:pPr>
            <a:r>
              <a:rPr sz="1000" b="0">
                <a:solidFill>
                  <a:srgbClr val="717074"/>
                </a:solidFill>
                <a:latin typeface="Arial"/>
                <a:ea typeface="Microsoft JhengHei"/>
                <a:cs typeface="Arial"/>
              </a:rPr>
              <a:t>原計畫 #7 ｜ 負責：ENG、AUTO、ARC ｜ Lab 9.1.1（10/7）：precheck 36 分、升級 4 h 47 m、vRA 中斷約 44 分</a:t>
            </a:r>
          </a:p>
        </p:txBody>
      </p:sp>
      <p:sp>
        <p:nvSpPr>
          <p:cNvPr id="7" name="Rounded Rectangle 6"/>
          <p:cNvSpPr/>
          <p:nvPr/>
        </p:nvSpPr>
        <p:spPr>
          <a:xfrm>
            <a:off x="10835640" y="1097280"/>
            <a:ext cx="777240" cy="246888"/>
          </a:xfrm>
          <a:prstGeom prst="roundRect">
            <a:avLst>
              <a:gd name="adj" fmla="val 50000"/>
            </a:avLst>
          </a:prstGeom>
          <a:solidFill>
            <a:srgbClr val="F3BA1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18288" bIns="18288" wrap="square"/>
          <a:lstStyle/>
          <a:p>
            <a:pPr algn="ctr">
              <a:spcAft>
                <a:spcPts val="0"/>
              </a:spcAft>
            </a:pPr>
            <a:r>
              <a:rPr sz="900" b="1">
                <a:solidFill>
                  <a:srgbClr val="1B1D36"/>
                </a:solidFill>
                <a:latin typeface="Arial"/>
                <a:ea typeface="Microsoft JhengHei"/>
                <a:cs typeface="Arial"/>
              </a:rPr>
              <a:t>G2 Gate</a:t>
            </a:r>
          </a:p>
        </p:txBody>
      </p:sp>
      <p:sp>
        <p:nvSpPr>
          <p:cNvPr id="8" name="Rectangle 7"/>
          <p:cNvSpPr/>
          <p:nvPr/>
        </p:nvSpPr>
        <p:spPr>
          <a:xfrm>
            <a:off x="576072" y="1417320"/>
            <a:ext cx="2679192" cy="384048"/>
          </a:xfrm>
          <a:prstGeom prst="rect">
            <a:avLst/>
          </a:prstGeom>
          <a:solidFill>
            <a:srgbClr val="005C8A"/>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前置檢查</a:t>
            </a:r>
            <a:r>
              <a:rPr sz="900" b="0">
                <a:solidFill>
                  <a:srgbClr val="FFFFFF"/>
                </a:solidFill>
                <a:latin typeface="Arial"/>
                <a:ea typeface="Microsoft JhengHei"/>
                <a:cs typeface="Arial"/>
              </a:rPr>
              <a:t>  Pre-check</a:t>
            </a:r>
          </a:p>
        </p:txBody>
      </p:sp>
      <p:sp>
        <p:nvSpPr>
          <p:cNvPr id="9" name="Rectangle 8"/>
          <p:cNvSpPr/>
          <p:nvPr/>
        </p:nvSpPr>
        <p:spPr>
          <a:xfrm>
            <a:off x="57607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000" b="1">
                <a:solidFill>
                  <a:srgbClr val="005C8A"/>
                </a:solidFill>
                <a:latin typeface="Arial"/>
                <a:ea typeface="Microsoft JhengHei"/>
                <a:cs typeface="Arial"/>
              </a:rPr>
              <a:t>☐ </a:t>
            </a:r>
            <a:r>
              <a:rPr sz="1000" b="0">
                <a:solidFill>
                  <a:srgbClr val="333333"/>
                </a:solidFill>
                <a:latin typeface="Arial"/>
                <a:ea typeface="Microsoft JhengHei"/>
                <a:cs typeface="Arial"/>
              </a:rPr>
              <a:t>Depot 有 VCFA + MSE；Upgrade 頁有 VCFA 列</a:t>
            </a:r>
          </a:p>
          <a:p>
            <a:pPr algn="l">
              <a:lnSpc>
                <a:spcPct val="100000"/>
              </a:lnSpc>
              <a:spcAft>
                <a:spcPts val="700"/>
              </a:spcAft>
            </a:pPr>
            <a:r>
              <a:rPr sz="850" b="0">
                <a:solidFill>
                  <a:srgbClr val="717074"/>
                </a:solidFill>
                <a:latin typeface="Arial"/>
                <a:ea typeface="Microsoft JhengHei"/>
                <a:cs typeface="Arial"/>
              </a:rPr>
              <a:t>    VCF Ops &gt; Lifecycle &gt; Upgrade</a:t>
            </a:r>
          </a:p>
          <a:p>
            <a:pPr algn="l">
              <a:lnSpc>
                <a:spcPct val="100000"/>
              </a:lnSpc>
              <a:spcAft>
                <a:spcPts val="300"/>
              </a:spcAft>
            </a:pPr>
            <a:r>
              <a:rPr sz="1000" b="1">
                <a:solidFill>
                  <a:srgbClr val="005C8A"/>
                </a:solidFill>
                <a:latin typeface="Arial"/>
                <a:ea typeface="Microsoft JhengHei"/>
                <a:cs typeface="Arial"/>
              </a:rPr>
              <a:t>☐ </a:t>
            </a:r>
            <a:r>
              <a:rPr sz="1000" b="0">
                <a:solidFill>
                  <a:srgbClr val="333333"/>
                </a:solidFill>
                <a:latin typeface="Arial"/>
                <a:ea typeface="Microsoft JhengHei"/>
                <a:cs typeface="Arial"/>
              </a:rPr>
              <a:t>Fleet / services runtime 已 9.1.1</a:t>
            </a:r>
          </a:p>
          <a:p>
            <a:pPr algn="l">
              <a:lnSpc>
                <a:spcPct val="100000"/>
              </a:lnSpc>
              <a:spcAft>
                <a:spcPts val="700"/>
              </a:spcAft>
            </a:pPr>
            <a:r>
              <a:rPr sz="850" b="0">
                <a:solidFill>
                  <a:srgbClr val="717074"/>
                </a:solidFill>
                <a:latin typeface="Arial"/>
                <a:ea typeface="Microsoft JhengHei"/>
                <a:cs typeface="Arial"/>
              </a:rPr>
              <a:t>    VCF Ops &gt; Lifecycle &gt; Components</a:t>
            </a:r>
          </a:p>
          <a:p>
            <a:pPr algn="l">
              <a:lnSpc>
                <a:spcPct val="100000"/>
              </a:lnSpc>
              <a:spcAft>
                <a:spcPts val="700"/>
              </a:spcAft>
            </a:pPr>
            <a:r>
              <a:rPr sz="1000" b="1">
                <a:solidFill>
                  <a:srgbClr val="005C8A"/>
                </a:solidFill>
                <a:latin typeface="Arial"/>
                <a:ea typeface="Microsoft JhengHei"/>
                <a:cs typeface="Arial"/>
              </a:rPr>
              <a:t>☐ </a:t>
            </a:r>
            <a:r>
              <a:rPr sz="1000" b="0">
                <a:solidFill>
                  <a:srgbClr val="333333"/>
                </a:solidFill>
                <a:latin typeface="Arial"/>
                <a:ea typeface="Microsoft JhengHei"/>
                <a:cs typeface="Arial"/>
              </a:rPr>
              <a:t>5 IP 同網段 + runtime FQDN（pool 外）</a:t>
            </a:r>
          </a:p>
          <a:p>
            <a:pPr algn="l">
              <a:lnSpc>
                <a:spcPct val="100000"/>
              </a:lnSpc>
              <a:spcAft>
                <a:spcPts val="300"/>
              </a:spcAft>
            </a:pPr>
            <a:r>
              <a:rPr sz="1000" b="1">
                <a:solidFill>
                  <a:srgbClr val="005C8A"/>
                </a:solidFill>
                <a:latin typeface="Arial"/>
                <a:ea typeface="Microsoft JhengHei"/>
                <a:cs typeface="Arial"/>
              </a:rPr>
              <a:t>☐ </a:t>
            </a:r>
            <a:r>
              <a:rPr sz="1000" b="0">
                <a:solidFill>
                  <a:srgbClr val="333333"/>
                </a:solidFill>
                <a:latin typeface="Arial"/>
                <a:ea typeface="Microsoft JhengHei"/>
                <a:cs typeface="Arial"/>
              </a:rPr>
              <a:t>端點憑證已入 DB（否則 KB 425489）</a:t>
            </a:r>
          </a:p>
          <a:p>
            <a:pPr algn="l">
              <a:lnSpc>
                <a:spcPct val="100000"/>
              </a:lnSpc>
              <a:spcAft>
                <a:spcPts val="700"/>
              </a:spcAft>
            </a:pPr>
            <a:r>
              <a:rPr sz="850" b="0">
                <a:solidFill>
                  <a:srgbClr val="717074"/>
                </a:solidFill>
                <a:latin typeface="Arial"/>
                <a:ea typeface="Microsoft JhengHei"/>
                <a:cs typeface="Arial"/>
              </a:rPr>
              <a:t>    Precheck details；vRA 主節點 SSH</a:t>
            </a:r>
          </a:p>
          <a:p>
            <a:pPr algn="l">
              <a:lnSpc>
                <a:spcPct val="100000"/>
              </a:lnSpc>
              <a:spcAft>
                <a:spcPts val="700"/>
              </a:spcAft>
            </a:pPr>
            <a:r>
              <a:rPr sz="1000" b="1">
                <a:solidFill>
                  <a:srgbClr val="005C8A"/>
                </a:solidFill>
                <a:latin typeface="Arial"/>
                <a:ea typeface="Microsoft JhengHei"/>
                <a:cs typeface="Arial"/>
              </a:rPr>
              <a:t>☐ </a:t>
            </a:r>
            <a:r>
              <a:rPr sz="1000" b="0">
                <a:solidFill>
                  <a:srgbClr val="333333"/>
                </a:solidFill>
                <a:latin typeface="Arial"/>
                <a:ea typeface="Microsoft JhengHei"/>
                <a:cs typeface="Arial"/>
              </a:rPr>
              <a:t>排中斷窗口（Lab 約 44 分）</a:t>
            </a:r>
          </a:p>
          <a:p>
            <a:pPr algn="l">
              <a:lnSpc>
                <a:spcPct val="100000"/>
              </a:lnSpc>
              <a:spcAft>
                <a:spcPts val="700"/>
              </a:spcAft>
            </a:pPr>
            <a:r>
              <a:rPr sz="1000" b="1">
                <a:solidFill>
                  <a:srgbClr val="005C8A"/>
                </a:solidFill>
                <a:latin typeface="Arial"/>
                <a:ea typeface="Microsoft JhengHei"/>
                <a:cs typeface="Arial"/>
              </a:rPr>
              <a:t>☐ </a:t>
            </a:r>
            <a:r>
              <a:rPr sz="1000" b="0">
                <a:solidFill>
                  <a:srgbClr val="333333"/>
                </a:solidFill>
                <a:latin typeface="Arial"/>
                <a:ea typeface="Microsoft JhengHei"/>
                <a:cs typeface="Arial"/>
              </a:rPr>
              <a:t>資源 ×2（新節點 24 vCPU / 96 GB）</a:t>
            </a:r>
          </a:p>
          <a:p>
            <a:pPr algn="l">
              <a:lnSpc>
                <a:spcPct val="100000"/>
              </a:lnSpc>
              <a:spcAft>
                <a:spcPts val="300"/>
              </a:spcAft>
            </a:pPr>
            <a:r>
              <a:rPr sz="1000" b="1">
                <a:solidFill>
                  <a:srgbClr val="005C8A"/>
                </a:solidFill>
                <a:latin typeface="Arial"/>
                <a:ea typeface="Microsoft JhengHei"/>
                <a:cs typeface="Arial"/>
              </a:rPr>
              <a:t>☐ </a:t>
            </a:r>
            <a:r>
              <a:rPr sz="1000" b="0">
                <a:solidFill>
                  <a:srgbClr val="333333"/>
                </a:solidFill>
                <a:latin typeface="Arial"/>
                <a:ea typeface="Microsoft JhengHei"/>
                <a:cs typeface="Arial"/>
              </a:rPr>
              <a:t>9.1.1 起 public cloud endpoints 已 deprecated、升級後預設關閉 → 確認未使用</a:t>
            </a:r>
          </a:p>
          <a:p>
            <a:pPr algn="l">
              <a:lnSpc>
                <a:spcPct val="100000"/>
              </a:lnSpc>
              <a:spcAft>
                <a:spcPts val="700"/>
              </a:spcAft>
            </a:pPr>
            <a:r>
              <a:rPr sz="850" b="0">
                <a:solidFill>
                  <a:srgbClr val="717074"/>
                </a:solidFill>
                <a:latin typeface="Arial"/>
                <a:ea typeface="Microsoft JhengHei"/>
                <a:cs typeface="Arial"/>
              </a:rPr>
              <a:t>    Cloud Assembly &gt; Cloud Accounts</a:t>
            </a:r>
          </a:p>
          <a:p>
            <a:pPr algn="l">
              <a:lnSpc>
                <a:spcPct val="100000"/>
              </a:lnSpc>
              <a:spcAft>
                <a:spcPts val="700"/>
              </a:spcAft>
            </a:pPr>
            <a:r>
              <a:rPr sz="1000" b="1">
                <a:solidFill>
                  <a:srgbClr val="005C8A"/>
                </a:solidFill>
                <a:latin typeface="Arial"/>
                <a:ea typeface="Microsoft JhengHei"/>
                <a:cs typeface="Arial"/>
              </a:rPr>
              <a:t>☐ </a:t>
            </a:r>
            <a:r>
              <a:rPr sz="1000" b="0">
                <a:solidFill>
                  <a:srgbClr val="333333"/>
                </a:solidFill>
                <a:latin typeface="Arial"/>
                <a:ea typeface="Microsoft JhengHei"/>
                <a:cs typeface="Arial"/>
              </a:rPr>
              <a:t>保留 vIDM 與 ASL 8.x</a:t>
            </a:r>
          </a:p>
          <a:p>
            <a:pPr algn="l">
              <a:lnSpc>
                <a:spcPct val="100000"/>
              </a:lnSpc>
              <a:spcAft>
                <a:spcPts val="700"/>
              </a:spcAft>
            </a:pPr>
            <a:r>
              <a:rPr sz="1000" b="1">
                <a:solidFill>
                  <a:srgbClr val="005C8A"/>
                </a:solidFill>
                <a:latin typeface="Arial"/>
                <a:ea typeface="Microsoft JhengHei"/>
                <a:cs typeface="Arial"/>
              </a:rPr>
              <a:t>☐ </a:t>
            </a:r>
            <a:r>
              <a:rPr sz="1000" b="0">
                <a:solidFill>
                  <a:srgbClr val="333333"/>
                </a:solidFill>
                <a:latin typeface="Arial"/>
                <a:ea typeface="Microsoft JhengHei"/>
                <a:cs typeface="Arial"/>
              </a:rPr>
              <a:t>升級精靈密碼欄位：清掉自動產生值，改用保管工具內的標準密碼（自動產生值部署後看不到）</a:t>
            </a:r>
          </a:p>
        </p:txBody>
      </p:sp>
      <p:sp>
        <p:nvSpPr>
          <p:cNvPr id="11" name="Rectangle 10"/>
          <p:cNvSpPr/>
          <p:nvPr/>
        </p:nvSpPr>
        <p:spPr>
          <a:xfrm>
            <a:off x="3362248" y="1417320"/>
            <a:ext cx="2679192" cy="384048"/>
          </a:xfrm>
          <a:prstGeom prst="rect">
            <a:avLst/>
          </a:prstGeom>
          <a:solidFill>
            <a:srgbClr val="007B8C"/>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執行</a:t>
            </a:r>
            <a:r>
              <a:rPr sz="900" b="0">
                <a:solidFill>
                  <a:srgbClr val="FFFFFF"/>
                </a:solidFill>
                <a:latin typeface="Arial"/>
                <a:ea typeface="Microsoft JhengHei"/>
                <a:cs typeface="Arial"/>
              </a:rPr>
              <a:t>  Execute</a:t>
            </a:r>
          </a:p>
        </p:txBody>
      </p:sp>
      <p:sp>
        <p:nvSpPr>
          <p:cNvPr id="12" name="Rectangle 11"/>
          <p:cNvSpPr/>
          <p:nvPr/>
        </p:nvSpPr>
        <p:spPr>
          <a:xfrm>
            <a:off x="3362248"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17112"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000" b="1">
                <a:solidFill>
                  <a:srgbClr val="007B8C"/>
                </a:solidFill>
                <a:latin typeface="Arial"/>
                <a:ea typeface="Microsoft JhengHei"/>
                <a:cs typeface="Arial"/>
              </a:rPr>
              <a:t>☐ </a:t>
            </a:r>
            <a:r>
              <a:rPr sz="1000" b="0">
                <a:solidFill>
                  <a:srgbClr val="333333"/>
                </a:solidFill>
                <a:latin typeface="Arial"/>
                <a:ea typeface="Microsoft JhengHei"/>
                <a:cs typeface="Arial"/>
              </a:rPr>
              <a:t>Sync 後要 reload 才有 VCFA 列</a:t>
            </a:r>
          </a:p>
          <a:p>
            <a:pPr algn="l">
              <a:lnSpc>
                <a:spcPct val="100000"/>
              </a:lnSpc>
              <a:spcAft>
                <a:spcPts val="700"/>
              </a:spcAft>
            </a:pPr>
            <a:r>
              <a:rPr sz="850" b="0">
                <a:solidFill>
                  <a:srgbClr val="717074"/>
                </a:solidFill>
                <a:latin typeface="Arial"/>
                <a:ea typeface="Microsoft JhengHei"/>
                <a:cs typeface="Arial"/>
              </a:rPr>
              <a:t>    VCF Ops &gt; Lifecycle &gt; Upgrade</a:t>
            </a:r>
          </a:p>
          <a:p>
            <a:pPr algn="l">
              <a:lnSpc>
                <a:spcPct val="100000"/>
              </a:lnSpc>
              <a:spcAft>
                <a:spcPts val="300"/>
              </a:spcAft>
            </a:pPr>
            <a:r>
              <a:rPr sz="1000" b="1">
                <a:solidFill>
                  <a:srgbClr val="007B8C"/>
                </a:solidFill>
                <a:latin typeface="Arial"/>
                <a:ea typeface="Microsoft JhengHei"/>
                <a:cs typeface="Arial"/>
              </a:rPr>
              <a:t>☐ </a:t>
            </a:r>
            <a:r>
              <a:rPr sz="1000" b="0">
                <a:solidFill>
                  <a:srgbClr val="333333"/>
                </a:solidFill>
                <a:latin typeface="Arial"/>
                <a:ea typeface="Microsoft JhengHei"/>
                <a:cs typeface="Arial"/>
              </a:rPr>
              <a:t>Configure → Prechecks 全過 → Upgrade</a:t>
            </a:r>
          </a:p>
          <a:p>
            <a:pPr algn="l">
              <a:lnSpc>
                <a:spcPct val="100000"/>
              </a:lnSpc>
              <a:spcAft>
                <a:spcPts val="700"/>
              </a:spcAft>
            </a:pPr>
            <a:r>
              <a:rPr sz="850" b="0">
                <a:solidFill>
                  <a:srgbClr val="717074"/>
                </a:solidFill>
                <a:latin typeface="Arial"/>
                <a:ea typeface="Microsoft JhengHei"/>
                <a:cs typeface="Arial"/>
              </a:rPr>
              <a:t>    VCF Ops &gt; Lifecycle &gt; Upgrade</a:t>
            </a:r>
          </a:p>
          <a:p>
            <a:pPr algn="l">
              <a:lnSpc>
                <a:spcPct val="100000"/>
              </a:lnSpc>
              <a:spcAft>
                <a:spcPts val="300"/>
              </a:spcAft>
            </a:pPr>
            <a:r>
              <a:rPr sz="1000" b="1">
                <a:solidFill>
                  <a:srgbClr val="007B8C"/>
                </a:solidFill>
                <a:latin typeface="Arial"/>
                <a:ea typeface="Microsoft JhengHei"/>
                <a:cs typeface="Arial"/>
              </a:rPr>
              <a:t>☐ </a:t>
            </a:r>
            <a:r>
              <a:rPr sz="1000" b="0">
                <a:solidFill>
                  <a:srgbClr val="333333"/>
                </a:solidFill>
                <a:latin typeface="Arial"/>
                <a:ea typeface="Microsoft JhengHei"/>
                <a:cs typeface="Arial"/>
              </a:rPr>
              <a:t>監看階段：部署新 runtime（約 2 h）→ import → prechecks → upgrade；完成後來源節點自動關機</a:t>
            </a:r>
          </a:p>
          <a:p>
            <a:pPr algn="l">
              <a:lnSpc>
                <a:spcPct val="100000"/>
              </a:lnSpc>
              <a:spcAft>
                <a:spcPts val="700"/>
              </a:spcAft>
            </a:pPr>
            <a:r>
              <a:rPr sz="850" b="0">
                <a:solidFill>
                  <a:srgbClr val="717074"/>
                </a:solidFill>
                <a:latin typeface="Arial"/>
                <a:ea typeface="Microsoft JhengHei"/>
                <a:cs typeface="Arial"/>
              </a:rPr>
              <a:t>    VCF Ops &gt; Lifecycle &gt; Tasks</a:t>
            </a:r>
          </a:p>
        </p:txBody>
      </p:sp>
      <p:sp>
        <p:nvSpPr>
          <p:cNvPr id="14" name="Rectangle 13"/>
          <p:cNvSpPr/>
          <p:nvPr/>
        </p:nvSpPr>
        <p:spPr>
          <a:xfrm>
            <a:off x="6148425" y="1417320"/>
            <a:ext cx="2679192" cy="384048"/>
          </a:xfrm>
          <a:prstGeom prst="rect">
            <a:avLst/>
          </a:prstGeom>
          <a:solidFill>
            <a:srgbClr val="61A60E"/>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完成驗證</a:t>
            </a:r>
            <a:r>
              <a:rPr sz="900" b="0">
                <a:solidFill>
                  <a:srgbClr val="FFFFFF"/>
                </a:solidFill>
                <a:latin typeface="Arial"/>
                <a:ea typeface="Microsoft JhengHei"/>
                <a:cs typeface="Arial"/>
              </a:rPr>
              <a:t>  Verify</a:t>
            </a:r>
          </a:p>
        </p:txBody>
      </p:sp>
      <p:sp>
        <p:nvSpPr>
          <p:cNvPr id="15" name="Rectangle 14"/>
          <p:cNvSpPr/>
          <p:nvPr/>
        </p:nvSpPr>
        <p:spPr>
          <a:xfrm>
            <a:off x="6148425"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03289"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000" b="1">
                <a:solidFill>
                  <a:srgbClr val="61A60E"/>
                </a:solidFill>
                <a:latin typeface="Arial"/>
                <a:ea typeface="Microsoft JhengHei"/>
                <a:cs typeface="Arial"/>
              </a:rPr>
              <a:t>☐ </a:t>
            </a:r>
            <a:r>
              <a:rPr sz="1000" b="0">
                <a:solidFill>
                  <a:srgbClr val="333333"/>
                </a:solidFill>
                <a:latin typeface="Arial"/>
                <a:ea typeface="Microsoft JhengHei"/>
                <a:cs typeface="Arial"/>
              </a:rPr>
              <a:t>Tenant / Provider 登入、版本 9.1.1</a:t>
            </a:r>
          </a:p>
          <a:p>
            <a:pPr algn="l">
              <a:lnSpc>
                <a:spcPct val="100000"/>
              </a:lnSpc>
              <a:spcAft>
                <a:spcPts val="700"/>
              </a:spcAft>
            </a:pPr>
            <a:r>
              <a:rPr sz="850" b="0">
                <a:solidFill>
                  <a:srgbClr val="717074"/>
                </a:solidFill>
                <a:latin typeface="Arial"/>
                <a:ea typeface="Microsoft JhengHei"/>
                <a:cs typeface="Arial"/>
              </a:rPr>
              <a:t>    https://&lt;vra-fqdn&gt;/automation/ ; /provider</a:t>
            </a:r>
          </a:p>
          <a:p>
            <a:pPr algn="l">
              <a:lnSpc>
                <a:spcPct val="100000"/>
              </a:lnSpc>
              <a:spcAft>
                <a:spcPts val="700"/>
              </a:spcAft>
            </a:pPr>
            <a:r>
              <a:rPr sz="1000" b="1">
                <a:solidFill>
                  <a:srgbClr val="61A60E"/>
                </a:solidFill>
                <a:latin typeface="Arial"/>
                <a:ea typeface="Microsoft JhengHei"/>
                <a:cs typeface="Arial"/>
              </a:rPr>
              <a:t>☐ </a:t>
            </a:r>
            <a:r>
              <a:rPr sz="1000" b="0">
                <a:solidFill>
                  <a:srgbClr val="333333"/>
                </a:solidFill>
                <a:latin typeface="Arial"/>
                <a:ea typeface="Microsoft JhengHei"/>
                <a:cs typeface="Arial"/>
              </a:rPr>
              <a:t>資料完整、Day-2 與新請求成功</a:t>
            </a:r>
          </a:p>
          <a:p>
            <a:pPr algn="l">
              <a:lnSpc>
                <a:spcPct val="100000"/>
              </a:lnSpc>
              <a:spcAft>
                <a:spcPts val="300"/>
              </a:spcAft>
            </a:pPr>
            <a:r>
              <a:rPr sz="1000" b="1">
                <a:solidFill>
                  <a:srgbClr val="61A60E"/>
                </a:solidFill>
                <a:latin typeface="Arial"/>
                <a:ea typeface="Microsoft JhengHei"/>
                <a:cs typeface="Arial"/>
              </a:rPr>
              <a:t>☐ </a:t>
            </a:r>
            <a:r>
              <a:rPr sz="1000" b="0">
                <a:solidFill>
                  <a:srgbClr val="333333"/>
                </a:solidFill>
                <a:latin typeface="Arial"/>
                <a:ea typeface="Microsoft JhengHei"/>
                <a:cs typeface="Arial"/>
              </a:rPr>
              <a:t>Fleet 報 failed → 先驗 4 項證據</a:t>
            </a:r>
          </a:p>
          <a:p>
            <a:pPr algn="l">
              <a:lnSpc>
                <a:spcPct val="100000"/>
              </a:lnSpc>
              <a:spcAft>
                <a:spcPts val="700"/>
              </a:spcAft>
            </a:pPr>
            <a:r>
              <a:rPr sz="850" b="0">
                <a:solidFill>
                  <a:srgbClr val="717074"/>
                </a:solidFill>
                <a:latin typeface="Arial"/>
                <a:ea typeface="Microsoft JhengHei"/>
                <a:cs typeface="Arial"/>
              </a:rPr>
              <a:t>    kubectl get pd -n prelude；kubectl get pods -A</a:t>
            </a:r>
          </a:p>
        </p:txBody>
      </p:sp>
      <p:sp>
        <p:nvSpPr>
          <p:cNvPr id="17" name="Rectangle 16"/>
          <p:cNvSpPr/>
          <p:nvPr/>
        </p:nvSpPr>
        <p:spPr>
          <a:xfrm>
            <a:off x="8934602" y="1417320"/>
            <a:ext cx="2679192" cy="384048"/>
          </a:xfrm>
          <a:prstGeom prst="rect">
            <a:avLst/>
          </a:prstGeom>
          <a:solidFill>
            <a:srgbClr val="717074"/>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退版 / 截止點</a:t>
            </a:r>
            <a:r>
              <a:rPr sz="900" b="0">
                <a:solidFill>
                  <a:srgbClr val="FFFFFF"/>
                </a:solidFill>
                <a:latin typeface="Arial"/>
                <a:ea typeface="Microsoft JhengHei"/>
                <a:cs typeface="Arial"/>
              </a:rPr>
              <a:t>  Rollback</a:t>
            </a:r>
          </a:p>
        </p:txBody>
      </p:sp>
      <p:sp>
        <p:nvSpPr>
          <p:cNvPr id="18" name="Rectangle 17"/>
          <p:cNvSpPr/>
          <p:nvPr/>
        </p:nvSpPr>
        <p:spPr>
          <a:xfrm>
            <a:off x="893460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8946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000" b="1">
                <a:solidFill>
                  <a:srgbClr val="717074"/>
                </a:solidFill>
                <a:latin typeface="Arial"/>
                <a:ea typeface="Microsoft JhengHei"/>
                <a:cs typeface="Arial"/>
              </a:rPr>
              <a:t>☐ </a:t>
            </a:r>
            <a:r>
              <a:rPr sz="1000" b="0">
                <a:solidFill>
                  <a:srgbClr val="333333"/>
                </a:solidFill>
                <a:latin typeface="Arial"/>
                <a:ea typeface="Microsoft JhengHei"/>
                <a:cs typeface="Arial"/>
              </a:rPr>
              <a:t>Cutover 前：來源 8.18 原封不動</a:t>
            </a:r>
          </a:p>
          <a:p>
            <a:pPr algn="l">
              <a:lnSpc>
                <a:spcPct val="100000"/>
              </a:lnSpc>
              <a:spcAft>
                <a:spcPts val="300"/>
              </a:spcAft>
            </a:pPr>
            <a:r>
              <a:rPr sz="1000" b="1">
                <a:solidFill>
                  <a:srgbClr val="717074"/>
                </a:solidFill>
                <a:latin typeface="Arial"/>
                <a:ea typeface="Microsoft JhengHei"/>
                <a:cs typeface="Arial"/>
              </a:rPr>
              <a:t>☐ </a:t>
            </a:r>
            <a:r>
              <a:rPr sz="1000" b="0">
                <a:solidFill>
                  <a:srgbClr val="333333"/>
                </a:solidFill>
                <a:latin typeface="Arial"/>
                <a:ea typeface="Microsoft JhengHei"/>
                <a:cs typeface="Arial"/>
              </a:rPr>
              <a:t>退版點：自動 snapshot automated_vcf_backup_*</a:t>
            </a:r>
          </a:p>
          <a:p>
            <a:pPr algn="l">
              <a:lnSpc>
                <a:spcPct val="100000"/>
              </a:lnSpc>
              <a:spcAft>
                <a:spcPts val="700"/>
              </a:spcAft>
            </a:pPr>
            <a:r>
              <a:rPr sz="850" b="0">
                <a:solidFill>
                  <a:srgbClr val="717074"/>
                </a:solidFill>
                <a:latin typeface="Arial"/>
                <a:ea typeface="Microsoft JhengHei"/>
                <a:cs typeface="Arial"/>
              </a:rPr>
              <a:t>    vCenter &gt; vRA VM &gt; Snapshots</a:t>
            </a:r>
          </a:p>
          <a:p>
            <a:pPr algn="l">
              <a:lnSpc>
                <a:spcPct val="100000"/>
              </a:lnSpc>
              <a:spcAft>
                <a:spcPts val="700"/>
              </a:spcAft>
            </a:pPr>
            <a:r>
              <a:rPr sz="1000" b="1">
                <a:solidFill>
                  <a:srgbClr val="717074"/>
                </a:solidFill>
                <a:latin typeface="Arial"/>
                <a:ea typeface="Microsoft JhengHei"/>
                <a:cs typeface="Arial"/>
              </a:rPr>
              <a:t>☐ </a:t>
            </a:r>
            <a:r>
              <a:rPr sz="1000" b="0">
                <a:solidFill>
                  <a:srgbClr val="333333"/>
                </a:solidFill>
                <a:latin typeface="Arial"/>
                <a:ea typeface="Microsoft JhengHei"/>
                <a:cs typeface="Arial"/>
              </a:rPr>
              <a:t>Cutover 後：revert 自動 snapshot＋SR</a:t>
            </a:r>
          </a:p>
          <a:p>
            <a:pPr algn="l">
              <a:lnSpc>
                <a:spcPct val="100000"/>
              </a:lnSpc>
              <a:spcAft>
                <a:spcPts val="700"/>
              </a:spcAft>
            </a:pPr>
            <a:r>
              <a:rPr sz="1000" b="1">
                <a:solidFill>
                  <a:srgbClr val="717074"/>
                </a:solidFill>
                <a:latin typeface="Arial"/>
                <a:ea typeface="Microsoft JhengHei"/>
                <a:cs typeface="Arial"/>
              </a:rPr>
              <a:t>☐ </a:t>
            </a:r>
            <a:r>
              <a:rPr sz="1000" b="0">
                <a:solidFill>
                  <a:srgbClr val="333333"/>
                </a:solidFill>
                <a:latin typeface="Arial"/>
                <a:ea typeface="Microsoft JhengHei"/>
                <a:cs typeface="Arial"/>
              </a:rPr>
              <a:t>⚠ 截止：刪除 8.18 來源</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S08 ｜ 整合雲 vCenter 8.0.3 to 9.1.1 (RDU)</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007B8C"/>
                </a:solidFill>
                <a:latin typeface="Arial"/>
                <a:ea typeface="Microsoft JhengHei"/>
                <a:cs typeface="Arial"/>
              </a:rPr>
              <a:t>整合雲 vCenter 8.0.3 → 9.1.1（RDU，import 前）</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依據：TechDocs《Order of Upgrading vSphere and Protection and Recovery Components》《Upgrading to VCF 9.1.x》等；KB 450972、396777；VCF 9.1.1 BOM；CXS Lab 實測；Broadcom Interop Matrix</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sp>
        <p:nvSpPr>
          <p:cNvPr id="6" name="TextBox 5"/>
          <p:cNvSpPr txBox="1"/>
          <p:nvPr/>
        </p:nvSpPr>
        <p:spPr>
          <a:xfrm>
            <a:off x="548640" y="1097280"/>
            <a:ext cx="8686800" cy="256032"/>
          </a:xfrm>
          <a:prstGeom prst="rect">
            <a:avLst/>
          </a:prstGeom>
          <a:noFill/>
        </p:spPr>
        <p:txBody>
          <a:bodyPr wrap="square" lIns="27432" rIns="27432" tIns="27432" bIns="27432" anchor="t">
            <a:spAutoFit/>
          </a:bodyPr>
          <a:lstStyle/>
          <a:p>
            <a:pPr algn="l">
              <a:spcAft>
                <a:spcPts val="200"/>
              </a:spcAft>
            </a:pPr>
            <a:r>
              <a:rPr sz="1000" b="0">
                <a:solidFill>
                  <a:srgbClr val="717074"/>
                </a:solidFill>
                <a:latin typeface="Arial"/>
                <a:ea typeface="Microsoft JhengHei"/>
                <a:cs typeface="Arial"/>
              </a:rPr>
              <a:t>原計畫 #10（vCenter） ｜ 負責：ENG、SYS、DR ｜ Lab：RDU 約 33 分（停機約 5 分）；CLI migration 約 50 分</a:t>
            </a:r>
          </a:p>
        </p:txBody>
      </p:sp>
      <p:sp>
        <p:nvSpPr>
          <p:cNvPr id="7" name="Rectangle 6"/>
          <p:cNvSpPr/>
          <p:nvPr/>
        </p:nvSpPr>
        <p:spPr>
          <a:xfrm>
            <a:off x="576072" y="1417320"/>
            <a:ext cx="2679192" cy="384048"/>
          </a:xfrm>
          <a:prstGeom prst="rect">
            <a:avLst/>
          </a:prstGeom>
          <a:solidFill>
            <a:srgbClr val="005C8A"/>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前置檢查</a:t>
            </a:r>
            <a:r>
              <a:rPr sz="900" b="0">
                <a:solidFill>
                  <a:srgbClr val="FFFFFF"/>
                </a:solidFill>
                <a:latin typeface="Arial"/>
                <a:ea typeface="Microsoft JhengHei"/>
                <a:cs typeface="Arial"/>
              </a:rPr>
              <a:t>  Pre-check</a:t>
            </a:r>
          </a:p>
        </p:txBody>
      </p:sp>
      <p:sp>
        <p:nvSpPr>
          <p:cNvPr id="8" name="Rectangle 7"/>
          <p:cNvSpPr/>
          <p:nvPr/>
        </p:nvSpPr>
        <p:spPr>
          <a:xfrm>
            <a:off x="57607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100" b="1">
                <a:solidFill>
                  <a:srgbClr val="005C8A"/>
                </a:solidFill>
                <a:latin typeface="Arial"/>
                <a:ea typeface="Microsoft JhengHei"/>
                <a:cs typeface="Arial"/>
              </a:rPr>
              <a:t>☐ </a:t>
            </a:r>
            <a:r>
              <a:rPr sz="1100" b="0">
                <a:solidFill>
                  <a:srgbClr val="333333"/>
                </a:solidFill>
                <a:latin typeface="Arial"/>
                <a:ea typeface="Microsoft JhengHei"/>
                <a:cs typeface="Arial"/>
              </a:rPr>
              <a:t>SRM 9.1.1 ✓；先升 protected site</a:t>
            </a:r>
          </a:p>
          <a:p>
            <a:pPr algn="l">
              <a:lnSpc>
                <a:spcPct val="100000"/>
              </a:lnSpc>
              <a:spcAft>
                <a:spcPts val="300"/>
              </a:spcAft>
            </a:pPr>
            <a:r>
              <a:rPr sz="1100" b="1">
                <a:solidFill>
                  <a:srgbClr val="005C8A"/>
                </a:solidFill>
                <a:latin typeface="Arial"/>
                <a:ea typeface="Microsoft JhengHei"/>
                <a:cs typeface="Arial"/>
              </a:rPr>
              <a:t>☐ </a:t>
            </a:r>
            <a:r>
              <a:rPr sz="1100" b="0">
                <a:solidFill>
                  <a:srgbClr val="333333"/>
                </a:solidFill>
                <a:latin typeface="Arial"/>
                <a:ea typeface="Microsoft JhengHei"/>
                <a:cs typeface="Arial"/>
              </a:rPr>
              <a:t>VAMI file backup + SRM 設定匯出</a:t>
            </a:r>
          </a:p>
          <a:p>
            <a:pPr algn="l">
              <a:lnSpc>
                <a:spcPct val="100000"/>
              </a:lnSpc>
              <a:spcAft>
                <a:spcPts val="700"/>
              </a:spcAft>
            </a:pPr>
            <a:r>
              <a:rPr sz="950" b="0">
                <a:solidFill>
                  <a:srgbClr val="717074"/>
                </a:solidFill>
                <a:latin typeface="Arial"/>
                <a:ea typeface="Microsoft JhengHei"/>
                <a:cs typeface="Arial"/>
              </a:rPr>
              <a:t>    VAMI &gt; Backup</a:t>
            </a:r>
          </a:p>
          <a:p>
            <a:pPr algn="l">
              <a:lnSpc>
                <a:spcPct val="100000"/>
              </a:lnSpc>
              <a:spcAft>
                <a:spcPts val="700"/>
              </a:spcAft>
            </a:pPr>
            <a:r>
              <a:rPr sz="1100" b="1">
                <a:solidFill>
                  <a:srgbClr val="005C8A"/>
                </a:solidFill>
                <a:latin typeface="Arial"/>
                <a:ea typeface="Microsoft JhengHei"/>
                <a:cs typeface="Arial"/>
              </a:rPr>
              <a:t>☐ </a:t>
            </a:r>
            <a:r>
              <a:rPr sz="1100" b="0">
                <a:solidFill>
                  <a:srgbClr val="333333"/>
                </a:solidFill>
                <a:latin typeface="Arial"/>
                <a:ea typeface="Microsoft JhengHei"/>
                <a:cs typeface="Arial"/>
              </a:rPr>
              <a:t>8.0.3 build 確認可升 9.1.1（8.0U3j 可；8.0U3k 查 Interop Matrix）；9.1.1 ISO 備妥</a:t>
            </a:r>
          </a:p>
          <a:p>
            <a:pPr algn="l">
              <a:lnSpc>
                <a:spcPct val="100000"/>
              </a:lnSpc>
              <a:spcAft>
                <a:spcPts val="300"/>
              </a:spcAft>
            </a:pPr>
            <a:r>
              <a:rPr sz="1100" b="1">
                <a:solidFill>
                  <a:srgbClr val="005C8A"/>
                </a:solidFill>
                <a:latin typeface="Arial"/>
                <a:ea typeface="Microsoft JhengHei"/>
                <a:cs typeface="Arial"/>
              </a:rPr>
              <a:t>☐ </a:t>
            </a:r>
            <a:r>
              <a:rPr sz="1100" b="0">
                <a:solidFill>
                  <a:srgbClr val="333333"/>
                </a:solidFill>
                <a:latin typeface="Arial"/>
                <a:ea typeface="Microsoft JhengHei"/>
                <a:cs typeface="Arial"/>
              </a:rPr>
              <a:t>vCenter 未註冊 NSX &lt; 9.1（否則 RDU 卡住）</a:t>
            </a:r>
          </a:p>
          <a:p>
            <a:pPr algn="l">
              <a:lnSpc>
                <a:spcPct val="100000"/>
              </a:lnSpc>
              <a:spcAft>
                <a:spcPts val="700"/>
              </a:spcAft>
            </a:pPr>
            <a:r>
              <a:rPr sz="950" b="0">
                <a:solidFill>
                  <a:srgbClr val="717074"/>
                </a:solidFill>
                <a:latin typeface="Arial"/>
                <a:ea typeface="Microsoft JhengHei"/>
                <a:cs typeface="Arial"/>
              </a:rPr>
              <a:t>    govc extension.info | grep -i nsx</a:t>
            </a:r>
          </a:p>
          <a:p>
            <a:pPr algn="l">
              <a:lnSpc>
                <a:spcPct val="100000"/>
              </a:lnSpc>
              <a:spcAft>
                <a:spcPts val="700"/>
              </a:spcAft>
            </a:pPr>
            <a:r>
              <a:rPr sz="1100" b="1">
                <a:solidFill>
                  <a:srgbClr val="005C8A"/>
                </a:solidFill>
                <a:latin typeface="Arial"/>
                <a:ea typeface="Microsoft JhengHei"/>
                <a:cs typeface="Arial"/>
              </a:rPr>
              <a:t>☐ </a:t>
            </a:r>
            <a:r>
              <a:rPr sz="1100" b="0">
                <a:solidFill>
                  <a:srgbClr val="333333"/>
                </a:solidFill>
                <a:latin typeface="Arial"/>
                <a:ea typeface="Microsoft JhengHei"/>
                <a:cs typeface="Arial"/>
              </a:rPr>
              <a:t>注意：RDU 的 --precheck-only 會先就地升級來源 vCenter 的 vLCM 服務（非唯讀），排在窗口內執行</a:t>
            </a:r>
          </a:p>
          <a:p>
            <a:pPr algn="l">
              <a:lnSpc>
                <a:spcPct val="100000"/>
              </a:lnSpc>
              <a:spcAft>
                <a:spcPts val="300"/>
              </a:spcAft>
            </a:pPr>
            <a:r>
              <a:rPr sz="1100" b="1">
                <a:solidFill>
                  <a:srgbClr val="005C8A"/>
                </a:solidFill>
                <a:latin typeface="Arial"/>
                <a:ea typeface="Microsoft JhengHei"/>
                <a:cs typeface="Arial"/>
              </a:rPr>
              <a:t>☐ </a:t>
            </a:r>
            <a:r>
              <a:rPr sz="1100" b="0">
                <a:solidFill>
                  <a:srgbClr val="333333"/>
                </a:solidFill>
                <a:latin typeface="Arial"/>
                <a:ea typeface="Microsoft JhengHei"/>
                <a:cs typeface="Arial"/>
              </a:rPr>
              <a:t>暫時 IP、NTP、KB 396777</a:t>
            </a:r>
          </a:p>
          <a:p>
            <a:pPr algn="l">
              <a:lnSpc>
                <a:spcPct val="100000"/>
              </a:lnSpc>
              <a:spcAft>
                <a:spcPts val="700"/>
              </a:spcAft>
            </a:pPr>
            <a:r>
              <a:rPr sz="950" b="0">
                <a:solidFill>
                  <a:srgbClr val="717074"/>
                </a:solidFill>
                <a:latin typeface="Arial"/>
                <a:ea typeface="Microsoft JhengHei"/>
                <a:cs typeface="Arial"/>
              </a:rPr>
              <a:t>    ls /var/cache/svcaccounts/vsphere-ui/.vsphere-ui</a:t>
            </a:r>
          </a:p>
          <a:p>
            <a:pPr algn="l">
              <a:lnSpc>
                <a:spcPct val="100000"/>
              </a:lnSpc>
              <a:spcAft>
                <a:spcPts val="700"/>
              </a:spcAft>
            </a:pPr>
            <a:r>
              <a:rPr sz="1100" b="1">
                <a:solidFill>
                  <a:srgbClr val="005C8A"/>
                </a:solidFill>
                <a:latin typeface="Arial"/>
                <a:ea typeface="Microsoft JhengHei"/>
                <a:cs typeface="Arial"/>
              </a:rPr>
              <a:t>☐ </a:t>
            </a:r>
            <a:r>
              <a:rPr sz="1100" b="0">
                <a:solidFill>
                  <a:srgbClr val="333333"/>
                </a:solidFill>
                <a:latin typeface="Arial"/>
                <a:ea typeface="Microsoft JhengHei"/>
                <a:cs typeface="Arial"/>
              </a:rPr>
              <a:t>第三方 plugin / 備份 agent 相容 vCenter 9.1.1；vSAN health 綠</a:t>
            </a:r>
          </a:p>
        </p:txBody>
      </p:sp>
      <p:sp>
        <p:nvSpPr>
          <p:cNvPr id="10" name="Rectangle 9"/>
          <p:cNvSpPr/>
          <p:nvPr/>
        </p:nvSpPr>
        <p:spPr>
          <a:xfrm>
            <a:off x="3362248" y="1417320"/>
            <a:ext cx="2679192" cy="384048"/>
          </a:xfrm>
          <a:prstGeom prst="rect">
            <a:avLst/>
          </a:prstGeom>
          <a:solidFill>
            <a:srgbClr val="007B8C"/>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執行</a:t>
            </a:r>
            <a:r>
              <a:rPr sz="900" b="0">
                <a:solidFill>
                  <a:srgbClr val="FFFFFF"/>
                </a:solidFill>
                <a:latin typeface="Arial"/>
                <a:ea typeface="Microsoft JhengHei"/>
                <a:cs typeface="Arial"/>
              </a:rPr>
              <a:t>  Execute</a:t>
            </a:r>
          </a:p>
        </p:txBody>
      </p:sp>
      <p:sp>
        <p:nvSpPr>
          <p:cNvPr id="11" name="Rectangle 10"/>
          <p:cNvSpPr/>
          <p:nvPr/>
        </p:nvSpPr>
        <p:spPr>
          <a:xfrm>
            <a:off x="3362248"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7112"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100" b="1">
                <a:solidFill>
                  <a:srgbClr val="007B8C"/>
                </a:solidFill>
                <a:latin typeface="Arial"/>
                <a:ea typeface="Microsoft JhengHei"/>
                <a:cs typeface="Arial"/>
              </a:rPr>
              <a:t>☐ </a:t>
            </a:r>
            <a:r>
              <a:rPr sz="1100" b="0">
                <a:solidFill>
                  <a:srgbClr val="333333"/>
                </a:solidFill>
                <a:latin typeface="Arial"/>
                <a:ea typeface="Microsoft JhengHei"/>
                <a:cs typeface="Arial"/>
              </a:rPr>
              <a:t>RDU：部署 → 複寫 → Switchover</a:t>
            </a:r>
          </a:p>
          <a:p>
            <a:pPr algn="l">
              <a:lnSpc>
                <a:spcPct val="100000"/>
              </a:lnSpc>
              <a:spcAft>
                <a:spcPts val="700"/>
              </a:spcAft>
            </a:pPr>
            <a:r>
              <a:rPr sz="950" b="0">
                <a:solidFill>
                  <a:srgbClr val="717074"/>
                </a:solidFill>
                <a:latin typeface="Arial"/>
                <a:ea typeface="Microsoft JhengHei"/>
                <a:cs typeface="Arial"/>
              </a:rPr>
              <a:t>    vSphere Client</a:t>
            </a:r>
          </a:p>
          <a:p>
            <a:pPr algn="l">
              <a:lnSpc>
                <a:spcPct val="100000"/>
              </a:lnSpc>
              <a:spcAft>
                <a:spcPts val="700"/>
              </a:spcAft>
            </a:pPr>
            <a:r>
              <a:rPr sz="1100" b="1">
                <a:solidFill>
                  <a:srgbClr val="007B8C"/>
                </a:solidFill>
                <a:latin typeface="Arial"/>
                <a:ea typeface="Microsoft JhengHei"/>
                <a:cs typeface="Arial"/>
              </a:rPr>
              <a:t>☐ </a:t>
            </a:r>
            <a:r>
              <a:rPr sz="1100" b="0">
                <a:solidFill>
                  <a:srgbClr val="333333"/>
                </a:solidFill>
                <a:latin typeface="Arial"/>
                <a:ea typeface="Microsoft JhengHei"/>
                <a:cs typeface="Arial"/>
              </a:rPr>
              <a:t>不採兩階段 GUI 升級中途關機 / 重開（CXS Lab RCA：Stage 2 firstboot 失敗）</a:t>
            </a:r>
          </a:p>
        </p:txBody>
      </p:sp>
      <p:sp>
        <p:nvSpPr>
          <p:cNvPr id="13" name="Rectangle 12"/>
          <p:cNvSpPr/>
          <p:nvPr/>
        </p:nvSpPr>
        <p:spPr>
          <a:xfrm>
            <a:off x="6148425" y="1417320"/>
            <a:ext cx="2679192" cy="384048"/>
          </a:xfrm>
          <a:prstGeom prst="rect">
            <a:avLst/>
          </a:prstGeom>
          <a:solidFill>
            <a:srgbClr val="61A60E"/>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完成驗證</a:t>
            </a:r>
            <a:r>
              <a:rPr sz="900" b="0">
                <a:solidFill>
                  <a:srgbClr val="FFFFFF"/>
                </a:solidFill>
                <a:latin typeface="Arial"/>
                <a:ea typeface="Microsoft JhengHei"/>
                <a:cs typeface="Arial"/>
              </a:rPr>
              <a:t>  Verify</a:t>
            </a:r>
          </a:p>
        </p:txBody>
      </p:sp>
      <p:sp>
        <p:nvSpPr>
          <p:cNvPr id="14" name="Rectangle 13"/>
          <p:cNvSpPr/>
          <p:nvPr/>
        </p:nvSpPr>
        <p:spPr>
          <a:xfrm>
            <a:off x="6148425"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03289"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100" b="1">
                <a:solidFill>
                  <a:srgbClr val="61A60E"/>
                </a:solidFill>
                <a:latin typeface="Arial"/>
                <a:ea typeface="Microsoft JhengHei"/>
                <a:cs typeface="Arial"/>
              </a:rPr>
              <a:t>☐ </a:t>
            </a:r>
            <a:r>
              <a:rPr sz="1100" b="0">
                <a:solidFill>
                  <a:srgbClr val="333333"/>
                </a:solidFill>
                <a:latin typeface="Arial"/>
                <a:ea typeface="Microsoft JhengHei"/>
                <a:cs typeface="Arial"/>
              </a:rPr>
              <a:t>版本 / 服務 / 主機 / vSAN 正常</a:t>
            </a:r>
          </a:p>
          <a:p>
            <a:pPr algn="l">
              <a:lnSpc>
                <a:spcPct val="100000"/>
              </a:lnSpc>
              <a:spcAft>
                <a:spcPts val="700"/>
              </a:spcAft>
            </a:pPr>
            <a:r>
              <a:rPr sz="950" b="0">
                <a:solidFill>
                  <a:srgbClr val="717074"/>
                </a:solidFill>
                <a:latin typeface="Arial"/>
                <a:ea typeface="Microsoft JhengHei"/>
                <a:cs typeface="Arial"/>
              </a:rPr>
              <a:t>    VAMI；vSphere Client</a:t>
            </a:r>
          </a:p>
        </p:txBody>
      </p:sp>
      <p:sp>
        <p:nvSpPr>
          <p:cNvPr id="16" name="Rectangle 15"/>
          <p:cNvSpPr/>
          <p:nvPr/>
        </p:nvSpPr>
        <p:spPr>
          <a:xfrm>
            <a:off x="8934602" y="1417320"/>
            <a:ext cx="2679192" cy="384048"/>
          </a:xfrm>
          <a:prstGeom prst="rect">
            <a:avLst/>
          </a:prstGeom>
          <a:solidFill>
            <a:srgbClr val="717074"/>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退版 / 截止點</a:t>
            </a:r>
            <a:r>
              <a:rPr sz="900" b="0">
                <a:solidFill>
                  <a:srgbClr val="FFFFFF"/>
                </a:solidFill>
                <a:latin typeface="Arial"/>
                <a:ea typeface="Microsoft JhengHei"/>
                <a:cs typeface="Arial"/>
              </a:rPr>
              <a:t>  Rollback</a:t>
            </a:r>
          </a:p>
        </p:txBody>
      </p:sp>
      <p:sp>
        <p:nvSpPr>
          <p:cNvPr id="17" name="Rectangle 16"/>
          <p:cNvSpPr/>
          <p:nvPr/>
        </p:nvSpPr>
        <p:spPr>
          <a:xfrm>
            <a:off x="893460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8946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100" b="1">
                <a:solidFill>
                  <a:srgbClr val="717074"/>
                </a:solidFill>
                <a:latin typeface="Arial"/>
                <a:ea typeface="Microsoft JhengHei"/>
                <a:cs typeface="Arial"/>
              </a:rPr>
              <a:t>☐ </a:t>
            </a:r>
            <a:r>
              <a:rPr sz="1100" b="0">
                <a:solidFill>
                  <a:srgbClr val="333333"/>
                </a:solidFill>
                <a:latin typeface="Arial"/>
                <a:ea typeface="Microsoft JhengHei"/>
                <a:cs typeface="Arial"/>
              </a:rPr>
              <a:t>Switchover 前：RDU 自動回復</a:t>
            </a:r>
          </a:p>
          <a:p>
            <a:pPr algn="l">
              <a:lnSpc>
                <a:spcPct val="100000"/>
              </a:lnSpc>
              <a:spcAft>
                <a:spcPts val="700"/>
              </a:spcAft>
            </a:pPr>
            <a:r>
              <a:rPr sz="1100" b="1">
                <a:solidFill>
                  <a:srgbClr val="717074"/>
                </a:solidFill>
                <a:latin typeface="Arial"/>
                <a:ea typeface="Microsoft JhengHei"/>
                <a:cs typeface="Arial"/>
              </a:rPr>
              <a:t>☐ </a:t>
            </a:r>
            <a:r>
              <a:rPr sz="1100" b="0">
                <a:solidFill>
                  <a:srgbClr val="333333"/>
                </a:solidFill>
                <a:latin typeface="Arial"/>
                <a:ea typeface="Microsoft JhengHei"/>
                <a:cs typeface="Arial"/>
              </a:rPr>
              <a:t>Switchover 後：file-based restore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S09 ｜ SRM Reconfigure &amp; Site Pair Reconnect (整合雲)</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007B8C"/>
                </a:solidFill>
                <a:latin typeface="Arial"/>
                <a:ea typeface="Microsoft JhengHei"/>
                <a:cs typeface="Arial"/>
              </a:rPr>
              <a:t>整合雲 vCenter 升級後 SRM 重新註冊</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依據：TechDocs《Reconfigure the Connection Between Sites》；KB 448322、367383、446701；推定</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sp>
        <p:nvSpPr>
          <p:cNvPr id="6" name="TextBox 5"/>
          <p:cNvSpPr txBox="1"/>
          <p:nvPr/>
        </p:nvSpPr>
        <p:spPr>
          <a:xfrm>
            <a:off x="548640" y="1097280"/>
            <a:ext cx="8686800" cy="256032"/>
          </a:xfrm>
          <a:prstGeom prst="rect">
            <a:avLst/>
          </a:prstGeom>
          <a:noFill/>
        </p:spPr>
        <p:txBody>
          <a:bodyPr wrap="square" lIns="27432" rIns="27432" tIns="27432" bIns="27432" anchor="t">
            <a:spAutoFit/>
          </a:bodyPr>
          <a:lstStyle/>
          <a:p>
            <a:pPr algn="l">
              <a:spcAft>
                <a:spcPts val="200"/>
              </a:spcAft>
            </a:pPr>
            <a:r>
              <a:rPr sz="1000" b="0">
                <a:solidFill>
                  <a:srgbClr val="717074"/>
                </a:solidFill>
                <a:latin typeface="Arial"/>
                <a:ea typeface="Microsoft JhengHei"/>
                <a:cs typeface="Arial"/>
              </a:rPr>
              <a:t>原計畫 #11 ｜ 負責：DR、ENG</a:t>
            </a:r>
          </a:p>
        </p:txBody>
      </p:sp>
      <p:sp>
        <p:nvSpPr>
          <p:cNvPr id="7" name="Rectangle 6"/>
          <p:cNvSpPr/>
          <p:nvPr/>
        </p:nvSpPr>
        <p:spPr>
          <a:xfrm>
            <a:off x="576072" y="1417320"/>
            <a:ext cx="2679192" cy="384048"/>
          </a:xfrm>
          <a:prstGeom prst="rect">
            <a:avLst/>
          </a:prstGeom>
          <a:solidFill>
            <a:srgbClr val="005C8A"/>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前置檢查</a:t>
            </a:r>
            <a:r>
              <a:rPr sz="900" b="0">
                <a:solidFill>
                  <a:srgbClr val="FFFFFF"/>
                </a:solidFill>
                <a:latin typeface="Arial"/>
                <a:ea typeface="Microsoft JhengHei"/>
                <a:cs typeface="Arial"/>
              </a:rPr>
              <a:t>  Pre-check</a:t>
            </a:r>
          </a:p>
        </p:txBody>
      </p:sp>
      <p:sp>
        <p:nvSpPr>
          <p:cNvPr id="8" name="Rectangle 7"/>
          <p:cNvSpPr/>
          <p:nvPr/>
        </p:nvSpPr>
        <p:spPr>
          <a:xfrm>
            <a:off x="57607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該站 vCenter 升級完成；兩站 SRM VAMI 與 SSO 管理帳號備妥（保管工具）</a:t>
            </a:r>
          </a:p>
          <a:p>
            <a:pPr algn="l">
              <a:lnSpc>
                <a:spcPct val="100000"/>
              </a:lnSpc>
              <a:spcAft>
                <a:spcPts val="3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solution account 未過期（KB 448322）</a:t>
            </a:r>
          </a:p>
          <a:p>
            <a:pPr algn="l">
              <a:lnSpc>
                <a:spcPct val="100000"/>
              </a:lnSpc>
              <a:spcAft>
                <a:spcPts val="700"/>
              </a:spcAft>
            </a:pPr>
            <a:r>
              <a:rPr sz="1100" b="0">
                <a:solidFill>
                  <a:srgbClr val="717074"/>
                </a:solidFill>
                <a:latin typeface="Arial"/>
                <a:ea typeface="Microsoft JhengHei"/>
                <a:cs typeface="Arial"/>
              </a:rPr>
              <a:t>    dir-cli</a:t>
            </a:r>
          </a:p>
        </p:txBody>
      </p:sp>
      <p:sp>
        <p:nvSpPr>
          <p:cNvPr id="10" name="Rectangle 9"/>
          <p:cNvSpPr/>
          <p:nvPr/>
        </p:nvSpPr>
        <p:spPr>
          <a:xfrm>
            <a:off x="3362248" y="1417320"/>
            <a:ext cx="2679192" cy="384048"/>
          </a:xfrm>
          <a:prstGeom prst="rect">
            <a:avLst/>
          </a:prstGeom>
          <a:solidFill>
            <a:srgbClr val="007B8C"/>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執行</a:t>
            </a:r>
            <a:r>
              <a:rPr sz="900" b="0">
                <a:solidFill>
                  <a:srgbClr val="FFFFFF"/>
                </a:solidFill>
                <a:latin typeface="Arial"/>
                <a:ea typeface="Microsoft JhengHei"/>
                <a:cs typeface="Arial"/>
              </a:rPr>
              <a:t>  Execute</a:t>
            </a:r>
          </a:p>
        </p:txBody>
      </p:sp>
      <p:sp>
        <p:nvSpPr>
          <p:cNvPr id="11" name="Rectangle 10"/>
          <p:cNvSpPr/>
          <p:nvPr/>
        </p:nvSpPr>
        <p:spPr>
          <a:xfrm>
            <a:off x="3362248"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7112"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250" b="1">
                <a:solidFill>
                  <a:srgbClr val="007B8C"/>
                </a:solidFill>
                <a:latin typeface="Arial"/>
                <a:ea typeface="Microsoft JhengHei"/>
                <a:cs typeface="Arial"/>
              </a:rPr>
              <a:t>☐ </a:t>
            </a:r>
            <a:r>
              <a:rPr sz="1250" b="0">
                <a:solidFill>
                  <a:srgbClr val="333333"/>
                </a:solidFill>
                <a:latin typeface="Arial"/>
                <a:ea typeface="Microsoft JhengHei"/>
                <a:cs typeface="Arial"/>
              </a:rPr>
              <a:t>兩站 VAMI Reconfigure（KB 446701）</a:t>
            </a:r>
          </a:p>
          <a:p>
            <a:pPr algn="l">
              <a:lnSpc>
                <a:spcPct val="100000"/>
              </a:lnSpc>
              <a:spcAft>
                <a:spcPts val="700"/>
              </a:spcAft>
            </a:pPr>
            <a:r>
              <a:rPr sz="1100" b="0">
                <a:solidFill>
                  <a:srgbClr val="717074"/>
                </a:solidFill>
                <a:latin typeface="Arial"/>
                <a:ea typeface="Microsoft JhengHei"/>
                <a:cs typeface="Arial"/>
              </a:rPr>
              <a:t>    https://&lt;srm&gt;:5480 &gt; Summary &gt; Reconfigure</a:t>
            </a:r>
          </a:p>
          <a:p>
            <a:pPr algn="l">
              <a:lnSpc>
                <a:spcPct val="100000"/>
              </a:lnSpc>
              <a:spcAft>
                <a:spcPts val="300"/>
              </a:spcAft>
            </a:pPr>
            <a:r>
              <a:rPr sz="1250" b="1">
                <a:solidFill>
                  <a:srgbClr val="007B8C"/>
                </a:solidFill>
                <a:latin typeface="Arial"/>
                <a:ea typeface="Microsoft JhengHei"/>
                <a:cs typeface="Arial"/>
              </a:rPr>
              <a:t>☐ </a:t>
            </a:r>
            <a:r>
              <a:rPr sz="1250" b="0">
                <a:solidFill>
                  <a:srgbClr val="333333"/>
                </a:solidFill>
                <a:latin typeface="Arial"/>
                <a:ea typeface="Microsoft JhengHei"/>
                <a:cs typeface="Arial"/>
              </a:rPr>
              <a:t>Site Pair → Reconnect</a:t>
            </a:r>
          </a:p>
          <a:p>
            <a:pPr algn="l">
              <a:lnSpc>
                <a:spcPct val="100000"/>
              </a:lnSpc>
              <a:spcAft>
                <a:spcPts val="700"/>
              </a:spcAft>
            </a:pPr>
            <a:r>
              <a:rPr sz="1100" b="0">
                <a:solidFill>
                  <a:srgbClr val="717074"/>
                </a:solidFill>
                <a:latin typeface="Arial"/>
                <a:ea typeface="Microsoft JhengHei"/>
                <a:cs typeface="Arial"/>
              </a:rPr>
              <a:t>    SRM UI</a:t>
            </a:r>
          </a:p>
          <a:p>
            <a:pPr algn="l">
              <a:lnSpc>
                <a:spcPct val="100000"/>
              </a:lnSpc>
              <a:spcAft>
                <a:spcPts val="300"/>
              </a:spcAft>
            </a:pPr>
            <a:r>
              <a:rPr sz="1250" b="1">
                <a:solidFill>
                  <a:srgbClr val="007B8C"/>
                </a:solidFill>
                <a:latin typeface="Arial"/>
                <a:ea typeface="Microsoft JhengHei"/>
                <a:cs typeface="Arial"/>
              </a:rPr>
              <a:t>☐ </a:t>
            </a:r>
            <a:r>
              <a:rPr sz="1250" b="0">
                <a:solidFill>
                  <a:srgbClr val="333333"/>
                </a:solidFill>
                <a:latin typeface="Arial"/>
                <a:ea typeface="Microsoft JhengHei"/>
                <a:cs typeface="Arial"/>
              </a:rPr>
              <a:t>若 vSphere Replication 為獨立 appliance，一併確認註冊與連線（推定，Lab 驗證）</a:t>
            </a:r>
          </a:p>
          <a:p>
            <a:pPr algn="l">
              <a:lnSpc>
                <a:spcPct val="100000"/>
              </a:lnSpc>
              <a:spcAft>
                <a:spcPts val="700"/>
              </a:spcAft>
            </a:pPr>
            <a:r>
              <a:rPr sz="1100" b="0">
                <a:solidFill>
                  <a:srgbClr val="717074"/>
                </a:solidFill>
                <a:latin typeface="Arial"/>
                <a:ea typeface="Microsoft JhengHei"/>
                <a:cs typeface="Arial"/>
              </a:rPr>
              <a:t>    VR VAMI</a:t>
            </a:r>
          </a:p>
        </p:txBody>
      </p:sp>
      <p:sp>
        <p:nvSpPr>
          <p:cNvPr id="13" name="Rectangle 12"/>
          <p:cNvSpPr/>
          <p:nvPr/>
        </p:nvSpPr>
        <p:spPr>
          <a:xfrm>
            <a:off x="6148425" y="1417320"/>
            <a:ext cx="2679192" cy="384048"/>
          </a:xfrm>
          <a:prstGeom prst="rect">
            <a:avLst/>
          </a:prstGeom>
          <a:solidFill>
            <a:srgbClr val="61A60E"/>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完成驗證</a:t>
            </a:r>
            <a:r>
              <a:rPr sz="900" b="0">
                <a:solidFill>
                  <a:srgbClr val="FFFFFF"/>
                </a:solidFill>
                <a:latin typeface="Arial"/>
                <a:ea typeface="Microsoft JhengHei"/>
                <a:cs typeface="Arial"/>
              </a:rPr>
              <a:t>  Verify</a:t>
            </a:r>
          </a:p>
        </p:txBody>
      </p:sp>
      <p:sp>
        <p:nvSpPr>
          <p:cNvPr id="14" name="Rectangle 13"/>
          <p:cNvSpPr/>
          <p:nvPr/>
        </p:nvSpPr>
        <p:spPr>
          <a:xfrm>
            <a:off x="6148425"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03289"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250" b="1">
                <a:solidFill>
                  <a:srgbClr val="61A60E"/>
                </a:solidFill>
                <a:latin typeface="Arial"/>
                <a:ea typeface="Microsoft JhengHei"/>
                <a:cs typeface="Arial"/>
              </a:rPr>
              <a:t>☐ </a:t>
            </a:r>
            <a:r>
              <a:rPr sz="1250" b="0">
                <a:solidFill>
                  <a:srgbClr val="333333"/>
                </a:solidFill>
                <a:latin typeface="Arial"/>
                <a:ea typeface="Microsoft JhengHei"/>
                <a:cs typeface="Arial"/>
              </a:rPr>
              <a:t>Site pair / PG / RPO 正常</a:t>
            </a:r>
          </a:p>
          <a:p>
            <a:pPr algn="l">
              <a:lnSpc>
                <a:spcPct val="100000"/>
              </a:lnSpc>
              <a:spcAft>
                <a:spcPts val="700"/>
              </a:spcAft>
            </a:pPr>
            <a:r>
              <a:rPr sz="1100" b="0">
                <a:solidFill>
                  <a:srgbClr val="717074"/>
                </a:solidFill>
                <a:latin typeface="Arial"/>
                <a:ea typeface="Microsoft JhengHei"/>
                <a:cs typeface="Arial"/>
              </a:rPr>
              <a:t>    SRM UI</a:t>
            </a:r>
          </a:p>
          <a:p>
            <a:pPr algn="l">
              <a:lnSpc>
                <a:spcPct val="100000"/>
              </a:lnSpc>
              <a:spcAft>
                <a:spcPts val="300"/>
              </a:spcAft>
            </a:pPr>
            <a:r>
              <a:rPr sz="1250" b="1">
                <a:solidFill>
                  <a:srgbClr val="61A60E"/>
                </a:solidFill>
                <a:latin typeface="Arial"/>
                <a:ea typeface="Microsoft JhengHei"/>
                <a:cs typeface="Arial"/>
              </a:rPr>
              <a:t>☐ </a:t>
            </a:r>
            <a:r>
              <a:rPr sz="1250" b="0">
                <a:solidFill>
                  <a:srgbClr val="333333"/>
                </a:solidFill>
                <a:latin typeface="Arial"/>
                <a:ea typeface="Microsoft JhengHei"/>
                <a:cs typeface="Arial"/>
              </a:rPr>
              <a:t>Test Recovery + Cleanup 成功</a:t>
            </a:r>
          </a:p>
          <a:p>
            <a:pPr algn="l">
              <a:lnSpc>
                <a:spcPct val="100000"/>
              </a:lnSpc>
              <a:spcAft>
                <a:spcPts val="700"/>
              </a:spcAft>
            </a:pPr>
            <a:r>
              <a:rPr sz="1100" b="0">
                <a:solidFill>
                  <a:srgbClr val="717074"/>
                </a:solidFill>
                <a:latin typeface="Arial"/>
                <a:ea typeface="Microsoft JhengHei"/>
                <a:cs typeface="Arial"/>
              </a:rPr>
              <a:t>    SRM UI &gt; Recovery Plans &gt; Test</a:t>
            </a:r>
          </a:p>
        </p:txBody>
      </p:sp>
      <p:sp>
        <p:nvSpPr>
          <p:cNvPr id="16" name="Rectangle 15"/>
          <p:cNvSpPr/>
          <p:nvPr/>
        </p:nvSpPr>
        <p:spPr>
          <a:xfrm>
            <a:off x="8934602" y="1417320"/>
            <a:ext cx="2679192" cy="384048"/>
          </a:xfrm>
          <a:prstGeom prst="rect">
            <a:avLst/>
          </a:prstGeom>
          <a:solidFill>
            <a:srgbClr val="717074"/>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退版 / 截止點</a:t>
            </a:r>
            <a:r>
              <a:rPr sz="900" b="0">
                <a:solidFill>
                  <a:srgbClr val="FFFFFF"/>
                </a:solidFill>
                <a:latin typeface="Arial"/>
                <a:ea typeface="Microsoft JhengHei"/>
                <a:cs typeface="Arial"/>
              </a:rPr>
              <a:t>  Rollback</a:t>
            </a:r>
          </a:p>
        </p:txBody>
      </p:sp>
      <p:sp>
        <p:nvSpPr>
          <p:cNvPr id="17" name="Rectangle 16"/>
          <p:cNvSpPr/>
          <p:nvPr/>
        </p:nvSpPr>
        <p:spPr>
          <a:xfrm>
            <a:off x="893460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8946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250" b="1">
                <a:solidFill>
                  <a:srgbClr val="717074"/>
                </a:solidFill>
                <a:latin typeface="Arial"/>
                <a:ea typeface="Microsoft JhengHei"/>
                <a:cs typeface="Arial"/>
              </a:rPr>
              <a:t>☐ </a:t>
            </a:r>
            <a:r>
              <a:rPr sz="1250" b="0">
                <a:solidFill>
                  <a:srgbClr val="333333"/>
                </a:solidFill>
                <a:latin typeface="Arial"/>
                <a:ea typeface="Microsoft JhengHei"/>
                <a:cs typeface="Arial"/>
              </a:rPr>
              <a:t>失敗：KB 448322 修正後重做</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S10 ｜ Import 整合雲 as a VI Workload Domain</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007B8C"/>
                </a:solidFill>
                <a:latin typeface="Arial"/>
                <a:ea typeface="Microsoft JhengHei"/>
                <a:cs typeface="Arial"/>
              </a:rPr>
              <a:t>整合雲 匯入為 VI Workload Domain（共用管理網域 NSX 9.1.1）</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依據：TechDocs《Import an Existing vCenter to Create a Workload Domain》；KB 436924、430524；CXS Lab 實測</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sp>
        <p:nvSpPr>
          <p:cNvPr id="6" name="TextBox 5"/>
          <p:cNvSpPr txBox="1"/>
          <p:nvPr/>
        </p:nvSpPr>
        <p:spPr>
          <a:xfrm>
            <a:off x="548640" y="1097280"/>
            <a:ext cx="8686800" cy="256032"/>
          </a:xfrm>
          <a:prstGeom prst="rect">
            <a:avLst/>
          </a:prstGeom>
          <a:noFill/>
        </p:spPr>
        <p:txBody>
          <a:bodyPr wrap="square" lIns="27432" rIns="27432" tIns="27432" bIns="27432" anchor="t">
            <a:spAutoFit/>
          </a:bodyPr>
          <a:lstStyle/>
          <a:p>
            <a:pPr algn="l">
              <a:spcAft>
                <a:spcPts val="200"/>
              </a:spcAft>
            </a:pPr>
            <a:r>
              <a:rPr sz="1000" b="0">
                <a:solidFill>
                  <a:srgbClr val="717074"/>
                </a:solidFill>
                <a:latin typeface="Arial"/>
                <a:ea typeface="Microsoft JhengHei"/>
                <a:cs typeface="Arial"/>
              </a:rPr>
              <a:t>原計畫 #8 ｜ 負責：ARC、ENG、SYS、NET ｜ Lab：約 15 分（57 subtasks）</a:t>
            </a:r>
          </a:p>
        </p:txBody>
      </p:sp>
      <p:sp>
        <p:nvSpPr>
          <p:cNvPr id="7" name="Rounded Rectangle 6"/>
          <p:cNvSpPr/>
          <p:nvPr/>
        </p:nvSpPr>
        <p:spPr>
          <a:xfrm>
            <a:off x="10332720" y="1097280"/>
            <a:ext cx="1280160" cy="246888"/>
          </a:xfrm>
          <a:prstGeom prst="roundRect">
            <a:avLst>
              <a:gd name="adj" fmla="val 50000"/>
            </a:avLst>
          </a:prstGeom>
          <a:solidFill>
            <a:srgbClr val="A6192E"/>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18288" bIns="18288" wrap="square"/>
          <a:lstStyle/>
          <a:p>
            <a:pPr algn="ctr">
              <a:spcAft>
                <a:spcPts val="0"/>
              </a:spcAft>
            </a:pPr>
            <a:r>
              <a:rPr sz="900" b="1">
                <a:solidFill>
                  <a:srgbClr val="FFFFFF"/>
                </a:solidFill>
                <a:latin typeface="Arial"/>
                <a:ea typeface="Microsoft JhengHei"/>
                <a:cs typeface="Arial"/>
              </a:rPr>
              <a:t>G3 ⚠ PONR</a:t>
            </a:r>
          </a:p>
        </p:txBody>
      </p:sp>
      <p:sp>
        <p:nvSpPr>
          <p:cNvPr id="8" name="Rectangle 7"/>
          <p:cNvSpPr/>
          <p:nvPr/>
        </p:nvSpPr>
        <p:spPr>
          <a:xfrm>
            <a:off x="576072" y="1417320"/>
            <a:ext cx="2679192" cy="384048"/>
          </a:xfrm>
          <a:prstGeom prst="rect">
            <a:avLst/>
          </a:prstGeom>
          <a:solidFill>
            <a:srgbClr val="005C8A"/>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前置檢查</a:t>
            </a:r>
            <a:r>
              <a:rPr sz="900" b="0">
                <a:solidFill>
                  <a:srgbClr val="FFFFFF"/>
                </a:solidFill>
                <a:latin typeface="Arial"/>
                <a:ea typeface="Microsoft JhengHei"/>
                <a:cs typeface="Arial"/>
              </a:rPr>
              <a:t>  Pre-check</a:t>
            </a:r>
          </a:p>
        </p:txBody>
      </p:sp>
      <p:sp>
        <p:nvSpPr>
          <p:cNvPr id="9" name="Rectangle 8"/>
          <p:cNvSpPr/>
          <p:nvPr/>
        </p:nvSpPr>
        <p:spPr>
          <a:xfrm>
            <a:off x="57607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vCenter 已 9.1.1（共用 NSX 前提）</a:t>
            </a:r>
          </a:p>
          <a:p>
            <a:pPr algn="l">
              <a:lnSpc>
                <a:spcPct val="100000"/>
              </a:lnSpc>
              <a:spcAft>
                <a:spcPts val="7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SSH、FQDN、vLCM image、DRS FA</a:t>
            </a:r>
          </a:p>
          <a:p>
            <a:pPr algn="l">
              <a:lnSpc>
                <a:spcPct val="100000"/>
              </a:lnSpc>
              <a:spcAft>
                <a:spcPts val="3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mgmt NSX 先加 Compute Manager</a:t>
            </a:r>
          </a:p>
          <a:p>
            <a:pPr algn="l">
              <a:lnSpc>
                <a:spcPct val="100000"/>
              </a:lnSpc>
              <a:spcAft>
                <a:spcPts val="700"/>
              </a:spcAft>
            </a:pPr>
            <a:r>
              <a:rPr sz="1100" b="0">
                <a:solidFill>
                  <a:srgbClr val="717074"/>
                </a:solidFill>
                <a:latin typeface="Arial"/>
                <a:ea typeface="Microsoft JhengHei"/>
                <a:cs typeface="Arial"/>
              </a:rPr>
              <a:t>    NSX UI &gt; System &gt; Fabric &gt; Compute Managers</a:t>
            </a:r>
          </a:p>
          <a:p>
            <a:pPr algn="l">
              <a:lnSpc>
                <a:spcPct val="100000"/>
              </a:lnSpc>
              <a:spcAft>
                <a:spcPts val="7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SDDC Manager → NSX 443 可通；NSX 憑證 SAN 含所有節點 FQDN 與 VIP；授權容量足夠</a:t>
            </a:r>
          </a:p>
        </p:txBody>
      </p:sp>
      <p:sp>
        <p:nvSpPr>
          <p:cNvPr id="11" name="Rectangle 10"/>
          <p:cNvSpPr/>
          <p:nvPr/>
        </p:nvSpPr>
        <p:spPr>
          <a:xfrm>
            <a:off x="3362248" y="1417320"/>
            <a:ext cx="2679192" cy="384048"/>
          </a:xfrm>
          <a:prstGeom prst="rect">
            <a:avLst/>
          </a:prstGeom>
          <a:solidFill>
            <a:srgbClr val="007B8C"/>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執行</a:t>
            </a:r>
            <a:r>
              <a:rPr sz="900" b="0">
                <a:solidFill>
                  <a:srgbClr val="FFFFFF"/>
                </a:solidFill>
                <a:latin typeface="Arial"/>
                <a:ea typeface="Microsoft JhengHei"/>
                <a:cs typeface="Arial"/>
              </a:rPr>
              <a:t>  Execute</a:t>
            </a:r>
          </a:p>
        </p:txBody>
      </p:sp>
      <p:sp>
        <p:nvSpPr>
          <p:cNvPr id="12" name="Rectangle 11"/>
          <p:cNvSpPr/>
          <p:nvPr/>
        </p:nvSpPr>
        <p:spPr>
          <a:xfrm>
            <a:off x="3362248"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17112"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250" b="1">
                <a:solidFill>
                  <a:srgbClr val="007B8C"/>
                </a:solidFill>
                <a:latin typeface="Arial"/>
                <a:ea typeface="Microsoft JhengHei"/>
                <a:cs typeface="Arial"/>
              </a:rPr>
              <a:t>☐ </a:t>
            </a:r>
            <a:r>
              <a:rPr sz="1250" b="0">
                <a:solidFill>
                  <a:srgbClr val="333333"/>
                </a:solidFill>
                <a:latin typeface="Arial"/>
                <a:ea typeface="Microsoft JhengHei"/>
                <a:cs typeface="Arial"/>
              </a:rPr>
              <a:t>VCF Ops &gt; Add WLD &gt; Import a vCenter</a:t>
            </a:r>
          </a:p>
          <a:p>
            <a:pPr algn="l">
              <a:lnSpc>
                <a:spcPct val="100000"/>
              </a:lnSpc>
              <a:spcAft>
                <a:spcPts val="700"/>
              </a:spcAft>
            </a:pPr>
            <a:r>
              <a:rPr sz="1100" b="0">
                <a:solidFill>
                  <a:srgbClr val="717074"/>
                </a:solidFill>
                <a:latin typeface="Arial"/>
                <a:ea typeface="Microsoft JhengHei"/>
                <a:cs typeface="Arial"/>
              </a:rPr>
              <a:t>    VCF Operations UI</a:t>
            </a:r>
          </a:p>
          <a:p>
            <a:pPr algn="l">
              <a:lnSpc>
                <a:spcPct val="100000"/>
              </a:lnSpc>
              <a:spcAft>
                <a:spcPts val="700"/>
              </a:spcAft>
            </a:pPr>
            <a:r>
              <a:rPr sz="1250" b="1">
                <a:solidFill>
                  <a:srgbClr val="007B8C"/>
                </a:solidFill>
                <a:latin typeface="Arial"/>
                <a:ea typeface="Microsoft JhengHei"/>
                <a:cs typeface="Arial"/>
              </a:rPr>
              <a:t>☐ </a:t>
            </a:r>
            <a:r>
              <a:rPr sz="1250" b="0">
                <a:solidFill>
                  <a:srgbClr val="333333"/>
                </a:solidFill>
                <a:latin typeface="Arial"/>
                <a:ea typeface="Microsoft JhengHei"/>
                <a:cs typeface="Arial"/>
              </a:rPr>
              <a:t>9.1.1 預設 VLAN-backed VPC、不在 DVPG 上啟用 NSX（既有 VM 網路不變）</a:t>
            </a:r>
          </a:p>
        </p:txBody>
      </p:sp>
      <p:sp>
        <p:nvSpPr>
          <p:cNvPr id="14" name="Rectangle 13"/>
          <p:cNvSpPr/>
          <p:nvPr/>
        </p:nvSpPr>
        <p:spPr>
          <a:xfrm>
            <a:off x="6148425" y="1417320"/>
            <a:ext cx="2679192" cy="384048"/>
          </a:xfrm>
          <a:prstGeom prst="rect">
            <a:avLst/>
          </a:prstGeom>
          <a:solidFill>
            <a:srgbClr val="61A60E"/>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完成驗證</a:t>
            </a:r>
            <a:r>
              <a:rPr sz="900" b="0">
                <a:solidFill>
                  <a:srgbClr val="FFFFFF"/>
                </a:solidFill>
                <a:latin typeface="Arial"/>
                <a:ea typeface="Microsoft JhengHei"/>
                <a:cs typeface="Arial"/>
              </a:rPr>
              <a:t>  Verify</a:t>
            </a:r>
          </a:p>
        </p:txBody>
      </p:sp>
      <p:sp>
        <p:nvSpPr>
          <p:cNvPr id="15" name="Rectangle 14"/>
          <p:cNvSpPr/>
          <p:nvPr/>
        </p:nvSpPr>
        <p:spPr>
          <a:xfrm>
            <a:off x="6148425"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03289"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250" b="1">
                <a:solidFill>
                  <a:srgbClr val="61A60E"/>
                </a:solidFill>
                <a:latin typeface="Arial"/>
                <a:ea typeface="Microsoft JhengHei"/>
                <a:cs typeface="Arial"/>
              </a:rPr>
              <a:t>☐ </a:t>
            </a:r>
            <a:r>
              <a:rPr sz="1250" b="0">
                <a:solidFill>
                  <a:srgbClr val="333333"/>
                </a:solidFill>
                <a:latin typeface="Arial"/>
                <a:ea typeface="Microsoft JhengHei"/>
                <a:cs typeface="Arial"/>
              </a:rPr>
              <a:t>Domain ACTIVE、hosts ASSIGNED</a:t>
            </a:r>
          </a:p>
          <a:p>
            <a:pPr algn="l">
              <a:lnSpc>
                <a:spcPct val="100000"/>
              </a:lnSpc>
              <a:spcAft>
                <a:spcPts val="700"/>
              </a:spcAft>
            </a:pPr>
            <a:r>
              <a:rPr sz="1100" b="0">
                <a:solidFill>
                  <a:srgbClr val="717074"/>
                </a:solidFill>
                <a:latin typeface="Arial"/>
                <a:ea typeface="Microsoft JhengHei"/>
                <a:cs typeface="Arial"/>
              </a:rPr>
              <a:t>    SDDC Manager UI；GET /v1/hosts；GET /v1/nsxt-clusters</a:t>
            </a:r>
          </a:p>
          <a:p>
            <a:pPr algn="l">
              <a:lnSpc>
                <a:spcPct val="100000"/>
              </a:lnSpc>
              <a:spcAft>
                <a:spcPts val="700"/>
              </a:spcAft>
            </a:pPr>
            <a:r>
              <a:rPr sz="1250" b="1">
                <a:solidFill>
                  <a:srgbClr val="61A60E"/>
                </a:solidFill>
                <a:latin typeface="Arial"/>
                <a:ea typeface="Microsoft JhengHei"/>
                <a:cs typeface="Arial"/>
              </a:rPr>
              <a:t>☐ </a:t>
            </a:r>
            <a:r>
              <a:rPr sz="1250" b="0">
                <a:solidFill>
                  <a:srgbClr val="333333"/>
                </a:solidFill>
                <a:latin typeface="Arial"/>
                <a:ea typeface="Microsoft JhengHei"/>
                <a:cs typeface="Arial"/>
              </a:rPr>
              <a:t>VM 網路不中斷；SRM Site Pair 仍 Connected</a:t>
            </a:r>
          </a:p>
        </p:txBody>
      </p:sp>
      <p:sp>
        <p:nvSpPr>
          <p:cNvPr id="17" name="Rectangle 16"/>
          <p:cNvSpPr/>
          <p:nvPr/>
        </p:nvSpPr>
        <p:spPr>
          <a:xfrm>
            <a:off x="8934602" y="1417320"/>
            <a:ext cx="2679192" cy="384048"/>
          </a:xfrm>
          <a:prstGeom prst="rect">
            <a:avLst/>
          </a:prstGeom>
          <a:solidFill>
            <a:srgbClr val="A6192E"/>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退版 / 截止點</a:t>
            </a:r>
            <a:r>
              <a:rPr sz="900" b="0">
                <a:solidFill>
                  <a:srgbClr val="FFFFFF"/>
                </a:solidFill>
                <a:latin typeface="Arial"/>
                <a:ea typeface="Microsoft JhengHei"/>
                <a:cs typeface="Arial"/>
              </a:rPr>
              <a:t>  Rollback</a:t>
            </a:r>
          </a:p>
        </p:txBody>
      </p:sp>
      <p:sp>
        <p:nvSpPr>
          <p:cNvPr id="18" name="Rectangle 17"/>
          <p:cNvSpPr/>
          <p:nvPr/>
        </p:nvSpPr>
        <p:spPr>
          <a:xfrm>
            <a:off x="893460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8946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250" b="1">
                <a:solidFill>
                  <a:srgbClr val="A6192E"/>
                </a:solidFill>
                <a:latin typeface="Arial"/>
                <a:ea typeface="Microsoft JhengHei"/>
                <a:cs typeface="Arial"/>
              </a:rPr>
              <a:t>☐ </a:t>
            </a:r>
            <a:r>
              <a:rPr sz="1250" b="0">
                <a:solidFill>
                  <a:srgbClr val="333333"/>
                </a:solidFill>
                <a:latin typeface="Arial"/>
                <a:ea typeface="Microsoft JhengHei"/>
                <a:cs typeface="Arial"/>
              </a:rPr>
              <a:t>⚠ 無 UI 反向（KB 436924）→ PONR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S11 ｜ 整合雲 ESXi 8.0.3 to 9.1.1 via VCF Lifecycle</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007B8C"/>
                </a:solidFill>
                <a:latin typeface="Arial"/>
                <a:ea typeface="Microsoft JhengHei"/>
                <a:cs typeface="Arial"/>
              </a:rPr>
              <a:t>整合雲 ESXi 8.0.3 → 9.1.1（VCF LCM / vLCM image）</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依據：TechDocs《Upgrading Workload Domains to 9.1.x》《About the vSAN Disk Format》；KB 316592</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sp>
        <p:nvSpPr>
          <p:cNvPr id="6" name="TextBox 5"/>
          <p:cNvSpPr txBox="1"/>
          <p:nvPr/>
        </p:nvSpPr>
        <p:spPr>
          <a:xfrm>
            <a:off x="548640" y="1097280"/>
            <a:ext cx="8686800" cy="256032"/>
          </a:xfrm>
          <a:prstGeom prst="rect">
            <a:avLst/>
          </a:prstGeom>
          <a:noFill/>
        </p:spPr>
        <p:txBody>
          <a:bodyPr wrap="square" lIns="27432" rIns="27432" tIns="27432" bIns="27432" anchor="t">
            <a:spAutoFit/>
          </a:bodyPr>
          <a:lstStyle/>
          <a:p>
            <a:pPr algn="l">
              <a:spcAft>
                <a:spcPts val="200"/>
              </a:spcAft>
            </a:pPr>
            <a:r>
              <a:rPr sz="1000" b="0">
                <a:solidFill>
                  <a:srgbClr val="717074"/>
                </a:solidFill>
                <a:latin typeface="Arial"/>
                <a:ea typeface="Microsoft JhengHei"/>
                <a:cs typeface="Arial"/>
              </a:rPr>
              <a:t>原計畫 #10（ESXi） ｜ 負責：ENG、SYS、DR、APP</a:t>
            </a:r>
          </a:p>
        </p:txBody>
      </p:sp>
      <p:sp>
        <p:nvSpPr>
          <p:cNvPr id="7" name="Rectangle 6"/>
          <p:cNvSpPr/>
          <p:nvPr/>
        </p:nvSpPr>
        <p:spPr>
          <a:xfrm>
            <a:off x="576072" y="1417320"/>
            <a:ext cx="2679192" cy="384048"/>
          </a:xfrm>
          <a:prstGeom prst="rect">
            <a:avLst/>
          </a:prstGeom>
          <a:solidFill>
            <a:srgbClr val="005C8A"/>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前置檢查</a:t>
            </a:r>
            <a:r>
              <a:rPr sz="900" b="0">
                <a:solidFill>
                  <a:srgbClr val="FFFFFF"/>
                </a:solidFill>
                <a:latin typeface="Arial"/>
                <a:ea typeface="Microsoft JhengHei"/>
                <a:cs typeface="Arial"/>
              </a:rPr>
              <a:t>  Pre-check</a:t>
            </a:r>
          </a:p>
        </p:txBody>
      </p:sp>
      <p:sp>
        <p:nvSpPr>
          <p:cNvPr id="8" name="Rectangle 7"/>
          <p:cNvSpPr/>
          <p:nvPr/>
        </p:nvSpPr>
        <p:spPr>
          <a:xfrm>
            <a:off x="57607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Depot 有 ESX 9.1.1；HCL / 韌體</a:t>
            </a:r>
          </a:p>
          <a:p>
            <a:pPr algn="l">
              <a:lnSpc>
                <a:spcPct val="100000"/>
              </a:lnSpc>
              <a:spcAft>
                <a:spcPts val="3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vSAN 綠、resync 0、N-1 容量</a:t>
            </a:r>
          </a:p>
          <a:p>
            <a:pPr algn="l">
              <a:lnSpc>
                <a:spcPct val="100000"/>
              </a:lnSpc>
              <a:spcAft>
                <a:spcPts val="700"/>
              </a:spcAft>
            </a:pPr>
            <a:r>
              <a:rPr sz="1100" b="0">
                <a:solidFill>
                  <a:srgbClr val="717074"/>
                </a:solidFill>
                <a:latin typeface="Arial"/>
                <a:ea typeface="Microsoft JhengHei"/>
                <a:cs typeface="Arial"/>
              </a:rPr>
              <a:t>    esxcli vsan debug resync summary get</a:t>
            </a:r>
          </a:p>
          <a:p>
            <a:pPr algn="l">
              <a:lnSpc>
                <a:spcPct val="100000"/>
              </a:lnSpc>
              <a:spcAft>
                <a:spcPts val="7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vSAN on-disk format 本步不升（留到觀察期後，S16）</a:t>
            </a:r>
          </a:p>
        </p:txBody>
      </p:sp>
      <p:sp>
        <p:nvSpPr>
          <p:cNvPr id="10" name="Rectangle 9"/>
          <p:cNvSpPr/>
          <p:nvPr/>
        </p:nvSpPr>
        <p:spPr>
          <a:xfrm>
            <a:off x="3362248" y="1417320"/>
            <a:ext cx="2679192" cy="384048"/>
          </a:xfrm>
          <a:prstGeom prst="rect">
            <a:avLst/>
          </a:prstGeom>
          <a:solidFill>
            <a:srgbClr val="007B8C"/>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執行</a:t>
            </a:r>
            <a:r>
              <a:rPr sz="900" b="0">
                <a:solidFill>
                  <a:srgbClr val="FFFFFF"/>
                </a:solidFill>
                <a:latin typeface="Arial"/>
                <a:ea typeface="Microsoft JhengHei"/>
                <a:cs typeface="Arial"/>
              </a:rPr>
              <a:t>  Execute</a:t>
            </a:r>
          </a:p>
        </p:txBody>
      </p:sp>
      <p:sp>
        <p:nvSpPr>
          <p:cNvPr id="11" name="Rectangle 10"/>
          <p:cNvSpPr/>
          <p:nvPr/>
        </p:nvSpPr>
        <p:spPr>
          <a:xfrm>
            <a:off x="3362248"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7112"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250" b="1">
                <a:solidFill>
                  <a:srgbClr val="007B8C"/>
                </a:solidFill>
                <a:latin typeface="Arial"/>
                <a:ea typeface="Microsoft JhengHei"/>
                <a:cs typeface="Arial"/>
              </a:rPr>
              <a:t>☐ </a:t>
            </a:r>
            <a:r>
              <a:rPr sz="1250" b="0">
                <a:solidFill>
                  <a:srgbClr val="333333"/>
                </a:solidFill>
                <a:latin typeface="Arial"/>
                <a:ea typeface="Microsoft JhengHei"/>
                <a:cs typeface="Arial"/>
              </a:rPr>
              <a:t>Precheck → vLCM image → ESX rolling</a:t>
            </a:r>
          </a:p>
          <a:p>
            <a:pPr algn="l">
              <a:lnSpc>
                <a:spcPct val="100000"/>
              </a:lnSpc>
              <a:spcAft>
                <a:spcPts val="700"/>
              </a:spcAft>
            </a:pPr>
            <a:r>
              <a:rPr sz="1100" b="0">
                <a:solidFill>
                  <a:srgbClr val="717074"/>
                </a:solidFill>
                <a:latin typeface="Arial"/>
                <a:ea typeface="Microsoft JhengHei"/>
                <a:cs typeface="Arial"/>
              </a:rPr>
              <a:t>    VCF Ops / SDDC Manager &gt; Workload Domain &gt; Updates</a:t>
            </a:r>
          </a:p>
        </p:txBody>
      </p:sp>
      <p:sp>
        <p:nvSpPr>
          <p:cNvPr id="13" name="Rectangle 12"/>
          <p:cNvSpPr/>
          <p:nvPr/>
        </p:nvSpPr>
        <p:spPr>
          <a:xfrm>
            <a:off x="6148425" y="1417320"/>
            <a:ext cx="2679192" cy="384048"/>
          </a:xfrm>
          <a:prstGeom prst="rect">
            <a:avLst/>
          </a:prstGeom>
          <a:solidFill>
            <a:srgbClr val="61A60E"/>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完成驗證</a:t>
            </a:r>
            <a:r>
              <a:rPr sz="900" b="0">
                <a:solidFill>
                  <a:srgbClr val="FFFFFF"/>
                </a:solidFill>
                <a:latin typeface="Arial"/>
                <a:ea typeface="Microsoft JhengHei"/>
                <a:cs typeface="Arial"/>
              </a:rPr>
              <a:t>  Verify</a:t>
            </a:r>
          </a:p>
        </p:txBody>
      </p:sp>
      <p:sp>
        <p:nvSpPr>
          <p:cNvPr id="14" name="Rectangle 13"/>
          <p:cNvSpPr/>
          <p:nvPr/>
        </p:nvSpPr>
        <p:spPr>
          <a:xfrm>
            <a:off x="6148425"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03289"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250" b="1">
                <a:solidFill>
                  <a:srgbClr val="61A60E"/>
                </a:solidFill>
                <a:latin typeface="Arial"/>
                <a:ea typeface="Microsoft JhengHei"/>
                <a:cs typeface="Arial"/>
              </a:rPr>
              <a:t>☐ </a:t>
            </a:r>
            <a:r>
              <a:rPr sz="1250" b="0">
                <a:solidFill>
                  <a:srgbClr val="333333"/>
                </a:solidFill>
                <a:latin typeface="Arial"/>
                <a:ea typeface="Microsoft JhengHei"/>
                <a:cs typeface="Arial"/>
              </a:rPr>
              <a:t>6 台 9.1.1、vSAN 綠、compliant</a:t>
            </a:r>
          </a:p>
          <a:p>
            <a:pPr algn="l">
              <a:lnSpc>
                <a:spcPct val="100000"/>
              </a:lnSpc>
              <a:spcAft>
                <a:spcPts val="700"/>
              </a:spcAft>
            </a:pPr>
            <a:r>
              <a:rPr sz="1250" b="1">
                <a:solidFill>
                  <a:srgbClr val="61A60E"/>
                </a:solidFill>
                <a:latin typeface="Arial"/>
                <a:ea typeface="Microsoft JhengHei"/>
                <a:cs typeface="Arial"/>
              </a:rPr>
              <a:t>☐ </a:t>
            </a:r>
            <a:r>
              <a:rPr sz="1250" b="0">
                <a:solidFill>
                  <a:srgbClr val="333333"/>
                </a:solidFill>
                <a:latin typeface="Arial"/>
                <a:ea typeface="Microsoft JhengHei"/>
                <a:cs typeface="Arial"/>
              </a:rPr>
              <a:t>SRM Test Recovery、應用抽測</a:t>
            </a:r>
          </a:p>
        </p:txBody>
      </p:sp>
      <p:sp>
        <p:nvSpPr>
          <p:cNvPr id="16" name="Rectangle 15"/>
          <p:cNvSpPr/>
          <p:nvPr/>
        </p:nvSpPr>
        <p:spPr>
          <a:xfrm>
            <a:off x="8934602" y="1417320"/>
            <a:ext cx="2679192" cy="384048"/>
          </a:xfrm>
          <a:prstGeom prst="rect">
            <a:avLst/>
          </a:prstGeom>
          <a:solidFill>
            <a:srgbClr val="717074"/>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退版 / 截止點</a:t>
            </a:r>
            <a:r>
              <a:rPr sz="900" b="0">
                <a:solidFill>
                  <a:srgbClr val="FFFFFF"/>
                </a:solidFill>
                <a:latin typeface="Arial"/>
                <a:ea typeface="Microsoft JhengHei"/>
                <a:cs typeface="Arial"/>
              </a:rPr>
              <a:t>  Rollback</a:t>
            </a:r>
          </a:p>
        </p:txBody>
      </p:sp>
      <p:sp>
        <p:nvSpPr>
          <p:cNvPr id="17" name="Rectangle 16"/>
          <p:cNvSpPr/>
          <p:nvPr/>
        </p:nvSpPr>
        <p:spPr>
          <a:xfrm>
            <a:off x="893460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8946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250" b="1">
                <a:solidFill>
                  <a:srgbClr val="717074"/>
                </a:solidFill>
                <a:latin typeface="Arial"/>
                <a:ea typeface="Microsoft JhengHei"/>
                <a:cs typeface="Arial"/>
              </a:rPr>
              <a:t>☐ </a:t>
            </a:r>
            <a:r>
              <a:rPr sz="1250" b="0">
                <a:solidFill>
                  <a:srgbClr val="333333"/>
                </a:solidFill>
                <a:latin typeface="Arial"/>
                <a:ea typeface="Microsoft JhengHei"/>
                <a:cs typeface="Arial"/>
              </a:rPr>
              <a:t>單台 Shift+R（KB 316592）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S12–S15 ｜ Repeat for 中信雲</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0098C7"/>
                </a:solidFill>
                <a:latin typeface="Arial"/>
                <a:ea typeface="Microsoft JhengHei"/>
                <a:cs typeface="Arial"/>
              </a:rPr>
              <a:t>中信雲：步驟同 S08–S11，只列差異</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依據：KB 446701（每次 vCenter 升級後兩站 Reconfigure）；TechDocs《Order of Upgrading vSphere and Protection and Recovery Components》《Import an Existing vCenter》</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sp>
        <p:nvSpPr>
          <p:cNvPr id="6" name="TextBox 5"/>
          <p:cNvSpPr txBox="1"/>
          <p:nvPr/>
        </p:nvSpPr>
        <p:spPr>
          <a:xfrm>
            <a:off x="548640" y="1097280"/>
            <a:ext cx="10058400" cy="256032"/>
          </a:xfrm>
          <a:prstGeom prst="rect">
            <a:avLst/>
          </a:prstGeom>
          <a:noFill/>
        </p:spPr>
        <p:txBody>
          <a:bodyPr wrap="square" lIns="27432" rIns="27432" tIns="27432" bIns="27432" anchor="t">
            <a:spAutoFit/>
          </a:bodyPr>
          <a:lstStyle/>
          <a:p>
            <a:pPr algn="l">
              <a:spcAft>
                <a:spcPts val="200"/>
              </a:spcAft>
            </a:pPr>
            <a:r>
              <a:rPr sz="1000" b="0">
                <a:solidFill>
                  <a:srgbClr val="717074"/>
                </a:solidFill>
                <a:latin typeface="Arial"/>
                <a:ea typeface="Microsoft JhengHei"/>
                <a:cs typeface="Arial"/>
              </a:rPr>
              <a:t>原計畫 #9、#12、#13 ｜ 負責：ENG、SYS、DR、ARC ｜ 詳細 checklist 見 Excel（S12–S15 已逐項展開）</a:t>
            </a:r>
          </a:p>
        </p:txBody>
      </p:sp>
      <p:sp>
        <p:nvSpPr>
          <p:cNvPr id="7" name="Rounded Rectangle 6"/>
          <p:cNvSpPr/>
          <p:nvPr/>
        </p:nvSpPr>
        <p:spPr>
          <a:xfrm>
            <a:off x="10332720" y="1097280"/>
            <a:ext cx="1280160" cy="246888"/>
          </a:xfrm>
          <a:prstGeom prst="roundRect">
            <a:avLst>
              <a:gd name="adj" fmla="val 50000"/>
            </a:avLst>
          </a:prstGeom>
          <a:solidFill>
            <a:srgbClr val="A6192E"/>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18288" bIns="18288" wrap="square"/>
          <a:lstStyle/>
          <a:p>
            <a:pPr algn="ctr">
              <a:spcAft>
                <a:spcPts val="0"/>
              </a:spcAft>
            </a:pPr>
            <a:r>
              <a:rPr sz="900" b="1">
                <a:solidFill>
                  <a:srgbClr val="FFFFFF"/>
                </a:solidFill>
                <a:latin typeface="Arial"/>
                <a:ea typeface="Microsoft JhengHei"/>
                <a:cs typeface="Arial"/>
              </a:rPr>
              <a:t>G4 ⚠ PONR</a:t>
            </a:r>
          </a:p>
        </p:txBody>
      </p:sp>
      <p:sp>
        <p:nvSpPr>
          <p:cNvPr id="8" name="Rectangle 7"/>
          <p:cNvSpPr/>
          <p:nvPr/>
        </p:nvSpPr>
        <p:spPr>
          <a:xfrm>
            <a:off x="576072" y="1444752"/>
            <a:ext cx="2679192" cy="384048"/>
          </a:xfrm>
          <a:prstGeom prst="rect">
            <a:avLst/>
          </a:prstGeom>
          <a:solidFill>
            <a:srgbClr val="0098C7"/>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S12 vCenter RDU</a:t>
            </a:r>
          </a:p>
        </p:txBody>
      </p:sp>
      <p:sp>
        <p:nvSpPr>
          <p:cNvPr id="9" name="Rectangle 8"/>
          <p:cNvSpPr/>
          <p:nvPr/>
        </p:nvSpPr>
        <p:spPr>
          <a:xfrm>
            <a:off x="576072" y="1828800"/>
            <a:ext cx="2679192" cy="4096512"/>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1901952"/>
            <a:ext cx="2569464" cy="3931920"/>
          </a:xfrm>
          <a:prstGeom prst="rect">
            <a:avLst/>
          </a:prstGeom>
          <a:noFill/>
        </p:spPr>
        <p:txBody>
          <a:bodyPr wrap="square" lIns="45720" rIns="45720" tIns="27432" bIns="27432" anchor="t">
            <a:spAutoFit/>
          </a:bodyPr>
          <a:lstStyle/>
          <a:p>
            <a:pPr algn="l">
              <a:spcAft>
                <a:spcPts val="800"/>
              </a:spcAft>
            </a:pPr>
            <a:r>
              <a:rPr sz="1050" b="0">
                <a:solidFill>
                  <a:srgbClr val="333333"/>
                </a:solidFill>
                <a:latin typeface="Arial"/>
                <a:ea typeface="Microsoft JhengHei"/>
                <a:cs typeface="Arial"/>
              </a:rPr>
              <a:t>☐ 同 S08 全部項目</a:t>
            </a:r>
          </a:p>
          <a:p>
            <a:pPr algn="l">
              <a:spcAft>
                <a:spcPts val="800"/>
              </a:spcAft>
            </a:pPr>
            <a:r>
              <a:rPr sz="1050" b="0">
                <a:solidFill>
                  <a:srgbClr val="333333"/>
                </a:solidFill>
                <a:latin typeface="Arial"/>
                <a:ea typeface="Microsoft JhengHei"/>
                <a:cs typeface="Arial"/>
              </a:rPr>
              <a:t>☐ 若中信雲為 recovery site，排在 protected site 之後</a:t>
            </a:r>
          </a:p>
          <a:p>
            <a:pPr algn="l">
              <a:spcAft>
                <a:spcPts val="800"/>
              </a:spcAft>
            </a:pPr>
            <a:r>
              <a:rPr sz="1050" b="0">
                <a:solidFill>
                  <a:srgbClr val="333333"/>
                </a:solidFill>
                <a:latin typeface="Arial"/>
                <a:ea typeface="Microsoft JhengHei"/>
                <a:cs typeface="Arial"/>
              </a:rPr>
              <a:t>☐ RDU 暫時 IP 用中信雲網段</a:t>
            </a:r>
          </a:p>
          <a:p>
            <a:pPr algn="l">
              <a:spcAft>
                <a:spcPts val="800"/>
              </a:spcAft>
            </a:pPr>
            <a:r>
              <a:rPr sz="1050" b="0">
                <a:solidFill>
                  <a:srgbClr val="333333"/>
                </a:solidFill>
                <a:latin typeface="Arial"/>
                <a:ea typeface="Microsoft JhengHei"/>
                <a:cs typeface="Arial"/>
              </a:rPr>
              <a:t>☐ vRA / Aria Ops 已移出；確認 vIDM / ASL 不受 RDU 停機影響</a:t>
            </a:r>
          </a:p>
        </p:txBody>
      </p:sp>
      <p:sp>
        <p:nvSpPr>
          <p:cNvPr id="11" name="Rectangle 10"/>
          <p:cNvSpPr/>
          <p:nvPr/>
        </p:nvSpPr>
        <p:spPr>
          <a:xfrm>
            <a:off x="3362248" y="1444752"/>
            <a:ext cx="2679192" cy="384048"/>
          </a:xfrm>
          <a:prstGeom prst="rect">
            <a:avLst/>
          </a:prstGeom>
          <a:solidFill>
            <a:srgbClr val="0098C7"/>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S13 SRM 重新註冊</a:t>
            </a:r>
          </a:p>
        </p:txBody>
      </p:sp>
      <p:sp>
        <p:nvSpPr>
          <p:cNvPr id="12" name="Rectangle 11"/>
          <p:cNvSpPr/>
          <p:nvPr/>
        </p:nvSpPr>
        <p:spPr>
          <a:xfrm>
            <a:off x="3362248" y="1828800"/>
            <a:ext cx="2679192" cy="4096512"/>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17112" y="1901952"/>
            <a:ext cx="2569464" cy="3931920"/>
          </a:xfrm>
          <a:prstGeom prst="rect">
            <a:avLst/>
          </a:prstGeom>
          <a:noFill/>
        </p:spPr>
        <p:txBody>
          <a:bodyPr wrap="square" lIns="45720" rIns="45720" tIns="27432" bIns="27432" anchor="t">
            <a:spAutoFit/>
          </a:bodyPr>
          <a:lstStyle/>
          <a:p>
            <a:pPr algn="l">
              <a:spcAft>
                <a:spcPts val="800"/>
              </a:spcAft>
            </a:pPr>
            <a:r>
              <a:rPr sz="1050" b="0">
                <a:solidFill>
                  <a:srgbClr val="333333"/>
                </a:solidFill>
                <a:latin typeface="Arial"/>
                <a:ea typeface="Microsoft JhengHei"/>
                <a:cs typeface="Arial"/>
              </a:rPr>
              <a:t>☐ 同 S09 全部項目</a:t>
            </a:r>
          </a:p>
          <a:p>
            <a:pPr algn="l">
              <a:spcAft>
                <a:spcPts val="800"/>
              </a:spcAft>
            </a:pPr>
            <a:r>
              <a:rPr sz="1050" b="0">
                <a:solidFill>
                  <a:srgbClr val="333333"/>
                </a:solidFill>
                <a:latin typeface="Arial"/>
                <a:ea typeface="Microsoft JhengHei"/>
                <a:cs typeface="Arial"/>
              </a:rPr>
              <a:t>☐ 兩站 VAMI Reconfigure 再做一次（每次 vCenter 升級後都要）</a:t>
            </a:r>
          </a:p>
          <a:p>
            <a:pPr algn="l">
              <a:spcAft>
                <a:spcPts val="800"/>
              </a:spcAft>
            </a:pPr>
            <a:r>
              <a:rPr sz="1050" b="0">
                <a:solidFill>
                  <a:srgbClr val="333333"/>
                </a:solidFill>
                <a:latin typeface="Arial"/>
                <a:ea typeface="Microsoft JhengHei"/>
                <a:cs typeface="Arial"/>
              </a:rPr>
              <a:t>☐ Test Recovery 兩個方向都驗</a:t>
            </a:r>
          </a:p>
        </p:txBody>
      </p:sp>
      <p:sp>
        <p:nvSpPr>
          <p:cNvPr id="14" name="Rectangle 13"/>
          <p:cNvSpPr/>
          <p:nvPr/>
        </p:nvSpPr>
        <p:spPr>
          <a:xfrm>
            <a:off x="6148425" y="1444752"/>
            <a:ext cx="2679192" cy="384048"/>
          </a:xfrm>
          <a:prstGeom prst="rect">
            <a:avLst/>
          </a:prstGeom>
          <a:solidFill>
            <a:srgbClr val="A6192E"/>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S14 Import WLD</a:t>
            </a:r>
          </a:p>
        </p:txBody>
      </p:sp>
      <p:sp>
        <p:nvSpPr>
          <p:cNvPr id="15" name="Rectangle 14"/>
          <p:cNvSpPr/>
          <p:nvPr/>
        </p:nvSpPr>
        <p:spPr>
          <a:xfrm>
            <a:off x="6148425" y="1828800"/>
            <a:ext cx="2679192" cy="4096512"/>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03289" y="1901952"/>
            <a:ext cx="2569464" cy="3931920"/>
          </a:xfrm>
          <a:prstGeom prst="rect">
            <a:avLst/>
          </a:prstGeom>
          <a:noFill/>
        </p:spPr>
        <p:txBody>
          <a:bodyPr wrap="square" lIns="45720" rIns="45720" tIns="27432" bIns="27432" anchor="t">
            <a:spAutoFit/>
          </a:bodyPr>
          <a:lstStyle/>
          <a:p>
            <a:pPr algn="l">
              <a:spcAft>
                <a:spcPts val="800"/>
              </a:spcAft>
            </a:pPr>
            <a:r>
              <a:rPr sz="1050" b="0">
                <a:solidFill>
                  <a:srgbClr val="333333"/>
                </a:solidFill>
                <a:latin typeface="Arial"/>
                <a:ea typeface="Microsoft JhengHei"/>
                <a:cs typeface="Arial"/>
              </a:rPr>
              <a:t>☐ 同 S10 全部項目</a:t>
            </a:r>
          </a:p>
          <a:p>
            <a:pPr algn="l">
              <a:spcAft>
                <a:spcPts val="800"/>
              </a:spcAft>
            </a:pPr>
            <a:r>
              <a:rPr sz="1050" b="0">
                <a:solidFill>
                  <a:srgbClr val="333333"/>
                </a:solidFill>
                <a:latin typeface="Arial"/>
                <a:ea typeface="Microsoft JhengHei"/>
                <a:cs typeface="Arial"/>
              </a:rPr>
              <a:t>☐ 中信雲 vCenter 先在管理網域 NSX 註冊 Compute Manager</a:t>
            </a:r>
          </a:p>
          <a:p>
            <a:pPr algn="l">
              <a:spcAft>
                <a:spcPts val="800"/>
              </a:spcAft>
            </a:pPr>
            <a:r>
              <a:rPr sz="1050" b="0">
                <a:solidFill>
                  <a:srgbClr val="333333"/>
                </a:solidFill>
                <a:latin typeface="Arial"/>
                <a:ea typeface="Microsoft JhengHei"/>
                <a:cs typeface="Arial"/>
              </a:rPr>
              <a:t>☐ ⚠ Import 完成即 PONR → G4 簽核</a:t>
            </a:r>
          </a:p>
        </p:txBody>
      </p:sp>
      <p:sp>
        <p:nvSpPr>
          <p:cNvPr id="17" name="Rectangle 16"/>
          <p:cNvSpPr/>
          <p:nvPr/>
        </p:nvSpPr>
        <p:spPr>
          <a:xfrm>
            <a:off x="8934602" y="1444752"/>
            <a:ext cx="2679192" cy="384048"/>
          </a:xfrm>
          <a:prstGeom prst="rect">
            <a:avLst/>
          </a:prstGeom>
          <a:solidFill>
            <a:srgbClr val="0098C7"/>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S15 ESXi 9.1.1</a:t>
            </a:r>
          </a:p>
        </p:txBody>
      </p:sp>
      <p:sp>
        <p:nvSpPr>
          <p:cNvPr id="18" name="Rectangle 17"/>
          <p:cNvSpPr/>
          <p:nvPr/>
        </p:nvSpPr>
        <p:spPr>
          <a:xfrm>
            <a:off x="8934602" y="1828800"/>
            <a:ext cx="2679192" cy="4096512"/>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89466" y="1901952"/>
            <a:ext cx="2569464" cy="3931920"/>
          </a:xfrm>
          <a:prstGeom prst="rect">
            <a:avLst/>
          </a:prstGeom>
          <a:noFill/>
        </p:spPr>
        <p:txBody>
          <a:bodyPr wrap="square" lIns="45720" rIns="45720" tIns="27432" bIns="27432" anchor="t">
            <a:spAutoFit/>
          </a:bodyPr>
          <a:lstStyle/>
          <a:p>
            <a:pPr algn="l">
              <a:spcAft>
                <a:spcPts val="800"/>
              </a:spcAft>
            </a:pPr>
            <a:r>
              <a:rPr sz="1050" b="0">
                <a:solidFill>
                  <a:srgbClr val="333333"/>
                </a:solidFill>
                <a:latin typeface="Arial"/>
                <a:ea typeface="Microsoft JhengHei"/>
                <a:cs typeface="Arial"/>
              </a:rPr>
              <a:t>☐ 同 S11 全部項目</a:t>
            </a:r>
          </a:p>
          <a:p>
            <a:pPr algn="l">
              <a:spcAft>
                <a:spcPts val="800"/>
              </a:spcAft>
            </a:pPr>
            <a:r>
              <a:rPr sz="1050" b="0">
                <a:solidFill>
                  <a:srgbClr val="333333"/>
                </a:solidFill>
                <a:latin typeface="Arial"/>
                <a:ea typeface="Microsoft JhengHei"/>
                <a:cs typeface="Arial"/>
              </a:rPr>
              <a:t>☐ 完成後三個叢集皆 9.1.1</a:t>
            </a:r>
          </a:p>
          <a:p>
            <a:pPr algn="l">
              <a:spcAft>
                <a:spcPts val="800"/>
              </a:spcAft>
            </a:pPr>
            <a:r>
              <a:rPr sz="1050" b="0">
                <a:solidFill>
                  <a:srgbClr val="333333"/>
                </a:solidFill>
                <a:latin typeface="Arial"/>
                <a:ea typeface="Microsoft JhengHei"/>
                <a:cs typeface="Arial"/>
              </a:rPr>
              <a:t>☐ vSAN on-disk format 統一留到 S16</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S16 ｜ Observation, vSAN Format &amp; Close-out</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316E60"/>
                </a:solidFill>
                <a:latin typeface="Arial"/>
                <a:ea typeface="Microsoft JhengHei"/>
                <a:cs typeface="Arial"/>
              </a:rPr>
              <a:t>觀察期、vSAN on-disk format 與收尾</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依據：TechDocs《About the vSAN Disk Format》《Migrate VCF Automation SSO from vIDM to VCF Identity Broker》</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sp>
        <p:nvSpPr>
          <p:cNvPr id="6" name="TextBox 5"/>
          <p:cNvSpPr txBox="1"/>
          <p:nvPr/>
        </p:nvSpPr>
        <p:spPr>
          <a:xfrm>
            <a:off x="548640" y="1097280"/>
            <a:ext cx="8686800" cy="256032"/>
          </a:xfrm>
          <a:prstGeom prst="rect">
            <a:avLst/>
          </a:prstGeom>
          <a:noFill/>
        </p:spPr>
        <p:txBody>
          <a:bodyPr wrap="square" lIns="27432" rIns="27432" tIns="27432" bIns="27432" anchor="t">
            <a:spAutoFit/>
          </a:bodyPr>
          <a:lstStyle/>
          <a:p>
            <a:pPr algn="l">
              <a:spcAft>
                <a:spcPts val="200"/>
              </a:spcAft>
            </a:pPr>
            <a:r>
              <a:rPr sz="1000" b="0">
                <a:solidFill>
                  <a:srgbClr val="717074"/>
                </a:solidFill>
                <a:latin typeface="Arial"/>
                <a:ea typeface="Microsoft JhengHei"/>
                <a:cs typeface="Arial"/>
              </a:rPr>
              <a:t>原計畫 新增 ｜ 負責：PM、ARC、ENG、SYS</a:t>
            </a:r>
          </a:p>
        </p:txBody>
      </p:sp>
      <p:sp>
        <p:nvSpPr>
          <p:cNvPr id="7" name="Rounded Rectangle 6"/>
          <p:cNvSpPr/>
          <p:nvPr/>
        </p:nvSpPr>
        <p:spPr>
          <a:xfrm>
            <a:off x="10332720" y="1097280"/>
            <a:ext cx="1280160" cy="246888"/>
          </a:xfrm>
          <a:prstGeom prst="roundRect">
            <a:avLst>
              <a:gd name="adj" fmla="val 50000"/>
            </a:avLst>
          </a:prstGeom>
          <a:solidFill>
            <a:srgbClr val="A6192E"/>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18288" bIns="18288" wrap="square"/>
          <a:lstStyle/>
          <a:p>
            <a:pPr algn="ctr">
              <a:spcAft>
                <a:spcPts val="0"/>
              </a:spcAft>
            </a:pPr>
            <a:r>
              <a:rPr sz="900" b="1">
                <a:solidFill>
                  <a:srgbClr val="FFFFFF"/>
                </a:solidFill>
                <a:latin typeface="Arial"/>
                <a:ea typeface="Microsoft JhengHei"/>
                <a:cs typeface="Arial"/>
              </a:rPr>
              <a:t>G5 ⚠ PONR</a:t>
            </a:r>
          </a:p>
        </p:txBody>
      </p:sp>
      <p:sp>
        <p:nvSpPr>
          <p:cNvPr id="8" name="Rectangle 7"/>
          <p:cNvSpPr/>
          <p:nvPr/>
        </p:nvSpPr>
        <p:spPr>
          <a:xfrm>
            <a:off x="576072" y="1417320"/>
            <a:ext cx="2679192" cy="384048"/>
          </a:xfrm>
          <a:prstGeom prst="rect">
            <a:avLst/>
          </a:prstGeom>
          <a:solidFill>
            <a:srgbClr val="005C8A"/>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前置檢查</a:t>
            </a:r>
            <a:r>
              <a:rPr sz="900" b="0">
                <a:solidFill>
                  <a:srgbClr val="FFFFFF"/>
                </a:solidFill>
                <a:latin typeface="Arial"/>
                <a:ea typeface="Microsoft JhengHei"/>
                <a:cs typeface="Arial"/>
              </a:rPr>
              <a:t>  Pre-check</a:t>
            </a:r>
          </a:p>
        </p:txBody>
      </p:sp>
      <p:sp>
        <p:nvSpPr>
          <p:cNvPr id="9" name="Rectangle 8"/>
          <p:cNvSpPr/>
          <p:nvPr/>
        </p:nvSpPr>
        <p:spPr>
          <a:xfrm>
            <a:off x="57607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觀察期 OK + G5 簽核</a:t>
            </a:r>
          </a:p>
        </p:txBody>
      </p:sp>
      <p:sp>
        <p:nvSpPr>
          <p:cNvPr id="11" name="Rectangle 10"/>
          <p:cNvSpPr/>
          <p:nvPr/>
        </p:nvSpPr>
        <p:spPr>
          <a:xfrm>
            <a:off x="3362248" y="1417320"/>
            <a:ext cx="2679192" cy="384048"/>
          </a:xfrm>
          <a:prstGeom prst="rect">
            <a:avLst/>
          </a:prstGeom>
          <a:solidFill>
            <a:srgbClr val="007B8C"/>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執行</a:t>
            </a:r>
            <a:r>
              <a:rPr sz="900" b="0">
                <a:solidFill>
                  <a:srgbClr val="FFFFFF"/>
                </a:solidFill>
                <a:latin typeface="Arial"/>
                <a:ea typeface="Microsoft JhengHei"/>
                <a:cs typeface="Arial"/>
              </a:rPr>
              <a:t>  Execute</a:t>
            </a:r>
          </a:p>
        </p:txBody>
      </p:sp>
      <p:sp>
        <p:nvSpPr>
          <p:cNvPr id="12" name="Rectangle 11"/>
          <p:cNvSpPr/>
          <p:nvPr/>
        </p:nvSpPr>
        <p:spPr>
          <a:xfrm>
            <a:off x="3362248"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17112"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250" b="1">
                <a:solidFill>
                  <a:srgbClr val="007B8C"/>
                </a:solidFill>
                <a:latin typeface="Arial"/>
                <a:ea typeface="Microsoft JhengHei"/>
                <a:cs typeface="Arial"/>
              </a:rPr>
              <a:t>☐ </a:t>
            </a:r>
            <a:r>
              <a:rPr sz="1250" b="0">
                <a:solidFill>
                  <a:srgbClr val="333333"/>
                </a:solidFill>
                <a:latin typeface="Arial"/>
                <a:ea typeface="Microsoft JhengHei"/>
                <a:cs typeface="Arial"/>
              </a:rPr>
              <a:t>vSAN on-disk format（PONR）</a:t>
            </a:r>
          </a:p>
          <a:p>
            <a:pPr algn="l">
              <a:lnSpc>
                <a:spcPct val="100000"/>
              </a:lnSpc>
              <a:spcAft>
                <a:spcPts val="700"/>
              </a:spcAft>
            </a:pPr>
            <a:r>
              <a:rPr sz="1100" b="0">
                <a:solidFill>
                  <a:srgbClr val="717074"/>
                </a:solidFill>
                <a:latin typeface="Arial"/>
                <a:ea typeface="Microsoft JhengHei"/>
                <a:cs typeface="Arial"/>
              </a:rPr>
              <a:t>    Cluster &gt; vSAN &gt; Disk Management &gt; Upgrade</a:t>
            </a:r>
          </a:p>
          <a:p>
            <a:pPr algn="l">
              <a:lnSpc>
                <a:spcPct val="100000"/>
              </a:lnSpc>
              <a:spcAft>
                <a:spcPts val="700"/>
              </a:spcAft>
            </a:pPr>
            <a:r>
              <a:rPr sz="1250" b="1">
                <a:solidFill>
                  <a:srgbClr val="007B8C"/>
                </a:solidFill>
                <a:latin typeface="Arial"/>
                <a:ea typeface="Microsoft JhengHei"/>
                <a:cs typeface="Arial"/>
              </a:rPr>
              <a:t>☐ </a:t>
            </a:r>
            <a:r>
              <a:rPr sz="1250" b="0">
                <a:solidFill>
                  <a:srgbClr val="333333"/>
                </a:solidFill>
                <a:latin typeface="Arial"/>
                <a:ea typeface="Microsoft JhengHei"/>
                <a:cs typeface="Arial"/>
              </a:rPr>
              <a:t>VDS（選擇性）、清 snapshot / 舊 VM</a:t>
            </a:r>
          </a:p>
          <a:p>
            <a:pPr algn="l">
              <a:lnSpc>
                <a:spcPct val="100000"/>
              </a:lnSpc>
              <a:spcAft>
                <a:spcPts val="700"/>
              </a:spcAft>
            </a:pPr>
            <a:r>
              <a:rPr sz="1250" b="1">
                <a:solidFill>
                  <a:srgbClr val="007B8C"/>
                </a:solidFill>
                <a:latin typeface="Arial"/>
                <a:ea typeface="Microsoft JhengHei"/>
                <a:cs typeface="Arial"/>
              </a:rPr>
              <a:t>☐ </a:t>
            </a:r>
            <a:r>
              <a:rPr sz="1250" b="0">
                <a:solidFill>
                  <a:srgbClr val="333333"/>
                </a:solidFill>
                <a:latin typeface="Arial"/>
                <a:ea typeface="Microsoft JhengHei"/>
                <a:cs typeface="Arial"/>
              </a:rPr>
              <a:t>vIDM → Identity Broker 另案</a:t>
            </a:r>
          </a:p>
        </p:txBody>
      </p:sp>
      <p:sp>
        <p:nvSpPr>
          <p:cNvPr id="14" name="Rectangle 13"/>
          <p:cNvSpPr/>
          <p:nvPr/>
        </p:nvSpPr>
        <p:spPr>
          <a:xfrm>
            <a:off x="6148425" y="1417320"/>
            <a:ext cx="2679192" cy="384048"/>
          </a:xfrm>
          <a:prstGeom prst="rect">
            <a:avLst/>
          </a:prstGeom>
          <a:solidFill>
            <a:srgbClr val="61A60E"/>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完成驗證</a:t>
            </a:r>
            <a:r>
              <a:rPr sz="900" b="0">
                <a:solidFill>
                  <a:srgbClr val="FFFFFF"/>
                </a:solidFill>
                <a:latin typeface="Arial"/>
                <a:ea typeface="Microsoft JhengHei"/>
                <a:cs typeface="Arial"/>
              </a:rPr>
              <a:t>  Verify</a:t>
            </a:r>
          </a:p>
        </p:txBody>
      </p:sp>
      <p:sp>
        <p:nvSpPr>
          <p:cNvPr id="15" name="Rectangle 14"/>
          <p:cNvSpPr/>
          <p:nvPr/>
        </p:nvSpPr>
        <p:spPr>
          <a:xfrm>
            <a:off x="6148425"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03289"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250" b="1">
                <a:solidFill>
                  <a:srgbClr val="61A60E"/>
                </a:solidFill>
                <a:latin typeface="Arial"/>
                <a:ea typeface="Microsoft JhengHei"/>
                <a:cs typeface="Arial"/>
              </a:rPr>
              <a:t>☐ </a:t>
            </a:r>
            <a:r>
              <a:rPr sz="1250" b="0">
                <a:solidFill>
                  <a:srgbClr val="333333"/>
                </a:solidFill>
                <a:latin typeface="Arial"/>
                <a:ea typeface="Microsoft JhengHei"/>
                <a:cs typeface="Arial"/>
              </a:rPr>
              <a:t>授權、備份排程、As-Built</a:t>
            </a:r>
          </a:p>
        </p:txBody>
      </p:sp>
      <p:sp>
        <p:nvSpPr>
          <p:cNvPr id="17" name="Rectangle 16"/>
          <p:cNvSpPr/>
          <p:nvPr/>
        </p:nvSpPr>
        <p:spPr>
          <a:xfrm>
            <a:off x="8934602" y="1417320"/>
            <a:ext cx="2679192" cy="384048"/>
          </a:xfrm>
          <a:prstGeom prst="rect">
            <a:avLst/>
          </a:prstGeom>
          <a:solidFill>
            <a:srgbClr val="A6192E"/>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退版 / 截止點</a:t>
            </a:r>
            <a:r>
              <a:rPr sz="900" b="0">
                <a:solidFill>
                  <a:srgbClr val="FFFFFF"/>
                </a:solidFill>
                <a:latin typeface="Arial"/>
                <a:ea typeface="Microsoft JhengHei"/>
                <a:cs typeface="Arial"/>
              </a:rPr>
              <a:t>  Rollback</a:t>
            </a:r>
          </a:p>
        </p:txBody>
      </p:sp>
      <p:sp>
        <p:nvSpPr>
          <p:cNvPr id="18" name="Rectangle 17"/>
          <p:cNvSpPr/>
          <p:nvPr/>
        </p:nvSpPr>
        <p:spPr>
          <a:xfrm>
            <a:off x="893460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8946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250" b="1">
                <a:solidFill>
                  <a:srgbClr val="A6192E"/>
                </a:solidFill>
                <a:latin typeface="Arial"/>
                <a:ea typeface="Microsoft JhengHei"/>
                <a:cs typeface="Arial"/>
              </a:rPr>
              <a:t>☐ </a:t>
            </a:r>
            <a:r>
              <a:rPr sz="1250" b="0">
                <a:solidFill>
                  <a:srgbClr val="333333"/>
                </a:solidFill>
                <a:latin typeface="Arial"/>
                <a:ea typeface="Microsoft JhengHei"/>
                <a:cs typeface="Arial"/>
              </a:rPr>
              <a:t>⚠ vSAN format 後不可退（PONR）</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Open Items &amp; References</a:t>
            </a:r>
          </a:p>
        </p:txBody>
      </p:sp>
      <p:sp>
        <p:nvSpPr>
          <p:cNvPr id="3" name="Subtitle 2"/>
          <p:cNvSpPr>
            <a:spLocks noGrp="1"/>
          </p:cNvSpPr>
          <p:nvPr>
            <p:ph type="subTitle" idx="10"/>
          </p:nvPr>
        </p:nvSpPr>
        <p:spPr/>
        <p:txBody>
          <a:bodyPr/>
          <a:lstStyle/>
          <a:p>
            <a:r>
              <a:rPr>
                <a:ea typeface="Microsoft JhengHei"/>
              </a:rPr>
              <a:t>待確認事項、IP / DNS 與官方依據</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Open Items to Confirm before G0</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6C4B94"/>
                </a:solidFill>
                <a:latin typeface="Arial"/>
                <a:ea typeface="Microsoft JhengHei"/>
                <a:cs typeface="Arial"/>
              </a:rPr>
              <a:t>以下內容決定實際順序與設計，需在 G0 前確認</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標示「推定」者目前無官方文件直接說明，需以 Lab 驗證或 SR 確認</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graphicFrame>
        <p:nvGraphicFramePr>
          <p:cNvPr id="6" name="Table 5"/>
          <p:cNvGraphicFramePr>
            <a:graphicFrameLocks noGrp="1"/>
          </p:cNvGraphicFramePr>
          <p:nvPr/>
        </p:nvGraphicFramePr>
        <p:xfrm>
          <a:off x="576072" y="1207008"/>
          <a:ext cx="11036808" cy="4718304"/>
        </p:xfrm>
        <a:graphic>
          <a:graphicData uri="http://schemas.openxmlformats.org/drawingml/2006/table">
            <a:tbl>
              <a:tblPr firstRow="1" bandRow="0">
                <a:tableStyleId>{5C22544A-7EE6-4342-B048-85BDC9FD1C3A}</a:tableStyleId>
              </a:tblPr>
              <a:tblGrid>
                <a:gridCol w="2377440"/>
                <a:gridCol w="5733288"/>
                <a:gridCol w="1737360"/>
                <a:gridCol w="1188720"/>
              </a:tblGrid>
              <a:tr h="393192">
                <a:tc>
                  <a:txBody>
                    <a:bodyPr wrap="square"/>
                    <a:lstStyle/>
                    <a:p>
                      <a:pPr algn="l">
                        <a:spcAft>
                          <a:spcPts val="0"/>
                        </a:spcAft>
                      </a:pPr>
                      <a:r>
                        <a:rPr sz="1000" b="1">
                          <a:solidFill>
                            <a:srgbClr val="FFFFFF"/>
                          </a:solidFill>
                          <a:latin typeface="Arial"/>
                          <a:ea typeface="Microsoft JhengHei"/>
                          <a:cs typeface="Arial"/>
                        </a:rPr>
                        <a:t>待確認項目</a:t>
                      </a:r>
                    </a:p>
                  </a:txBody>
                  <a:tcPr marL="54864" marR="54864" marT="22860" marB="22860" anchor="ctr">
                    <a:solidFill>
                      <a:srgbClr val="1B1D36"/>
                    </a:solidFill>
                  </a:tcPr>
                </a:tc>
                <a:tc>
                  <a:txBody>
                    <a:bodyPr wrap="square"/>
                    <a:lstStyle/>
                    <a:p>
                      <a:pPr algn="l">
                        <a:spcAft>
                          <a:spcPts val="0"/>
                        </a:spcAft>
                      </a:pPr>
                      <a:r>
                        <a:rPr sz="1000" b="1">
                          <a:solidFill>
                            <a:srgbClr val="FFFFFF"/>
                          </a:solidFill>
                          <a:latin typeface="Arial"/>
                          <a:ea typeface="Microsoft JhengHei"/>
                          <a:cs typeface="Arial"/>
                        </a:rPr>
                        <a:t>為什麼重要</a:t>
                      </a:r>
                    </a:p>
                  </a:txBody>
                  <a:tcPr marL="54864" marR="54864" marT="22860" marB="22860" anchor="ctr">
                    <a:solidFill>
                      <a:srgbClr val="1B1D36"/>
                    </a:solidFill>
                  </a:tcPr>
                </a:tc>
                <a:tc>
                  <a:txBody>
                    <a:bodyPr wrap="square"/>
                    <a:lstStyle/>
                    <a:p>
                      <a:pPr algn="l">
                        <a:spcAft>
                          <a:spcPts val="0"/>
                        </a:spcAft>
                      </a:pPr>
                      <a:r>
                        <a:rPr sz="1000" b="1">
                          <a:solidFill>
                            <a:srgbClr val="FFFFFF"/>
                          </a:solidFill>
                          <a:latin typeface="Arial"/>
                          <a:ea typeface="Microsoft JhengHei"/>
                          <a:cs typeface="Arial"/>
                        </a:rPr>
                        <a:t>確認方式</a:t>
                      </a:r>
                    </a:p>
                  </a:txBody>
                  <a:tcPr marL="54864" marR="54864" marT="22860" marB="22860" anchor="ctr">
                    <a:solidFill>
                      <a:srgbClr val="1B1D36"/>
                    </a:solidFill>
                  </a:tcPr>
                </a:tc>
                <a:tc>
                  <a:txBody>
                    <a:bodyPr wrap="square"/>
                    <a:lstStyle/>
                    <a:p>
                      <a:pPr algn="l">
                        <a:spcAft>
                          <a:spcPts val="0"/>
                        </a:spcAft>
                      </a:pPr>
                      <a:r>
                        <a:rPr sz="1000" b="1">
                          <a:solidFill>
                            <a:srgbClr val="FFFFFF"/>
                          </a:solidFill>
                          <a:latin typeface="Arial"/>
                          <a:ea typeface="Microsoft JhengHei"/>
                          <a:cs typeface="Arial"/>
                        </a:rPr>
                        <a:t>負責</a:t>
                      </a:r>
                    </a:p>
                  </a:txBody>
                  <a:tcPr marL="54864" marR="54864" marT="22860" marB="22860" anchor="ctr">
                    <a:solidFill>
                      <a:srgbClr val="1B1D36"/>
                    </a:solidFill>
                  </a:tcPr>
                </a:tc>
              </a:tr>
              <a:tr h="393192">
                <a:tc>
                  <a:txBody>
                    <a:bodyPr wrap="square"/>
                    <a:lstStyle/>
                    <a:p>
                      <a:pPr algn="l">
                        <a:spcAft>
                          <a:spcPts val="0"/>
                        </a:spcAft>
                      </a:pPr>
                      <a:r>
                        <a:rPr sz="950" b="1">
                          <a:solidFill>
                            <a:srgbClr val="333333"/>
                          </a:solidFill>
                          <a:latin typeface="Arial"/>
                          <a:ea typeface="Microsoft JhengHei"/>
                          <a:cs typeface="Arial"/>
                        </a:rPr>
                        <a:t>vRA 確切版本 / patch</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converge 情境頁要求 8.18.1 P3；import 頁為 8.18.1+</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vracli version</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AUTO</a:t>
                      </a:r>
                    </a:p>
                  </a:txBody>
                  <a:tcPr marL="54864" marR="54864" marT="22860" marB="22860" anchor="ctr">
                    <a:solidFill>
                      <a:srgbClr val="FFFFFF"/>
                    </a:solidFill>
                  </a:tcPr>
                </a:tc>
              </a:tr>
              <a:tr h="393192">
                <a:tc>
                  <a:txBody>
                    <a:bodyPr wrap="square"/>
                    <a:lstStyle/>
                    <a:p>
                      <a:pPr algn="l">
                        <a:spcAft>
                          <a:spcPts val="0"/>
                        </a:spcAft>
                      </a:pPr>
                      <a:r>
                        <a:rPr sz="950" b="1">
                          <a:solidFill>
                            <a:srgbClr val="333333"/>
                          </a:solidFill>
                          <a:latin typeface="Arial"/>
                          <a:ea typeface="Microsoft JhengHei"/>
                          <a:cs typeface="Arial"/>
                        </a:rPr>
                        <a:t>Aria Operations 8.18.7 拓樸</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節點數、cloud proxy / remote collector、管理套件與自訂內容；是否由 Aria Suite Lifecycle 管理</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Aria Ops /admin</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ARC</a:t>
                      </a:r>
                    </a:p>
                  </a:txBody>
                  <a:tcPr marL="54864" marR="54864" marT="22860" marB="22860" anchor="ctr">
                    <a:solidFill>
                      <a:srgbClr val="F5F7F9"/>
                    </a:solidFill>
                  </a:tcPr>
                </a:tc>
              </a:tr>
              <a:tr h="393192">
                <a:tc>
                  <a:txBody>
                    <a:bodyPr wrap="square"/>
                    <a:lstStyle/>
                    <a:p>
                      <a:pPr algn="l">
                        <a:spcAft>
                          <a:spcPts val="0"/>
                        </a:spcAft>
                      </a:pPr>
                      <a:r>
                        <a:rPr sz="950" b="1">
                          <a:solidFill>
                            <a:srgbClr val="333333"/>
                          </a:solidFill>
                          <a:latin typeface="Arial"/>
                          <a:ea typeface="Microsoft JhengHei"/>
                          <a:cs typeface="Arial"/>
                        </a:rPr>
                        <a:t>vIDM / Aria Suite Lifecycle 位置與版本</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vIDM 升級後仍是 VCFA 驗證來源；是否隨 vRA 一起搬</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vSphere inventory</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AUTO</a:t>
                      </a:r>
                    </a:p>
                  </a:txBody>
                  <a:tcPr marL="54864" marR="54864" marT="22860" marB="22860" anchor="ctr">
                    <a:solidFill>
                      <a:srgbClr val="FFFFFF"/>
                    </a:solidFill>
                  </a:tcPr>
                </a:tc>
              </a:tr>
              <a:tr h="393192">
                <a:tc>
                  <a:txBody>
                    <a:bodyPr wrap="square"/>
                    <a:lstStyle/>
                    <a:p>
                      <a:pPr algn="l">
                        <a:spcAft>
                          <a:spcPts val="0"/>
                        </a:spcAft>
                      </a:pPr>
                      <a:r>
                        <a:rPr sz="950" b="1">
                          <a:solidFill>
                            <a:srgbClr val="333333"/>
                          </a:solidFill>
                          <a:latin typeface="Arial"/>
                          <a:ea typeface="Microsoft JhengHei"/>
                          <a:cs typeface="Arial"/>
                        </a:rPr>
                        <a:t>vCenter HA</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converge 與 import 都不支援 VCHA（ELM 已於 10/7 確認沒有）</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vSphere Client</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SYS</a:t>
                      </a:r>
                    </a:p>
                  </a:txBody>
                  <a:tcPr marL="54864" marR="54864" marT="22860" marB="22860" anchor="ctr">
                    <a:solidFill>
                      <a:srgbClr val="F5F7F9"/>
                    </a:solidFill>
                  </a:tcPr>
                </a:tc>
              </a:tr>
              <a:tr h="393192">
                <a:tc>
                  <a:txBody>
                    <a:bodyPr wrap="square"/>
                    <a:lstStyle/>
                    <a:p>
                      <a:pPr algn="l">
                        <a:spcAft>
                          <a:spcPts val="0"/>
                        </a:spcAft>
                      </a:pPr>
                      <a:r>
                        <a:rPr sz="950" b="1">
                          <a:solidFill>
                            <a:srgbClr val="333333"/>
                          </a:solidFill>
                          <a:latin typeface="Arial"/>
                          <a:ea typeface="Microsoft JhengHei"/>
                          <a:cs typeface="Arial"/>
                        </a:rPr>
                        <a:t>兩朵雲 8.0.3 確切 build</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8.0U3j → 9.1.0 不支援、→ 9.1.1 支援；8.0U3k 需查 Interop（KB 450972 back-in-time）</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VAMI / esxcli</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SYS</a:t>
                      </a:r>
                    </a:p>
                  </a:txBody>
                  <a:tcPr marL="54864" marR="54864" marT="22860" marB="22860" anchor="ctr">
                    <a:solidFill>
                      <a:srgbClr val="FFFFFF"/>
                    </a:solidFill>
                  </a:tcPr>
                </a:tc>
              </a:tr>
              <a:tr h="393192">
                <a:tc>
                  <a:txBody>
                    <a:bodyPr wrap="square"/>
                    <a:lstStyle/>
                    <a:p>
                      <a:pPr algn="l">
                        <a:spcAft>
                          <a:spcPts val="0"/>
                        </a:spcAft>
                      </a:pPr>
                      <a:r>
                        <a:rPr sz="950" b="1">
                          <a:solidFill>
                            <a:srgbClr val="333333"/>
                          </a:solidFill>
                          <a:latin typeface="Arial"/>
                          <a:ea typeface="Microsoft JhengHei"/>
                          <a:cs typeface="Arial"/>
                        </a:rPr>
                        <a:t>SRM 配對拓樸</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兩朵雲是否互為配對、PG 方向、replication 方式 → 決定先升哪一站</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SRM UI</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DR</a:t>
                      </a:r>
                    </a:p>
                  </a:txBody>
                  <a:tcPr marL="54864" marR="54864" marT="22860" marB="22860" anchor="ctr">
                    <a:solidFill>
                      <a:srgbClr val="F5F7F9"/>
                    </a:solidFill>
                  </a:tcPr>
                </a:tc>
              </a:tr>
              <a:tr h="393192">
                <a:tc>
                  <a:txBody>
                    <a:bodyPr wrap="square"/>
                    <a:lstStyle/>
                    <a:p>
                      <a:pPr algn="l">
                        <a:spcAft>
                          <a:spcPts val="0"/>
                        </a:spcAft>
                      </a:pPr>
                      <a:r>
                        <a:rPr sz="950" b="1">
                          <a:solidFill>
                            <a:srgbClr val="333333"/>
                          </a:solidFill>
                          <a:latin typeface="Arial"/>
                          <a:ea typeface="Microsoft JhengHei"/>
                          <a:cs typeface="Arial"/>
                        </a:rPr>
                        <a:t>WLD import 方案 A / B</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A：import 8.0.3（自建 3-node NSX 4.2）／B：先升 vCenter 再 import 共用 NSX（建議）</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設計會議</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ARC、PM</a:t>
                      </a:r>
                    </a:p>
                  </a:txBody>
                  <a:tcPr marL="54864" marR="54864" marT="22860" marB="22860" anchor="ctr">
                    <a:solidFill>
                      <a:srgbClr val="FFFFFF"/>
                    </a:solidFill>
                  </a:tcPr>
                </a:tc>
              </a:tr>
              <a:tr h="393192">
                <a:tc>
                  <a:txBody>
                    <a:bodyPr wrap="square"/>
                    <a:lstStyle/>
                    <a:p>
                      <a:pPr algn="l">
                        <a:spcAft>
                          <a:spcPts val="0"/>
                        </a:spcAft>
                      </a:pPr>
                      <a:r>
                        <a:rPr sz="950" b="1">
                          <a:solidFill>
                            <a:srgbClr val="333333"/>
                          </a:solidFill>
                          <a:latin typeface="Arial"/>
                          <a:ea typeface="Microsoft JhengHei"/>
                          <a:cs typeface="Arial"/>
                        </a:rPr>
                        <a:t>Management Cluster 網段與容量</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需提供 vRA 同 L2 網段；VCFA 藍綠期間資源約 2 倍</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網路 / 容量盤點</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NET、ARC</a:t>
                      </a:r>
                    </a:p>
                  </a:txBody>
                  <a:tcPr marL="54864" marR="54864" marT="22860" marB="22860" anchor="ctr">
                    <a:solidFill>
                      <a:srgbClr val="F5F7F9"/>
                    </a:solidFill>
                  </a:tcPr>
                </a:tc>
              </a:tr>
              <a:tr h="393192">
                <a:tc>
                  <a:txBody>
                    <a:bodyPr wrap="square"/>
                    <a:lstStyle/>
                    <a:p>
                      <a:pPr algn="l">
                        <a:spcAft>
                          <a:spcPts val="0"/>
                        </a:spcAft>
                      </a:pPr>
                      <a:r>
                        <a:rPr sz="950" b="1">
                          <a:solidFill>
                            <a:srgbClr val="333333"/>
                          </a:solidFill>
                          <a:latin typeface="Arial"/>
                          <a:ea typeface="Microsoft JhengHei"/>
                          <a:cs typeface="Arial"/>
                        </a:rPr>
                        <a:t>Aria Ops 自訂內容影響評估</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9.1 移除部分 metric；dashboards / reports / super metrics 需先評估與匯出</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pre-upgrade assessment</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ENG</a:t>
                      </a:r>
                    </a:p>
                  </a:txBody>
                  <a:tcPr marL="54864" marR="54864" marT="22860" marB="22860" anchor="ctr">
                    <a:solidFill>
                      <a:srgbClr val="FFFFFF"/>
                    </a:solidFill>
                  </a:tcPr>
                </a:tc>
              </a:tr>
              <a:tr h="393192">
                <a:tc>
                  <a:txBody>
                    <a:bodyPr wrap="square"/>
                    <a:lstStyle/>
                    <a:p>
                      <a:pPr algn="l">
                        <a:spcAft>
                          <a:spcPts val="0"/>
                        </a:spcAft>
                      </a:pPr>
                      <a:r>
                        <a:rPr sz="950" b="1">
                          <a:solidFill>
                            <a:srgbClr val="333333"/>
                          </a:solidFill>
                          <a:latin typeface="Arial"/>
                          <a:ea typeface="Microsoft JhengHei"/>
                          <a:cs typeface="Arial"/>
                        </a:rPr>
                        <a:t>過渡期 interop</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Interop 對 Aria Automation 8.18 ↔ vCenter / ESX 9.x 標 Not Supported（推定指 endpoint）；過渡期盡量縮短、必要時開 SR 確認</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Interop Matrix / SR</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ARC</a:t>
                      </a:r>
                    </a:p>
                  </a:txBody>
                  <a:tcPr marL="54864" marR="54864" marT="22860" marB="22860" anchor="ctr">
                    <a:solidFill>
                      <a:srgbClr val="F5F7F9"/>
                    </a:solidFill>
                  </a:tcPr>
                </a:tc>
              </a:tr>
              <a:tr h="393192">
                <a:tc>
                  <a:txBody>
                    <a:bodyPr wrap="square"/>
                    <a:lstStyle/>
                    <a:p>
                      <a:pPr algn="l">
                        <a:spcAft>
                          <a:spcPts val="0"/>
                        </a:spcAft>
                      </a:pPr>
                      <a:r>
                        <a:rPr sz="950" b="1">
                          <a:solidFill>
                            <a:srgbClr val="333333"/>
                          </a:solidFill>
                          <a:latin typeface="Arial"/>
                          <a:ea typeface="Microsoft JhengHei"/>
                          <a:cs typeface="Arial"/>
                        </a:rPr>
                        <a:t>vLCM image 叢集 Shift+R 退版</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KB 316592 未說明對 vLCM image 一致性的影響</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Lab 驗證 + SR</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ENG</a:t>
                      </a:r>
                    </a:p>
                  </a:txBody>
                  <a:tcPr marL="54864" marR="54864" marT="22860" marB="22860" anchor="ctr">
                    <a:solidFill>
                      <a:srgbClr val="FFFFFF"/>
                    </a:solidFill>
                  </a:tcPr>
                </a:tc>
              </a:tr>
            </a:tbl>
          </a:graphicData>
        </a:graphic>
      </p:graphicFrame>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New Components ｜ IP &amp; DNS Planning</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6C4B94"/>
                </a:solidFill>
                <a:latin typeface="Arial"/>
                <a:ea typeface="Microsoft JhengHei"/>
                <a:cs typeface="Arial"/>
              </a:rPr>
              <a:t>新增元件的 IP / FQDN 需求（實際值填在 Excel『IP &amp; DNS 規劃』頁）</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依據：KB 440630；TechDocs《Deploy Components by Using VCF Installer…》《Upgrading to VCF Automation 9.1》；CXS Lab 實測</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graphicFrame>
        <p:nvGraphicFramePr>
          <p:cNvPr id="6" name="Table 5"/>
          <p:cNvGraphicFramePr>
            <a:graphicFrameLocks noGrp="1"/>
          </p:cNvGraphicFramePr>
          <p:nvPr/>
        </p:nvGraphicFramePr>
        <p:xfrm>
          <a:off x="576072" y="1207008"/>
          <a:ext cx="11036808" cy="4517136"/>
        </p:xfrm>
        <a:graphic>
          <a:graphicData uri="http://schemas.openxmlformats.org/drawingml/2006/table">
            <a:tbl>
              <a:tblPr firstRow="1" bandRow="0">
                <a:tableStyleId>{5C22544A-7EE6-4342-B048-85BDC9FD1C3A}</a:tableStyleId>
              </a:tblPr>
              <a:tblGrid>
                <a:gridCol w="2834640"/>
                <a:gridCol w="1828800"/>
                <a:gridCol w="2011680"/>
                <a:gridCol w="1234440"/>
                <a:gridCol w="3127248"/>
              </a:tblGrid>
              <a:tr h="347472">
                <a:tc>
                  <a:txBody>
                    <a:bodyPr wrap="square"/>
                    <a:lstStyle/>
                    <a:p>
                      <a:pPr algn="l">
                        <a:spcAft>
                          <a:spcPts val="0"/>
                        </a:spcAft>
                      </a:pPr>
                      <a:r>
                        <a:rPr sz="1000" b="1">
                          <a:solidFill>
                            <a:srgbClr val="FFFFFF"/>
                          </a:solidFill>
                          <a:latin typeface="Arial"/>
                          <a:ea typeface="Microsoft JhengHei"/>
                          <a:cs typeface="Arial"/>
                        </a:rPr>
                        <a:t>元件</a:t>
                      </a:r>
                    </a:p>
                  </a:txBody>
                  <a:tcPr marL="54864" marR="54864" marT="22860" marB="22860" anchor="ctr">
                    <a:solidFill>
                      <a:srgbClr val="1B1D36"/>
                    </a:solidFill>
                  </a:tcPr>
                </a:tc>
                <a:tc>
                  <a:txBody>
                    <a:bodyPr wrap="square"/>
                    <a:lstStyle/>
                    <a:p>
                      <a:pPr algn="l">
                        <a:spcAft>
                          <a:spcPts val="0"/>
                        </a:spcAft>
                      </a:pPr>
                      <a:r>
                        <a:rPr sz="1000" b="1">
                          <a:solidFill>
                            <a:srgbClr val="FFFFFF"/>
                          </a:solidFill>
                          <a:latin typeface="Arial"/>
                          <a:ea typeface="Microsoft JhengHei"/>
                          <a:cs typeface="Arial"/>
                        </a:rPr>
                        <a:t>IP</a:t>
                      </a:r>
                    </a:p>
                  </a:txBody>
                  <a:tcPr marL="54864" marR="54864" marT="22860" marB="22860" anchor="ctr">
                    <a:solidFill>
                      <a:srgbClr val="1B1D36"/>
                    </a:solidFill>
                  </a:tcPr>
                </a:tc>
                <a:tc>
                  <a:txBody>
                    <a:bodyPr wrap="square"/>
                    <a:lstStyle/>
                    <a:p>
                      <a:pPr algn="l">
                        <a:spcAft>
                          <a:spcPts val="0"/>
                        </a:spcAft>
                      </a:pPr>
                      <a:r>
                        <a:rPr sz="1000" b="1">
                          <a:solidFill>
                            <a:srgbClr val="FFFFFF"/>
                          </a:solidFill>
                          <a:latin typeface="Arial"/>
                          <a:ea typeface="Microsoft JhengHei"/>
                          <a:cs typeface="Arial"/>
                        </a:rPr>
                        <a:t>FQDN</a:t>
                      </a:r>
                    </a:p>
                  </a:txBody>
                  <a:tcPr marL="54864" marR="54864" marT="22860" marB="22860" anchor="ctr">
                    <a:solidFill>
                      <a:srgbClr val="1B1D36"/>
                    </a:solidFill>
                  </a:tcPr>
                </a:tc>
                <a:tc>
                  <a:txBody>
                    <a:bodyPr wrap="square"/>
                    <a:lstStyle/>
                    <a:p>
                      <a:pPr algn="l">
                        <a:spcAft>
                          <a:spcPts val="0"/>
                        </a:spcAft>
                      </a:pPr>
                      <a:r>
                        <a:rPr sz="1000" b="1">
                          <a:solidFill>
                            <a:srgbClr val="FFFFFF"/>
                          </a:solidFill>
                          <a:latin typeface="Arial"/>
                          <a:ea typeface="Microsoft JhengHei"/>
                          <a:cs typeface="Arial"/>
                        </a:rPr>
                        <a:t>網段</a:t>
                      </a:r>
                    </a:p>
                  </a:txBody>
                  <a:tcPr marL="54864" marR="54864" marT="22860" marB="22860" anchor="ctr">
                    <a:solidFill>
                      <a:srgbClr val="1B1D36"/>
                    </a:solidFill>
                  </a:tcPr>
                </a:tc>
                <a:tc>
                  <a:txBody>
                    <a:bodyPr wrap="square"/>
                    <a:lstStyle/>
                    <a:p>
                      <a:pPr algn="l">
                        <a:spcAft>
                          <a:spcPts val="0"/>
                        </a:spcAft>
                      </a:pPr>
                      <a:r>
                        <a:rPr sz="1000" b="1">
                          <a:solidFill>
                            <a:srgbClr val="FFFFFF"/>
                          </a:solidFill>
                          <a:latin typeface="Arial"/>
                          <a:ea typeface="Microsoft JhengHei"/>
                          <a:cs typeface="Arial"/>
                        </a:rPr>
                        <a:t>備註</a:t>
                      </a:r>
                    </a:p>
                  </a:txBody>
                  <a:tcPr marL="54864" marR="54864" marT="22860" marB="22860" anchor="ctr">
                    <a:solidFill>
                      <a:srgbClr val="1B1D36"/>
                    </a:solidFill>
                  </a:tcPr>
                </a:tc>
              </a:tr>
              <a:tr h="347472">
                <a:tc>
                  <a:txBody>
                    <a:bodyPr wrap="square"/>
                    <a:lstStyle/>
                    <a:p>
                      <a:pPr algn="l">
                        <a:spcAft>
                          <a:spcPts val="0"/>
                        </a:spcAft>
                      </a:pPr>
                      <a:r>
                        <a:rPr sz="900" b="1">
                          <a:solidFill>
                            <a:srgbClr val="333333"/>
                          </a:solidFill>
                          <a:latin typeface="Arial"/>
                          <a:ea typeface="Microsoft JhengHei"/>
                          <a:cs typeface="Arial"/>
                        </a:rPr>
                        <a:t>VCF Installer</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1</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1</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Mgmt</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可放在 Management Cluster</a:t>
                      </a:r>
                    </a:p>
                  </a:txBody>
                  <a:tcPr marL="54864" marR="54864" marT="22860" marB="22860" anchor="ctr">
                    <a:solidFill>
                      <a:srgbClr val="FFFFFF"/>
                    </a:solidFill>
                  </a:tcPr>
                </a:tc>
              </a:tr>
              <a:tr h="347472">
                <a:tc>
                  <a:txBody>
                    <a:bodyPr wrap="square"/>
                    <a:lstStyle/>
                    <a:p>
                      <a:pPr algn="l">
                        <a:spcAft>
                          <a:spcPts val="0"/>
                        </a:spcAft>
                      </a:pPr>
                      <a:r>
                        <a:rPr sz="900" b="1">
                          <a:solidFill>
                            <a:srgbClr val="333333"/>
                          </a:solidFill>
                          <a:latin typeface="Arial"/>
                          <a:ea typeface="Microsoft JhengHei"/>
                          <a:cs typeface="Arial"/>
                        </a:rPr>
                        <a:t>SDDC Manager</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1</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1</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Mgmt</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
                      </a:r>
                    </a:p>
                  </a:txBody>
                  <a:tcPr marL="54864" marR="54864" marT="22860" marB="22860" anchor="ctr">
                    <a:solidFill>
                      <a:srgbClr val="F5F7F9"/>
                    </a:solidFill>
                  </a:tcPr>
                </a:tc>
              </a:tr>
              <a:tr h="347472">
                <a:tc>
                  <a:txBody>
                    <a:bodyPr wrap="square"/>
                    <a:lstStyle/>
                    <a:p>
                      <a:pPr algn="l">
                        <a:spcAft>
                          <a:spcPts val="0"/>
                        </a:spcAft>
                      </a:pPr>
                      <a:r>
                        <a:rPr sz="900" b="1">
                          <a:solidFill>
                            <a:srgbClr val="333333"/>
                          </a:solidFill>
                          <a:latin typeface="Arial"/>
                          <a:ea typeface="Microsoft JhengHei"/>
                          <a:cs typeface="Arial"/>
                        </a:rPr>
                        <a:t>NSX Manager（管理網域）</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VIP 1 + 節點 1 或 3</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VIP + 每節點</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Mgmt</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無 NSX Edge cluster；NSX 憑證 SAN 含所有節點 FQDN 與 VIP</a:t>
                      </a:r>
                    </a:p>
                  </a:txBody>
                  <a:tcPr marL="54864" marR="54864" marT="22860" marB="22860" anchor="ctr">
                    <a:solidFill>
                      <a:srgbClr val="FFFFFF"/>
                    </a:solidFill>
                  </a:tcPr>
                </a:tc>
              </a:tr>
              <a:tr h="347472">
                <a:tc>
                  <a:txBody>
                    <a:bodyPr wrap="square"/>
                    <a:lstStyle/>
                    <a:p>
                      <a:pPr algn="l">
                        <a:spcAft>
                          <a:spcPts val="0"/>
                        </a:spcAft>
                      </a:pPr>
                      <a:r>
                        <a:rPr sz="900" b="1">
                          <a:solidFill>
                            <a:srgbClr val="333333"/>
                          </a:solidFill>
                          <a:latin typeface="Arial"/>
                          <a:ea typeface="Microsoft JhengHei"/>
                          <a:cs typeface="Arial"/>
                        </a:rPr>
                        <a:t>VCF Operations</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1（Simple）或 3（HA）</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每節點</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Mgmt</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9.1.1 起須在第一個 Instance 的管理網域</a:t>
                      </a:r>
                    </a:p>
                  </a:txBody>
                  <a:tcPr marL="54864" marR="54864" marT="22860" marB="22860" anchor="ctr">
                    <a:solidFill>
                      <a:srgbClr val="F5F7F9"/>
                    </a:solidFill>
                  </a:tcPr>
                </a:tc>
              </a:tr>
              <a:tr h="347472">
                <a:tc>
                  <a:txBody>
                    <a:bodyPr wrap="square"/>
                    <a:lstStyle/>
                    <a:p>
                      <a:pPr algn="l">
                        <a:spcAft>
                          <a:spcPts val="0"/>
                        </a:spcAft>
                      </a:pPr>
                      <a:r>
                        <a:rPr sz="900" b="1">
                          <a:solidFill>
                            <a:srgbClr val="333333"/>
                          </a:solidFill>
                          <a:latin typeface="Arial"/>
                          <a:ea typeface="Microsoft JhengHei"/>
                          <a:cs typeface="Arial"/>
                        </a:rPr>
                        <a:t>VCF Operations Cloud Proxy</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1</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1</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Mgmt</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
                      </a:r>
                    </a:p>
                  </a:txBody>
                  <a:tcPr marL="54864" marR="54864" marT="22860" marB="22860" anchor="ctr">
                    <a:solidFill>
                      <a:srgbClr val="FFFFFF"/>
                    </a:solidFill>
                  </a:tcPr>
                </a:tc>
              </a:tr>
              <a:tr h="347472">
                <a:tc>
                  <a:txBody>
                    <a:bodyPr wrap="square"/>
                    <a:lstStyle/>
                    <a:p>
                      <a:pPr algn="l">
                        <a:spcAft>
                          <a:spcPts val="0"/>
                        </a:spcAft>
                      </a:pPr>
                      <a:r>
                        <a:rPr sz="900" b="1">
                          <a:solidFill>
                            <a:srgbClr val="333333"/>
                          </a:solidFill>
                          <a:latin typeface="Arial"/>
                          <a:ea typeface="Microsoft JhengHei"/>
                          <a:cs typeface="Arial"/>
                        </a:rPr>
                        <a:t>License Server</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1</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1（A + PTR 必要）</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Mgmt</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KB 440630</a:t>
                      </a:r>
                    </a:p>
                  </a:txBody>
                  <a:tcPr marL="54864" marR="54864" marT="22860" marB="22860" anchor="ctr">
                    <a:solidFill>
                      <a:srgbClr val="F5F7F9"/>
                    </a:solidFill>
                  </a:tcPr>
                </a:tc>
              </a:tr>
              <a:tr h="347472">
                <a:tc>
                  <a:txBody>
                    <a:bodyPr wrap="square"/>
                    <a:lstStyle/>
                    <a:p>
                      <a:pPr algn="l">
                        <a:spcAft>
                          <a:spcPts val="0"/>
                        </a:spcAft>
                      </a:pPr>
                      <a:r>
                        <a:rPr sz="900" b="1">
                          <a:solidFill>
                            <a:srgbClr val="333333"/>
                          </a:solidFill>
                          <a:latin typeface="Arial"/>
                          <a:ea typeface="Microsoft JhengHei"/>
                          <a:cs typeface="Arial"/>
                        </a:rPr>
                        <a:t>VCF Identity Broker</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1</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1</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Mgmt</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
                      </a:r>
                    </a:p>
                  </a:txBody>
                  <a:tcPr marL="54864" marR="54864" marT="22860" marB="22860" anchor="ctr">
                    <a:solidFill>
                      <a:srgbClr val="FFFFFF"/>
                    </a:solidFill>
                  </a:tcPr>
                </a:tc>
              </a:tr>
              <a:tr h="347472">
                <a:tc>
                  <a:txBody>
                    <a:bodyPr wrap="square"/>
                    <a:lstStyle/>
                    <a:p>
                      <a:pPr algn="l">
                        <a:spcAft>
                          <a:spcPts val="0"/>
                        </a:spcAft>
                      </a:pPr>
                      <a:r>
                        <a:rPr sz="900" b="1">
                          <a:solidFill>
                            <a:srgbClr val="333333"/>
                          </a:solidFill>
                          <a:latin typeface="Arial"/>
                          <a:ea typeface="Microsoft JhengHei"/>
                          <a:cs typeface="Arial"/>
                        </a:rPr>
                        <a:t>VCF Management Services（services runtime）</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IP pool ≥ 12（最多 30）</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Fleet / Instance FQDN</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Mgmt</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內部網段 198.18.0.0/15 不可與內網重疊（KB 440630）</a:t>
                      </a:r>
                    </a:p>
                  </a:txBody>
                  <a:tcPr marL="54864" marR="54864" marT="22860" marB="22860" anchor="ctr">
                    <a:solidFill>
                      <a:srgbClr val="F5F7F9"/>
                    </a:solidFill>
                  </a:tcPr>
                </a:tc>
              </a:tr>
              <a:tr h="347472">
                <a:tc>
                  <a:txBody>
                    <a:bodyPr wrap="square"/>
                    <a:lstStyle/>
                    <a:p>
                      <a:pPr algn="l">
                        <a:spcAft>
                          <a:spcPts val="0"/>
                        </a:spcAft>
                      </a:pPr>
                      <a:r>
                        <a:rPr sz="900" b="1">
                          <a:solidFill>
                            <a:srgbClr val="333333"/>
                          </a:solidFill>
                          <a:latin typeface="Arial"/>
                          <a:ea typeface="Microsoft JhengHei"/>
                          <a:cs typeface="Arial"/>
                        </a:rPr>
                        <a:t>VCF Automation 9.1.1（升級用）</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5（可不連續或 /29）</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runtime FQDN 1（IP 在 pool 外）</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vRA 現行網段</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原 vRA IP 自動轉 VIP、FQDN 沿用</a:t>
                      </a:r>
                    </a:p>
                  </a:txBody>
                  <a:tcPr marL="54864" marR="54864" marT="22860" marB="22860" anchor="ctr">
                    <a:solidFill>
                      <a:srgbClr val="FFFFFF"/>
                    </a:solidFill>
                  </a:tcPr>
                </a:tc>
              </a:tr>
              <a:tr h="347472">
                <a:tc>
                  <a:txBody>
                    <a:bodyPr wrap="square"/>
                    <a:lstStyle/>
                    <a:p>
                      <a:pPr algn="l">
                        <a:spcAft>
                          <a:spcPts val="0"/>
                        </a:spcAft>
                      </a:pPr>
                      <a:r>
                        <a:rPr sz="900" b="1">
                          <a:solidFill>
                            <a:srgbClr val="333333"/>
                          </a:solidFill>
                          <a:latin typeface="Arial"/>
                          <a:ea typeface="Microsoft JhengHei"/>
                          <a:cs typeface="Arial"/>
                        </a:rPr>
                        <a:t>RDU 暫時 IP — 整合雲 vCenter</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1</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—（不可有既存 PTR）</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整合雲 Mgmt</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Switchover 後釋放</a:t>
                      </a:r>
                    </a:p>
                  </a:txBody>
                  <a:tcPr marL="54864" marR="54864" marT="22860" marB="22860" anchor="ctr">
                    <a:solidFill>
                      <a:srgbClr val="F5F7F9"/>
                    </a:solidFill>
                  </a:tcPr>
                </a:tc>
              </a:tr>
              <a:tr h="347472">
                <a:tc>
                  <a:txBody>
                    <a:bodyPr wrap="square"/>
                    <a:lstStyle/>
                    <a:p>
                      <a:pPr algn="l">
                        <a:spcAft>
                          <a:spcPts val="0"/>
                        </a:spcAft>
                      </a:pPr>
                      <a:r>
                        <a:rPr sz="900" b="1">
                          <a:solidFill>
                            <a:srgbClr val="333333"/>
                          </a:solidFill>
                          <a:latin typeface="Arial"/>
                          <a:ea typeface="Microsoft JhengHei"/>
                          <a:cs typeface="Arial"/>
                        </a:rPr>
                        <a:t>RDU 暫時 IP — 中信雲 vCenter</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1</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—（不可有既存 PTR）</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中信雲 Mgmt</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Switchover 後釋放</a:t>
                      </a:r>
                    </a:p>
                  </a:txBody>
                  <a:tcPr marL="54864" marR="54864" marT="22860" marB="22860" anchor="ctr">
                    <a:solidFill>
                      <a:srgbClr val="FFFFFF"/>
                    </a:solidFill>
                  </a:tcPr>
                </a:tc>
              </a:tr>
              <a:tr h="347472">
                <a:tc>
                  <a:txBody>
                    <a:bodyPr wrap="square"/>
                    <a:lstStyle/>
                    <a:p>
                      <a:pPr algn="l">
                        <a:spcAft>
                          <a:spcPts val="0"/>
                        </a:spcAft>
                      </a:pPr>
                      <a:r>
                        <a:rPr sz="900" b="1">
                          <a:solidFill>
                            <a:srgbClr val="333333"/>
                          </a:solidFill>
                          <a:latin typeface="Arial"/>
                          <a:ea typeface="Microsoft JhengHei"/>
                          <a:cs typeface="Arial"/>
                        </a:rPr>
                        <a:t>Offline Depot Server</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1</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1</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Mgmt</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HTTPS；憑證 SAN 含 FQDN + IP</a:t>
                      </a:r>
                    </a:p>
                  </a:txBody>
                  <a:tcPr marL="54864" marR="54864" marT="22860" marB="22860" anchor="ctr">
                    <a:solidFill>
                      <a:srgbClr val="F5F7F9"/>
                    </a:solidFill>
                  </a:tcPr>
                </a:tc>
              </a:tr>
            </a:tbl>
          </a:graphicData>
        </a:graphic>
      </p:graphicFrame>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References ｜ Broadcom TechDocs &amp; KB</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6C4B94"/>
                </a:solidFill>
                <a:latin typeface="Arial"/>
                <a:ea typeface="Microsoft JhengHei"/>
                <a:cs typeface="Arial"/>
              </a:rPr>
              <a:t>本計畫引用的官方依據（完整 URL 見 Excel『官方文件』頁）</a:t>
            </a:r>
          </a:p>
        </p:txBody>
      </p:sp>
      <p:sp>
        <p:nvSpPr>
          <p:cNvPr id="4" name="TextBox 3"/>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sp>
        <p:nvSpPr>
          <p:cNvPr id="5" name="TextBox 4"/>
          <p:cNvSpPr txBox="1"/>
          <p:nvPr/>
        </p:nvSpPr>
        <p:spPr>
          <a:xfrm>
            <a:off x="576072" y="1188720"/>
            <a:ext cx="5760720" cy="4937760"/>
          </a:xfrm>
          <a:prstGeom prst="rect">
            <a:avLst/>
          </a:prstGeom>
          <a:noFill/>
        </p:spPr>
        <p:txBody>
          <a:bodyPr wrap="square" lIns="45720" rIns="45720" tIns="27432" bIns="27432" anchor="t">
            <a:spAutoFit/>
          </a:bodyPr>
          <a:lstStyle/>
          <a:p>
            <a:pPr algn="l">
              <a:spcAft>
                <a:spcPts val="200"/>
              </a:spcAft>
            </a:pPr>
            <a:r>
              <a:rPr sz="1100" b="1">
                <a:solidFill>
                  <a:srgbClr val="1B1D36"/>
                </a:solidFill>
                <a:latin typeface="Arial"/>
                <a:ea typeface="Microsoft JhengHei"/>
                <a:cs typeface="Arial"/>
              </a:rPr>
              <a:t>TechDocs（VCF 9.1 / 9.1.1）</a:t>
            </a:r>
          </a:p>
          <a:p>
            <a:pPr algn="l">
              <a:spcAft>
                <a:spcPts val="200"/>
              </a:spcAft>
            </a:pPr>
            <a:r>
              <a:rPr sz="850" b="1">
                <a:solidFill>
                  <a:srgbClr val="6C4B94"/>
                </a:solidFill>
                <a:latin typeface="Arial"/>
                <a:ea typeface="Microsoft JhengHei"/>
                <a:cs typeface="Arial"/>
              </a:rPr>
              <a:t>Converge　</a:t>
            </a:r>
            <a:r>
              <a:rPr sz="850" b="0">
                <a:solidFill>
                  <a:srgbClr val="333333"/>
                </a:solidFill>
                <a:latin typeface="Arial"/>
                <a:ea typeface="Microsoft JhengHei"/>
                <a:cs typeface="Arial"/>
              </a:rPr>
              <a:t>Supported and Not Supported Configurations to Converge to VCF</a:t>
            </a:r>
          </a:p>
          <a:p>
            <a:pPr algn="l">
              <a:spcAft>
                <a:spcPts val="200"/>
              </a:spcAft>
            </a:pPr>
            <a:r>
              <a:rPr sz="850" b="1">
                <a:solidFill>
                  <a:srgbClr val="6C4B94"/>
                </a:solidFill>
                <a:latin typeface="Arial"/>
                <a:ea typeface="Microsoft JhengHei"/>
                <a:cs typeface="Arial"/>
              </a:rPr>
              <a:t>Converge　</a:t>
            </a:r>
            <a:r>
              <a:rPr sz="850" b="0">
                <a:solidFill>
                  <a:srgbClr val="333333"/>
                </a:solidFill>
                <a:latin typeface="Arial"/>
                <a:ea typeface="Microsoft JhengHei"/>
                <a:cs typeface="Arial"/>
              </a:rPr>
              <a:t>Deploy Components by Using VCF Installer to Complete the Converging to VCF Process</a:t>
            </a:r>
          </a:p>
          <a:p>
            <a:pPr algn="l">
              <a:spcAft>
                <a:spcPts val="200"/>
              </a:spcAft>
            </a:pPr>
            <a:r>
              <a:rPr sz="850" b="1">
                <a:solidFill>
                  <a:srgbClr val="6C4B94"/>
                </a:solidFill>
                <a:latin typeface="Arial"/>
                <a:ea typeface="Microsoft JhengHei"/>
                <a:cs typeface="Arial"/>
              </a:rPr>
              <a:t>Converge　</a:t>
            </a:r>
            <a:r>
              <a:rPr sz="850" b="0">
                <a:solidFill>
                  <a:srgbClr val="333333"/>
                </a:solidFill>
                <a:latin typeface="Arial"/>
                <a:ea typeface="Microsoft JhengHei"/>
                <a:cs typeface="Arial"/>
              </a:rPr>
              <a:t>Converge vCenter, ESX Hosts, Aria Suite Lifecycle and Aria Automation</a:t>
            </a:r>
          </a:p>
          <a:p>
            <a:pPr algn="l">
              <a:spcAft>
                <a:spcPts val="200"/>
              </a:spcAft>
            </a:pPr>
            <a:r>
              <a:rPr sz="850" b="1">
                <a:solidFill>
                  <a:srgbClr val="6C4B94"/>
                </a:solidFill>
                <a:latin typeface="Arial"/>
                <a:ea typeface="Microsoft JhengHei"/>
                <a:cs typeface="Arial"/>
              </a:rPr>
              <a:t>Depot　</a:t>
            </a:r>
            <a:r>
              <a:rPr sz="850" b="0">
                <a:solidFill>
                  <a:srgbClr val="333333"/>
                </a:solidFill>
                <a:latin typeface="Arial"/>
                <a:ea typeface="Microsoft JhengHei"/>
                <a:cs typeface="Arial"/>
              </a:rPr>
              <a:t>Downloading Binaries to VCF Installer</a:t>
            </a:r>
          </a:p>
          <a:p>
            <a:pPr algn="l">
              <a:spcAft>
                <a:spcPts val="200"/>
              </a:spcAft>
            </a:pPr>
            <a:r>
              <a:rPr sz="850" b="1">
                <a:solidFill>
                  <a:srgbClr val="6C4B94"/>
                </a:solidFill>
                <a:latin typeface="Arial"/>
                <a:ea typeface="Microsoft JhengHei"/>
                <a:cs typeface="Arial"/>
              </a:rPr>
              <a:t>Depot　</a:t>
            </a:r>
            <a:r>
              <a:rPr sz="850" b="0">
                <a:solidFill>
                  <a:srgbClr val="333333"/>
                </a:solidFill>
                <a:latin typeface="Arial"/>
                <a:ea typeface="Microsoft JhengHei"/>
                <a:cs typeface="Arial"/>
              </a:rPr>
              <a:t>Connect VCF Installer to Broadcom or an Offline Depot</a:t>
            </a:r>
          </a:p>
          <a:p>
            <a:pPr algn="l">
              <a:spcAft>
                <a:spcPts val="200"/>
              </a:spcAft>
            </a:pPr>
            <a:r>
              <a:rPr sz="850" b="1">
                <a:solidFill>
                  <a:srgbClr val="6C4B94"/>
                </a:solidFill>
                <a:latin typeface="Arial"/>
                <a:ea typeface="Microsoft JhengHei"/>
                <a:cs typeface="Arial"/>
              </a:rPr>
              <a:t>Depot　</a:t>
            </a:r>
            <a:r>
              <a:rPr sz="850" b="0">
                <a:solidFill>
                  <a:srgbClr val="333333"/>
                </a:solidFill>
                <a:latin typeface="Arial"/>
                <a:ea typeface="Microsoft JhengHei"/>
                <a:cs typeface="Arial"/>
              </a:rPr>
              <a:t>Connect SDDC Manager to a Software Depot</a:t>
            </a:r>
          </a:p>
          <a:p>
            <a:pPr algn="l">
              <a:spcAft>
                <a:spcPts val="200"/>
              </a:spcAft>
            </a:pPr>
            <a:r>
              <a:rPr sz="850" b="1">
                <a:solidFill>
                  <a:srgbClr val="6C4B94"/>
                </a:solidFill>
                <a:latin typeface="Arial"/>
                <a:ea typeface="Microsoft JhengHei"/>
                <a:cs typeface="Arial"/>
              </a:rPr>
              <a:t>Automation　</a:t>
            </a:r>
            <a:r>
              <a:rPr sz="850" b="0">
                <a:solidFill>
                  <a:srgbClr val="333333"/>
                </a:solidFill>
                <a:latin typeface="Arial"/>
                <a:ea typeface="Microsoft JhengHei"/>
                <a:cs typeface="Arial"/>
              </a:rPr>
              <a:t>Import an Existing VMware Aria Automation Instance in VCF Operations</a:t>
            </a:r>
          </a:p>
          <a:p>
            <a:pPr algn="l">
              <a:spcAft>
                <a:spcPts val="200"/>
              </a:spcAft>
            </a:pPr>
            <a:r>
              <a:rPr sz="850" b="1">
                <a:solidFill>
                  <a:srgbClr val="6C4B94"/>
                </a:solidFill>
                <a:latin typeface="Arial"/>
                <a:ea typeface="Microsoft JhengHei"/>
                <a:cs typeface="Arial"/>
              </a:rPr>
              <a:t>Automation　</a:t>
            </a:r>
            <a:r>
              <a:rPr sz="850" b="0">
                <a:solidFill>
                  <a:srgbClr val="333333"/>
                </a:solidFill>
                <a:latin typeface="Arial"/>
                <a:ea typeface="Microsoft JhengHei"/>
                <a:cs typeface="Arial"/>
              </a:rPr>
              <a:t>Upgrading to VCF Automation 9.1</a:t>
            </a:r>
          </a:p>
          <a:p>
            <a:pPr algn="l">
              <a:spcAft>
                <a:spcPts val="200"/>
              </a:spcAft>
            </a:pPr>
            <a:r>
              <a:rPr sz="850" b="1">
                <a:solidFill>
                  <a:srgbClr val="6C4B94"/>
                </a:solidFill>
                <a:latin typeface="Arial"/>
                <a:ea typeface="Microsoft JhengHei"/>
                <a:cs typeface="Arial"/>
              </a:rPr>
              <a:t>Automation　</a:t>
            </a:r>
            <a:r>
              <a:rPr sz="850" b="0">
                <a:solidFill>
                  <a:srgbClr val="333333"/>
                </a:solidFill>
                <a:latin typeface="Arial"/>
                <a:ea typeface="Microsoft JhengHei"/>
                <a:cs typeface="Arial"/>
              </a:rPr>
              <a:t>Perform the Upgrade to VCF Automation 9.1</a:t>
            </a:r>
          </a:p>
          <a:p>
            <a:pPr algn="l">
              <a:spcAft>
                <a:spcPts val="200"/>
              </a:spcAft>
            </a:pPr>
            <a:r>
              <a:rPr sz="850" b="1">
                <a:solidFill>
                  <a:srgbClr val="6C4B94"/>
                </a:solidFill>
                <a:latin typeface="Arial"/>
                <a:ea typeface="Microsoft JhengHei"/>
                <a:cs typeface="Arial"/>
              </a:rPr>
              <a:t>Automation　</a:t>
            </a:r>
            <a:r>
              <a:rPr sz="850" b="0">
                <a:solidFill>
                  <a:srgbClr val="333333"/>
                </a:solidFill>
                <a:latin typeface="Arial"/>
                <a:ea typeface="Microsoft JhengHei"/>
                <a:cs typeface="Arial"/>
              </a:rPr>
              <a:t>Migrate VCF Automation SSO from vIDM to VCF Identity Broker</a:t>
            </a:r>
          </a:p>
          <a:p>
            <a:pPr algn="l">
              <a:spcAft>
                <a:spcPts val="200"/>
              </a:spcAft>
            </a:pPr>
            <a:r>
              <a:rPr sz="850" b="1">
                <a:solidFill>
                  <a:srgbClr val="6C4B94"/>
                </a:solidFill>
                <a:latin typeface="Arial"/>
                <a:ea typeface="Microsoft JhengHei"/>
                <a:cs typeface="Arial"/>
              </a:rPr>
              <a:t>Operations　</a:t>
            </a:r>
            <a:r>
              <a:rPr sz="850" b="0">
                <a:solidFill>
                  <a:srgbClr val="333333"/>
                </a:solidFill>
                <a:latin typeface="Arial"/>
                <a:ea typeface="Microsoft JhengHei"/>
                <a:cs typeface="Arial"/>
              </a:rPr>
              <a:t>Upgrading to VCF Operations 9.1</a:t>
            </a:r>
          </a:p>
          <a:p>
            <a:pPr algn="l">
              <a:spcAft>
                <a:spcPts val="200"/>
              </a:spcAft>
            </a:pPr>
            <a:r>
              <a:rPr sz="850" b="1">
                <a:solidFill>
                  <a:srgbClr val="6C4B94"/>
                </a:solidFill>
                <a:latin typeface="Arial"/>
                <a:ea typeface="Microsoft JhengHei"/>
                <a:cs typeface="Arial"/>
              </a:rPr>
              <a:t>Operations　</a:t>
            </a:r>
            <a:r>
              <a:rPr sz="850" b="0">
                <a:solidFill>
                  <a:srgbClr val="333333"/>
                </a:solidFill>
                <a:latin typeface="Arial"/>
                <a:ea typeface="Microsoft JhengHei"/>
                <a:cs typeface="Arial"/>
              </a:rPr>
              <a:t>Create Snapshots of the VCF Operations Nodes Before You Upgrade</a:t>
            </a:r>
          </a:p>
          <a:p>
            <a:pPr algn="l">
              <a:spcAft>
                <a:spcPts val="200"/>
              </a:spcAft>
            </a:pPr>
            <a:r>
              <a:rPr sz="850" b="1">
                <a:solidFill>
                  <a:srgbClr val="6C4B94"/>
                </a:solidFill>
                <a:latin typeface="Arial"/>
                <a:ea typeface="Microsoft JhengHei"/>
                <a:cs typeface="Arial"/>
              </a:rPr>
              <a:t>Operations　</a:t>
            </a:r>
            <a:r>
              <a:rPr sz="850" b="0">
                <a:solidFill>
                  <a:srgbClr val="333333"/>
                </a:solidFill>
                <a:latin typeface="Arial"/>
                <a:ea typeface="Microsoft JhengHei"/>
                <a:cs typeface="Arial"/>
              </a:rPr>
              <a:t>Perform the Upgrade to VCF Operations 9.1</a:t>
            </a:r>
          </a:p>
          <a:p>
            <a:pPr algn="l">
              <a:spcAft>
                <a:spcPts val="200"/>
              </a:spcAft>
            </a:pPr>
            <a:r>
              <a:rPr sz="850" b="1">
                <a:solidFill>
                  <a:srgbClr val="6C4B94"/>
                </a:solidFill>
                <a:latin typeface="Arial"/>
                <a:ea typeface="Microsoft JhengHei"/>
                <a:cs typeface="Arial"/>
              </a:rPr>
              <a:t>Upgrade　</a:t>
            </a:r>
            <a:r>
              <a:rPr sz="850" b="0">
                <a:solidFill>
                  <a:srgbClr val="333333"/>
                </a:solidFill>
                <a:latin typeface="Arial"/>
                <a:ea typeface="Microsoft JhengHei"/>
                <a:cs typeface="Arial"/>
              </a:rPr>
              <a:t>Upgrading to VCF 9.1.x（元件升級順序）</a:t>
            </a:r>
          </a:p>
          <a:p>
            <a:pPr algn="l">
              <a:spcAft>
                <a:spcPts val="200"/>
              </a:spcAft>
            </a:pPr>
            <a:r>
              <a:rPr sz="850" b="1">
                <a:solidFill>
                  <a:srgbClr val="6C4B94"/>
                </a:solidFill>
                <a:latin typeface="Arial"/>
                <a:ea typeface="Microsoft JhengHei"/>
                <a:cs typeface="Arial"/>
              </a:rPr>
              <a:t>Import WLD　</a:t>
            </a:r>
            <a:r>
              <a:rPr sz="850" b="0">
                <a:solidFill>
                  <a:srgbClr val="333333"/>
                </a:solidFill>
                <a:latin typeface="Arial"/>
                <a:ea typeface="Microsoft JhengHei"/>
                <a:cs typeface="Arial"/>
              </a:rPr>
              <a:t>Import an Existing vCenter to Create a Workload Domain</a:t>
            </a:r>
          </a:p>
          <a:p>
            <a:pPr algn="l">
              <a:spcAft>
                <a:spcPts val="200"/>
              </a:spcAft>
            </a:pPr>
            <a:r>
              <a:rPr sz="850" b="1">
                <a:solidFill>
                  <a:srgbClr val="6C4B94"/>
                </a:solidFill>
                <a:latin typeface="Arial"/>
                <a:ea typeface="Microsoft JhengHei"/>
                <a:cs typeface="Arial"/>
              </a:rPr>
              <a:t>Import WLD　</a:t>
            </a:r>
            <a:r>
              <a:rPr sz="850" b="0">
                <a:solidFill>
                  <a:srgbClr val="333333"/>
                </a:solidFill>
                <a:latin typeface="Arial"/>
                <a:ea typeface="Microsoft JhengHei"/>
                <a:cs typeface="Arial"/>
              </a:rPr>
              <a:t>Upgrading VCF Workload Domains to 9.1.x</a:t>
            </a:r>
          </a:p>
          <a:p>
            <a:pPr algn="l">
              <a:spcAft>
                <a:spcPts val="200"/>
              </a:spcAft>
            </a:pPr>
            <a:r>
              <a:rPr sz="850" b="1">
                <a:solidFill>
                  <a:srgbClr val="6C4B94"/>
                </a:solidFill>
                <a:latin typeface="Arial"/>
                <a:ea typeface="Microsoft JhengHei"/>
                <a:cs typeface="Arial"/>
              </a:rPr>
              <a:t>vMotion　</a:t>
            </a:r>
            <a:r>
              <a:rPr sz="850" b="0">
                <a:solidFill>
                  <a:srgbClr val="333333"/>
                </a:solidFill>
                <a:latin typeface="Arial"/>
                <a:ea typeface="Microsoft JhengHei"/>
                <a:cs typeface="Arial"/>
              </a:rPr>
              <a:t>Import or Clone a VM with Advanced Cross vCenter vMotion (vSphere 9.1)</a:t>
            </a:r>
          </a:p>
          <a:p>
            <a:pPr algn="l">
              <a:spcAft>
                <a:spcPts val="200"/>
              </a:spcAft>
            </a:pPr>
            <a:r>
              <a:rPr sz="850" b="1">
                <a:solidFill>
                  <a:srgbClr val="6C4B94"/>
                </a:solidFill>
                <a:latin typeface="Arial"/>
                <a:ea typeface="Microsoft JhengHei"/>
                <a:cs typeface="Arial"/>
              </a:rPr>
              <a:t>SRM　</a:t>
            </a:r>
            <a:r>
              <a:rPr sz="850" b="0">
                <a:solidFill>
                  <a:srgbClr val="333333"/>
                </a:solidFill>
                <a:latin typeface="Arial"/>
                <a:ea typeface="Microsoft JhengHei"/>
                <a:cs typeface="Arial"/>
              </a:rPr>
              <a:t>Protection and Recovery 9.1.1.0 Release Notes</a:t>
            </a:r>
          </a:p>
          <a:p>
            <a:pPr algn="l">
              <a:spcAft>
                <a:spcPts val="200"/>
              </a:spcAft>
            </a:pPr>
            <a:r>
              <a:rPr sz="850" b="1">
                <a:solidFill>
                  <a:srgbClr val="6C4B94"/>
                </a:solidFill>
                <a:latin typeface="Arial"/>
                <a:ea typeface="Microsoft JhengHei"/>
                <a:cs typeface="Arial"/>
              </a:rPr>
              <a:t>SRM　</a:t>
            </a:r>
            <a:r>
              <a:rPr sz="850" b="0">
                <a:solidFill>
                  <a:srgbClr val="333333"/>
                </a:solidFill>
                <a:latin typeface="Arial"/>
                <a:ea typeface="Microsoft JhengHei"/>
                <a:cs typeface="Arial"/>
              </a:rPr>
              <a:t>Order of Upgrading vSphere and Protection and Recovery Components</a:t>
            </a:r>
          </a:p>
          <a:p>
            <a:pPr algn="l">
              <a:spcAft>
                <a:spcPts val="200"/>
              </a:spcAft>
            </a:pPr>
            <a:r>
              <a:rPr sz="850" b="1">
                <a:solidFill>
                  <a:srgbClr val="6C4B94"/>
                </a:solidFill>
                <a:latin typeface="Arial"/>
                <a:ea typeface="Microsoft JhengHei"/>
                <a:cs typeface="Arial"/>
              </a:rPr>
              <a:t>SRM　</a:t>
            </a:r>
            <a:r>
              <a:rPr sz="850" b="0">
                <a:solidFill>
                  <a:srgbClr val="333333"/>
                </a:solidFill>
                <a:latin typeface="Arial"/>
                <a:ea typeface="Microsoft JhengHei"/>
                <a:cs typeface="Arial"/>
              </a:rPr>
              <a:t>Reconfigure the Connection Between Sites</a:t>
            </a:r>
          </a:p>
          <a:p>
            <a:pPr algn="l">
              <a:spcAft>
                <a:spcPts val="200"/>
              </a:spcAft>
            </a:pPr>
            <a:r>
              <a:rPr sz="850" b="1">
                <a:solidFill>
                  <a:srgbClr val="6C4B94"/>
                </a:solidFill>
                <a:latin typeface="Arial"/>
                <a:ea typeface="Microsoft JhengHei"/>
                <a:cs typeface="Arial"/>
              </a:rPr>
              <a:t>Release　</a:t>
            </a:r>
            <a:r>
              <a:rPr sz="850" b="0">
                <a:solidFill>
                  <a:srgbClr val="333333"/>
                </a:solidFill>
                <a:latin typeface="Arial"/>
                <a:ea typeface="Microsoft JhengHei"/>
                <a:cs typeface="Arial"/>
              </a:rPr>
              <a:t>VMware Cloud Foundation 9.1.1.0 Release Notes</a:t>
            </a:r>
          </a:p>
          <a:p>
            <a:pPr algn="l">
              <a:spcAft>
                <a:spcPts val="200"/>
              </a:spcAft>
            </a:pPr>
            <a:r>
              <a:rPr sz="850" b="1">
                <a:solidFill>
                  <a:srgbClr val="6C4B94"/>
                </a:solidFill>
                <a:latin typeface="Arial"/>
                <a:ea typeface="Microsoft JhengHei"/>
                <a:cs typeface="Arial"/>
              </a:rPr>
              <a:t>Release　</a:t>
            </a:r>
            <a:r>
              <a:rPr sz="850" b="0">
                <a:solidFill>
                  <a:srgbClr val="333333"/>
                </a:solidFill>
                <a:latin typeface="Arial"/>
                <a:ea typeface="Microsoft JhengHei"/>
                <a:cs typeface="Arial"/>
              </a:rPr>
              <a:t>VMware Cloud Foundation 9.1.1.0 Bill of Materials</a:t>
            </a:r>
          </a:p>
          <a:p>
            <a:pPr algn="l">
              <a:spcAft>
                <a:spcPts val="200"/>
              </a:spcAft>
            </a:pPr>
            <a:r>
              <a:rPr sz="850" b="1">
                <a:solidFill>
                  <a:srgbClr val="6C4B94"/>
                </a:solidFill>
                <a:latin typeface="Arial"/>
                <a:ea typeface="Microsoft JhengHei"/>
                <a:cs typeface="Arial"/>
              </a:rPr>
              <a:t>Interop　</a:t>
            </a:r>
            <a:r>
              <a:rPr sz="850" b="0">
                <a:solidFill>
                  <a:srgbClr val="333333"/>
                </a:solidFill>
                <a:latin typeface="Arial"/>
                <a:ea typeface="Microsoft JhengHei"/>
                <a:cs typeface="Arial"/>
              </a:rPr>
              <a:t>Broadcom Product Interoperability Matrix</a:t>
            </a:r>
          </a:p>
        </p:txBody>
      </p:sp>
      <p:sp>
        <p:nvSpPr>
          <p:cNvPr id="6" name="TextBox 5"/>
          <p:cNvSpPr txBox="1"/>
          <p:nvPr/>
        </p:nvSpPr>
        <p:spPr>
          <a:xfrm>
            <a:off x="6492240" y="1188720"/>
            <a:ext cx="5120640" cy="4937760"/>
          </a:xfrm>
          <a:prstGeom prst="rect">
            <a:avLst/>
          </a:prstGeom>
          <a:noFill/>
        </p:spPr>
        <p:txBody>
          <a:bodyPr wrap="square" lIns="45720" rIns="45720" tIns="27432" bIns="27432" anchor="t">
            <a:spAutoFit/>
          </a:bodyPr>
          <a:lstStyle/>
          <a:p>
            <a:pPr algn="l">
              <a:spcAft>
                <a:spcPts val="200"/>
              </a:spcAft>
            </a:pPr>
            <a:r>
              <a:rPr sz="1100" b="1">
                <a:solidFill>
                  <a:srgbClr val="1B1D36"/>
                </a:solidFill>
                <a:latin typeface="Arial"/>
                <a:ea typeface="Microsoft JhengHei"/>
                <a:cs typeface="Arial"/>
              </a:rPr>
              <a:t>Knowledge Base</a:t>
            </a:r>
          </a:p>
          <a:p>
            <a:pPr algn="l">
              <a:spcAft>
                <a:spcPts val="200"/>
              </a:spcAft>
            </a:pPr>
            <a:r>
              <a:rPr sz="850" b="1">
                <a:solidFill>
                  <a:srgbClr val="007B8C"/>
                </a:solidFill>
                <a:latin typeface="Arial"/>
                <a:ea typeface="Microsoft JhengHei"/>
                <a:cs typeface="Arial"/>
              </a:rPr>
              <a:t>KB 440630　</a:t>
            </a:r>
            <a:r>
              <a:rPr sz="850" b="0">
                <a:solidFill>
                  <a:srgbClr val="333333"/>
                </a:solidFill>
                <a:latin typeface="Arial"/>
                <a:ea typeface="Microsoft JhengHei"/>
                <a:cs typeface="Arial"/>
              </a:rPr>
              <a:t>Upgrade sequence and related issues for VCF and vSphere Foundation 9.1</a:t>
            </a:r>
          </a:p>
          <a:p>
            <a:pPr algn="l">
              <a:spcAft>
                <a:spcPts val="200"/>
              </a:spcAft>
            </a:pPr>
            <a:r>
              <a:rPr sz="850" b="1">
                <a:solidFill>
                  <a:srgbClr val="007B8C"/>
                </a:solidFill>
                <a:latin typeface="Arial"/>
                <a:ea typeface="Microsoft JhengHei"/>
                <a:cs typeface="Arial"/>
              </a:rPr>
              <a:t>KB 450972　</a:t>
            </a:r>
            <a:r>
              <a:rPr sz="850" b="0">
                <a:solidFill>
                  <a:srgbClr val="333333"/>
                </a:solidFill>
                <a:latin typeface="Arial"/>
                <a:ea typeface="Microsoft JhengHei"/>
                <a:cs typeface="Arial"/>
              </a:rPr>
              <a:t>vSphere / VCF 9.1 Back-in-Time 支援表（8.0U3j/k → 9.1.0 不支援升級 / converge）</a:t>
            </a:r>
          </a:p>
          <a:p>
            <a:pPr algn="l">
              <a:spcAft>
                <a:spcPts val="200"/>
              </a:spcAft>
            </a:pPr>
            <a:r>
              <a:rPr sz="850" b="1">
                <a:solidFill>
                  <a:srgbClr val="007B8C"/>
                </a:solidFill>
                <a:latin typeface="Arial"/>
                <a:ea typeface="Microsoft JhengHei"/>
                <a:cs typeface="Arial"/>
              </a:rPr>
              <a:t>KB 448258　</a:t>
            </a:r>
            <a:r>
              <a:rPr sz="850" b="0">
                <a:solidFill>
                  <a:srgbClr val="333333"/>
                </a:solidFill>
                <a:latin typeface="Arial"/>
                <a:ea typeface="Microsoft JhengHei"/>
                <a:cs typeface="Arial"/>
              </a:rPr>
              <a:t>Converge 失敗：刪除已部署元件與 Installer 後重做</a:t>
            </a:r>
          </a:p>
          <a:p>
            <a:pPr algn="l">
              <a:spcAft>
                <a:spcPts val="200"/>
              </a:spcAft>
            </a:pPr>
            <a:r>
              <a:rPr sz="850" b="1">
                <a:solidFill>
                  <a:srgbClr val="007B8C"/>
                </a:solidFill>
                <a:latin typeface="Arial"/>
                <a:ea typeface="Microsoft JhengHei"/>
                <a:cs typeface="Arial"/>
              </a:rPr>
              <a:t>KB 453612　</a:t>
            </a:r>
            <a:r>
              <a:rPr sz="850" b="0">
                <a:solidFill>
                  <a:srgbClr val="333333"/>
                </a:solidFill>
                <a:latin typeface="Arial"/>
                <a:ea typeface="Microsoft JhengHei"/>
                <a:cs typeface="Arial"/>
              </a:rPr>
              <a:t>vCenter FQDN 含大寫導致 converge 憑證鏈失敗</a:t>
            </a:r>
          </a:p>
          <a:p>
            <a:pPr algn="l">
              <a:spcAft>
                <a:spcPts val="200"/>
              </a:spcAft>
            </a:pPr>
            <a:r>
              <a:rPr sz="850" b="1">
                <a:solidFill>
                  <a:srgbClr val="007B8C"/>
                </a:solidFill>
                <a:latin typeface="Arial"/>
                <a:ea typeface="Microsoft JhengHei"/>
                <a:cs typeface="Arial"/>
              </a:rPr>
              <a:t>KB 425102　</a:t>
            </a:r>
            <a:r>
              <a:rPr sz="850" b="0">
                <a:solidFill>
                  <a:srgbClr val="333333"/>
                </a:solidFill>
                <a:latin typeface="Arial"/>
                <a:ea typeface="Microsoft JhengHei"/>
                <a:cs typeface="Arial"/>
              </a:rPr>
              <a:t>ESX 主機須以 FQDN 加入 inventory</a:t>
            </a:r>
          </a:p>
          <a:p>
            <a:pPr algn="l">
              <a:spcAft>
                <a:spcPts val="200"/>
              </a:spcAft>
            </a:pPr>
            <a:r>
              <a:rPr sz="850" b="1">
                <a:solidFill>
                  <a:srgbClr val="007B8C"/>
                </a:solidFill>
                <a:latin typeface="Arial"/>
                <a:ea typeface="Microsoft JhengHei"/>
                <a:cs typeface="Arial"/>
              </a:rPr>
              <a:t>KB 436924　</a:t>
            </a:r>
            <a:r>
              <a:rPr sz="850" b="0">
                <a:solidFill>
                  <a:srgbClr val="333333"/>
                </a:solidFill>
                <a:latin typeface="Arial"/>
                <a:ea typeface="Microsoft JhengHei"/>
                <a:cs typeface="Arial"/>
              </a:rPr>
              <a:t>How to remove an imported Domain from VCF 9.x</a:t>
            </a:r>
          </a:p>
          <a:p>
            <a:pPr algn="l">
              <a:spcAft>
                <a:spcPts val="200"/>
              </a:spcAft>
            </a:pPr>
            <a:r>
              <a:rPr sz="850" b="1">
                <a:solidFill>
                  <a:srgbClr val="007B8C"/>
                </a:solidFill>
                <a:latin typeface="Arial"/>
                <a:ea typeface="Microsoft JhengHei"/>
                <a:cs typeface="Arial"/>
              </a:rPr>
              <a:t>KB 430524　</a:t>
            </a:r>
            <a:r>
              <a:rPr sz="850" b="0">
                <a:solidFill>
                  <a:srgbClr val="333333"/>
                </a:solidFill>
                <a:latin typeface="Arial"/>
                <a:ea typeface="Microsoft JhengHei"/>
                <a:cs typeface="Arial"/>
              </a:rPr>
              <a:t>移除主機上的 NSX 與 Compute Manager</a:t>
            </a:r>
          </a:p>
          <a:p>
            <a:pPr algn="l">
              <a:spcAft>
                <a:spcPts val="200"/>
              </a:spcAft>
            </a:pPr>
            <a:r>
              <a:rPr sz="850" b="1">
                <a:solidFill>
                  <a:srgbClr val="007B8C"/>
                </a:solidFill>
                <a:latin typeface="Arial"/>
                <a:ea typeface="Microsoft JhengHei"/>
                <a:cs typeface="Arial"/>
              </a:rPr>
              <a:t>KB 429205　</a:t>
            </a:r>
            <a:r>
              <a:rPr sz="850" b="0">
                <a:solidFill>
                  <a:srgbClr val="333333"/>
                </a:solidFill>
                <a:latin typeface="Arial"/>
                <a:ea typeface="Microsoft JhengHei"/>
                <a:cs typeface="Arial"/>
              </a:rPr>
              <a:t>Import 時 NSX 版本控制（方案 A 用）</a:t>
            </a:r>
          </a:p>
          <a:p>
            <a:pPr algn="l">
              <a:spcAft>
                <a:spcPts val="200"/>
              </a:spcAft>
            </a:pPr>
            <a:r>
              <a:rPr sz="850" b="1">
                <a:solidFill>
                  <a:srgbClr val="007B8C"/>
                </a:solidFill>
                <a:latin typeface="Arial"/>
                <a:ea typeface="Microsoft JhengHei"/>
                <a:cs typeface="Arial"/>
              </a:rPr>
              <a:t>KB 425169　</a:t>
            </a:r>
            <a:r>
              <a:rPr sz="850" b="0">
                <a:solidFill>
                  <a:srgbClr val="333333"/>
                </a:solidFill>
                <a:latin typeface="Arial"/>
                <a:ea typeface="Microsoft JhengHei"/>
                <a:cs typeface="Arial"/>
              </a:rPr>
              <a:t>Importing Aria Automation 8.x — 不在管理網域時網路選項不可用</a:t>
            </a:r>
          </a:p>
          <a:p>
            <a:pPr algn="l">
              <a:spcAft>
                <a:spcPts val="200"/>
              </a:spcAft>
            </a:pPr>
            <a:r>
              <a:rPr sz="850" b="1">
                <a:solidFill>
                  <a:srgbClr val="007B8C"/>
                </a:solidFill>
                <a:latin typeface="Arial"/>
                <a:ea typeface="Microsoft JhengHei"/>
                <a:cs typeface="Arial"/>
              </a:rPr>
              <a:t>KB 425489　</a:t>
            </a:r>
            <a:r>
              <a:rPr sz="850" b="0">
                <a:solidFill>
                  <a:srgbClr val="333333"/>
                </a:solidFill>
                <a:latin typeface="Arial"/>
                <a:ea typeface="Microsoft JhengHei"/>
                <a:cs typeface="Arial"/>
              </a:rPr>
              <a:t>8.x endpoint certificates upgrade pre-check fails</a:t>
            </a:r>
          </a:p>
          <a:p>
            <a:pPr algn="l">
              <a:spcAft>
                <a:spcPts val="200"/>
              </a:spcAft>
            </a:pPr>
            <a:r>
              <a:rPr sz="850" b="1">
                <a:solidFill>
                  <a:srgbClr val="007B8C"/>
                </a:solidFill>
                <a:latin typeface="Arial"/>
                <a:ea typeface="Microsoft JhengHei"/>
                <a:cs typeface="Arial"/>
              </a:rPr>
              <a:t>KB 389563　</a:t>
            </a:r>
            <a:r>
              <a:rPr sz="850" b="0">
                <a:solidFill>
                  <a:srgbClr val="333333"/>
                </a:solidFill>
                <a:latin typeface="Arial"/>
                <a:ea typeface="Microsoft JhengHei"/>
                <a:cs typeface="Arial"/>
              </a:rPr>
              <a:t>Essential prechecks for a successful VCF Automation upgrade（不支援的 endpoints）</a:t>
            </a:r>
          </a:p>
          <a:p>
            <a:pPr algn="l">
              <a:spcAft>
                <a:spcPts val="200"/>
              </a:spcAft>
            </a:pPr>
            <a:r>
              <a:rPr sz="850" b="1">
                <a:solidFill>
                  <a:srgbClr val="007B8C"/>
                </a:solidFill>
                <a:latin typeface="Arial"/>
                <a:ea typeface="Microsoft JhengHei"/>
                <a:cs typeface="Arial"/>
              </a:rPr>
              <a:t>KB 447667　</a:t>
            </a:r>
            <a:r>
              <a:rPr sz="850" b="0">
                <a:solidFill>
                  <a:srgbClr val="333333"/>
                </a:solidFill>
                <a:latin typeface="Arial"/>
                <a:ea typeface="Microsoft JhengHei"/>
                <a:cs typeface="Arial"/>
              </a:rPr>
              <a:t>VCF Automation upgrade to 9.x fails — FIPS</a:t>
            </a:r>
          </a:p>
          <a:p>
            <a:pPr algn="l">
              <a:spcAft>
                <a:spcPts val="200"/>
              </a:spcAft>
            </a:pPr>
            <a:r>
              <a:rPr sz="850" b="1">
                <a:solidFill>
                  <a:srgbClr val="007B8C"/>
                </a:solidFill>
                <a:latin typeface="Arial"/>
                <a:ea typeface="Microsoft JhengHei"/>
                <a:cs typeface="Arial"/>
              </a:rPr>
              <a:t>KB 450345　</a:t>
            </a:r>
            <a:r>
              <a:rPr sz="850" b="0">
                <a:solidFill>
                  <a:srgbClr val="333333"/>
                </a:solidFill>
                <a:latin typeface="Arial"/>
                <a:ea typeface="Microsoft JhengHei"/>
                <a:cs typeface="Arial"/>
              </a:rPr>
              <a:t>Aria Automation 8.18.1 upgrade precheck — 來源 IP / 網段</a:t>
            </a:r>
          </a:p>
          <a:p>
            <a:pPr algn="l">
              <a:spcAft>
                <a:spcPts val="200"/>
              </a:spcAft>
            </a:pPr>
            <a:r>
              <a:rPr sz="850" b="1">
                <a:solidFill>
                  <a:srgbClr val="007B8C"/>
                </a:solidFill>
                <a:latin typeface="Arial"/>
                <a:ea typeface="Microsoft JhengHei"/>
                <a:cs typeface="Arial"/>
              </a:rPr>
              <a:t>KB 441333　</a:t>
            </a:r>
            <a:r>
              <a:rPr sz="850" b="0">
                <a:solidFill>
                  <a:srgbClr val="333333"/>
                </a:solidFill>
                <a:latin typeface="Arial"/>
                <a:ea typeface="Microsoft JhengHei"/>
                <a:cs typeface="Arial"/>
              </a:rPr>
              <a:t>VCF Automation 元件 cleanup（升級失敗清理不支援 → SR）</a:t>
            </a:r>
          </a:p>
          <a:p>
            <a:pPr algn="l">
              <a:spcAft>
                <a:spcPts val="200"/>
              </a:spcAft>
            </a:pPr>
            <a:r>
              <a:rPr sz="850" b="1">
                <a:solidFill>
                  <a:srgbClr val="007B8C"/>
                </a:solidFill>
                <a:latin typeface="Arial"/>
                <a:ea typeface="Microsoft JhengHei"/>
                <a:cs typeface="Arial"/>
              </a:rPr>
              <a:t>KB 318582　</a:t>
            </a:r>
            <a:r>
              <a:rPr sz="850" b="0">
                <a:solidFill>
                  <a:srgbClr val="333333"/>
                </a:solidFill>
                <a:latin typeface="Arial"/>
                <a:ea typeface="Microsoft JhengHei"/>
                <a:cs typeface="Arial"/>
              </a:rPr>
              <a:t>不同版本 vDS 之間的 vMotion</a:t>
            </a:r>
          </a:p>
          <a:p>
            <a:pPr algn="l">
              <a:spcAft>
                <a:spcPts val="200"/>
              </a:spcAft>
            </a:pPr>
            <a:r>
              <a:rPr sz="850" b="1">
                <a:solidFill>
                  <a:srgbClr val="007B8C"/>
                </a:solidFill>
                <a:latin typeface="Arial"/>
                <a:ea typeface="Microsoft JhengHei"/>
                <a:cs typeface="Arial"/>
              </a:rPr>
              <a:t>KB 447218　</a:t>
            </a:r>
            <a:r>
              <a:rPr sz="850" b="0">
                <a:solidFill>
                  <a:srgbClr val="333333"/>
                </a:solidFill>
                <a:latin typeface="Arial"/>
                <a:ea typeface="Microsoft JhengHei"/>
                <a:cs typeface="Arial"/>
              </a:rPr>
              <a:t>Aria Automation services fail to start — vApp options 遺失</a:t>
            </a:r>
          </a:p>
          <a:p>
            <a:pPr algn="l">
              <a:spcAft>
                <a:spcPts val="200"/>
              </a:spcAft>
            </a:pPr>
            <a:r>
              <a:rPr sz="850" b="1">
                <a:solidFill>
                  <a:srgbClr val="007B8C"/>
                </a:solidFill>
                <a:latin typeface="Arial"/>
                <a:ea typeface="Microsoft JhengHei"/>
                <a:cs typeface="Arial"/>
              </a:rPr>
              <a:t>KB 446701　</a:t>
            </a:r>
            <a:r>
              <a:rPr sz="850" b="0">
                <a:solidFill>
                  <a:srgbClr val="333333"/>
                </a:solidFill>
                <a:latin typeface="Arial"/>
                <a:ea typeface="Microsoft JhengHei"/>
                <a:cs typeface="Arial"/>
              </a:rPr>
              <a:t>vCenter 升級後於兩站執行 SRM VAMI Reconfigure</a:t>
            </a:r>
          </a:p>
          <a:p>
            <a:pPr algn="l">
              <a:spcAft>
                <a:spcPts val="200"/>
              </a:spcAft>
            </a:pPr>
            <a:r>
              <a:rPr sz="850" b="1">
                <a:solidFill>
                  <a:srgbClr val="007B8C"/>
                </a:solidFill>
                <a:latin typeface="Arial"/>
                <a:ea typeface="Microsoft JhengHei"/>
                <a:cs typeface="Arial"/>
              </a:rPr>
              <a:t>KB 448322　</a:t>
            </a:r>
            <a:r>
              <a:rPr sz="850" b="0">
                <a:solidFill>
                  <a:srgbClr val="333333"/>
                </a:solidFill>
                <a:latin typeface="Arial"/>
                <a:ea typeface="Microsoft JhengHei"/>
                <a:cs typeface="Arial"/>
              </a:rPr>
              <a:t>SRM Reconfigure 失敗 — SRM-remote solution account 密碼過期</a:t>
            </a:r>
          </a:p>
          <a:p>
            <a:pPr algn="l">
              <a:spcAft>
                <a:spcPts val="200"/>
              </a:spcAft>
            </a:pPr>
            <a:r>
              <a:rPr sz="850" b="1">
                <a:solidFill>
                  <a:srgbClr val="007B8C"/>
                </a:solidFill>
                <a:latin typeface="Arial"/>
                <a:ea typeface="Microsoft JhengHei"/>
                <a:cs typeface="Arial"/>
              </a:rPr>
              <a:t>KB 367383　</a:t>
            </a:r>
            <a:r>
              <a:rPr sz="850" b="0">
                <a:solidFill>
                  <a:srgbClr val="333333"/>
                </a:solidFill>
                <a:latin typeface="Arial"/>
                <a:ea typeface="Microsoft JhengHei"/>
                <a:cs typeface="Arial"/>
              </a:rPr>
              <a:t>Solution account 密碼不過期設定</a:t>
            </a:r>
          </a:p>
          <a:p>
            <a:pPr algn="l">
              <a:spcAft>
                <a:spcPts val="200"/>
              </a:spcAft>
            </a:pPr>
            <a:r>
              <a:rPr sz="850" b="1">
                <a:solidFill>
                  <a:srgbClr val="007B8C"/>
                </a:solidFill>
                <a:latin typeface="Arial"/>
                <a:ea typeface="Microsoft JhengHei"/>
                <a:cs typeface="Arial"/>
              </a:rPr>
              <a:t>KB 396777　</a:t>
            </a:r>
            <a:r>
              <a:rPr sz="850" b="0">
                <a:solidFill>
                  <a:srgbClr val="333333"/>
                </a:solidFill>
                <a:latin typeface="Arial"/>
                <a:ea typeface="Microsoft JhengHei"/>
                <a:cs typeface="Arial"/>
              </a:rPr>
              <a:t>RDU 切換時 vsphere-ui 服務帳號缺失</a:t>
            </a:r>
          </a:p>
          <a:p>
            <a:pPr algn="l">
              <a:spcAft>
                <a:spcPts val="200"/>
              </a:spcAft>
            </a:pPr>
            <a:r>
              <a:rPr sz="850" b="1">
                <a:solidFill>
                  <a:srgbClr val="007B8C"/>
                </a:solidFill>
                <a:latin typeface="Arial"/>
                <a:ea typeface="Microsoft JhengHei"/>
                <a:cs typeface="Arial"/>
              </a:rPr>
              <a:t>KB 316592　</a:t>
            </a:r>
            <a:r>
              <a:rPr sz="850" b="0">
                <a:solidFill>
                  <a:srgbClr val="333333"/>
                </a:solidFill>
                <a:latin typeface="Arial"/>
                <a:ea typeface="Microsoft JhengHei"/>
                <a:cs typeface="Arial"/>
              </a:rPr>
              <a:t>ESXi Shift+R 回復前一版（altbootbank）</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a:lstStyle/>
          <a:p>
            <a:r>
              <a:rPr>
                <a:ea typeface="Microsoft JhengHei"/>
              </a:rPr>
              <a:t>先把管理網域做對，再一朵雲一朵雲接進來；每一步都有退路，PONR 前停下來簽核。</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PROJECT_OPEN" val="0"/>
</p:tagLst>
</file>

<file path=ppt/theme/theme1.xml><?xml version="1.0" encoding="utf-8"?>
<a:theme xmlns:a="http://schemas.openxmlformats.org/drawingml/2006/main" name="VMware 2025 Light">
  <a:themeElements>
    <a:clrScheme name="VMware-Light">
      <a:dk1>
        <a:srgbClr val="000000"/>
      </a:dk1>
      <a:lt1>
        <a:srgbClr val="FFFFFF"/>
      </a:lt1>
      <a:dk2>
        <a:srgbClr val="1B1D36"/>
      </a:dk2>
      <a:lt2>
        <a:srgbClr val="EEEEEE"/>
      </a:lt2>
      <a:accent1>
        <a:srgbClr val="007B8C"/>
      </a:accent1>
      <a:accent2>
        <a:srgbClr val="005C8A"/>
      </a:accent2>
      <a:accent3>
        <a:srgbClr val="0098C7"/>
      </a:accent3>
      <a:accent4>
        <a:srgbClr val="61A60E"/>
      </a:accent4>
      <a:accent5>
        <a:srgbClr val="6C4B94"/>
      </a:accent5>
      <a:accent6>
        <a:srgbClr val="F3BA16"/>
      </a:accent6>
      <a:hlink>
        <a:srgbClr val="0098C7"/>
      </a:hlink>
      <a:folHlink>
        <a:srgbClr val="6C4B94"/>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chemeClr val="accent2"/>
        </a:solidFill>
        <a:ln w="12700">
          <a:noFill/>
          <a:miter lim="800000"/>
        </a:ln>
        <a:effectLst/>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800" dirty="0" smtClean="0">
            <a:solidFill>
              <a:schemeClr val="bg1"/>
            </a:solidFill>
          </a:defRPr>
        </a:defPPr>
      </a:lstStyle>
      <a:style>
        <a:lnRef idx="1">
          <a:schemeClr val="accent1"/>
        </a:lnRef>
        <a:fillRef idx="3">
          <a:schemeClr val="accent1"/>
        </a:fillRef>
        <a:effectRef idx="2">
          <a:schemeClr val="accent1"/>
        </a:effectRef>
        <a:fontRef idx="minor">
          <a:schemeClr val="lt1"/>
        </a:fontRef>
      </a:style>
    </a:spDef>
    <a:lnDef>
      <a:spPr bwMode="gray">
        <a:ln w="12700">
          <a:solidFill>
            <a:schemeClr val="tx1"/>
          </a:solidFill>
          <a:miter lim="800000"/>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1800" dirty="0" smtClean="0">
            <a:solidFill>
              <a:schemeClr val="tx2"/>
            </a:solidFill>
          </a:defRPr>
        </a:defPPr>
      </a:lstStyle>
    </a:txDef>
  </a:objectDefaults>
  <a:extraClrSchemeLst/>
  <a:custClrLst>
    <a:custClr name="Orange">
      <a:srgbClr val="E68C28"/>
    </a:custClr>
    <a:custClr name="Red">
      <a:srgbClr val="CC092F"/>
    </a:custClr>
    <a:custClr name="Light Grey">
      <a:srgbClr val="E2E3E4"/>
    </a:custClr>
    <a:custClr name="Cool Grey 7">
      <a:srgbClr val="97999B"/>
    </a:custClr>
    <a:custClr name="Dark Grey">
      <a:srgbClr val="53565A"/>
    </a:custClr>
    <a:custClr name="2nd Green">
      <a:srgbClr val="23800A"/>
    </a:custClr>
    <a:custClr name="2nd Blue">
      <a:srgbClr val="007DA3"/>
    </a:custClr>
    <a:custClr name="187 Red">
      <a:srgbClr val="A6192E"/>
    </a:custClr>
  </a:custClrLst>
  <a:extLst>
    <a:ext uri="{05A4C25C-085E-4340-85A3-A5531E510DB2}">
      <thm15:themeFamily xmlns:thm15="http://schemas.microsoft.com/office/thememl/2012/main" name="bc-vmw-ppt-template-light-arial-2025.potx" id="{58448B0C-B9AF-4F14-9BEF-A2168841E3C9}" vid="{8A53EF31-A125-46D4-9CD1-4968F9927A64}"/>
    </a:ext>
  </a:extLst>
</a:theme>
</file>

<file path=ppt/theme/theme2.xml><?xml version="1.0" encoding="utf-8"?>
<a:theme xmlns:a="http://schemas.openxmlformats.org/drawingml/2006/main" name="VMware-dark">
  <a:themeElements>
    <a:clrScheme name="Custom 8">
      <a:dk1>
        <a:srgbClr val="FFFFFF"/>
      </a:dk1>
      <a:lt1>
        <a:srgbClr val="000000"/>
      </a:lt1>
      <a:dk2>
        <a:srgbClr val="EEEEEE"/>
      </a:dk2>
      <a:lt2>
        <a:srgbClr val="1B1D36"/>
      </a:lt2>
      <a:accent1>
        <a:srgbClr val="0088EF"/>
      </a:accent1>
      <a:accent2>
        <a:srgbClr val="01B9C6"/>
      </a:accent2>
      <a:accent3>
        <a:srgbClr val="0098C7"/>
      </a:accent3>
      <a:accent4>
        <a:srgbClr val="61A60E"/>
      </a:accent4>
      <a:accent5>
        <a:srgbClr val="A468EE"/>
      </a:accent5>
      <a:accent6>
        <a:srgbClr val="F3BA16"/>
      </a:accent6>
      <a:hlink>
        <a:srgbClr val="0098C7"/>
      </a:hlink>
      <a:folHlink>
        <a:srgbClr val="A468EE"/>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spcAft>
            <a:spcPts val="600"/>
          </a:spcAft>
          <a:defRPr sz="1200" smtClean="0">
            <a:solidFill>
              <a:schemeClr val="bg1"/>
            </a:solidFill>
          </a:defRPr>
        </a:defPPr>
      </a:lstStyle>
      <a:style>
        <a:lnRef idx="1">
          <a:schemeClr val="accent1"/>
        </a:lnRef>
        <a:fillRef idx="3">
          <a:schemeClr val="accent1"/>
        </a:fillRef>
        <a:effectRef idx="2">
          <a:schemeClr val="accent1"/>
        </a:effectRef>
        <a:fontRef idx="minor">
          <a:schemeClr val="lt1"/>
        </a:fontRef>
      </a:style>
    </a:spDef>
    <a:lnDef>
      <a:spPr bwMode="gray">
        <a:ln w="25400">
          <a:solidFill>
            <a:schemeClr val="tx1"/>
          </a:solidFill>
          <a:miter lim="800000"/>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spAutoFit/>
      </a:bodyPr>
      <a:lstStyle>
        <a:defPPr algn="l">
          <a:lnSpc>
            <a:spcPct val="130000"/>
          </a:lnSpc>
          <a:defRPr sz="1800" dirty="0" err="1" smtClean="0">
            <a:solidFill>
              <a:schemeClr val="tx2"/>
            </a:solidFill>
          </a:defRPr>
        </a:defPPr>
      </a:lstStyle>
    </a:txDef>
  </a:objectDefaults>
  <a:extraClrSchemeLst/>
  <a:custClrLst>
    <a:custClr name="Orange">
      <a:srgbClr val="E68C28"/>
    </a:custClr>
    <a:custClr name="Red">
      <a:srgbClr val="CC092F"/>
    </a:custClr>
    <a:custClr name="Light Grey">
      <a:srgbClr val="E2E3E4"/>
    </a:custClr>
    <a:custClr name="Cool Grey 4">
      <a:srgbClr val="BBBCBC"/>
    </a:custClr>
    <a:custClr name="Dark Grey">
      <a:srgbClr val="53565A"/>
    </a:custClr>
  </a:custClrLst>
  <a:extLst>
    <a:ext uri="{05A4C25C-085E-4340-85A3-A5531E510DB2}">
      <thm15:themeFamily xmlns:thm15="http://schemas.microsoft.com/office/thememl/2012/main" name="vcf-ppt-template-dark-arial-2025" id="{5AB65B9C-5F73-FC40-86C7-949C2C390C07}" vid="{3F6EE47F-2740-3543-B9EE-F7ADEABB858D}"/>
    </a:ext>
  </a:extLst>
</a:theme>
</file>

<file path=ppt/theme/theme3.xml><?xml version="1.0" encoding="utf-8"?>
<a:theme xmlns:a="http://schemas.openxmlformats.org/drawingml/2006/main" name="Office Theme">
  <a:themeElements>
    <a:clrScheme name="VMware">
      <a:dk1>
        <a:srgbClr val="717074"/>
      </a:dk1>
      <a:lt1>
        <a:sysClr val="window" lastClr="FFFFFF"/>
      </a:lt1>
      <a:dk2>
        <a:srgbClr val="000000"/>
      </a:dk2>
      <a:lt2>
        <a:srgbClr val="C6C6C8"/>
      </a:lt2>
      <a:accent1>
        <a:srgbClr val="0095D3"/>
      </a:accent1>
      <a:accent2>
        <a:srgbClr val="89CBDF"/>
      </a:accent2>
      <a:accent3>
        <a:srgbClr val="006990"/>
      </a:accent3>
      <a:accent4>
        <a:srgbClr val="6DB33F"/>
      </a:accent4>
      <a:accent5>
        <a:srgbClr val="C2CD23"/>
      </a:accent5>
      <a:accent6>
        <a:srgbClr val="387C2C"/>
      </a:accent6>
      <a:hlink>
        <a:srgbClr val="0095D3"/>
      </a:hlink>
      <a:folHlink>
        <a:srgbClr val="89CBDF"/>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VMware">
      <a:dk1>
        <a:srgbClr val="717074"/>
      </a:dk1>
      <a:lt1>
        <a:sysClr val="window" lastClr="FFFFFF"/>
      </a:lt1>
      <a:dk2>
        <a:srgbClr val="000000"/>
      </a:dk2>
      <a:lt2>
        <a:srgbClr val="C6C6C8"/>
      </a:lt2>
      <a:accent1>
        <a:srgbClr val="0095D3"/>
      </a:accent1>
      <a:accent2>
        <a:srgbClr val="89CBDF"/>
      </a:accent2>
      <a:accent3>
        <a:srgbClr val="006990"/>
      </a:accent3>
      <a:accent4>
        <a:srgbClr val="6DB33F"/>
      </a:accent4>
      <a:accent5>
        <a:srgbClr val="C2CD23"/>
      </a:accent5>
      <a:accent6>
        <a:srgbClr val="387C2C"/>
      </a:accent6>
      <a:hlink>
        <a:srgbClr val="0095D3"/>
      </a:hlink>
      <a:folHlink>
        <a:srgbClr val="89CBDF"/>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34d4d772-b3f2-47fc-9a2d-2126f9957ae8">
      <Terms xmlns="http://schemas.microsoft.com/office/infopath/2007/PartnerControls"/>
    </lcf76f155ced4ddcb4097134ff3c332f>
    <TaxCatchAll xmlns="d345b56e-75a0-4ca8-9b4b-110cb999efd5" xsi:nil="true"/>
    <SharedWithUsers xmlns="d345b56e-75a0-4ca8-9b4b-110cb999efd5">
      <UserInfo>
        <DisplayName>Juanly Cabrera</DisplayName>
        <AccountId>17</AccountId>
        <AccountType/>
      </UserInfo>
      <UserInfo>
        <DisplayName>Andre Fernandes</DisplayName>
        <AccountId>20</AccountId>
        <AccountType/>
      </UserInfo>
    </SharedWithUser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8B3F91C0C4ECEE479555FEA4A4EB2B48" ma:contentTypeVersion="15" ma:contentTypeDescription="Create a new document." ma:contentTypeScope="" ma:versionID="c6a87b1e4bc033b72f454e04dac54d88">
  <xsd:schema xmlns:xsd="http://www.w3.org/2001/XMLSchema" xmlns:xs="http://www.w3.org/2001/XMLSchema" xmlns:p="http://schemas.microsoft.com/office/2006/metadata/properties" xmlns:ns2="34d4d772-b3f2-47fc-9a2d-2126f9957ae8" xmlns:ns3="d345b56e-75a0-4ca8-9b4b-110cb999efd5" targetNamespace="http://schemas.microsoft.com/office/2006/metadata/properties" ma:root="true" ma:fieldsID="6eb14a52ad1190b1f78ecaeae027f828" ns2:_="" ns3:_="">
    <xsd:import namespace="34d4d772-b3f2-47fc-9a2d-2126f9957ae8"/>
    <xsd:import namespace="d345b56e-75a0-4ca8-9b4b-110cb999efd5"/>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4d4d772-b3f2-47fc-9a2d-2126f9957ae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42db59af-f8a6-47a7-a7a2-8d3f5d7884b9"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dexed="true" ma:internalName="MediaServiceDateTaken" ma:readOnly="true">
      <xsd:simpleType>
        <xsd:restriction base="dms:Text"/>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d345b56e-75a0-4ca8-9b4b-110cb999efd5"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3e60bf06-978e-4056-b583-56563198eef8}" ma:internalName="TaxCatchAll" ma:showField="CatchAllData" ma:web="d345b56e-75a0-4ca8-9b4b-110cb999efd5">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1634573-F7D8-4ECC-B5FF-91D1E5D2E650}">
  <ds:schemaRefs>
    <ds:schemaRef ds:uri="http://purl.org/dc/elements/1.1/"/>
    <ds:schemaRef ds:uri="34d4d772-b3f2-47fc-9a2d-2126f9957ae8"/>
    <ds:schemaRef ds:uri="http://schemas.microsoft.com/office/2006/documentManagement/types"/>
    <ds:schemaRef ds:uri="http://www.w3.org/XML/1998/namespace"/>
    <ds:schemaRef ds:uri="http://purl.org/dc/dcmitype/"/>
    <ds:schemaRef ds:uri="http://schemas.microsoft.com/office/infopath/2007/PartnerControls"/>
    <ds:schemaRef ds:uri="http://schemas.openxmlformats.org/package/2006/metadata/core-properties"/>
    <ds:schemaRef ds:uri="d345b56e-75a0-4ca8-9b4b-110cb999efd5"/>
    <ds:schemaRef ds:uri="http://schemas.microsoft.com/office/2006/metadata/properties"/>
    <ds:schemaRef ds:uri="http://purl.org/dc/terms/"/>
  </ds:schemaRefs>
</ds:datastoreItem>
</file>

<file path=customXml/itemProps2.xml><?xml version="1.0" encoding="utf-8"?>
<ds:datastoreItem xmlns:ds="http://schemas.openxmlformats.org/officeDocument/2006/customXml" ds:itemID="{28FF4D8F-9B19-4DA8-8A71-562BBA95DCB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4d4d772-b3f2-47fc-9a2d-2126f9957ae8"/>
    <ds:schemaRef ds:uri="d345b56e-75a0-4ca8-9b4b-110cb999efd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AD99180-4DF7-4231-B572-5E5D5B192DA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bc-vmw-ppt-template-light-arial-2025 - Copy</Template>
  <TotalTime>20028</TotalTime>
  <Words>30010</Words>
  <Application>Microsoft Macintosh PowerPoint</Application>
  <PresentationFormat>自訂</PresentationFormat>
  <Paragraphs>1727</Paragraphs>
  <Slides>30</Slides>
  <Notes>29</Notes>
  <HiddenSlides>3</HiddenSlides>
  <MMClips>0</MMClips>
  <ScaleCrop>false</ScaleCrop>
  <HeadingPairs>
    <vt:vector size="6" baseType="variant">
      <vt:variant>
        <vt:lpstr>使用字型</vt:lpstr>
      </vt:variant>
      <vt:variant>
        <vt:i4>4</vt:i4>
      </vt:variant>
      <vt:variant>
        <vt:lpstr>佈景主題</vt:lpstr>
      </vt:variant>
      <vt:variant>
        <vt:i4>2</vt:i4>
      </vt:variant>
      <vt:variant>
        <vt:lpstr>投影片標題</vt:lpstr>
      </vt:variant>
      <vt:variant>
        <vt:i4>30</vt:i4>
      </vt:variant>
    </vt:vector>
  </HeadingPairs>
  <TitlesOfParts>
    <vt:vector size="36" baseType="lpstr">
      <vt:lpstr>Arial Rounded MT Bold</vt:lpstr>
      <vt:lpstr>Metropolis</vt:lpstr>
      <vt:lpstr>Metropolis Light</vt:lpstr>
      <vt:lpstr>Arial</vt:lpstr>
      <vt:lpstr>VMware 2025 Light</vt:lpstr>
      <vt:lpstr>VMware-dark</vt:lpstr>
      <vt:lpstr>vSAN in VCF 9.1 What’s New Technical</vt:lpstr>
      <vt:lpstr>PowerPoint 簡報</vt:lpstr>
      <vt:lpstr>PowerPoint 簡報</vt:lpstr>
      <vt:lpstr>What’s New with VMware vSAN in VCF 9.1</vt:lpstr>
      <vt:lpstr>Flexible &amp; Efficient Storage Platform</vt:lpstr>
      <vt:lpstr>Better Space Efficiency through Improved Data Compression</vt:lpstr>
      <vt:lpstr>Cost Efficient Storage Environments for Cyber Recovery</vt:lpstr>
      <vt:lpstr>Reduce Storage Costs with Lower Hardware Requirements for vSAN</vt:lpstr>
      <vt:lpstr>Greater Flexibility with Remote vSAN Datastores</vt:lpstr>
      <vt:lpstr>Minimize Operational Downtime for Clustered Applications on vSAN</vt:lpstr>
      <vt:lpstr>Accelerated Modern Application Development</vt:lpstr>
      <vt:lpstr>Integrated Object Storage for vSAN Powered VCF Environments</vt:lpstr>
      <vt:lpstr>Improved Scalability and Interoperability of Cloud Native Volumes</vt:lpstr>
      <vt:lpstr>Faster File Management Operations with vSAN File Services</vt:lpstr>
      <vt:lpstr>Secure and Cyber Resilient Storage</vt:lpstr>
      <vt:lpstr>Secure End-to-End Encryption of Storage using vSAN Storage Clusters</vt:lpstr>
      <vt:lpstr>High Levels of Security while Driving Down Storage Costs</vt:lpstr>
      <vt:lpstr>Simplified Site Maintenance and Failure Recovery for Stretched Clusters</vt:lpstr>
      <vt:lpstr>Protect Data on Other Storage Types using vSAN</vt:lpstr>
      <vt:lpstr>Comprehensive Cyber Protection and Recovery without the Cloud</vt:lpstr>
      <vt:lpstr>Protecting VMs at Scale with Confidence</vt:lpstr>
      <vt:lpstr>Simplified Operations</vt:lpstr>
      <vt:lpstr>Fully Automated Resilience Settings for vSAN Clusters</vt:lpstr>
      <vt:lpstr>Intuitive and Simple Capacity Management for vSAN in VCF 9.1</vt:lpstr>
      <vt:lpstr>Consume vSAN Storage Clusters Across Workload Domains in VCF</vt:lpstr>
      <vt:lpstr>Global Visibility and Insight for Storage in VMware Cloud Foundation</vt:lpstr>
      <vt:lpstr>PowerPoint 簡報</vt:lpstr>
      <vt:lpstr>PowerPoint 簡報</vt:lpstr>
      <vt:lpstr>Lower Costs and Increase Utilization in vSAN Hosts</vt:lpstr>
      <vt:lpstr>Deploy vSAN without Purchasing New Servers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Pete Koehler</dc:creator>
  <cp:keywords>VMware</cp:keywords>
  <cp:lastModifiedBy>育昕 楊</cp:lastModifiedBy>
  <cp:revision>617</cp:revision>
  <cp:lastPrinted>2025-09-23T17:42:24Z</cp:lastPrinted>
  <dcterms:created xsi:type="dcterms:W3CDTF">2025-03-19T05:16:12Z</dcterms:created>
  <dcterms:modified xsi:type="dcterms:W3CDTF">2026-08-16T02:05:43Z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0x0101008B3F91C0C4ECEE479555FEA4A4EB2B48</vt:lpwstr>
  </property>
  <property fmtid="{D5CDD505-2E9C-101B-9397-08002B2CF9AE}" pid="3" name="MediaServiceImageTags">
    <vt:lpwstr/>
  </property>
</Properties>
</file>